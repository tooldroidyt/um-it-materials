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0" r:id="rId2"/>
  </p:sldMasterIdLst>
  <p:notesMasterIdLst>
    <p:notesMasterId r:id="rId27"/>
  </p:notesMasterIdLst>
  <p:handoutMasterIdLst>
    <p:handoutMasterId r:id="rId28"/>
  </p:handoutMasterIdLst>
  <p:sldIdLst>
    <p:sldId id="3327" r:id="rId3"/>
    <p:sldId id="1808" r:id="rId4"/>
    <p:sldId id="1816" r:id="rId5"/>
    <p:sldId id="1817" r:id="rId6"/>
    <p:sldId id="1815" r:id="rId7"/>
    <p:sldId id="1821" r:id="rId8"/>
    <p:sldId id="1819" r:id="rId9"/>
    <p:sldId id="3329" r:id="rId10"/>
    <p:sldId id="3330" r:id="rId11"/>
    <p:sldId id="3331" r:id="rId12"/>
    <p:sldId id="3332" r:id="rId13"/>
    <p:sldId id="3333" r:id="rId14"/>
    <p:sldId id="3335" r:id="rId15"/>
    <p:sldId id="3337" r:id="rId16"/>
    <p:sldId id="3339" r:id="rId17"/>
    <p:sldId id="3343" r:id="rId18"/>
    <p:sldId id="3344" r:id="rId19"/>
    <p:sldId id="3345" r:id="rId20"/>
    <p:sldId id="3346" r:id="rId21"/>
    <p:sldId id="3347" r:id="rId22"/>
    <p:sldId id="3348" r:id="rId23"/>
    <p:sldId id="3349" r:id="rId24"/>
    <p:sldId id="1831" r:id="rId25"/>
    <p:sldId id="335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2077"/>
    <a:srgbClr val="EC6315"/>
    <a:srgbClr val="F49401"/>
    <a:srgbClr val="FFAA19"/>
    <a:srgbClr val="031828"/>
    <a:srgbClr val="000B49"/>
    <a:srgbClr val="3E1B59"/>
    <a:srgbClr val="8CC026"/>
    <a:srgbClr val="14AFE7"/>
    <a:srgbClr val="E71D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17" autoAdjust="0"/>
    <p:restoredTop sz="94660"/>
  </p:normalViewPr>
  <p:slideViewPr>
    <p:cSldViewPr snapToGrid="0">
      <p:cViewPr varScale="1">
        <p:scale>
          <a:sx n="86" d="100"/>
          <a:sy n="86" d="100"/>
        </p:scale>
        <p:origin x="1176" y="86"/>
      </p:cViewPr>
      <p:guideLst/>
    </p:cSldViewPr>
  </p:slideViewPr>
  <p:notesTextViewPr>
    <p:cViewPr>
      <p:scale>
        <a:sx n="3" d="2"/>
        <a:sy n="3" d="2"/>
      </p:scale>
      <p:origin x="0" y="0"/>
    </p:cViewPr>
  </p:notesTextViewPr>
  <p:sorterViewPr>
    <p:cViewPr>
      <p:scale>
        <a:sx n="80" d="100"/>
        <a:sy n="80" d="100"/>
      </p:scale>
      <p:origin x="0" y="0"/>
    </p:cViewPr>
  </p:sorterViewPr>
  <p:notesViewPr>
    <p:cSldViewPr snapToGrid="0">
      <p:cViewPr varScale="1">
        <p:scale>
          <a:sx n="52" d="100"/>
          <a:sy n="52" d="100"/>
        </p:scale>
        <p:origin x="201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5F7126-B822-41AE-892A-5785A88118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3C9FC90-499A-4ED1-BDAE-456DC3E3FD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387B3B-DE26-4C93-8722-1BA7A82C69F3}" type="datetimeFigureOut">
              <a:rPr lang="en-US" smtClean="0"/>
              <a:t>10/28/2025</a:t>
            </a:fld>
            <a:endParaRPr lang="en-US"/>
          </a:p>
        </p:txBody>
      </p:sp>
      <p:sp>
        <p:nvSpPr>
          <p:cNvPr id="4" name="Footer Placeholder 3">
            <a:extLst>
              <a:ext uri="{FF2B5EF4-FFF2-40B4-BE49-F238E27FC236}">
                <a16:creationId xmlns:a16="http://schemas.microsoft.com/office/drawing/2014/main" id="{D6835687-B789-44CD-BDCB-64F27E5144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8C9B16-5263-468F-9A66-04713840689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8DF30F-227B-4DE2-B37C-EF4C37970A5E}" type="slidenum">
              <a:rPr lang="en-US" smtClean="0"/>
              <a:t>‹#›</a:t>
            </a:fld>
            <a:endParaRPr lang="en-US"/>
          </a:p>
        </p:txBody>
      </p:sp>
    </p:spTree>
    <p:extLst>
      <p:ext uri="{BB962C8B-B14F-4D97-AF65-F5344CB8AC3E}">
        <p14:creationId xmlns:p14="http://schemas.microsoft.com/office/powerpoint/2010/main" val="2123231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D44844-CAE8-461C-85F6-688C358CA0E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C9200-E78B-43A9-8F44-FFDBE80EA668}" type="slidenum">
              <a:rPr lang="en-US" smtClean="0"/>
              <a:t>‹#›</a:t>
            </a:fld>
            <a:endParaRPr lang="en-US"/>
          </a:p>
        </p:txBody>
      </p:sp>
    </p:spTree>
    <p:extLst>
      <p:ext uri="{BB962C8B-B14F-4D97-AF65-F5344CB8AC3E}">
        <p14:creationId xmlns:p14="http://schemas.microsoft.com/office/powerpoint/2010/main" val="2410865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A8E5D21-F1FF-4340-BED0-26D65B74E3B1}"/>
              </a:ext>
            </a:extLst>
          </p:cNvPr>
          <p:cNvSpPr>
            <a:spLocks noGrp="1"/>
          </p:cNvSpPr>
          <p:nvPr>
            <p:ph type="pic" sz="quarter" idx="10"/>
          </p:nvPr>
        </p:nvSpPr>
        <p:spPr>
          <a:xfrm>
            <a:off x="3886200" y="1267557"/>
            <a:ext cx="8305800" cy="3425898"/>
          </a:xfrm>
          <a:custGeom>
            <a:avLst/>
            <a:gdLst>
              <a:gd name="connsiteX0" fmla="*/ 0 w 4991100"/>
              <a:gd name="connsiteY0" fmla="*/ 0 h 3425898"/>
              <a:gd name="connsiteX1" fmla="*/ 4991100 w 4991100"/>
              <a:gd name="connsiteY1" fmla="*/ 0 h 3425898"/>
              <a:gd name="connsiteX2" fmla="*/ 4991100 w 4991100"/>
              <a:gd name="connsiteY2" fmla="*/ 3425898 h 3425898"/>
              <a:gd name="connsiteX3" fmla="*/ 0 w 4991100"/>
              <a:gd name="connsiteY3" fmla="*/ 3425898 h 3425898"/>
              <a:gd name="connsiteX4" fmla="*/ 0 w 4991100"/>
              <a:gd name="connsiteY4" fmla="*/ 0 h 3425898"/>
              <a:gd name="connsiteX0" fmla="*/ 3086100 w 8077200"/>
              <a:gd name="connsiteY0" fmla="*/ 0 h 3425898"/>
              <a:gd name="connsiteX1" fmla="*/ 8077200 w 8077200"/>
              <a:gd name="connsiteY1" fmla="*/ 0 h 3425898"/>
              <a:gd name="connsiteX2" fmla="*/ 8077200 w 8077200"/>
              <a:gd name="connsiteY2" fmla="*/ 3425898 h 3425898"/>
              <a:gd name="connsiteX3" fmla="*/ 0 w 8077200"/>
              <a:gd name="connsiteY3" fmla="*/ 3425898 h 3425898"/>
              <a:gd name="connsiteX4" fmla="*/ 3086100 w 8077200"/>
              <a:gd name="connsiteY4" fmla="*/ 0 h 3425898"/>
              <a:gd name="connsiteX0" fmla="*/ 3314700 w 8305800"/>
              <a:gd name="connsiteY0" fmla="*/ 0 h 3425898"/>
              <a:gd name="connsiteX1" fmla="*/ 8305800 w 8305800"/>
              <a:gd name="connsiteY1" fmla="*/ 0 h 3425898"/>
              <a:gd name="connsiteX2" fmla="*/ 8305800 w 8305800"/>
              <a:gd name="connsiteY2" fmla="*/ 3425898 h 3425898"/>
              <a:gd name="connsiteX3" fmla="*/ 0 w 8305800"/>
              <a:gd name="connsiteY3" fmla="*/ 3425898 h 3425898"/>
              <a:gd name="connsiteX4" fmla="*/ 3314700 w 8305800"/>
              <a:gd name="connsiteY4" fmla="*/ 0 h 342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800" h="3425898">
                <a:moveTo>
                  <a:pt x="3314700" y="0"/>
                </a:moveTo>
                <a:lnTo>
                  <a:pt x="8305800" y="0"/>
                </a:lnTo>
                <a:lnTo>
                  <a:pt x="8305800" y="3425898"/>
                </a:lnTo>
                <a:lnTo>
                  <a:pt x="0" y="3425898"/>
                </a:lnTo>
                <a:lnTo>
                  <a:pt x="3314700" y="0"/>
                </a:lnTo>
                <a:close/>
              </a:path>
            </a:pathLst>
          </a:custGeom>
        </p:spPr>
        <p:txBody>
          <a:bodyPr/>
          <a:lstStyle/>
          <a:p>
            <a:endParaRPr lang="en-US" dirty="0"/>
          </a:p>
        </p:txBody>
      </p:sp>
    </p:spTree>
    <p:extLst>
      <p:ext uri="{BB962C8B-B14F-4D97-AF65-F5344CB8AC3E}">
        <p14:creationId xmlns:p14="http://schemas.microsoft.com/office/powerpoint/2010/main" val="539981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A5ED7-AC1B-4EFC-A2F5-F8CCDD9900F3}"/>
              </a:ext>
            </a:extLst>
          </p:cNvPr>
          <p:cNvSpPr>
            <a:spLocks noGrp="1"/>
          </p:cNvSpPr>
          <p:nvPr>
            <p:ph type="title"/>
          </p:nvPr>
        </p:nvSpPr>
        <p:spPr>
          <a:xfrm>
            <a:off x="838200" y="365126"/>
            <a:ext cx="10515600" cy="781504"/>
          </a:xfrm>
          <a:prstGeom prst="rect">
            <a:avLst/>
          </a:prstGeo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932694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1B7CF-24E5-41A7-B7C5-EA47FAFE72AE}"/>
              </a:ext>
            </a:extLst>
          </p:cNvPr>
          <p:cNvSpPr>
            <a:spLocks noGrp="1"/>
          </p:cNvSpPr>
          <p:nvPr>
            <p:ph type="title"/>
          </p:nvPr>
        </p:nvSpPr>
        <p:spPr>
          <a:xfrm>
            <a:off x="723900" y="355600"/>
            <a:ext cx="4962525" cy="119697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856907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49656C5-9EBA-45D4-8DCC-4D18137C7ED7}"/>
              </a:ext>
            </a:extLst>
          </p:cNvPr>
          <p:cNvSpPr>
            <a:spLocks noGrp="1"/>
          </p:cNvSpPr>
          <p:nvPr>
            <p:ph type="title"/>
          </p:nvPr>
        </p:nvSpPr>
        <p:spPr>
          <a:xfrm>
            <a:off x="838200" y="365126"/>
            <a:ext cx="10515600" cy="679904"/>
          </a:xfrm>
          <a:prstGeom prst="rect">
            <a:avLst/>
          </a:prstGeo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95565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EF5E8-2EB2-43CC-99D3-000E119C3F42}"/>
              </a:ext>
            </a:extLst>
          </p:cNvPr>
          <p:cNvSpPr>
            <a:spLocks noGrp="1"/>
          </p:cNvSpPr>
          <p:nvPr>
            <p:ph type="title"/>
          </p:nvPr>
        </p:nvSpPr>
        <p:spPr>
          <a:xfrm>
            <a:off x="5613400" y="1555289"/>
            <a:ext cx="57658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159630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222F94C-C739-46D6-A244-D2632C9CA66E}"/>
              </a:ext>
            </a:extLst>
          </p:cNvPr>
          <p:cNvSpPr>
            <a:spLocks noGrp="1"/>
          </p:cNvSpPr>
          <p:nvPr>
            <p:ph type="pic" sz="quarter" idx="10"/>
          </p:nvPr>
        </p:nvSpPr>
        <p:spPr>
          <a:xfrm>
            <a:off x="1393825" y="1736725"/>
            <a:ext cx="2190750" cy="2190750"/>
          </a:xfrm>
          <a:prstGeom prst="ellipse">
            <a:avLst/>
          </a:prstGeom>
        </p:spPr>
        <p:txBody>
          <a:bodyPr/>
          <a:lstStyle/>
          <a:p>
            <a:endParaRPr lang="en-US"/>
          </a:p>
        </p:txBody>
      </p:sp>
      <p:sp>
        <p:nvSpPr>
          <p:cNvPr id="6" name="Picture Placeholder 2">
            <a:extLst>
              <a:ext uri="{FF2B5EF4-FFF2-40B4-BE49-F238E27FC236}">
                <a16:creationId xmlns:a16="http://schemas.microsoft.com/office/drawing/2014/main" id="{4904F02C-CF31-4DF5-9967-00860C966147}"/>
              </a:ext>
            </a:extLst>
          </p:cNvPr>
          <p:cNvSpPr>
            <a:spLocks noGrp="1"/>
          </p:cNvSpPr>
          <p:nvPr>
            <p:ph type="pic" sz="quarter" idx="11"/>
          </p:nvPr>
        </p:nvSpPr>
        <p:spPr>
          <a:xfrm>
            <a:off x="3926568" y="1736725"/>
            <a:ext cx="2190750" cy="2190750"/>
          </a:xfrm>
          <a:prstGeom prst="ellipse">
            <a:avLst/>
          </a:prstGeom>
        </p:spPr>
        <p:txBody>
          <a:bodyPr/>
          <a:lstStyle/>
          <a:p>
            <a:endParaRPr lang="en-US"/>
          </a:p>
        </p:txBody>
      </p:sp>
      <p:sp>
        <p:nvSpPr>
          <p:cNvPr id="7" name="Picture Placeholder 2">
            <a:extLst>
              <a:ext uri="{FF2B5EF4-FFF2-40B4-BE49-F238E27FC236}">
                <a16:creationId xmlns:a16="http://schemas.microsoft.com/office/drawing/2014/main" id="{40D730EF-B019-4AC3-80DF-EC6B8BB08171}"/>
              </a:ext>
            </a:extLst>
          </p:cNvPr>
          <p:cNvSpPr>
            <a:spLocks noGrp="1"/>
          </p:cNvSpPr>
          <p:nvPr>
            <p:ph type="pic" sz="quarter" idx="12"/>
          </p:nvPr>
        </p:nvSpPr>
        <p:spPr>
          <a:xfrm>
            <a:off x="6437994" y="1736725"/>
            <a:ext cx="2190750" cy="2190750"/>
          </a:xfrm>
          <a:prstGeom prst="ellipse">
            <a:avLst/>
          </a:prstGeom>
        </p:spPr>
        <p:txBody>
          <a:bodyPr/>
          <a:lstStyle/>
          <a:p>
            <a:endParaRPr lang="en-US"/>
          </a:p>
        </p:txBody>
      </p:sp>
      <p:sp>
        <p:nvSpPr>
          <p:cNvPr id="8" name="Picture Placeholder 2">
            <a:extLst>
              <a:ext uri="{FF2B5EF4-FFF2-40B4-BE49-F238E27FC236}">
                <a16:creationId xmlns:a16="http://schemas.microsoft.com/office/drawing/2014/main" id="{01178D9A-1A52-41EF-8CFA-53A54E9D423C}"/>
              </a:ext>
            </a:extLst>
          </p:cNvPr>
          <p:cNvSpPr>
            <a:spLocks noGrp="1"/>
          </p:cNvSpPr>
          <p:nvPr>
            <p:ph type="pic" sz="quarter" idx="13"/>
          </p:nvPr>
        </p:nvSpPr>
        <p:spPr>
          <a:xfrm>
            <a:off x="8949420" y="1736725"/>
            <a:ext cx="2190750" cy="2190750"/>
          </a:xfrm>
          <a:prstGeom prst="ellipse">
            <a:avLst/>
          </a:prstGeom>
        </p:spPr>
        <p:txBody>
          <a:bodyPr/>
          <a:lstStyle/>
          <a:p>
            <a:endParaRPr lang="en-US"/>
          </a:p>
        </p:txBody>
      </p:sp>
      <p:sp>
        <p:nvSpPr>
          <p:cNvPr id="4" name="Title 3">
            <a:extLst>
              <a:ext uri="{FF2B5EF4-FFF2-40B4-BE49-F238E27FC236}">
                <a16:creationId xmlns:a16="http://schemas.microsoft.com/office/drawing/2014/main" id="{8FDDF920-69F1-4A5A-9B25-937589019735}"/>
              </a:ext>
            </a:extLst>
          </p:cNvPr>
          <p:cNvSpPr>
            <a:spLocks noGrp="1"/>
          </p:cNvSpPr>
          <p:nvPr>
            <p:ph type="title"/>
          </p:nvPr>
        </p:nvSpPr>
        <p:spPr>
          <a:xfrm>
            <a:off x="838200" y="365125"/>
            <a:ext cx="10515600" cy="638175"/>
          </a:xfrm>
          <a:prstGeom prst="rect">
            <a:avLst/>
          </a:prstGeom>
        </p:spPr>
        <p:txBody>
          <a:bodyPr/>
          <a:lstStyle>
            <a:lvl1pPr algn="ctr">
              <a:defRPr/>
            </a:lvl1pPr>
          </a:lstStyle>
          <a:p>
            <a:r>
              <a:rPr lang="en-US" dirty="0"/>
              <a:t>Click to edit Master title style</a:t>
            </a:r>
          </a:p>
        </p:txBody>
      </p:sp>
    </p:spTree>
    <p:extLst>
      <p:ext uri="{BB962C8B-B14F-4D97-AF65-F5344CB8AC3E}">
        <p14:creationId xmlns:p14="http://schemas.microsoft.com/office/powerpoint/2010/main" val="4187866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FE189A0-F882-485F-ACE3-8D1A70E03A7D}"/>
              </a:ext>
            </a:extLst>
          </p:cNvPr>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205233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664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998A-C9B4-4FCD-8202-1E67E9FE16E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69844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Meet the Team">
    <p:spTree>
      <p:nvGrpSpPr>
        <p:cNvPr id="1" name=""/>
        <p:cNvGrpSpPr/>
        <p:nvPr/>
      </p:nvGrpSpPr>
      <p:grpSpPr>
        <a:xfrm>
          <a:off x="0" y="0"/>
          <a:ext cx="0" cy="0"/>
          <a:chOff x="0" y="0"/>
          <a:chExt cx="0" cy="0"/>
        </a:xfrm>
      </p:grpSpPr>
      <p:sp>
        <p:nvSpPr>
          <p:cNvPr id="70" name="Picture Placeholder 13"/>
          <p:cNvSpPr>
            <a:spLocks noGrp="1"/>
          </p:cNvSpPr>
          <p:nvPr>
            <p:ph type="pic" sz="quarter" idx="11"/>
          </p:nvPr>
        </p:nvSpPr>
        <p:spPr>
          <a:xfrm>
            <a:off x="1728662" y="1872316"/>
            <a:ext cx="2652423" cy="2650043"/>
          </a:xfrm>
          <a:prstGeom prst="ellipse">
            <a:avLst/>
          </a:prstGeom>
        </p:spPr>
        <p:txBody>
          <a:bodyPr rtlCol="0">
            <a:normAutofit/>
          </a:bodyPr>
          <a:lstStyle>
            <a:lvl1pPr marL="0" marR="0" indent="0" algn="l" defTabSz="914217" rtl="0" eaLnBrk="1" fontAlgn="auto" latinLnBrk="0" hangingPunct="1">
              <a:lnSpc>
                <a:spcPct val="90000"/>
              </a:lnSpc>
              <a:spcBef>
                <a:spcPts val="1000"/>
              </a:spcBef>
              <a:spcAft>
                <a:spcPts val="0"/>
              </a:spcAft>
              <a:buClrTx/>
              <a:buSzTx/>
              <a:buFont typeface="Arial" panose="020B0604020202020204" pitchFamily="34" charset="0"/>
              <a:buNone/>
              <a:tabLst/>
              <a:defRPr sz="1400">
                <a:latin typeface="Raleway Regular"/>
                <a:cs typeface="Raleway Regular"/>
              </a:defRPr>
            </a:lvl1pPr>
          </a:lstStyle>
          <a:p>
            <a:pPr lvl="0"/>
            <a:endParaRPr lang="en-US" noProof="0" dirty="0"/>
          </a:p>
        </p:txBody>
      </p:sp>
    </p:spTree>
    <p:extLst>
      <p:ext uri="{BB962C8B-B14F-4D97-AF65-F5344CB8AC3E}">
        <p14:creationId xmlns:p14="http://schemas.microsoft.com/office/powerpoint/2010/main" val="17101178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538616"/>
      </p:ext>
    </p:extLst>
  </p:cSld>
  <p:clrMapOvr>
    <a:masterClrMapping/>
  </p:clrMapOvr>
  <p:transition advClick="0" advTm="300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4C83591-C2DC-01C5-3C5D-585BC6AAA212}"/>
              </a:ext>
            </a:extLst>
          </p:cNvPr>
          <p:cNvSpPr>
            <a:spLocks noGrp="1"/>
          </p:cNvSpPr>
          <p:nvPr>
            <p:ph type="pic" sz="quarter" idx="10"/>
          </p:nvPr>
        </p:nvSpPr>
        <p:spPr>
          <a:xfrm>
            <a:off x="6649702" y="1009977"/>
            <a:ext cx="4274972" cy="4277364"/>
          </a:xfrm>
          <a:prstGeom prst="ellipse">
            <a:avLst/>
          </a:prstGeom>
          <a:solidFill>
            <a:schemeClr val="accent2">
              <a:lumMod val="40000"/>
              <a:lumOff val="60000"/>
            </a:schemeClr>
          </a:solidFill>
        </p:spPr>
        <p:txBody>
          <a:bodyPr/>
          <a:lstStyle/>
          <a:p>
            <a:endParaRPr lang="en-US"/>
          </a:p>
        </p:txBody>
      </p:sp>
    </p:spTree>
    <p:extLst>
      <p:ext uri="{BB962C8B-B14F-4D97-AF65-F5344CB8AC3E}">
        <p14:creationId xmlns:p14="http://schemas.microsoft.com/office/powerpoint/2010/main" val="1843270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C830BE3E-5B25-1E92-4CC2-ECF057C22627}"/>
              </a:ext>
            </a:extLst>
          </p:cNvPr>
          <p:cNvSpPr/>
          <p:nvPr userDrawn="1"/>
        </p:nvSpPr>
        <p:spPr>
          <a:xfrm>
            <a:off x="10420538" y="332716"/>
            <a:ext cx="579422" cy="57942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122E85A1-FB9D-A461-2B58-3B2F2C91A3D7}"/>
              </a:ext>
            </a:extLst>
          </p:cNvPr>
          <p:cNvSpPr>
            <a:spLocks noGrp="1"/>
          </p:cNvSpPr>
          <p:nvPr>
            <p:ph type="sldNum" sz="quarter" idx="4"/>
          </p:nvPr>
        </p:nvSpPr>
        <p:spPr>
          <a:xfrm>
            <a:off x="10384324" y="467026"/>
            <a:ext cx="651850" cy="288941"/>
          </a:xfrm>
          <a:prstGeom prst="rect">
            <a:avLst/>
          </a:prstGeom>
        </p:spPr>
        <p:txBody>
          <a:bodyPr vert="horz" lIns="91440" tIns="45720" rIns="91440" bIns="45720" rtlCol="0" anchor="ctr"/>
          <a:lstStyle>
            <a:lvl1pPr algn="ctr">
              <a:defRPr sz="1400" b="1">
                <a:solidFill>
                  <a:schemeClr val="bg2"/>
                </a:solidFill>
              </a:defRPr>
            </a:lvl1pPr>
          </a:lstStyle>
          <a:p>
            <a:fld id="{DD42754F-0B62-BB43-A2E4-46EE8B5A483D}" type="slidenum">
              <a:rPr lang="en-US" smtClean="0"/>
              <a:pPr/>
              <a:t>‹#›</a:t>
            </a:fld>
            <a:endParaRPr lang="en-US" dirty="0"/>
          </a:p>
        </p:txBody>
      </p:sp>
      <p:sp>
        <p:nvSpPr>
          <p:cNvPr id="5" name="Picture Placeholder 4">
            <a:extLst>
              <a:ext uri="{FF2B5EF4-FFF2-40B4-BE49-F238E27FC236}">
                <a16:creationId xmlns:a16="http://schemas.microsoft.com/office/drawing/2014/main" id="{C222288C-5965-0CDC-26B1-1E26F97DC07E}"/>
              </a:ext>
            </a:extLst>
          </p:cNvPr>
          <p:cNvSpPr>
            <a:spLocks noGrp="1"/>
          </p:cNvSpPr>
          <p:nvPr>
            <p:ph type="pic" sz="quarter" idx="10"/>
          </p:nvPr>
        </p:nvSpPr>
        <p:spPr>
          <a:xfrm>
            <a:off x="0" y="0"/>
            <a:ext cx="5652655" cy="6858000"/>
          </a:xfrm>
          <a:prstGeom prst="rect">
            <a:avLst/>
          </a:prstGeo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3940436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77ABCF0E-C834-78F8-6AE9-C380379BB9A8}"/>
              </a:ext>
            </a:extLst>
          </p:cNvPr>
          <p:cNvSpPr>
            <a:spLocks noGrp="1"/>
          </p:cNvSpPr>
          <p:nvPr>
            <p:ph type="pic" sz="quarter" idx="10"/>
          </p:nvPr>
        </p:nvSpPr>
        <p:spPr>
          <a:xfrm>
            <a:off x="3805238" y="1992313"/>
            <a:ext cx="2138362" cy="2530475"/>
          </a:xfrm>
          <a:prstGeom prst="rect">
            <a:avLst/>
          </a:prstGeom>
          <a:solidFill>
            <a:schemeClr val="accent2">
              <a:lumMod val="20000"/>
              <a:lumOff val="80000"/>
            </a:schemeClr>
          </a:solidFill>
        </p:spPr>
        <p:txBody>
          <a:bodyPr/>
          <a:lstStyle/>
          <a:p>
            <a:endParaRPr lang="en-US"/>
          </a:p>
        </p:txBody>
      </p:sp>
    </p:spTree>
    <p:extLst>
      <p:ext uri="{BB962C8B-B14F-4D97-AF65-F5344CB8AC3E}">
        <p14:creationId xmlns:p14="http://schemas.microsoft.com/office/powerpoint/2010/main" val="27050833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997AADC-110B-343C-1030-E46D17B90BDA}"/>
              </a:ext>
            </a:extLst>
          </p:cNvPr>
          <p:cNvSpPr>
            <a:spLocks noGrp="1"/>
          </p:cNvSpPr>
          <p:nvPr>
            <p:ph type="pic" sz="quarter" idx="10"/>
          </p:nvPr>
        </p:nvSpPr>
        <p:spPr>
          <a:xfrm>
            <a:off x="3844749" y="1058324"/>
            <a:ext cx="2399169" cy="4568291"/>
          </a:xfrm>
          <a:prstGeom prst="rect">
            <a:avLst/>
          </a:prstGeom>
          <a:solidFill>
            <a:schemeClr val="accent2">
              <a:lumMod val="40000"/>
              <a:lumOff val="60000"/>
            </a:schemeClr>
          </a:solidFill>
        </p:spPr>
        <p:txBody>
          <a:bodyPr/>
          <a:lstStyle/>
          <a:p>
            <a:endParaRPr lang="en-US" dirty="0"/>
          </a:p>
        </p:txBody>
      </p:sp>
    </p:spTree>
    <p:extLst>
      <p:ext uri="{BB962C8B-B14F-4D97-AF65-F5344CB8AC3E}">
        <p14:creationId xmlns:p14="http://schemas.microsoft.com/office/powerpoint/2010/main" val="1724526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E67E5CE-188A-BC4E-9CF7-23CBA4044C4A}"/>
              </a:ext>
            </a:extLst>
          </p:cNvPr>
          <p:cNvSpPr>
            <a:spLocks noGrp="1"/>
          </p:cNvSpPr>
          <p:nvPr>
            <p:ph type="pic" sz="quarter" idx="10"/>
          </p:nvPr>
        </p:nvSpPr>
        <p:spPr>
          <a:xfrm>
            <a:off x="3888921" y="1016949"/>
            <a:ext cx="4587841" cy="4586646"/>
          </a:xfrm>
          <a:prstGeom prst="ellipse">
            <a:avLst/>
          </a:prstGeom>
        </p:spPr>
        <p:txBody>
          <a:bodyPr/>
          <a:lstStyle/>
          <a:p>
            <a:endParaRPr lang="en-US"/>
          </a:p>
        </p:txBody>
      </p:sp>
      <p:sp>
        <p:nvSpPr>
          <p:cNvPr id="9" name="Picture Placeholder 7">
            <a:extLst>
              <a:ext uri="{FF2B5EF4-FFF2-40B4-BE49-F238E27FC236}">
                <a16:creationId xmlns:a16="http://schemas.microsoft.com/office/drawing/2014/main" id="{7062D07B-E48E-7347-9063-CCEF990FD5B6}"/>
              </a:ext>
            </a:extLst>
          </p:cNvPr>
          <p:cNvSpPr>
            <a:spLocks noGrp="1"/>
          </p:cNvSpPr>
          <p:nvPr>
            <p:ph type="pic" sz="quarter" idx="11"/>
          </p:nvPr>
        </p:nvSpPr>
        <p:spPr>
          <a:xfrm>
            <a:off x="2670077" y="752475"/>
            <a:ext cx="2375519" cy="2374107"/>
          </a:xfrm>
          <a:prstGeom prst="ellipse">
            <a:avLst/>
          </a:prstGeom>
        </p:spPr>
        <p:txBody>
          <a:bodyPr/>
          <a:lstStyle/>
          <a:p>
            <a:endParaRPr lang="en-US"/>
          </a:p>
        </p:txBody>
      </p:sp>
    </p:spTree>
    <p:extLst>
      <p:ext uri="{BB962C8B-B14F-4D97-AF65-F5344CB8AC3E}">
        <p14:creationId xmlns:p14="http://schemas.microsoft.com/office/powerpoint/2010/main" val="4234878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395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free-powerpoint-templates-download.com/"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slidesgratis.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free-powerpoint-templates-download.com/" TargetMode="External"/><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3.png"/><Relationship Id="rId5" Type="http://schemas.openxmlformats.org/officeDocument/2006/relationships/slideLayout" Target="../slideLayouts/slideLayout16.xml"/><Relationship Id="rId10" Type="http://schemas.openxmlformats.org/officeDocument/2006/relationships/hyperlink" Target="https://slidesgratis.com/" TargetMode="External"/><Relationship Id="rId4" Type="http://schemas.openxmlformats.org/officeDocument/2006/relationships/slideLayout" Target="../slideLayouts/slideLayout15.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74982DB-3B5F-8728-0C2B-E72C0DD66CE2}"/>
              </a:ext>
            </a:extLst>
          </p:cNvPr>
          <p:cNvSpPr/>
          <p:nvPr userDrawn="1"/>
        </p:nvSpPr>
        <p:spPr>
          <a:xfrm>
            <a:off x="0" y="-1178145"/>
            <a:ext cx="12192000" cy="1160711"/>
          </a:xfrm>
          <a:prstGeom prst="rect">
            <a:avLst/>
          </a:prstGeom>
          <a:solidFill>
            <a:srgbClr val="4C0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uadroTexto 2">
            <a:extLst>
              <a:ext uri="{FF2B5EF4-FFF2-40B4-BE49-F238E27FC236}">
                <a16:creationId xmlns:a16="http://schemas.microsoft.com/office/drawing/2014/main" id="{F2ECE205-1427-77DB-6399-06B4B41A22CE}"/>
              </a:ext>
            </a:extLst>
          </p:cNvPr>
          <p:cNvSpPr txBox="1"/>
          <p:nvPr userDrawn="1"/>
        </p:nvSpPr>
        <p:spPr>
          <a:xfrm>
            <a:off x="1659310" y="-688899"/>
            <a:ext cx="2367636" cy="369332"/>
          </a:xfrm>
          <a:prstGeom prst="rect">
            <a:avLst/>
          </a:prstGeom>
          <a:noFill/>
        </p:spPr>
        <p:txBody>
          <a:bodyPr wrap="none" rtlCol="0">
            <a:spAutoFit/>
          </a:bodyPr>
          <a:lstStyle/>
          <a:p>
            <a:r>
              <a:rPr lang="en-US" dirty="0">
                <a:solidFill>
                  <a:schemeClr val="bg1"/>
                </a:solidFill>
                <a:hlinkClick r:id="rId13">
                  <a:extLst>
                    <a:ext uri="{A12FA001-AC4F-418D-AE19-62706E023703}">
                      <ahyp:hlinkClr xmlns:ahyp="http://schemas.microsoft.com/office/drawing/2018/hyperlinkcolor" val="tx"/>
                    </a:ext>
                  </a:extLst>
                </a:hlinkClick>
              </a:rPr>
              <a:t>http://ppthemes.com/</a:t>
            </a:r>
            <a:r>
              <a:rPr lang="en-US" dirty="0">
                <a:solidFill>
                  <a:schemeClr val="bg1"/>
                </a:solidFill>
              </a:rPr>
              <a:t> </a:t>
            </a:r>
          </a:p>
        </p:txBody>
      </p:sp>
      <p:pic>
        <p:nvPicPr>
          <p:cNvPr id="4" name="Imagen 3">
            <a:extLst>
              <a:ext uri="{FF2B5EF4-FFF2-40B4-BE49-F238E27FC236}">
                <a16:creationId xmlns:a16="http://schemas.microsoft.com/office/drawing/2014/main" id="{58B93F9D-9573-60AC-FBED-248E9108815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009453" y="-1083156"/>
            <a:ext cx="1555777" cy="970735"/>
          </a:xfrm>
          <a:prstGeom prst="rect">
            <a:avLst/>
          </a:prstGeom>
        </p:spPr>
      </p:pic>
      <p:sp>
        <p:nvSpPr>
          <p:cNvPr id="5" name="CuadroTexto 4">
            <a:extLst>
              <a:ext uri="{FF2B5EF4-FFF2-40B4-BE49-F238E27FC236}">
                <a16:creationId xmlns:a16="http://schemas.microsoft.com/office/drawing/2014/main" id="{B6612077-6BA8-F16D-095D-39573C9FBA39}"/>
              </a:ext>
            </a:extLst>
          </p:cNvPr>
          <p:cNvSpPr txBox="1"/>
          <p:nvPr userDrawn="1"/>
        </p:nvSpPr>
        <p:spPr>
          <a:xfrm>
            <a:off x="8659820" y="-645106"/>
            <a:ext cx="2659702" cy="369332"/>
          </a:xfrm>
          <a:prstGeom prst="rect">
            <a:avLst/>
          </a:prstGeom>
          <a:noFill/>
        </p:spPr>
        <p:txBody>
          <a:bodyPr wrap="none" rtlCol="0">
            <a:spAutoFit/>
          </a:bodyPr>
          <a:lstStyle/>
          <a:p>
            <a:r>
              <a:rPr lang="en-US" dirty="0">
                <a:solidFill>
                  <a:schemeClr val="bg1"/>
                </a:solidFill>
                <a:hlinkClick r:id="rId15">
                  <a:extLst>
                    <a:ext uri="{A12FA001-AC4F-418D-AE19-62706E023703}">
                      <ahyp:hlinkClr xmlns:ahyp="http://schemas.microsoft.com/office/drawing/2018/hyperlinkcolor" val="tx"/>
                    </a:ext>
                  </a:extLst>
                </a:hlinkClick>
              </a:rPr>
              <a:t>https://slidesgratis.com/</a:t>
            </a:r>
            <a:r>
              <a:rPr lang="en-US" dirty="0">
                <a:solidFill>
                  <a:schemeClr val="bg1"/>
                </a:solidFill>
              </a:rPr>
              <a:t> </a:t>
            </a:r>
          </a:p>
        </p:txBody>
      </p:sp>
      <p:pic>
        <p:nvPicPr>
          <p:cNvPr id="6" name="Imagen 5">
            <a:extLst>
              <a:ext uri="{FF2B5EF4-FFF2-40B4-BE49-F238E27FC236}">
                <a16:creationId xmlns:a16="http://schemas.microsoft.com/office/drawing/2014/main" id="{C550BA74-1957-771A-34A6-991840DB4173}"/>
              </a:ext>
            </a:extLst>
          </p:cNvPr>
          <p:cNvPicPr>
            <a:picLocks noChangeAspect="1"/>
          </p:cNvPicPr>
          <p:nvPr userDrawn="1"/>
        </p:nvPicPr>
        <p:blipFill rotWithShape="1">
          <a:blip r:embed="rId16" cstate="hqprint">
            <a:extLst>
              <a:ext uri="{28A0092B-C50C-407E-A947-70E740481C1C}">
                <a14:useLocalDpi xmlns:a14="http://schemas.microsoft.com/office/drawing/2010/main" val="0"/>
              </a:ext>
            </a:extLst>
          </a:blip>
          <a:srcRect t="26389" r="12615" b="30833"/>
          <a:stretch/>
        </p:blipFill>
        <p:spPr>
          <a:xfrm>
            <a:off x="321364" y="-974539"/>
            <a:ext cx="1337946" cy="654972"/>
          </a:xfrm>
          <a:prstGeom prst="rect">
            <a:avLst/>
          </a:prstGeom>
        </p:spPr>
      </p:pic>
    </p:spTree>
    <p:extLst>
      <p:ext uri="{BB962C8B-B14F-4D97-AF65-F5344CB8AC3E}">
        <p14:creationId xmlns:p14="http://schemas.microsoft.com/office/powerpoint/2010/main" val="2916016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1" r:id="rId7"/>
    <p:sldLayoutId id="2147483659"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79FC919-A0D9-38A7-6AC8-1E92ABA97512}"/>
              </a:ext>
            </a:extLst>
          </p:cNvPr>
          <p:cNvGrpSpPr/>
          <p:nvPr userDrawn="1"/>
        </p:nvGrpSpPr>
        <p:grpSpPr>
          <a:xfrm>
            <a:off x="0" y="-893341"/>
            <a:ext cx="12192000" cy="893342"/>
            <a:chOff x="-1" y="-1778709"/>
            <a:chExt cx="24377651" cy="1778709"/>
          </a:xfrm>
        </p:grpSpPr>
        <p:sp>
          <p:nvSpPr>
            <p:cNvPr id="2" name="Rectángulo 3">
              <a:extLst>
                <a:ext uri="{FF2B5EF4-FFF2-40B4-BE49-F238E27FC236}">
                  <a16:creationId xmlns:a16="http://schemas.microsoft.com/office/drawing/2014/main" id="{9ADF7406-EBD6-38ED-0FC6-AEF7B75B66BD}"/>
                </a:ext>
              </a:extLst>
            </p:cNvPr>
            <p:cNvSpPr/>
            <p:nvPr userDrawn="1"/>
          </p:nvSpPr>
          <p:spPr>
            <a:xfrm>
              <a:off x="-1" y="-1778709"/>
              <a:ext cx="24377651" cy="1778709"/>
            </a:xfrm>
            <a:prstGeom prst="rect">
              <a:avLst/>
            </a:prstGeom>
            <a:solidFill>
              <a:srgbClr val="4C0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uadroTexto 4">
              <a:extLst>
                <a:ext uri="{FF2B5EF4-FFF2-40B4-BE49-F238E27FC236}">
                  <a16:creationId xmlns:a16="http://schemas.microsoft.com/office/drawing/2014/main" id="{BA65DAA7-66F1-4CBF-8ABA-B2963026CB48}"/>
                </a:ext>
              </a:extLst>
            </p:cNvPr>
            <p:cNvSpPr txBox="1"/>
            <p:nvPr userDrawn="1"/>
          </p:nvSpPr>
          <p:spPr>
            <a:xfrm>
              <a:off x="3351928" y="-1193240"/>
              <a:ext cx="5623233" cy="646331"/>
            </a:xfrm>
            <a:prstGeom prst="rect">
              <a:avLst/>
            </a:prstGeom>
            <a:noFill/>
          </p:spPr>
          <p:txBody>
            <a:bodyPr wrap="square" rtlCol="0">
              <a:spAutoFit/>
            </a:bodyPr>
            <a:lstStyle/>
            <a:p>
              <a:r>
                <a:rPr lang="en-US" dirty="0">
                  <a:solidFill>
                    <a:schemeClr val="bg1"/>
                  </a:solidFill>
                  <a:hlinkClick r:id="rId8">
                    <a:extLst>
                      <a:ext uri="{A12FA001-AC4F-418D-AE19-62706E023703}">
                        <ahyp:hlinkClr xmlns:ahyp="http://schemas.microsoft.com/office/drawing/2018/hyperlinkcolor" val="tx"/>
                      </a:ext>
                    </a:extLst>
                  </a:hlinkClick>
                </a:rPr>
                <a:t>http://ppthemes.com/</a:t>
              </a:r>
              <a:r>
                <a:rPr lang="en-US" dirty="0">
                  <a:solidFill>
                    <a:schemeClr val="bg1"/>
                  </a:solidFill>
                </a:rPr>
                <a:t> </a:t>
              </a:r>
            </a:p>
          </p:txBody>
        </p:sp>
        <p:pic>
          <p:nvPicPr>
            <p:cNvPr id="4" name="Imagen 5">
              <a:extLst>
                <a:ext uri="{FF2B5EF4-FFF2-40B4-BE49-F238E27FC236}">
                  <a16:creationId xmlns:a16="http://schemas.microsoft.com/office/drawing/2014/main" id="{92CB193B-CFA5-7F84-2BE7-4A2B9860215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6131060" y="-1688646"/>
              <a:ext cx="2706359" cy="1688646"/>
            </a:xfrm>
            <a:prstGeom prst="rect">
              <a:avLst/>
            </a:prstGeom>
          </p:spPr>
        </p:pic>
        <p:sp>
          <p:nvSpPr>
            <p:cNvPr id="5" name="CuadroTexto 6">
              <a:extLst>
                <a:ext uri="{FF2B5EF4-FFF2-40B4-BE49-F238E27FC236}">
                  <a16:creationId xmlns:a16="http://schemas.microsoft.com/office/drawing/2014/main" id="{B7E24930-A5B3-69CD-348A-DB2D460AB655}"/>
                </a:ext>
              </a:extLst>
            </p:cNvPr>
            <p:cNvSpPr txBox="1"/>
            <p:nvPr userDrawn="1"/>
          </p:nvSpPr>
          <p:spPr>
            <a:xfrm>
              <a:off x="19076730" y="-1205517"/>
              <a:ext cx="5300920" cy="735367"/>
            </a:xfrm>
            <a:prstGeom prst="rect">
              <a:avLst/>
            </a:prstGeom>
            <a:noFill/>
          </p:spPr>
          <p:txBody>
            <a:bodyPr wrap="square" rtlCol="0">
              <a:spAutoFit/>
            </a:bodyPr>
            <a:lstStyle/>
            <a:p>
              <a:r>
                <a:rPr lang="en-US" dirty="0">
                  <a:solidFill>
                    <a:schemeClr val="bg1"/>
                  </a:solidFill>
                  <a:hlinkClick r:id="rId10">
                    <a:extLst>
                      <a:ext uri="{A12FA001-AC4F-418D-AE19-62706E023703}">
                        <ahyp:hlinkClr xmlns:ahyp="http://schemas.microsoft.com/office/drawing/2018/hyperlinkcolor" val="tx"/>
                      </a:ext>
                    </a:extLst>
                  </a:hlinkClick>
                </a:rPr>
                <a:t>https://slidesgratis.com/</a:t>
              </a:r>
              <a:r>
                <a:rPr lang="en-US" dirty="0">
                  <a:solidFill>
                    <a:schemeClr val="bg1"/>
                  </a:solidFill>
                </a:rPr>
                <a:t> </a:t>
              </a:r>
            </a:p>
          </p:txBody>
        </p:sp>
        <p:pic>
          <p:nvPicPr>
            <p:cNvPr id="6" name="Imagen 7">
              <a:extLst>
                <a:ext uri="{FF2B5EF4-FFF2-40B4-BE49-F238E27FC236}">
                  <a16:creationId xmlns:a16="http://schemas.microsoft.com/office/drawing/2014/main" id="{82879315-FDA3-171A-50D8-41EEAABDC7B3}"/>
                </a:ext>
              </a:extLst>
            </p:cNvPr>
            <p:cNvPicPr>
              <a:picLocks noChangeAspect="1"/>
            </p:cNvPicPr>
            <p:nvPr userDrawn="1"/>
          </p:nvPicPr>
          <p:blipFill rotWithShape="1">
            <a:blip r:embed="rId11" cstate="print">
              <a:extLst>
                <a:ext uri="{28A0092B-C50C-407E-A947-70E740481C1C}">
                  <a14:useLocalDpi xmlns:a14="http://schemas.microsoft.com/office/drawing/2010/main" val="0"/>
                </a:ext>
              </a:extLst>
            </a:blip>
            <a:srcRect t="26389" r="12615" b="30833"/>
            <a:stretch/>
          </p:blipFill>
          <p:spPr>
            <a:xfrm>
              <a:off x="322094" y="-1698368"/>
              <a:ext cx="2707739" cy="1325534"/>
            </a:xfrm>
            <a:prstGeom prst="rect">
              <a:avLst/>
            </a:prstGeom>
          </p:spPr>
        </p:pic>
      </p:grpSp>
    </p:spTree>
    <p:extLst>
      <p:ext uri="{BB962C8B-B14F-4D97-AF65-F5344CB8AC3E}">
        <p14:creationId xmlns:p14="http://schemas.microsoft.com/office/powerpoint/2010/main" val="138669996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7.jp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6.jpg"/><Relationship Id="rId16"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slide" Target="slide13.xml"/><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slide" Target="slide12.xml"/><Relationship Id="rId9" Type="http://schemas.openxmlformats.org/officeDocument/2006/relationships/image" Target="../media/image11.sv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png"/><Relationship Id="rId7"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slide" Target="slide12.xml"/><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6.jpg"/><Relationship Id="rId1" Type="http://schemas.openxmlformats.org/officeDocument/2006/relationships/slideLayout" Target="../slideLayouts/slideLayout8.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22.png"/><Relationship Id="rId10" Type="http://schemas.openxmlformats.org/officeDocument/2006/relationships/image" Target="../media/image13.svg"/><Relationship Id="rId4" Type="http://schemas.openxmlformats.org/officeDocument/2006/relationships/slide" Target="slide13.xml"/><Relationship Id="rId9" Type="http://schemas.openxmlformats.org/officeDocument/2006/relationships/image" Target="../media/image12.png"/><Relationship Id="rId14" Type="http://schemas.openxmlformats.org/officeDocument/2006/relationships/image" Target="../media/image17.svg"/></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7.jp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6.jpg"/><Relationship Id="rId16"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slide" Target="slide13.xml"/><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slide" Target="slide12.xml"/><Relationship Id="rId9" Type="http://schemas.openxmlformats.org/officeDocument/2006/relationships/image" Target="../media/image11.svg"/><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0.png"/><Relationship Id="rId7"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7.jp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6.jpg"/><Relationship Id="rId16" Type="http://schemas.openxmlformats.org/officeDocument/2006/relationships/image" Target="../media/image32.png"/><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slide" Target="slide13.xml"/><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slide" Target="slide12.xml"/><Relationship Id="rId9" Type="http://schemas.openxmlformats.org/officeDocument/2006/relationships/image" Target="../media/image11.svg"/><Relationship Id="rId1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0.png"/><Relationship Id="rId7"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7.jp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6.jpg"/><Relationship Id="rId16" Type="http://schemas.openxmlformats.org/officeDocument/2006/relationships/image" Target="../media/image36.png"/><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slide" Target="slide13.xml"/><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slide" Target="slide12.xml"/><Relationship Id="rId9" Type="http://schemas.openxmlformats.org/officeDocument/2006/relationships/image" Target="../media/image11.svg"/><Relationship Id="rId14"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0.png"/><Relationship Id="rId7"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8.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0.jpg"/><Relationship Id="rId1" Type="http://schemas.openxmlformats.org/officeDocument/2006/relationships/slideLayout" Target="../slideLayouts/slideLayout8.xml"/><Relationship Id="rId4" Type="http://schemas.openxmlformats.org/officeDocument/2006/relationships/image" Target="../media/image39.sv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7.jp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6.jpg"/><Relationship Id="rId16" Type="http://schemas.openxmlformats.org/officeDocument/2006/relationships/image" Target="../media/image40.png"/><Relationship Id="rId1" Type="http://schemas.openxmlformats.org/officeDocument/2006/relationships/slideLayout" Target="../slideLayouts/slideLayout8.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slide" Target="slide13.xml"/><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slide" Target="slide12.xml"/><Relationship Id="rId9" Type="http://schemas.openxmlformats.org/officeDocument/2006/relationships/image" Target="../media/image11.sv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Oval 37">
            <a:extLst>
              <a:ext uri="{FF2B5EF4-FFF2-40B4-BE49-F238E27FC236}">
                <a16:creationId xmlns:a16="http://schemas.microsoft.com/office/drawing/2014/main" id="{275371B0-F5E2-3B4B-A7E7-EBD84543905A}"/>
              </a:ext>
            </a:extLst>
          </p:cNvPr>
          <p:cNvSpPr/>
          <p:nvPr/>
        </p:nvSpPr>
        <p:spPr>
          <a:xfrm>
            <a:off x="2835819" y="549066"/>
            <a:ext cx="3123793" cy="31237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Freeform 6">
            <a:extLst>
              <a:ext uri="{FF2B5EF4-FFF2-40B4-BE49-F238E27FC236}">
                <a16:creationId xmlns:a16="http://schemas.microsoft.com/office/drawing/2014/main" id="{AAC8F3BA-CB30-F044-853F-690771DB0BD7}"/>
              </a:ext>
            </a:extLst>
          </p:cNvPr>
          <p:cNvSpPr/>
          <p:nvPr/>
        </p:nvSpPr>
        <p:spPr>
          <a:xfrm>
            <a:off x="6217036" y="-1"/>
            <a:ext cx="5973377" cy="5992316"/>
          </a:xfrm>
          <a:custGeom>
            <a:avLst/>
            <a:gdLst>
              <a:gd name="connsiteX0" fmla="*/ 1515815 w 9994386"/>
              <a:gd name="connsiteY0" fmla="*/ 0 h 10026074"/>
              <a:gd name="connsiteX1" fmla="*/ 9994386 w 9994386"/>
              <a:gd name="connsiteY1" fmla="*/ 0 h 10026074"/>
              <a:gd name="connsiteX2" fmla="*/ 9994386 w 9994386"/>
              <a:gd name="connsiteY2" fmla="*/ 8537709 h 10026074"/>
              <a:gd name="connsiteX3" fmla="*/ 9865800 w 9994386"/>
              <a:gd name="connsiteY3" fmla="*/ 8649093 h 10026074"/>
              <a:gd name="connsiteX4" fmla="*/ 6030098 w 9994386"/>
              <a:gd name="connsiteY4" fmla="*/ 10026074 h 10026074"/>
              <a:gd name="connsiteX5" fmla="*/ 0 w 9994386"/>
              <a:gd name="connsiteY5" fmla="*/ 3995976 h 10026074"/>
              <a:gd name="connsiteX6" fmla="*/ 1376982 w 9994386"/>
              <a:gd name="connsiteY6" fmla="*/ 160274 h 10026074"/>
              <a:gd name="connsiteX7" fmla="*/ 1515815 w 9994386"/>
              <a:gd name="connsiteY7" fmla="*/ 0 h 100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10026074">
                <a:moveTo>
                  <a:pt x="1515815" y="0"/>
                </a:moveTo>
                <a:lnTo>
                  <a:pt x="9994386" y="0"/>
                </a:lnTo>
                <a:lnTo>
                  <a:pt x="9994386" y="8537709"/>
                </a:lnTo>
                <a:lnTo>
                  <a:pt x="9865800" y="8649093"/>
                </a:lnTo>
                <a:cubicBezTo>
                  <a:pt x="8823444" y="9509322"/>
                  <a:pt x="7487118" y="10026074"/>
                  <a:pt x="6030098" y="10026074"/>
                </a:cubicBezTo>
                <a:cubicBezTo>
                  <a:pt x="2699768" y="10026074"/>
                  <a:pt x="0" y="7326307"/>
                  <a:pt x="0" y="3995976"/>
                </a:cubicBezTo>
                <a:cubicBezTo>
                  <a:pt x="0" y="2538956"/>
                  <a:pt x="516752" y="1202630"/>
                  <a:pt x="1376982" y="160274"/>
                </a:cubicBezTo>
                <a:lnTo>
                  <a:pt x="151581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9D4AE003-752F-8D43-9A1A-CBBF669A08E4}"/>
              </a:ext>
            </a:extLst>
          </p:cNvPr>
          <p:cNvSpPr/>
          <p:nvPr/>
        </p:nvSpPr>
        <p:spPr>
          <a:xfrm>
            <a:off x="3723763" y="851216"/>
            <a:ext cx="4918113" cy="49181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id="{4459C7C2-AEE9-0E48-91D7-19B6176808E3}"/>
              </a:ext>
            </a:extLst>
          </p:cNvPr>
          <p:cNvSpPr/>
          <p:nvPr/>
        </p:nvSpPr>
        <p:spPr>
          <a:xfrm>
            <a:off x="7193220" y="2990335"/>
            <a:ext cx="4997193" cy="3867665"/>
          </a:xfrm>
          <a:custGeom>
            <a:avLst/>
            <a:gdLst>
              <a:gd name="connsiteX0" fmla="*/ 6116596 w 9994386"/>
              <a:gd name="connsiteY0" fmla="*/ 0 h 7735330"/>
              <a:gd name="connsiteX1" fmla="*/ 9776252 w 9994386"/>
              <a:gd name="connsiteY1" fmla="*/ 1215151 h 7735330"/>
              <a:gd name="connsiteX2" fmla="*/ 9994386 w 9994386"/>
              <a:gd name="connsiteY2" fmla="*/ 1386571 h 7735330"/>
              <a:gd name="connsiteX3" fmla="*/ 9994386 w 9994386"/>
              <a:gd name="connsiteY3" fmla="*/ 7735330 h 7735330"/>
              <a:gd name="connsiteX4" fmla="*/ 218153 w 9994386"/>
              <a:gd name="connsiteY4" fmla="*/ 7735330 h 7735330"/>
              <a:gd name="connsiteX5" fmla="*/ 192567 w 9994386"/>
              <a:gd name="connsiteY5" fmla="*/ 7645227 h 7735330"/>
              <a:gd name="connsiteX6" fmla="*/ 0 w 9994386"/>
              <a:gd name="connsiteY6" fmla="*/ 6116595 h 7735330"/>
              <a:gd name="connsiteX7" fmla="*/ 6116596 w 9994386"/>
              <a:gd name="connsiteY7" fmla="*/ 0 h 773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7735330">
                <a:moveTo>
                  <a:pt x="6116596" y="0"/>
                </a:moveTo>
                <a:cubicBezTo>
                  <a:pt x="7488950" y="0"/>
                  <a:pt x="8755742" y="451959"/>
                  <a:pt x="9776252" y="1215151"/>
                </a:cubicBezTo>
                <a:lnTo>
                  <a:pt x="9994386" y="1386571"/>
                </a:lnTo>
                <a:lnTo>
                  <a:pt x="9994386" y="7735330"/>
                </a:lnTo>
                <a:lnTo>
                  <a:pt x="218153" y="7735330"/>
                </a:lnTo>
                <a:lnTo>
                  <a:pt x="192567" y="7645227"/>
                </a:lnTo>
                <a:cubicBezTo>
                  <a:pt x="66858" y="7156636"/>
                  <a:pt x="0" y="6644423"/>
                  <a:pt x="0" y="6116595"/>
                </a:cubicBezTo>
                <a:cubicBezTo>
                  <a:pt x="0" y="2738493"/>
                  <a:pt x="2738492" y="0"/>
                  <a:pt x="6116596" y="0"/>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70577DA4-3138-2C4A-8964-ACD83ADF3946}"/>
              </a:ext>
            </a:extLst>
          </p:cNvPr>
          <p:cNvSpPr/>
          <p:nvPr/>
        </p:nvSpPr>
        <p:spPr>
          <a:xfrm>
            <a:off x="6958442" y="2808625"/>
            <a:ext cx="5231971" cy="4049376"/>
          </a:xfrm>
          <a:custGeom>
            <a:avLst/>
            <a:gdLst>
              <a:gd name="connsiteX0" fmla="*/ 6116596 w 9994386"/>
              <a:gd name="connsiteY0" fmla="*/ 0 h 7735330"/>
              <a:gd name="connsiteX1" fmla="*/ 9776252 w 9994386"/>
              <a:gd name="connsiteY1" fmla="*/ 1215151 h 7735330"/>
              <a:gd name="connsiteX2" fmla="*/ 9994386 w 9994386"/>
              <a:gd name="connsiteY2" fmla="*/ 1386571 h 7735330"/>
              <a:gd name="connsiteX3" fmla="*/ 9994386 w 9994386"/>
              <a:gd name="connsiteY3" fmla="*/ 7735330 h 7735330"/>
              <a:gd name="connsiteX4" fmla="*/ 218153 w 9994386"/>
              <a:gd name="connsiteY4" fmla="*/ 7735330 h 7735330"/>
              <a:gd name="connsiteX5" fmla="*/ 192567 w 9994386"/>
              <a:gd name="connsiteY5" fmla="*/ 7645227 h 7735330"/>
              <a:gd name="connsiteX6" fmla="*/ 0 w 9994386"/>
              <a:gd name="connsiteY6" fmla="*/ 6116595 h 7735330"/>
              <a:gd name="connsiteX7" fmla="*/ 6116596 w 9994386"/>
              <a:gd name="connsiteY7" fmla="*/ 0 h 773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94386" h="7735330">
                <a:moveTo>
                  <a:pt x="6116596" y="0"/>
                </a:moveTo>
                <a:cubicBezTo>
                  <a:pt x="7488950" y="0"/>
                  <a:pt x="8755742" y="451959"/>
                  <a:pt x="9776252" y="1215151"/>
                </a:cubicBezTo>
                <a:lnTo>
                  <a:pt x="9994386" y="1386571"/>
                </a:lnTo>
                <a:lnTo>
                  <a:pt x="9994386" y="7735330"/>
                </a:lnTo>
                <a:lnTo>
                  <a:pt x="218153" y="7735330"/>
                </a:lnTo>
                <a:lnTo>
                  <a:pt x="192567" y="7645227"/>
                </a:lnTo>
                <a:cubicBezTo>
                  <a:pt x="66858" y="7156636"/>
                  <a:pt x="0" y="6644423"/>
                  <a:pt x="0" y="6116595"/>
                </a:cubicBezTo>
                <a:cubicBezTo>
                  <a:pt x="0" y="2738493"/>
                  <a:pt x="2738492" y="0"/>
                  <a:pt x="6116596" y="0"/>
                </a:cubicBezTo>
                <a:close/>
              </a:path>
            </a:pathLst>
          </a:custGeom>
          <a:noFill/>
          <a:ln w="57150">
            <a:solidFill>
              <a:schemeClr val="accent3"/>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1346AB85-1E1F-6743-8493-6B485FE64820}"/>
              </a:ext>
            </a:extLst>
          </p:cNvPr>
          <p:cNvSpPr txBox="1"/>
          <p:nvPr/>
        </p:nvSpPr>
        <p:spPr>
          <a:xfrm>
            <a:off x="62345" y="3390645"/>
            <a:ext cx="669512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b="1" dirty="0">
                <a:solidFill>
                  <a:srgbClr val="3C2077"/>
                </a:solidFill>
                <a:latin typeface="Montserrat Black" pitchFamily="2" charset="77"/>
                <a:cs typeface="Arial Black" panose="020B0604020202020204" pitchFamily="34" charset="0"/>
              </a:rPr>
              <a:t>LINKED LIST</a:t>
            </a:r>
          </a:p>
        </p:txBody>
      </p:sp>
      <p:sp>
        <p:nvSpPr>
          <p:cNvPr id="34" name="Oval 33">
            <a:extLst>
              <a:ext uri="{FF2B5EF4-FFF2-40B4-BE49-F238E27FC236}">
                <a16:creationId xmlns:a16="http://schemas.microsoft.com/office/drawing/2014/main" id="{DBC15C35-EB7F-394B-86F9-8E94F063F970}"/>
              </a:ext>
            </a:extLst>
          </p:cNvPr>
          <p:cNvSpPr/>
          <p:nvPr/>
        </p:nvSpPr>
        <p:spPr>
          <a:xfrm>
            <a:off x="6740815" y="3793169"/>
            <a:ext cx="2631989" cy="263198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C552DC9B-93C3-F447-8254-39080454C116}"/>
              </a:ext>
            </a:extLst>
          </p:cNvPr>
          <p:cNvSpPr txBox="1"/>
          <p:nvPr/>
        </p:nvSpPr>
        <p:spPr>
          <a:xfrm>
            <a:off x="-255583" y="3077201"/>
            <a:ext cx="228296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3C2077"/>
                </a:solidFill>
                <a:effectLst/>
                <a:uLnTx/>
                <a:uFillTx/>
                <a:latin typeface="Lato Black" panose="020F0502020204030203" pitchFamily="34" charset="77"/>
                <a:ea typeface="+mn-ea"/>
                <a:cs typeface="Arial Black" panose="020B0604020202020204" pitchFamily="34" charset="0"/>
              </a:rPr>
              <a:t>LESSON 2</a:t>
            </a:r>
            <a:endParaRPr kumimoji="0" lang="en-US" sz="3300" b="1" i="0" u="none" strike="noStrike" kern="1200" cap="none" spc="0" normalizeH="0" baseline="0" noProof="0" dirty="0">
              <a:ln>
                <a:noFill/>
              </a:ln>
              <a:solidFill>
                <a:srgbClr val="3C2077"/>
              </a:solidFill>
              <a:effectLst/>
              <a:uLnTx/>
              <a:uFillTx/>
              <a:latin typeface="Lato Black" panose="020F0502020204030203" pitchFamily="34" charset="77"/>
              <a:ea typeface="+mn-ea"/>
              <a:cs typeface="Arial Black" panose="020B0604020202020204" pitchFamily="34" charset="0"/>
            </a:endParaRPr>
          </a:p>
        </p:txBody>
      </p:sp>
      <p:sp>
        <p:nvSpPr>
          <p:cNvPr id="36" name="TextBox 35">
            <a:extLst>
              <a:ext uri="{FF2B5EF4-FFF2-40B4-BE49-F238E27FC236}">
                <a16:creationId xmlns:a16="http://schemas.microsoft.com/office/drawing/2014/main" id="{30E2D20D-12DB-6941-809D-BA0E63191451}"/>
              </a:ext>
            </a:extLst>
          </p:cNvPr>
          <p:cNvSpPr txBox="1"/>
          <p:nvPr/>
        </p:nvSpPr>
        <p:spPr>
          <a:xfrm>
            <a:off x="6769336" y="4662809"/>
            <a:ext cx="2535607"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Lato Black" panose="020F0502020204030203" pitchFamily="34" charset="77"/>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Lato Black" panose="020F0502020204030203" pitchFamily="34" charset="77"/>
                <a:ea typeface="+mn-ea"/>
                <a:cs typeface="+mn-cs"/>
              </a:rPr>
              <a:t>STRUCTURES</a:t>
            </a:r>
            <a:endPar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772EC74A-5082-8945-B8D1-E6E8B7736460}"/>
              </a:ext>
            </a:extLst>
          </p:cNvPr>
          <p:cNvSpPr/>
          <p:nvPr/>
        </p:nvSpPr>
        <p:spPr>
          <a:xfrm>
            <a:off x="4750462" y="4091213"/>
            <a:ext cx="1483511" cy="1483511"/>
          </a:xfrm>
          <a:prstGeom prst="ellipse">
            <a:avLst/>
          </a:prstGeom>
          <a:solidFill>
            <a:schemeClr val="accent2">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 name="Oval 39">
            <a:extLst>
              <a:ext uri="{FF2B5EF4-FFF2-40B4-BE49-F238E27FC236}">
                <a16:creationId xmlns:a16="http://schemas.microsoft.com/office/drawing/2014/main" id="{84EF64D4-245A-DA49-A58F-B2DCA7F5DCE2}"/>
              </a:ext>
            </a:extLst>
          </p:cNvPr>
          <p:cNvSpPr/>
          <p:nvPr/>
        </p:nvSpPr>
        <p:spPr>
          <a:xfrm>
            <a:off x="7469518" y="2103247"/>
            <a:ext cx="2044189" cy="2044189"/>
          </a:xfrm>
          <a:prstGeom prst="ellipse">
            <a:avLst/>
          </a:prstGeom>
          <a:solidFill>
            <a:schemeClr val="accent5">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1" name="Oval 40">
            <a:extLst>
              <a:ext uri="{FF2B5EF4-FFF2-40B4-BE49-F238E27FC236}">
                <a16:creationId xmlns:a16="http://schemas.microsoft.com/office/drawing/2014/main" id="{98307FF1-B113-4344-94FE-9E444D3A2549}"/>
              </a:ext>
            </a:extLst>
          </p:cNvPr>
          <p:cNvSpPr/>
          <p:nvPr/>
        </p:nvSpPr>
        <p:spPr>
          <a:xfrm>
            <a:off x="6831443" y="3199503"/>
            <a:ext cx="1289519" cy="1289519"/>
          </a:xfrm>
          <a:prstGeom prst="ellipse">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0" name="Picture 19" descr="Logo&#10;&#10;Description automatically generated with medium confidence">
            <a:extLst>
              <a:ext uri="{FF2B5EF4-FFF2-40B4-BE49-F238E27FC236}">
                <a16:creationId xmlns:a16="http://schemas.microsoft.com/office/drawing/2014/main" id="{43ADDA7E-8628-6441-D232-D3A05201833A}"/>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61000"/>
                    </a14:imgEffect>
                    <a14:imgEffect>
                      <a14:brightnessContrast bright="-6000" contrast="-1000"/>
                    </a14:imgEffect>
                  </a14:imgLayer>
                </a14:imgProps>
              </a:ext>
              <a:ext uri="{28A0092B-C50C-407E-A947-70E740481C1C}">
                <a14:useLocalDpi xmlns:a14="http://schemas.microsoft.com/office/drawing/2010/main" val="0"/>
              </a:ext>
            </a:extLst>
          </a:blip>
          <a:stretch>
            <a:fillRect/>
          </a:stretch>
        </p:blipFill>
        <p:spPr>
          <a:xfrm>
            <a:off x="5101689" y="458857"/>
            <a:ext cx="1689789" cy="3090908"/>
          </a:xfrm>
          <a:prstGeom prst="rect">
            <a:avLst/>
          </a:prstGeom>
        </p:spPr>
      </p:pic>
      <p:sp>
        <p:nvSpPr>
          <p:cNvPr id="2" name="TextBox 1">
            <a:extLst>
              <a:ext uri="{FF2B5EF4-FFF2-40B4-BE49-F238E27FC236}">
                <a16:creationId xmlns:a16="http://schemas.microsoft.com/office/drawing/2014/main" id="{E504C348-9C8B-F027-188C-B477748D2F4C}"/>
              </a:ext>
            </a:extLst>
          </p:cNvPr>
          <p:cNvSpPr txBox="1"/>
          <p:nvPr/>
        </p:nvSpPr>
        <p:spPr>
          <a:xfrm>
            <a:off x="6915328" y="4306424"/>
            <a:ext cx="2282961" cy="96949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D942B"/>
                </a:solidFill>
                <a:effectLst/>
                <a:uLnTx/>
                <a:uFillTx/>
                <a:latin typeface="Lato Black" panose="020F0502020204030203" pitchFamily="34" charset="77"/>
                <a:ea typeface="+mn-ea"/>
                <a:cs typeface="Arial Black" panose="020B0604020202020204" pitchFamily="34" charset="0"/>
              </a:rPr>
              <a:t>CCE105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300" b="1" i="0" u="none" strike="noStrike" kern="1200" cap="none" spc="0" normalizeH="0" baseline="0" noProof="0" dirty="0">
              <a:ln>
                <a:noFill/>
              </a:ln>
              <a:solidFill>
                <a:srgbClr val="FFFFFF"/>
              </a:solidFill>
              <a:effectLst/>
              <a:uLnTx/>
              <a:uFillTx/>
              <a:latin typeface="Lato Black" panose="020F0502020204030203" pitchFamily="34" charset="77"/>
              <a:ea typeface="+mn-ea"/>
              <a:cs typeface="Arial Black" panose="020B0604020202020204" pitchFamily="34" charset="0"/>
            </a:endParaRPr>
          </a:p>
        </p:txBody>
      </p:sp>
    </p:spTree>
    <p:extLst>
      <p:ext uri="{BB962C8B-B14F-4D97-AF65-F5344CB8AC3E}">
        <p14:creationId xmlns:p14="http://schemas.microsoft.com/office/powerpoint/2010/main" val="1045624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p:cTn id="13" dur="500" fill="hold"/>
                                        <p:tgtEl>
                                          <p:spTgt spid="28"/>
                                        </p:tgtEl>
                                        <p:attrNameLst>
                                          <p:attrName>ppt_w</p:attrName>
                                        </p:attrNameLst>
                                      </p:cBhvr>
                                      <p:tavLst>
                                        <p:tav tm="0">
                                          <p:val>
                                            <p:fltVal val="0"/>
                                          </p:val>
                                        </p:tav>
                                        <p:tav tm="100000">
                                          <p:val>
                                            <p:strVal val="#ppt_w"/>
                                          </p:val>
                                        </p:tav>
                                      </p:tavLst>
                                    </p:anim>
                                    <p:anim calcmode="lin" valueType="num">
                                      <p:cBhvr>
                                        <p:cTn id="14" dur="500" fill="hold"/>
                                        <p:tgtEl>
                                          <p:spTgt spid="28"/>
                                        </p:tgtEl>
                                        <p:attrNameLst>
                                          <p:attrName>ppt_h</p:attrName>
                                        </p:attrNameLst>
                                      </p:cBhvr>
                                      <p:tavLst>
                                        <p:tav tm="0">
                                          <p:val>
                                            <p:fltVal val="0"/>
                                          </p:val>
                                        </p:tav>
                                        <p:tav tm="100000">
                                          <p:val>
                                            <p:strVal val="#ppt_h"/>
                                          </p:val>
                                        </p:tav>
                                      </p:tavLst>
                                    </p:anim>
                                    <p:animEffect transition="in" filter="fade">
                                      <p:cBhvr>
                                        <p:cTn id="15" dur="500"/>
                                        <p:tgtEl>
                                          <p:spTgt spid="28"/>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ppt_w</p:attrName>
                                        </p:attrNameLst>
                                      </p:cBhvr>
                                      <p:tavLst>
                                        <p:tav tm="0">
                                          <p:val>
                                            <p:fltVal val="0"/>
                                          </p:val>
                                        </p:tav>
                                        <p:tav tm="100000">
                                          <p:val>
                                            <p:strVal val="#ppt_w"/>
                                          </p:val>
                                        </p:tav>
                                      </p:tavLst>
                                    </p:anim>
                                    <p:anim calcmode="lin" valueType="num">
                                      <p:cBhvr>
                                        <p:cTn id="20" dur="500" fill="hold"/>
                                        <p:tgtEl>
                                          <p:spTgt spid="34"/>
                                        </p:tgtEl>
                                        <p:attrNameLst>
                                          <p:attrName>ppt_h</p:attrName>
                                        </p:attrNameLst>
                                      </p:cBhvr>
                                      <p:tavLst>
                                        <p:tav tm="0">
                                          <p:val>
                                            <p:fltVal val="0"/>
                                          </p:val>
                                        </p:tav>
                                        <p:tav tm="100000">
                                          <p:val>
                                            <p:strVal val="#ppt_h"/>
                                          </p:val>
                                        </p:tav>
                                      </p:tavLst>
                                    </p:anim>
                                    <p:animEffect transition="in" filter="fade">
                                      <p:cBhvr>
                                        <p:cTn id="21" dur="500"/>
                                        <p:tgtEl>
                                          <p:spTgt spid="34"/>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p:cTn id="31" dur="500" fill="hold"/>
                                        <p:tgtEl>
                                          <p:spTgt spid="36"/>
                                        </p:tgtEl>
                                        <p:attrNameLst>
                                          <p:attrName>ppt_w</p:attrName>
                                        </p:attrNameLst>
                                      </p:cBhvr>
                                      <p:tavLst>
                                        <p:tav tm="0">
                                          <p:val>
                                            <p:fltVal val="0"/>
                                          </p:val>
                                        </p:tav>
                                        <p:tav tm="100000">
                                          <p:val>
                                            <p:strVal val="#ppt_w"/>
                                          </p:val>
                                        </p:tav>
                                      </p:tavLst>
                                    </p:anim>
                                    <p:anim calcmode="lin" valueType="num">
                                      <p:cBhvr>
                                        <p:cTn id="32" dur="500" fill="hold"/>
                                        <p:tgtEl>
                                          <p:spTgt spid="36"/>
                                        </p:tgtEl>
                                        <p:attrNameLst>
                                          <p:attrName>ppt_h</p:attrName>
                                        </p:attrNameLst>
                                      </p:cBhvr>
                                      <p:tavLst>
                                        <p:tav tm="0">
                                          <p:val>
                                            <p:fltVal val="0"/>
                                          </p:val>
                                        </p:tav>
                                        <p:tav tm="100000">
                                          <p:val>
                                            <p:strVal val="#ppt_h"/>
                                          </p:val>
                                        </p:tav>
                                      </p:tavLst>
                                    </p:anim>
                                    <p:animEffect transition="in" filter="fade">
                                      <p:cBhvr>
                                        <p:cTn id="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4" grpId="0" animBg="1"/>
      <p:bldP spid="35" grpId="0"/>
      <p:bldP spid="36"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E210A5B-C73D-D95E-81FE-9F07D37E68E2}"/>
              </a:ext>
            </a:extLst>
          </p:cNvPr>
          <p:cNvSpPr/>
          <p:nvPr/>
        </p:nvSpPr>
        <p:spPr>
          <a:xfrm>
            <a:off x="-79420" y="0"/>
            <a:ext cx="1749113" cy="6926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578BE997-6332-3CCB-7EB9-6919CA7C7357}"/>
              </a:ext>
            </a:extLst>
          </p:cNvPr>
          <p:cNvPicPr>
            <a:picLocks noChangeAspect="1"/>
          </p:cNvPicPr>
          <p:nvPr/>
        </p:nvPicPr>
        <p:blipFill rotWithShape="1">
          <a:blip r:embed="rId2">
            <a:extLst>
              <a:ext uri="{28A0092B-C50C-407E-A947-70E740481C1C}">
                <a14:useLocalDpi xmlns:a14="http://schemas.microsoft.com/office/drawing/2010/main" val="0"/>
              </a:ext>
            </a:extLst>
          </a:blip>
          <a:srcRect b="14010"/>
          <a:stretch/>
        </p:blipFill>
        <p:spPr>
          <a:xfrm>
            <a:off x="-12217625" y="0"/>
            <a:ext cx="12213771" cy="7001747"/>
          </a:xfrm>
          <a:prstGeom prst="rect">
            <a:avLst/>
          </a:prstGeom>
        </p:spPr>
      </p:pic>
      <p:sp>
        <p:nvSpPr>
          <p:cNvPr id="39" name="Diamond 38">
            <a:extLst>
              <a:ext uri="{FF2B5EF4-FFF2-40B4-BE49-F238E27FC236}">
                <a16:creationId xmlns:a16="http://schemas.microsoft.com/office/drawing/2014/main" id="{0A53FDB5-8B45-2506-A392-9D328D5A3EC3}"/>
              </a:ext>
            </a:extLst>
          </p:cNvPr>
          <p:cNvSpPr/>
          <p:nvPr/>
        </p:nvSpPr>
        <p:spPr>
          <a:xfrm>
            <a:off x="3296449" y="2709000"/>
            <a:ext cx="1440000" cy="144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mond 41">
            <a:extLst>
              <a:ext uri="{FF2B5EF4-FFF2-40B4-BE49-F238E27FC236}">
                <a16:creationId xmlns:a16="http://schemas.microsoft.com/office/drawing/2014/main" id="{C5FAAB6C-C6DE-4C3E-CF7B-5C55128EE02D}"/>
              </a:ext>
            </a:extLst>
          </p:cNvPr>
          <p:cNvSpPr/>
          <p:nvPr/>
        </p:nvSpPr>
        <p:spPr>
          <a:xfrm>
            <a:off x="7242024" y="2709000"/>
            <a:ext cx="1440000" cy="144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465FE290-8C8A-A662-17CB-264E51057509}"/>
              </a:ext>
            </a:extLst>
          </p:cNvPr>
          <p:cNvSpPr/>
          <p:nvPr/>
        </p:nvSpPr>
        <p:spPr>
          <a:xfrm>
            <a:off x="9953324" y="3069000"/>
            <a:ext cx="720000" cy="72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4934603" y="2349000"/>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1315136" y="3069000"/>
            <a:ext cx="720000" cy="72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C6D828EB-E7EA-5773-9652-AE53FB5D669F}"/>
              </a:ext>
            </a:extLst>
          </p:cNvPr>
          <p:cNvSpPr/>
          <p:nvPr/>
        </p:nvSpPr>
        <p:spPr>
          <a:xfrm>
            <a:off x="830918" y="3249000"/>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2142739" y="2889000"/>
            <a:ext cx="1080000" cy="108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656A2FA-6551-A4AE-720D-48131EC1B454}"/>
              </a:ext>
            </a:extLst>
          </p:cNvPr>
          <p:cNvSpPr txBox="1"/>
          <p:nvPr/>
        </p:nvSpPr>
        <p:spPr>
          <a:xfrm>
            <a:off x="3067207" y="555770"/>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TOPICS</a:t>
            </a:r>
          </a:p>
        </p:txBody>
      </p:sp>
      <p:grpSp>
        <p:nvGrpSpPr>
          <p:cNvPr id="2" name="Group 1">
            <a:extLst>
              <a:ext uri="{FF2B5EF4-FFF2-40B4-BE49-F238E27FC236}">
                <a16:creationId xmlns:a16="http://schemas.microsoft.com/office/drawing/2014/main" id="{25D00FE8-5B0B-BFA5-65BE-C986B04FC672}"/>
              </a:ext>
            </a:extLst>
          </p:cNvPr>
          <p:cNvGrpSpPr/>
          <p:nvPr/>
        </p:nvGrpSpPr>
        <p:grpSpPr>
          <a:xfrm>
            <a:off x="13060799" y="3265430"/>
            <a:ext cx="5921959" cy="2576208"/>
            <a:chOff x="594039" y="1299676"/>
            <a:chExt cx="7035597" cy="2576208"/>
          </a:xfrm>
        </p:grpSpPr>
        <p:sp>
          <p:nvSpPr>
            <p:cNvPr id="3" name="TextBox 2">
              <a:extLst>
                <a:ext uri="{FF2B5EF4-FFF2-40B4-BE49-F238E27FC236}">
                  <a16:creationId xmlns:a16="http://schemas.microsoft.com/office/drawing/2014/main" id="{28414A6D-1D9A-E566-1500-B4B4891F817A}"/>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4" name="TextBox 3">
              <a:extLst>
                <a:ext uri="{FF2B5EF4-FFF2-40B4-BE49-F238E27FC236}">
                  <a16:creationId xmlns:a16="http://schemas.microsoft.com/office/drawing/2014/main" id="{1FB70234-8830-20F8-0F38-30F6640CD509}"/>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a:p>
              <a:pPr eaLnBrk="1" hangingPunct="1">
                <a:lnSpc>
                  <a:spcPct val="150000"/>
                </a:lnSpc>
              </a:pPr>
              <a:endParaRPr lang="en-US" sz="1600" dirty="0">
                <a:solidFill>
                  <a:schemeClr val="bg1"/>
                </a:solidFill>
                <a:latin typeface="Montserrat Light" panose="00000400000000000000" pitchFamily="50" charset="0"/>
              </a:endParaRPr>
            </a:p>
            <a:p>
              <a:pPr>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endParaRPr lang="ru-RU" sz="1600" dirty="0">
                <a:solidFill>
                  <a:schemeClr val="bg1"/>
                </a:solidFill>
                <a:latin typeface="Montserrat Light" panose="00000400000000000000" pitchFamily="50" charset="0"/>
              </a:endParaRPr>
            </a:p>
            <a:p>
              <a:pPr eaLnBrk="1" hangingPunct="1">
                <a:lnSpc>
                  <a:spcPct val="150000"/>
                </a:lnSpc>
              </a:pPr>
              <a:endParaRPr lang="ru-RU" sz="1600" dirty="0">
                <a:solidFill>
                  <a:schemeClr val="bg1"/>
                </a:solidFill>
                <a:latin typeface="Montserrat Light" panose="00000400000000000000" pitchFamily="50" charset="0"/>
              </a:endParaRPr>
            </a:p>
          </p:txBody>
        </p:sp>
      </p:grpSp>
      <p:grpSp>
        <p:nvGrpSpPr>
          <p:cNvPr id="5" name="Group 4">
            <a:extLst>
              <a:ext uri="{FF2B5EF4-FFF2-40B4-BE49-F238E27FC236}">
                <a16:creationId xmlns:a16="http://schemas.microsoft.com/office/drawing/2014/main" id="{716A27C9-F653-DCD3-F0DA-6E051E82C630}"/>
              </a:ext>
            </a:extLst>
          </p:cNvPr>
          <p:cNvGrpSpPr/>
          <p:nvPr/>
        </p:nvGrpSpPr>
        <p:grpSpPr>
          <a:xfrm>
            <a:off x="3138359" y="4870923"/>
            <a:ext cx="5915279" cy="1897314"/>
            <a:chOff x="601975" y="1239906"/>
            <a:chExt cx="7027661" cy="1897314"/>
          </a:xfrm>
        </p:grpSpPr>
        <p:sp>
          <p:nvSpPr>
            <p:cNvPr id="6" name="TextBox 5">
              <a:extLst>
                <a:ext uri="{FF2B5EF4-FFF2-40B4-BE49-F238E27FC236}">
                  <a16:creationId xmlns:a16="http://schemas.microsoft.com/office/drawing/2014/main" id="{8ED65B0C-221D-ECC9-9270-4EAF55B39735}"/>
                </a:ext>
              </a:extLst>
            </p:cNvPr>
            <p:cNvSpPr txBox="1">
              <a:spLocks noChangeArrowheads="1"/>
            </p:cNvSpPr>
            <p:nvPr/>
          </p:nvSpPr>
          <p:spPr bwMode="auto">
            <a:xfrm>
              <a:off x="2945174" y="1239906"/>
              <a:ext cx="23333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sz="2400" b="1" dirty="0">
                  <a:solidFill>
                    <a:srgbClr val="3C2077"/>
                  </a:solidFill>
                  <a:latin typeface="Lato Black" panose="020F0A02020204030203" pitchFamily="34" charset="0"/>
                </a:rPr>
                <a:t>LINKED LIST</a:t>
              </a:r>
              <a:endParaRPr lang="ru-RU" sz="2400" b="1" dirty="0">
                <a:solidFill>
                  <a:srgbClr val="3C2077"/>
                </a:solidFill>
                <a:latin typeface="Montserrat-Bold" panose="00000800000000000000" pitchFamily="50" charset="0"/>
              </a:endParaRPr>
            </a:p>
          </p:txBody>
        </p:sp>
        <p:sp>
          <p:nvSpPr>
            <p:cNvPr id="7" name="TextBox 6">
              <a:extLst>
                <a:ext uri="{FF2B5EF4-FFF2-40B4-BE49-F238E27FC236}">
                  <a16:creationId xmlns:a16="http://schemas.microsoft.com/office/drawing/2014/main" id="{B19BB081-1625-701B-7086-E0396EB12A5D}"/>
                </a:ext>
              </a:extLst>
            </p:cNvPr>
            <p:cNvSpPr txBox="1">
              <a:spLocks noChangeArrowheads="1"/>
            </p:cNvSpPr>
            <p:nvPr/>
          </p:nvSpPr>
          <p:spPr bwMode="auto">
            <a:xfrm>
              <a:off x="601975" y="1609238"/>
              <a:ext cx="7027661" cy="1527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INSERTION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DELETION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DISPLAYING</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SEARCHING</a:t>
              </a:r>
            </a:p>
          </p:txBody>
        </p:sp>
      </p:grpSp>
      <p:sp>
        <p:nvSpPr>
          <p:cNvPr id="8" name="Diamond 7">
            <a:extLst>
              <a:ext uri="{FF2B5EF4-FFF2-40B4-BE49-F238E27FC236}">
                <a16:creationId xmlns:a16="http://schemas.microsoft.com/office/drawing/2014/main" id="{21DFFB8E-C406-CF59-4CA2-EACEAF0C708E}"/>
              </a:ext>
            </a:extLst>
          </p:cNvPr>
          <p:cNvSpPr/>
          <p:nvPr/>
        </p:nvSpPr>
        <p:spPr>
          <a:xfrm>
            <a:off x="8752582" y="2889000"/>
            <a:ext cx="1080000" cy="108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3C663A5-0996-8893-E730-E5C86AEB7C2A}"/>
              </a:ext>
            </a:extLst>
          </p:cNvPr>
          <p:cNvSpPr/>
          <p:nvPr/>
        </p:nvSpPr>
        <p:spPr>
          <a:xfrm>
            <a:off x="10794066" y="3249000"/>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381075-5AA5-39C8-4478-EBE783EC3C56}"/>
              </a:ext>
            </a:extLst>
          </p:cNvPr>
          <p:cNvSpPr txBox="1"/>
          <p:nvPr/>
        </p:nvSpPr>
        <p:spPr>
          <a:xfrm>
            <a:off x="5062493" y="2947787"/>
            <a:ext cx="1904219" cy="830997"/>
          </a:xfrm>
          <a:prstGeom prst="rect">
            <a:avLst/>
          </a:prstGeom>
          <a:noFill/>
        </p:spPr>
        <p:txBody>
          <a:bodyPr wrap="square" rtlCol="0">
            <a:spAutoFit/>
          </a:bodyPr>
          <a:lstStyle/>
          <a:p>
            <a:pPr algn="ctr"/>
            <a:r>
              <a:rPr lang="en-US" sz="4800" dirty="0">
                <a:solidFill>
                  <a:schemeClr val="bg1"/>
                </a:solidFill>
                <a:latin typeface="Lato Black" panose="020F0A02020204030203" pitchFamily="34" charset="0"/>
              </a:rPr>
              <a:t>1</a:t>
            </a:r>
          </a:p>
        </p:txBody>
      </p:sp>
      <p:grpSp>
        <p:nvGrpSpPr>
          <p:cNvPr id="13" name="Group 12">
            <a:extLst>
              <a:ext uri="{FF2B5EF4-FFF2-40B4-BE49-F238E27FC236}">
                <a16:creationId xmlns:a16="http://schemas.microsoft.com/office/drawing/2014/main" id="{77079074-290E-A2C2-3CA4-BA34F6380640}"/>
              </a:ext>
            </a:extLst>
          </p:cNvPr>
          <p:cNvGrpSpPr/>
          <p:nvPr/>
        </p:nvGrpSpPr>
        <p:grpSpPr>
          <a:xfrm>
            <a:off x="2740010" y="7604151"/>
            <a:ext cx="5915279" cy="1158715"/>
            <a:chOff x="601975" y="1239906"/>
            <a:chExt cx="7027661" cy="1158715"/>
          </a:xfrm>
        </p:grpSpPr>
        <p:sp>
          <p:nvSpPr>
            <p:cNvPr id="14" name="TextBox 13">
              <a:extLst>
                <a:ext uri="{FF2B5EF4-FFF2-40B4-BE49-F238E27FC236}">
                  <a16:creationId xmlns:a16="http://schemas.microsoft.com/office/drawing/2014/main" id="{3685953F-7F39-C875-7356-777B3E440047}"/>
                </a:ext>
              </a:extLst>
            </p:cNvPr>
            <p:cNvSpPr txBox="1">
              <a:spLocks noChangeArrowheads="1"/>
            </p:cNvSpPr>
            <p:nvPr/>
          </p:nvSpPr>
          <p:spPr bwMode="auto">
            <a:xfrm>
              <a:off x="2675694" y="1239906"/>
              <a:ext cx="2872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WHO IS A LEADER</a:t>
              </a:r>
              <a:endParaRPr lang="ru-RU" b="1" dirty="0">
                <a:solidFill>
                  <a:schemeClr val="bg1"/>
                </a:solidFill>
                <a:latin typeface="Montserrat-Bold" panose="00000800000000000000" pitchFamily="50" charset="0"/>
              </a:endParaRPr>
            </a:p>
          </p:txBody>
        </p:sp>
        <p:sp>
          <p:nvSpPr>
            <p:cNvPr id="15" name="TextBox 14">
              <a:extLst>
                <a:ext uri="{FF2B5EF4-FFF2-40B4-BE49-F238E27FC236}">
                  <a16:creationId xmlns:a16="http://schemas.microsoft.com/office/drawing/2014/main" id="{B92535C5-A4CC-6D35-D93E-85D13BCFF7E4}"/>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17" name="Diamond 16">
            <a:extLst>
              <a:ext uri="{FF2B5EF4-FFF2-40B4-BE49-F238E27FC236}">
                <a16:creationId xmlns:a16="http://schemas.microsoft.com/office/drawing/2014/main" id="{66DAE335-C677-55E1-A752-A8C21D1E9270}"/>
              </a:ext>
            </a:extLst>
          </p:cNvPr>
          <p:cNvSpPr/>
          <p:nvPr/>
        </p:nvSpPr>
        <p:spPr>
          <a:xfrm>
            <a:off x="-698189" y="3249000"/>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9571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067E69-9F62-36D6-8DE4-EC4E52043563}"/>
              </a:ext>
            </a:extLst>
          </p:cNvPr>
          <p:cNvSpPr/>
          <p:nvPr/>
        </p:nvSpPr>
        <p:spPr>
          <a:xfrm>
            <a:off x="-79420" y="0"/>
            <a:ext cx="1749113" cy="6926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a:off x="4917558" y="238665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mond 41">
            <a:extLst>
              <a:ext uri="{FF2B5EF4-FFF2-40B4-BE49-F238E27FC236}">
                <a16:creationId xmlns:a16="http://schemas.microsoft.com/office/drawing/2014/main" id="{C5FAAB6C-C6DE-4C3E-CF7B-5C55128EE02D}"/>
              </a:ext>
            </a:extLst>
          </p:cNvPr>
          <p:cNvSpPr/>
          <p:nvPr/>
        </p:nvSpPr>
        <p:spPr>
          <a:xfrm>
            <a:off x="8806667" y="2889000"/>
            <a:ext cx="1080000" cy="108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465FE290-8C8A-A662-17CB-264E51057509}"/>
              </a:ext>
            </a:extLst>
          </p:cNvPr>
          <p:cNvSpPr/>
          <p:nvPr/>
        </p:nvSpPr>
        <p:spPr>
          <a:xfrm>
            <a:off x="10810810" y="3249000"/>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7290648" y="2709000"/>
            <a:ext cx="1440000" cy="144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2092004" y="2889000"/>
            <a:ext cx="1080000" cy="108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C6D828EB-E7EA-5773-9652-AE53FB5D669F}"/>
              </a:ext>
            </a:extLst>
          </p:cNvPr>
          <p:cNvSpPr/>
          <p:nvPr/>
        </p:nvSpPr>
        <p:spPr>
          <a:xfrm>
            <a:off x="1207538" y="3069000"/>
            <a:ext cx="720000" cy="72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3210013" y="2709000"/>
            <a:ext cx="1440000" cy="144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656A2FA-6551-A4AE-720D-48131EC1B454}"/>
              </a:ext>
            </a:extLst>
          </p:cNvPr>
          <p:cNvSpPr txBox="1"/>
          <p:nvPr/>
        </p:nvSpPr>
        <p:spPr>
          <a:xfrm>
            <a:off x="3067207" y="555770"/>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TOPICS</a:t>
            </a:r>
          </a:p>
        </p:txBody>
      </p:sp>
      <p:grpSp>
        <p:nvGrpSpPr>
          <p:cNvPr id="5" name="Group 4">
            <a:extLst>
              <a:ext uri="{FF2B5EF4-FFF2-40B4-BE49-F238E27FC236}">
                <a16:creationId xmlns:a16="http://schemas.microsoft.com/office/drawing/2014/main" id="{716A27C9-F653-DCD3-F0DA-6E051E82C630}"/>
              </a:ext>
            </a:extLst>
          </p:cNvPr>
          <p:cNvGrpSpPr/>
          <p:nvPr/>
        </p:nvGrpSpPr>
        <p:grpSpPr>
          <a:xfrm>
            <a:off x="12537949" y="5242313"/>
            <a:ext cx="5915279" cy="1158715"/>
            <a:chOff x="601975" y="1239906"/>
            <a:chExt cx="7027661" cy="1158715"/>
          </a:xfrm>
        </p:grpSpPr>
        <p:sp>
          <p:nvSpPr>
            <p:cNvPr id="6" name="TextBox 5">
              <a:extLst>
                <a:ext uri="{FF2B5EF4-FFF2-40B4-BE49-F238E27FC236}">
                  <a16:creationId xmlns:a16="http://schemas.microsoft.com/office/drawing/2014/main" id="{8ED65B0C-221D-ECC9-9270-4EAF55B39735}"/>
                </a:ext>
              </a:extLst>
            </p:cNvPr>
            <p:cNvSpPr txBox="1">
              <a:spLocks noChangeArrowheads="1"/>
            </p:cNvSpPr>
            <p:nvPr/>
          </p:nvSpPr>
          <p:spPr bwMode="auto">
            <a:xfrm>
              <a:off x="1941526" y="1239906"/>
              <a:ext cx="43406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DEFINITION OF LEADERSHIP</a:t>
              </a:r>
              <a:endParaRPr lang="ru-RU" b="1" dirty="0">
                <a:solidFill>
                  <a:schemeClr val="bg1"/>
                </a:solidFill>
                <a:latin typeface="Montserrat-Bold" panose="00000800000000000000" pitchFamily="50" charset="0"/>
              </a:endParaRPr>
            </a:p>
          </p:txBody>
        </p:sp>
        <p:sp>
          <p:nvSpPr>
            <p:cNvPr id="7" name="TextBox 6">
              <a:extLst>
                <a:ext uri="{FF2B5EF4-FFF2-40B4-BE49-F238E27FC236}">
                  <a16:creationId xmlns:a16="http://schemas.microsoft.com/office/drawing/2014/main" id="{B19BB081-1625-701B-7086-E0396EB12A5D}"/>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8" name="Diamond 7">
            <a:extLst>
              <a:ext uri="{FF2B5EF4-FFF2-40B4-BE49-F238E27FC236}">
                <a16:creationId xmlns:a16="http://schemas.microsoft.com/office/drawing/2014/main" id="{21DFFB8E-C406-CF59-4CA2-EACEAF0C708E}"/>
              </a:ext>
            </a:extLst>
          </p:cNvPr>
          <p:cNvSpPr/>
          <p:nvPr/>
        </p:nvSpPr>
        <p:spPr>
          <a:xfrm>
            <a:off x="10033780" y="3069000"/>
            <a:ext cx="720000" cy="72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3C663A5-0996-8893-E730-E5C86AEB7C2A}"/>
              </a:ext>
            </a:extLst>
          </p:cNvPr>
          <p:cNvSpPr/>
          <p:nvPr/>
        </p:nvSpPr>
        <p:spPr>
          <a:xfrm>
            <a:off x="12626940" y="3249000"/>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381075-5AA5-39C8-4478-EBE783EC3C56}"/>
              </a:ext>
            </a:extLst>
          </p:cNvPr>
          <p:cNvSpPr txBox="1"/>
          <p:nvPr/>
        </p:nvSpPr>
        <p:spPr>
          <a:xfrm>
            <a:off x="4993556" y="2975978"/>
            <a:ext cx="1904219" cy="830997"/>
          </a:xfrm>
          <a:prstGeom prst="rect">
            <a:avLst/>
          </a:prstGeom>
          <a:noFill/>
        </p:spPr>
        <p:txBody>
          <a:bodyPr wrap="square" rtlCol="0">
            <a:spAutoFit/>
          </a:bodyPr>
          <a:lstStyle/>
          <a:p>
            <a:pPr algn="ctr"/>
            <a:r>
              <a:rPr lang="en-US" sz="4800" dirty="0">
                <a:solidFill>
                  <a:schemeClr val="bg1"/>
                </a:solidFill>
                <a:latin typeface="Lato Black" panose="020F0A02020204030203" pitchFamily="34" charset="0"/>
              </a:rPr>
              <a:t>2</a:t>
            </a:r>
          </a:p>
        </p:txBody>
      </p:sp>
      <p:grpSp>
        <p:nvGrpSpPr>
          <p:cNvPr id="13" name="Group 12">
            <a:extLst>
              <a:ext uri="{FF2B5EF4-FFF2-40B4-BE49-F238E27FC236}">
                <a16:creationId xmlns:a16="http://schemas.microsoft.com/office/drawing/2014/main" id="{77079074-290E-A2C2-3CA4-BA34F6380640}"/>
              </a:ext>
            </a:extLst>
          </p:cNvPr>
          <p:cNvGrpSpPr/>
          <p:nvPr/>
        </p:nvGrpSpPr>
        <p:grpSpPr>
          <a:xfrm>
            <a:off x="3039918" y="4814247"/>
            <a:ext cx="5915279" cy="1527983"/>
            <a:chOff x="601975" y="1239906"/>
            <a:chExt cx="7027661" cy="1527983"/>
          </a:xfrm>
        </p:grpSpPr>
        <p:sp>
          <p:nvSpPr>
            <p:cNvPr id="14" name="TextBox 13">
              <a:extLst>
                <a:ext uri="{FF2B5EF4-FFF2-40B4-BE49-F238E27FC236}">
                  <a16:creationId xmlns:a16="http://schemas.microsoft.com/office/drawing/2014/main" id="{3685953F-7F39-C875-7356-777B3E440047}"/>
                </a:ext>
              </a:extLst>
            </p:cNvPr>
            <p:cNvSpPr txBox="1">
              <a:spLocks noChangeArrowheads="1"/>
            </p:cNvSpPr>
            <p:nvPr/>
          </p:nvSpPr>
          <p:spPr bwMode="auto">
            <a:xfrm>
              <a:off x="1495887" y="1239906"/>
              <a:ext cx="52319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sz="2400" b="1" dirty="0">
                  <a:solidFill>
                    <a:srgbClr val="3C2077"/>
                  </a:solidFill>
                  <a:latin typeface="Lato Black" panose="020F0A02020204030203" pitchFamily="34" charset="0"/>
                </a:rPr>
                <a:t>DOUBLE-ENDED LINKED LIST</a:t>
              </a:r>
            </a:p>
          </p:txBody>
        </p:sp>
        <p:sp>
          <p:nvSpPr>
            <p:cNvPr id="15" name="TextBox 14">
              <a:extLst>
                <a:ext uri="{FF2B5EF4-FFF2-40B4-BE49-F238E27FC236}">
                  <a16:creationId xmlns:a16="http://schemas.microsoft.com/office/drawing/2014/main" id="{B92535C5-A4CC-6D35-D93E-85D13BCFF7E4}"/>
                </a:ext>
              </a:extLst>
            </p:cNvPr>
            <p:cNvSpPr txBox="1">
              <a:spLocks noChangeArrowheads="1"/>
            </p:cNvSpPr>
            <p:nvPr/>
          </p:nvSpPr>
          <p:spPr bwMode="auto">
            <a:xfrm>
              <a:off x="601975" y="1609238"/>
              <a:ext cx="7027661" cy="115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INSERTION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DELETION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Montserrat Light" panose="00000400000000000000" pitchFamily="50" charset="0"/>
                </a:rPr>
                <a:t>DISPLAYING</a:t>
              </a:r>
            </a:p>
          </p:txBody>
        </p:sp>
      </p:grpSp>
      <p:sp>
        <p:nvSpPr>
          <p:cNvPr id="17" name="Diamond 16">
            <a:extLst>
              <a:ext uri="{FF2B5EF4-FFF2-40B4-BE49-F238E27FC236}">
                <a16:creationId xmlns:a16="http://schemas.microsoft.com/office/drawing/2014/main" id="{66DAE335-C677-55E1-A752-A8C21D1E9270}"/>
              </a:ext>
            </a:extLst>
          </p:cNvPr>
          <p:cNvSpPr/>
          <p:nvPr/>
        </p:nvSpPr>
        <p:spPr>
          <a:xfrm>
            <a:off x="579993" y="3249000"/>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FAB4A54-347C-ECDD-CCC2-ECF34F52264D}"/>
              </a:ext>
            </a:extLst>
          </p:cNvPr>
          <p:cNvGrpSpPr/>
          <p:nvPr/>
        </p:nvGrpSpPr>
        <p:grpSpPr>
          <a:xfrm>
            <a:off x="3074546" y="7287964"/>
            <a:ext cx="5915279" cy="1158715"/>
            <a:chOff x="601975" y="1239906"/>
            <a:chExt cx="7027661" cy="1158715"/>
          </a:xfrm>
        </p:grpSpPr>
        <p:sp>
          <p:nvSpPr>
            <p:cNvPr id="18" name="TextBox 17">
              <a:extLst>
                <a:ext uri="{FF2B5EF4-FFF2-40B4-BE49-F238E27FC236}">
                  <a16:creationId xmlns:a16="http://schemas.microsoft.com/office/drawing/2014/main" id="{3B4DCDE2-98C6-9A6D-E9CF-CD16FBDA7B16}"/>
                </a:ext>
              </a:extLst>
            </p:cNvPr>
            <p:cNvSpPr txBox="1">
              <a:spLocks noChangeArrowheads="1"/>
            </p:cNvSpPr>
            <p:nvPr/>
          </p:nvSpPr>
          <p:spPr bwMode="auto">
            <a:xfrm>
              <a:off x="662696" y="1239906"/>
              <a:ext cx="68983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DIFFERENCE BETWEEN MANAGERS &amp; LEADER</a:t>
              </a:r>
              <a:endParaRPr lang="ru-RU" b="1" dirty="0">
                <a:solidFill>
                  <a:schemeClr val="bg1"/>
                </a:solidFill>
                <a:latin typeface="Montserrat-Bold" panose="00000800000000000000" pitchFamily="50" charset="0"/>
              </a:endParaRPr>
            </a:p>
          </p:txBody>
        </p:sp>
        <p:sp>
          <p:nvSpPr>
            <p:cNvPr id="19" name="TextBox 18">
              <a:extLst>
                <a:ext uri="{FF2B5EF4-FFF2-40B4-BE49-F238E27FC236}">
                  <a16:creationId xmlns:a16="http://schemas.microsoft.com/office/drawing/2014/main" id="{5FB034C6-C174-B4BA-03FC-41B9F57466B3}"/>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21" name="Diamond 20">
            <a:extLst>
              <a:ext uri="{FF2B5EF4-FFF2-40B4-BE49-F238E27FC236}">
                <a16:creationId xmlns:a16="http://schemas.microsoft.com/office/drawing/2014/main" id="{ACADC1CB-2DF3-1CBC-F73A-FB67891964BD}"/>
              </a:ext>
            </a:extLst>
          </p:cNvPr>
          <p:cNvSpPr/>
          <p:nvPr/>
        </p:nvSpPr>
        <p:spPr>
          <a:xfrm>
            <a:off x="-565693" y="3286657"/>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5308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76D7628-0107-ED7F-78DA-068707747441}"/>
              </a:ext>
            </a:extLst>
          </p:cNvPr>
          <p:cNvSpPr/>
          <p:nvPr/>
        </p:nvSpPr>
        <p:spPr>
          <a:xfrm>
            <a:off x="-79420" y="0"/>
            <a:ext cx="1749113" cy="6926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a:off x="7308170" y="2709000"/>
            <a:ext cx="1440000" cy="144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mond 41">
            <a:extLst>
              <a:ext uri="{FF2B5EF4-FFF2-40B4-BE49-F238E27FC236}">
                <a16:creationId xmlns:a16="http://schemas.microsoft.com/office/drawing/2014/main" id="{C5FAAB6C-C6DE-4C3E-CF7B-5C55128EE02D}"/>
              </a:ext>
            </a:extLst>
          </p:cNvPr>
          <p:cNvSpPr/>
          <p:nvPr/>
        </p:nvSpPr>
        <p:spPr>
          <a:xfrm>
            <a:off x="10131118" y="3069000"/>
            <a:ext cx="720000" cy="72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465FE290-8C8A-A662-17CB-264E51057509}"/>
              </a:ext>
            </a:extLst>
          </p:cNvPr>
          <p:cNvSpPr/>
          <p:nvPr/>
        </p:nvSpPr>
        <p:spPr>
          <a:xfrm>
            <a:off x="12611564" y="3142897"/>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8841215" y="2889000"/>
            <a:ext cx="1080000" cy="108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3364874" y="2709000"/>
            <a:ext cx="1440000" cy="144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C6D828EB-E7EA-5773-9652-AE53FB5D669F}"/>
              </a:ext>
            </a:extLst>
          </p:cNvPr>
          <p:cNvSpPr/>
          <p:nvPr/>
        </p:nvSpPr>
        <p:spPr>
          <a:xfrm>
            <a:off x="2123297" y="2889000"/>
            <a:ext cx="1080000" cy="108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4966451" y="2349000"/>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656A2FA-6551-A4AE-720D-48131EC1B454}"/>
              </a:ext>
            </a:extLst>
          </p:cNvPr>
          <p:cNvSpPr txBox="1"/>
          <p:nvPr/>
        </p:nvSpPr>
        <p:spPr>
          <a:xfrm>
            <a:off x="3067207" y="555770"/>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TOPICS</a:t>
            </a:r>
          </a:p>
        </p:txBody>
      </p:sp>
      <p:sp>
        <p:nvSpPr>
          <p:cNvPr id="8" name="Diamond 7">
            <a:extLst>
              <a:ext uri="{FF2B5EF4-FFF2-40B4-BE49-F238E27FC236}">
                <a16:creationId xmlns:a16="http://schemas.microsoft.com/office/drawing/2014/main" id="{21DFFB8E-C406-CF59-4CA2-EACEAF0C708E}"/>
              </a:ext>
            </a:extLst>
          </p:cNvPr>
          <p:cNvSpPr/>
          <p:nvPr/>
        </p:nvSpPr>
        <p:spPr>
          <a:xfrm>
            <a:off x="11036863" y="3249000"/>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3C663A5-0996-8893-E730-E5C86AEB7C2A}"/>
              </a:ext>
            </a:extLst>
          </p:cNvPr>
          <p:cNvSpPr/>
          <p:nvPr/>
        </p:nvSpPr>
        <p:spPr>
          <a:xfrm>
            <a:off x="13709061" y="3249000"/>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381075-5AA5-39C8-4478-EBE783EC3C56}"/>
              </a:ext>
            </a:extLst>
          </p:cNvPr>
          <p:cNvSpPr txBox="1"/>
          <p:nvPr/>
        </p:nvSpPr>
        <p:spPr>
          <a:xfrm>
            <a:off x="5094341" y="2975978"/>
            <a:ext cx="1904219" cy="830997"/>
          </a:xfrm>
          <a:prstGeom prst="rect">
            <a:avLst/>
          </a:prstGeom>
          <a:noFill/>
        </p:spPr>
        <p:txBody>
          <a:bodyPr wrap="square" rtlCol="0">
            <a:spAutoFit/>
          </a:bodyPr>
          <a:lstStyle/>
          <a:p>
            <a:pPr algn="ctr"/>
            <a:r>
              <a:rPr lang="en-US" sz="4800" dirty="0">
                <a:solidFill>
                  <a:schemeClr val="bg1"/>
                </a:solidFill>
                <a:latin typeface="Lato Black" panose="020F0A02020204030203" pitchFamily="34" charset="0"/>
              </a:rPr>
              <a:t>3</a:t>
            </a:r>
          </a:p>
        </p:txBody>
      </p:sp>
      <p:grpSp>
        <p:nvGrpSpPr>
          <p:cNvPr id="13" name="Group 12">
            <a:extLst>
              <a:ext uri="{FF2B5EF4-FFF2-40B4-BE49-F238E27FC236}">
                <a16:creationId xmlns:a16="http://schemas.microsoft.com/office/drawing/2014/main" id="{77079074-290E-A2C2-3CA4-BA34F6380640}"/>
              </a:ext>
            </a:extLst>
          </p:cNvPr>
          <p:cNvGrpSpPr/>
          <p:nvPr/>
        </p:nvGrpSpPr>
        <p:grpSpPr>
          <a:xfrm>
            <a:off x="12626940" y="5336040"/>
            <a:ext cx="5915279" cy="1158715"/>
            <a:chOff x="601975" y="1239906"/>
            <a:chExt cx="7027661" cy="1158715"/>
          </a:xfrm>
        </p:grpSpPr>
        <p:sp>
          <p:nvSpPr>
            <p:cNvPr id="14" name="TextBox 13">
              <a:extLst>
                <a:ext uri="{FF2B5EF4-FFF2-40B4-BE49-F238E27FC236}">
                  <a16:creationId xmlns:a16="http://schemas.microsoft.com/office/drawing/2014/main" id="{3685953F-7F39-C875-7356-777B3E440047}"/>
                </a:ext>
              </a:extLst>
            </p:cNvPr>
            <p:cNvSpPr txBox="1">
              <a:spLocks noChangeArrowheads="1"/>
            </p:cNvSpPr>
            <p:nvPr/>
          </p:nvSpPr>
          <p:spPr bwMode="auto">
            <a:xfrm>
              <a:off x="2675694" y="1239906"/>
              <a:ext cx="2872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WHO IS A LEADER</a:t>
              </a:r>
              <a:endParaRPr lang="ru-RU" b="1" dirty="0">
                <a:solidFill>
                  <a:schemeClr val="bg1"/>
                </a:solidFill>
                <a:latin typeface="Montserrat-Bold" panose="00000800000000000000" pitchFamily="50" charset="0"/>
              </a:endParaRPr>
            </a:p>
          </p:txBody>
        </p:sp>
        <p:sp>
          <p:nvSpPr>
            <p:cNvPr id="15" name="TextBox 14">
              <a:extLst>
                <a:ext uri="{FF2B5EF4-FFF2-40B4-BE49-F238E27FC236}">
                  <a16:creationId xmlns:a16="http://schemas.microsoft.com/office/drawing/2014/main" id="{B92535C5-A4CC-6D35-D93E-85D13BCFF7E4}"/>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17" name="Diamond 16">
            <a:extLst>
              <a:ext uri="{FF2B5EF4-FFF2-40B4-BE49-F238E27FC236}">
                <a16:creationId xmlns:a16="http://schemas.microsoft.com/office/drawing/2014/main" id="{66DAE335-C677-55E1-A752-A8C21D1E9270}"/>
              </a:ext>
            </a:extLst>
          </p:cNvPr>
          <p:cNvSpPr/>
          <p:nvPr/>
        </p:nvSpPr>
        <p:spPr>
          <a:xfrm>
            <a:off x="1286344" y="3069000"/>
            <a:ext cx="720000" cy="72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FFAB4A54-347C-ECDD-CCC2-ECF34F52264D}"/>
              </a:ext>
            </a:extLst>
          </p:cNvPr>
          <p:cNvGrpSpPr/>
          <p:nvPr/>
        </p:nvGrpSpPr>
        <p:grpSpPr>
          <a:xfrm>
            <a:off x="3074546" y="5242313"/>
            <a:ext cx="5915279" cy="1527983"/>
            <a:chOff x="601975" y="1239906"/>
            <a:chExt cx="7027661" cy="1527983"/>
          </a:xfrm>
        </p:grpSpPr>
        <p:sp>
          <p:nvSpPr>
            <p:cNvPr id="18" name="TextBox 17">
              <a:extLst>
                <a:ext uri="{FF2B5EF4-FFF2-40B4-BE49-F238E27FC236}">
                  <a16:creationId xmlns:a16="http://schemas.microsoft.com/office/drawing/2014/main" id="{3B4DCDE2-98C6-9A6D-E9CF-CD16FBDA7B16}"/>
                </a:ext>
              </a:extLst>
            </p:cNvPr>
            <p:cNvSpPr txBox="1">
              <a:spLocks noChangeArrowheads="1"/>
            </p:cNvSpPr>
            <p:nvPr/>
          </p:nvSpPr>
          <p:spPr bwMode="auto">
            <a:xfrm>
              <a:off x="2156739" y="1239906"/>
              <a:ext cx="391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sz="2400" b="1" dirty="0">
                  <a:solidFill>
                    <a:srgbClr val="3C2077"/>
                  </a:solidFill>
                  <a:latin typeface="Lato Black" panose="020F0A02020204030203" pitchFamily="34" charset="0"/>
                </a:rPr>
                <a:t>DOUBLY LINKED LIST</a:t>
              </a:r>
            </a:p>
          </p:txBody>
        </p:sp>
        <p:sp>
          <p:nvSpPr>
            <p:cNvPr id="19" name="TextBox 18">
              <a:extLst>
                <a:ext uri="{FF2B5EF4-FFF2-40B4-BE49-F238E27FC236}">
                  <a16:creationId xmlns:a16="http://schemas.microsoft.com/office/drawing/2014/main" id="{5FB034C6-C174-B4BA-03FC-41B9F57466B3}"/>
                </a:ext>
              </a:extLst>
            </p:cNvPr>
            <p:cNvSpPr txBox="1">
              <a:spLocks noChangeArrowheads="1"/>
            </p:cNvSpPr>
            <p:nvPr/>
          </p:nvSpPr>
          <p:spPr bwMode="auto">
            <a:xfrm>
              <a:off x="601975" y="1609238"/>
              <a:ext cx="7027661" cy="115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285750" indent="-285750" algn="ctr" eaLnBrk="1" hangingPunct="1">
                <a:lnSpc>
                  <a:spcPct val="150000"/>
                </a:lnSpc>
                <a:buFont typeface="Wingdings" panose="05000000000000000000" pitchFamily="2" charset="2"/>
                <a:buChar char="§"/>
              </a:pPr>
              <a:r>
                <a:rPr lang="en-US" sz="1600" dirty="0">
                  <a:solidFill>
                    <a:srgbClr val="3C2077"/>
                  </a:solidFill>
                  <a:latin typeface="Lato" panose="020F0502020204030203" pitchFamily="34" charset="0"/>
                </a:rPr>
                <a:t>INSERTION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Lato" panose="020F0502020204030203" pitchFamily="34" charset="0"/>
                </a:rPr>
                <a:t>DELETION</a:t>
              </a:r>
            </a:p>
            <a:p>
              <a:pPr marL="285750" indent="-285750" algn="ctr" eaLnBrk="1" hangingPunct="1">
                <a:lnSpc>
                  <a:spcPct val="150000"/>
                </a:lnSpc>
                <a:buFont typeface="Wingdings" panose="05000000000000000000" pitchFamily="2" charset="2"/>
                <a:buChar char="§"/>
              </a:pPr>
              <a:r>
                <a:rPr lang="en-US" sz="1600" dirty="0">
                  <a:solidFill>
                    <a:srgbClr val="3C2077"/>
                  </a:solidFill>
                  <a:latin typeface="Lato" panose="020F0502020204030203" pitchFamily="34" charset="0"/>
                </a:rPr>
                <a:t>DISPLAYING</a:t>
              </a:r>
            </a:p>
          </p:txBody>
        </p:sp>
      </p:grpSp>
      <p:grpSp>
        <p:nvGrpSpPr>
          <p:cNvPr id="2" name="Group 1">
            <a:extLst>
              <a:ext uri="{FF2B5EF4-FFF2-40B4-BE49-F238E27FC236}">
                <a16:creationId xmlns:a16="http://schemas.microsoft.com/office/drawing/2014/main" id="{E1E48CEA-B83C-6C50-1F8B-BFF278BA80A9}"/>
              </a:ext>
            </a:extLst>
          </p:cNvPr>
          <p:cNvGrpSpPr/>
          <p:nvPr/>
        </p:nvGrpSpPr>
        <p:grpSpPr>
          <a:xfrm>
            <a:off x="2913893" y="7239202"/>
            <a:ext cx="5915279" cy="1158715"/>
            <a:chOff x="601975" y="1239906"/>
            <a:chExt cx="7027661" cy="1158715"/>
          </a:xfrm>
        </p:grpSpPr>
        <p:sp>
          <p:nvSpPr>
            <p:cNvPr id="3" name="TextBox 2">
              <a:extLst>
                <a:ext uri="{FF2B5EF4-FFF2-40B4-BE49-F238E27FC236}">
                  <a16:creationId xmlns:a16="http://schemas.microsoft.com/office/drawing/2014/main" id="{F8739C89-62BA-B2DF-6045-34137D5B4193}"/>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STYLES OF LEADERSHIP</a:t>
              </a:r>
              <a:endParaRPr lang="ru-RU" b="1" dirty="0">
                <a:solidFill>
                  <a:schemeClr val="bg1"/>
                </a:solidFill>
                <a:latin typeface="Montserrat-Bold" panose="00000800000000000000" pitchFamily="50" charset="0"/>
              </a:endParaRPr>
            </a:p>
          </p:txBody>
        </p:sp>
        <p:sp>
          <p:nvSpPr>
            <p:cNvPr id="4" name="TextBox 3">
              <a:extLst>
                <a:ext uri="{FF2B5EF4-FFF2-40B4-BE49-F238E27FC236}">
                  <a16:creationId xmlns:a16="http://schemas.microsoft.com/office/drawing/2014/main" id="{120C6E8E-90AA-C38F-8C1B-8E5030B0F23C}"/>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20" name="Diamond 19">
            <a:extLst>
              <a:ext uri="{FF2B5EF4-FFF2-40B4-BE49-F238E27FC236}">
                <a16:creationId xmlns:a16="http://schemas.microsoft.com/office/drawing/2014/main" id="{535E8529-38E3-8BA1-C391-F836ECD9250B}"/>
              </a:ext>
            </a:extLst>
          </p:cNvPr>
          <p:cNvSpPr/>
          <p:nvPr/>
        </p:nvSpPr>
        <p:spPr>
          <a:xfrm>
            <a:off x="744306" y="3249000"/>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03D34A60-DD15-41F9-41BC-2CD6F6129895}"/>
              </a:ext>
            </a:extLst>
          </p:cNvPr>
          <p:cNvSpPr/>
          <p:nvPr/>
        </p:nvSpPr>
        <p:spPr>
          <a:xfrm>
            <a:off x="-638643" y="3288427"/>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6676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STYLES OF LEADERSHIP</a:t>
              </a:r>
              <a:endParaRPr lang="ru-RU" b="1" dirty="0">
                <a:solidFill>
                  <a:schemeClr val="bg1"/>
                </a:solidFill>
                <a:latin typeface="Montserrat-Bold" panose="00000800000000000000" pitchFamily="50" charset="0"/>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algn="r"/>
            <a:r>
              <a:rPr lang="en-US" spc="600" dirty="0">
                <a:solidFill>
                  <a:schemeClr val="bg1"/>
                </a:solidFill>
                <a:latin typeface="Montserrat Light" pitchFamily="2" charset="77"/>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4052203" y="1806427"/>
            <a:ext cx="7292720" cy="2246769"/>
            <a:chOff x="568968" y="-346908"/>
            <a:chExt cx="7027661" cy="2246769"/>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568968" y="-346908"/>
              <a:ext cx="702766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342900" indent="-342900" algn="just" eaLnBrk="1" hangingPunct="1">
                <a:buFont typeface="Wingdings" panose="05000000000000000000" pitchFamily="2" charset="2"/>
                <a:buChar char="§"/>
              </a:pPr>
              <a:r>
                <a:rPr lang="en-US" sz="2000" dirty="0">
                  <a:solidFill>
                    <a:srgbClr val="3C2077"/>
                  </a:solidFill>
                  <a:latin typeface="Lato" panose="020F0502020204030203" pitchFamily="34" charset="0"/>
                </a:rPr>
                <a:t>A potential problem with ordinary linked lists is that it’s difficult to traverse backward along the list. </a:t>
              </a:r>
            </a:p>
            <a:p>
              <a:pPr marL="342900" indent="-342900" algn="just" eaLnBrk="1" hangingPunct="1">
                <a:buFont typeface="Wingdings" panose="05000000000000000000" pitchFamily="2" charset="2"/>
                <a:buChar char="§"/>
              </a:pPr>
              <a:r>
                <a:rPr lang="en-US" sz="2000" dirty="0">
                  <a:solidFill>
                    <a:srgbClr val="3C2077"/>
                  </a:solidFill>
                  <a:latin typeface="Lato" panose="020F0502020204030203" pitchFamily="34" charset="0"/>
                </a:rPr>
                <a:t>Doubly linked list allows you to traverse backward as well as forward through the list. The secret is that each link has two references to other links instead of one. The first is to the </a:t>
              </a:r>
              <a:r>
                <a:rPr lang="en-US" sz="2000" b="1" dirty="0">
                  <a:solidFill>
                    <a:srgbClr val="3C2077"/>
                  </a:solidFill>
                  <a:latin typeface="Lato" panose="020F0502020204030203" pitchFamily="34" charset="0"/>
                </a:rPr>
                <a:t>next</a:t>
              </a:r>
              <a:r>
                <a:rPr lang="en-US" sz="2000" dirty="0">
                  <a:solidFill>
                    <a:srgbClr val="3C2077"/>
                  </a:solidFill>
                  <a:latin typeface="Lato" panose="020F0502020204030203" pitchFamily="34" charset="0"/>
                </a:rPr>
                <a:t> link, as in ordinary lists. The second is to the </a:t>
              </a:r>
              <a:r>
                <a:rPr lang="en-US" sz="2000" b="1" dirty="0">
                  <a:solidFill>
                    <a:srgbClr val="3C2077"/>
                  </a:solidFill>
                  <a:latin typeface="Lato" panose="020F0502020204030203" pitchFamily="34" charset="0"/>
                </a:rPr>
                <a:t>previous</a:t>
              </a:r>
              <a:r>
                <a:rPr lang="en-US" sz="2000" dirty="0">
                  <a:solidFill>
                    <a:srgbClr val="3C2077"/>
                  </a:solidFill>
                  <a:latin typeface="Lato" panose="020F0502020204030203" pitchFamily="34" charset="0"/>
                </a:rPr>
                <a:t> link. </a:t>
              </a:r>
            </a:p>
          </p:txBody>
        </p:sp>
      </p:grpSp>
      <p:sp>
        <p:nvSpPr>
          <p:cNvPr id="39" name="Diamond 38">
            <a:extLst>
              <a:ext uri="{FF2B5EF4-FFF2-40B4-BE49-F238E27FC236}">
                <a16:creationId xmlns:a16="http://schemas.microsoft.com/office/drawing/2014/main" id="{0A53FDB5-8B45-2506-A392-9D328D5A3EC3}"/>
              </a:ext>
            </a:extLst>
          </p:cNvPr>
          <p:cNvSpPr/>
          <p:nvPr/>
        </p:nvSpPr>
        <p:spPr>
          <a:xfrm>
            <a:off x="-474486" y="134879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699562" y="249081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659856" y="168593"/>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1810271" y="133624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1C32FF5-BDAE-10A0-850A-2757D48C3C48}"/>
              </a:ext>
            </a:extLst>
          </p:cNvPr>
          <p:cNvGrpSpPr/>
          <p:nvPr/>
        </p:nvGrpSpPr>
        <p:grpSpPr>
          <a:xfrm>
            <a:off x="2819856" y="163671"/>
            <a:ext cx="6472161" cy="1102857"/>
            <a:chOff x="2819856" y="163671"/>
            <a:chExt cx="6472161" cy="1102857"/>
          </a:xfrm>
        </p:grpSpPr>
        <p:sp>
          <p:nvSpPr>
            <p:cNvPr id="42" name="Diamond 41">
              <a:extLst>
                <a:ext uri="{FF2B5EF4-FFF2-40B4-BE49-F238E27FC236}">
                  <a16:creationId xmlns:a16="http://schemas.microsoft.com/office/drawing/2014/main" id="{C5FAAB6C-C6DE-4C3E-CF7B-5C55128EE02D}"/>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465FE290-8C8A-A662-17CB-264E51057509}"/>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C6D828EB-E7EA-5773-9652-AE53FB5D669F}"/>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21DFFB8E-C406-CF59-4CA2-EACEAF0C708E}"/>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3C663A5-0996-8893-E730-E5C86AEB7C2A}"/>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936F298-DD9F-65AA-AB00-66464E7AB668}"/>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 name="Diamond 1">
              <a:extLst>
                <a:ext uri="{FF2B5EF4-FFF2-40B4-BE49-F238E27FC236}">
                  <a16:creationId xmlns:a16="http://schemas.microsoft.com/office/drawing/2014/main" id="{6747D1DE-D2A0-381E-60CB-32C7CC02EBDC}"/>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C62E532A-EF0D-2E27-6C74-95296A9306E7}"/>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Diamond 4">
              <a:extLst>
                <a:ext uri="{FF2B5EF4-FFF2-40B4-BE49-F238E27FC236}">
                  <a16:creationId xmlns:a16="http://schemas.microsoft.com/office/drawing/2014/main" id="{78888611-A96F-3408-24A4-6AC2EEFD3D36}"/>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iamond 5">
              <a:extLst>
                <a:ext uri="{FF2B5EF4-FFF2-40B4-BE49-F238E27FC236}">
                  <a16:creationId xmlns:a16="http://schemas.microsoft.com/office/drawing/2014/main" id="{398E190D-1154-1278-9B63-ABB30093A144}"/>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Diamond 6">
              <a:extLst>
                <a:ext uri="{FF2B5EF4-FFF2-40B4-BE49-F238E27FC236}">
                  <a16:creationId xmlns:a16="http://schemas.microsoft.com/office/drawing/2014/main" id="{93468012-AA15-BE08-7F1E-65AD9AE3A438}"/>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0406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A09AAC51-0440-EFB8-FB5A-16A795946B0A}"/>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78993AD5-1943-6388-5340-7917EB340C7F}"/>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AE10030B-541B-0B28-0B68-62C018CD3120}"/>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D9877844-F657-DA59-277D-356BF86A3C9C}"/>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94E03518-775A-26B9-DCE3-9A64CF0A0552}"/>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E0C7B5DB-73EF-6A1B-36FD-3BA26485FD85}"/>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STYLES OF LEADERSHIP</a:t>
              </a:r>
              <a:endParaRPr lang="ru-RU" b="1" dirty="0">
                <a:solidFill>
                  <a:schemeClr val="bg1"/>
                </a:solidFill>
                <a:latin typeface="Montserrat-Bold" panose="00000800000000000000" pitchFamily="50" charset="0"/>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algn="r"/>
            <a:r>
              <a:rPr lang="en-US" spc="600" dirty="0">
                <a:solidFill>
                  <a:schemeClr val="bg1"/>
                </a:solidFill>
                <a:latin typeface="Montserrat Light" pitchFamily="2" charset="77"/>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rot="5400000">
            <a:off x="648800" y="187326"/>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5400000">
            <a:off x="-493219" y="1361374"/>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5400000">
            <a:off x="1829004" y="1321668"/>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5400000">
            <a:off x="661354" y="247208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0BA15C9-D3B2-0BB3-6A65-D6D17A9DF129}"/>
              </a:ext>
            </a:extLst>
          </p:cNvPr>
          <p:cNvSpPr txBox="1"/>
          <p:nvPr/>
        </p:nvSpPr>
        <p:spPr>
          <a:xfrm>
            <a:off x="4284261" y="1541737"/>
            <a:ext cx="5844168" cy="1446550"/>
          </a:xfrm>
          <a:prstGeom prst="rect">
            <a:avLst/>
          </a:prstGeom>
          <a:noFill/>
        </p:spPr>
        <p:txBody>
          <a:bodyPr wrap="square" rtlCol="0">
            <a:spAutoFit/>
          </a:bodyPr>
          <a:lstStyle/>
          <a:p>
            <a:r>
              <a:rPr lang="en-US" sz="4400" b="1" dirty="0">
                <a:solidFill>
                  <a:schemeClr val="bg1"/>
                </a:solidFill>
                <a:latin typeface="Montserrat" pitchFamily="2" charset="77"/>
              </a:rPr>
              <a:t>WHO</a:t>
            </a:r>
            <a:r>
              <a:rPr lang="en-US" sz="4400" dirty="0">
                <a:solidFill>
                  <a:schemeClr val="bg1"/>
                </a:solidFill>
                <a:latin typeface="Montserrat" pitchFamily="2" charset="77"/>
              </a:rPr>
              <a:t> IS A </a:t>
            </a:r>
          </a:p>
          <a:p>
            <a:r>
              <a:rPr lang="en-US" sz="4400" dirty="0">
                <a:solidFill>
                  <a:schemeClr val="bg1"/>
                </a:solidFill>
                <a:latin typeface="Montserrat" pitchFamily="2" charset="77"/>
              </a:rPr>
              <a:t>LIDER</a:t>
            </a:r>
          </a:p>
        </p:txBody>
      </p:sp>
      <p:sp>
        <p:nvSpPr>
          <p:cNvPr id="14" name="Rectángulo: esquinas redondeadas 95">
            <a:extLst>
              <a:ext uri="{FF2B5EF4-FFF2-40B4-BE49-F238E27FC236}">
                <a16:creationId xmlns:a16="http://schemas.microsoft.com/office/drawing/2014/main" id="{17F5F8F2-70CE-2EC1-2113-FE7A4E7E3E7E}"/>
              </a:ext>
            </a:extLst>
          </p:cNvPr>
          <p:cNvSpPr/>
          <p:nvPr/>
        </p:nvSpPr>
        <p:spPr>
          <a:xfrm rot="16200000">
            <a:off x="5509198" y="8054026"/>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2" name="Rectángulo: esquinas redondeadas 92">
            <a:extLst>
              <a:ext uri="{FF2B5EF4-FFF2-40B4-BE49-F238E27FC236}">
                <a16:creationId xmlns:a16="http://schemas.microsoft.com/office/drawing/2014/main" id="{98EFE75A-DED2-48DC-6AD4-C143DF8A3BB7}"/>
              </a:ext>
            </a:extLst>
          </p:cNvPr>
          <p:cNvSpPr/>
          <p:nvPr/>
        </p:nvSpPr>
        <p:spPr>
          <a:xfrm rot="10800000">
            <a:off x="5618527" y="8639439"/>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3" name="Rectángulo: esquinas redondeadas 89">
            <a:extLst>
              <a:ext uri="{FF2B5EF4-FFF2-40B4-BE49-F238E27FC236}">
                <a16:creationId xmlns:a16="http://schemas.microsoft.com/office/drawing/2014/main" id="{60927E48-342A-1E64-AF66-D25B4B7709AC}"/>
              </a:ext>
            </a:extLst>
          </p:cNvPr>
          <p:cNvSpPr/>
          <p:nvPr/>
        </p:nvSpPr>
        <p:spPr>
          <a:xfrm rot="5400000">
            <a:off x="6203940" y="8531500"/>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5" name="Rectángulo: esquinas redondeadas 80">
            <a:extLst>
              <a:ext uri="{FF2B5EF4-FFF2-40B4-BE49-F238E27FC236}">
                <a16:creationId xmlns:a16="http://schemas.microsoft.com/office/drawing/2014/main" id="{7877A098-A597-F13E-0286-8AD62F0E9269}"/>
              </a:ext>
            </a:extLst>
          </p:cNvPr>
          <p:cNvSpPr/>
          <p:nvPr/>
        </p:nvSpPr>
        <p:spPr>
          <a:xfrm>
            <a:off x="6096000" y="7946087"/>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6" name="Forma libre: forma 83">
            <a:hlinkClick r:id="rId4" action="ppaction://hlinksldjump"/>
            <a:extLst>
              <a:ext uri="{FF2B5EF4-FFF2-40B4-BE49-F238E27FC236}">
                <a16:creationId xmlns:a16="http://schemas.microsoft.com/office/drawing/2014/main" id="{FFAA5E8F-942D-5B0B-1EF6-082CA1E287FD}"/>
              </a:ext>
            </a:extLst>
          </p:cNvPr>
          <p:cNvSpPr/>
          <p:nvPr/>
        </p:nvSpPr>
        <p:spPr>
          <a:xfrm>
            <a:off x="6096000" y="7946087"/>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7" name="Forma libre: forma 90">
            <a:hlinkClick r:id="rId5" action="ppaction://hlinksldjump"/>
            <a:extLst>
              <a:ext uri="{FF2B5EF4-FFF2-40B4-BE49-F238E27FC236}">
                <a16:creationId xmlns:a16="http://schemas.microsoft.com/office/drawing/2014/main" id="{F08DF724-B1BD-5F5C-B873-F372DC848162}"/>
              </a:ext>
            </a:extLst>
          </p:cNvPr>
          <p:cNvSpPr/>
          <p:nvPr/>
        </p:nvSpPr>
        <p:spPr>
          <a:xfrm rot="5400000">
            <a:off x="6575022" y="816041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8" name="Forma libre: forma 93">
            <a:extLst>
              <a:ext uri="{FF2B5EF4-FFF2-40B4-BE49-F238E27FC236}">
                <a16:creationId xmlns:a16="http://schemas.microsoft.com/office/drawing/2014/main" id="{8FBBE074-EFEC-3B8C-A0EA-EB3408B31521}"/>
              </a:ext>
            </a:extLst>
          </p:cNvPr>
          <p:cNvSpPr/>
          <p:nvPr/>
        </p:nvSpPr>
        <p:spPr>
          <a:xfrm rot="10800000">
            <a:off x="6360690" y="8639439"/>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9" name="Forma libre: forma 96">
            <a:extLst>
              <a:ext uri="{FF2B5EF4-FFF2-40B4-BE49-F238E27FC236}">
                <a16:creationId xmlns:a16="http://schemas.microsoft.com/office/drawing/2014/main" id="{565AF8AC-AFE6-3B43-FAB5-0AF13D5C639B}"/>
              </a:ext>
            </a:extLst>
          </p:cNvPr>
          <p:cNvSpPr/>
          <p:nvPr/>
        </p:nvSpPr>
        <p:spPr>
          <a:xfrm rot="16200000">
            <a:off x="5880279" y="842510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pic>
        <p:nvPicPr>
          <p:cNvPr id="30" name="Gráfico 116" descr="Aula de clases con relleno sólido">
            <a:extLst>
              <a:ext uri="{FF2B5EF4-FFF2-40B4-BE49-F238E27FC236}">
                <a16:creationId xmlns:a16="http://schemas.microsoft.com/office/drawing/2014/main" id="{8E7A2E18-19C4-CC50-A0E8-C204F824EB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1802" y="8904129"/>
            <a:ext cx="281235" cy="281235"/>
          </a:xfrm>
          <a:prstGeom prst="rect">
            <a:avLst/>
          </a:prstGeom>
        </p:spPr>
      </p:pic>
      <p:pic>
        <p:nvPicPr>
          <p:cNvPr id="31" name="Gráfico 117" descr="Rollo de diplomas con relleno sólido">
            <a:extLst>
              <a:ext uri="{FF2B5EF4-FFF2-40B4-BE49-F238E27FC236}">
                <a16:creationId xmlns:a16="http://schemas.microsoft.com/office/drawing/2014/main" id="{BC5C4EA3-C59E-8B50-2E1C-69DAD30AB4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77746" y="9510900"/>
            <a:ext cx="281235" cy="281235"/>
          </a:xfrm>
          <a:prstGeom prst="rect">
            <a:avLst/>
          </a:prstGeom>
        </p:spPr>
      </p:pic>
      <p:pic>
        <p:nvPicPr>
          <p:cNvPr id="32" name="Gráfico 118" descr="Libro abierto con relleno sólido">
            <a:extLst>
              <a:ext uri="{FF2B5EF4-FFF2-40B4-BE49-F238E27FC236}">
                <a16:creationId xmlns:a16="http://schemas.microsoft.com/office/drawing/2014/main" id="{05D41E34-B643-870F-A8F0-4E30B096E0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78957" y="8673626"/>
            <a:ext cx="281235" cy="281235"/>
          </a:xfrm>
          <a:prstGeom prst="rect">
            <a:avLst/>
          </a:prstGeom>
        </p:spPr>
      </p:pic>
      <p:pic>
        <p:nvPicPr>
          <p:cNvPr id="33" name="Gráfico 119" descr="Círculos con flechas con relleno sólido">
            <a:extLst>
              <a:ext uri="{FF2B5EF4-FFF2-40B4-BE49-F238E27FC236}">
                <a16:creationId xmlns:a16="http://schemas.microsoft.com/office/drawing/2014/main" id="{AD49F4F7-91C2-AA65-A23C-5A53E797226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21143" y="8051159"/>
            <a:ext cx="281235" cy="281235"/>
          </a:xfrm>
          <a:prstGeom prst="rect">
            <a:avLst/>
          </a:prstGeom>
        </p:spPr>
      </p:pic>
      <p:sp>
        <p:nvSpPr>
          <p:cNvPr id="34" name="CuadroTexto 120">
            <a:extLst>
              <a:ext uri="{FF2B5EF4-FFF2-40B4-BE49-F238E27FC236}">
                <a16:creationId xmlns:a16="http://schemas.microsoft.com/office/drawing/2014/main" id="{5A8EB7D0-1877-1D1B-6F5E-D7F81344CFBA}"/>
              </a:ext>
            </a:extLst>
          </p:cNvPr>
          <p:cNvSpPr txBox="1"/>
          <p:nvPr/>
        </p:nvSpPr>
        <p:spPr>
          <a:xfrm>
            <a:off x="6535593" y="8125227"/>
            <a:ext cx="519419" cy="461665"/>
          </a:xfrm>
          <a:prstGeom prst="rect">
            <a:avLst/>
          </a:prstGeom>
          <a:noFill/>
        </p:spPr>
        <p:txBody>
          <a:bodyPr wrap="square" rtlCol="0">
            <a:spAutoFit/>
          </a:bodyPr>
          <a:lstStyle/>
          <a:p>
            <a:pPr algn="ctr"/>
            <a:r>
              <a:rPr lang="es-ES" sz="1000" dirty="0">
                <a:solidFill>
                  <a:schemeClr val="accent5"/>
                </a:solidFill>
                <a:latin typeface="Montserrat Black" panose="00000A00000000000000" pitchFamily="50" charset="0"/>
              </a:rPr>
              <a:t>1</a:t>
            </a:r>
          </a:p>
          <a:p>
            <a:pPr algn="ctr"/>
            <a:r>
              <a:rPr lang="es-ES" sz="9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700" dirty="0">
              <a:solidFill>
                <a:schemeClr val="tx2"/>
              </a:solidFill>
              <a:latin typeface="Lato" panose="020F0502020204030203" pitchFamily="34" charset="0"/>
            </a:endParaRPr>
          </a:p>
        </p:txBody>
      </p:sp>
      <p:sp>
        <p:nvSpPr>
          <p:cNvPr id="35" name="CuadroTexto 121">
            <a:extLst>
              <a:ext uri="{FF2B5EF4-FFF2-40B4-BE49-F238E27FC236}">
                <a16:creationId xmlns:a16="http://schemas.microsoft.com/office/drawing/2014/main" id="{83CEDC34-F042-7F6D-B0CB-0F3EBE1F265B}"/>
              </a:ext>
            </a:extLst>
          </p:cNvPr>
          <p:cNvSpPr txBox="1"/>
          <p:nvPr/>
        </p:nvSpPr>
        <p:spPr>
          <a:xfrm>
            <a:off x="6785550" y="9131147"/>
            <a:ext cx="519419" cy="654025"/>
          </a:xfrm>
          <a:prstGeom prst="rect">
            <a:avLst/>
          </a:prstGeom>
          <a:noFill/>
        </p:spPr>
        <p:txBody>
          <a:bodyPr wrap="square" rtlCol="0">
            <a:spAutoFit/>
          </a:bodyPr>
          <a:lstStyle/>
          <a:p>
            <a:pPr algn="ctr"/>
            <a:r>
              <a:rPr lang="es-ES" sz="1000" dirty="0">
                <a:solidFill>
                  <a:schemeClr val="accent2"/>
                </a:solidFill>
                <a:latin typeface="Montserrat Black" panose="00000A00000000000000" pitchFamily="50" charset="0"/>
              </a:rPr>
              <a:t>2</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a:p>
            <a:pPr algn="ctr"/>
            <a:endParaRPr lang="es-CO" sz="1000" dirty="0">
              <a:solidFill>
                <a:schemeClr val="tx2"/>
              </a:solidFill>
              <a:latin typeface="Lato" panose="020F0502020204030203" pitchFamily="34" charset="0"/>
            </a:endParaRPr>
          </a:p>
        </p:txBody>
      </p:sp>
      <p:sp>
        <p:nvSpPr>
          <p:cNvPr id="36" name="CuadroTexto 122">
            <a:extLst>
              <a:ext uri="{FF2B5EF4-FFF2-40B4-BE49-F238E27FC236}">
                <a16:creationId xmlns:a16="http://schemas.microsoft.com/office/drawing/2014/main" id="{BF5CD835-F13E-8172-B373-1C4889840EB1}"/>
              </a:ext>
            </a:extLst>
          </p:cNvPr>
          <p:cNvSpPr txBox="1"/>
          <p:nvPr/>
        </p:nvSpPr>
        <p:spPr>
          <a:xfrm>
            <a:off x="5775842" y="9317594"/>
            <a:ext cx="519419" cy="492443"/>
          </a:xfrm>
          <a:prstGeom prst="rect">
            <a:avLst/>
          </a:prstGeom>
          <a:noFill/>
        </p:spPr>
        <p:txBody>
          <a:bodyPr wrap="square" rtlCol="0">
            <a:spAutoFit/>
          </a:bodyPr>
          <a:lstStyle/>
          <a:p>
            <a:pPr algn="ctr"/>
            <a:r>
              <a:rPr lang="es-ES" sz="1000" dirty="0">
                <a:solidFill>
                  <a:schemeClr val="accent3"/>
                </a:solidFill>
                <a:latin typeface="Montserrat Black" panose="00000A00000000000000" pitchFamily="50" charset="0"/>
              </a:rPr>
              <a:t>3</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p:txBody>
      </p:sp>
      <p:sp>
        <p:nvSpPr>
          <p:cNvPr id="37" name="CuadroTexto 123">
            <a:extLst>
              <a:ext uri="{FF2B5EF4-FFF2-40B4-BE49-F238E27FC236}">
                <a16:creationId xmlns:a16="http://schemas.microsoft.com/office/drawing/2014/main" id="{F669E504-39FF-463F-2852-525A7E30D259}"/>
              </a:ext>
            </a:extLst>
          </p:cNvPr>
          <p:cNvSpPr txBox="1"/>
          <p:nvPr/>
        </p:nvSpPr>
        <p:spPr>
          <a:xfrm>
            <a:off x="5529667" y="8404308"/>
            <a:ext cx="519419" cy="492443"/>
          </a:xfrm>
          <a:prstGeom prst="rect">
            <a:avLst/>
          </a:prstGeom>
          <a:noFill/>
        </p:spPr>
        <p:txBody>
          <a:bodyPr wrap="square" rtlCol="0">
            <a:spAutoFit/>
          </a:bodyPr>
          <a:lstStyle/>
          <a:p>
            <a:pPr algn="ctr"/>
            <a:r>
              <a:rPr lang="es-ES" sz="1000" dirty="0">
                <a:solidFill>
                  <a:schemeClr val="accent4"/>
                </a:solidFill>
                <a:latin typeface="Montserrat Black" panose="00000A00000000000000" pitchFamily="50" charset="0"/>
              </a:rPr>
              <a:t>4</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p:txBody>
      </p:sp>
      <p:grpSp>
        <p:nvGrpSpPr>
          <p:cNvPr id="38" name="Grupo 79">
            <a:extLst>
              <a:ext uri="{FF2B5EF4-FFF2-40B4-BE49-F238E27FC236}">
                <a16:creationId xmlns:a16="http://schemas.microsoft.com/office/drawing/2014/main" id="{D410638F-D74E-4D14-35A1-7500B436C515}"/>
              </a:ext>
            </a:extLst>
          </p:cNvPr>
          <p:cNvGrpSpPr/>
          <p:nvPr/>
        </p:nvGrpSpPr>
        <p:grpSpPr>
          <a:xfrm>
            <a:off x="6096000" y="8635062"/>
            <a:ext cx="580036" cy="580036"/>
            <a:chOff x="9095873" y="4745254"/>
            <a:chExt cx="2550695" cy="2550695"/>
          </a:xfrm>
        </p:grpSpPr>
        <p:sp>
          <p:nvSpPr>
            <p:cNvPr id="40" name="Elipse 78">
              <a:extLst>
                <a:ext uri="{FF2B5EF4-FFF2-40B4-BE49-F238E27FC236}">
                  <a16:creationId xmlns:a16="http://schemas.microsoft.com/office/drawing/2014/main" id="{9AC3B03C-81BD-3A01-363F-F36FBBBED4BE}"/>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41" name="Elipse 77">
              <a:extLst>
                <a:ext uri="{FF2B5EF4-FFF2-40B4-BE49-F238E27FC236}">
                  <a16:creationId xmlns:a16="http://schemas.microsoft.com/office/drawing/2014/main" id="{F1036ED8-0E3D-966A-F01A-A2832E289587}"/>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grpSp>
      <p:pic>
        <p:nvPicPr>
          <p:cNvPr id="48" name="Gráfico 115" descr="Libros en una estantería con relleno sólido">
            <a:extLst>
              <a:ext uri="{FF2B5EF4-FFF2-40B4-BE49-F238E27FC236}">
                <a16:creationId xmlns:a16="http://schemas.microsoft.com/office/drawing/2014/main" id="{E6A465F8-CD34-0C5A-C66D-3CE81C023B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37128" y="8771669"/>
            <a:ext cx="281235" cy="281235"/>
          </a:xfrm>
          <a:prstGeom prst="rect">
            <a:avLst/>
          </a:prstGeom>
        </p:spPr>
      </p:pic>
      <p:grpSp>
        <p:nvGrpSpPr>
          <p:cNvPr id="2" name="Group 1">
            <a:extLst>
              <a:ext uri="{FF2B5EF4-FFF2-40B4-BE49-F238E27FC236}">
                <a16:creationId xmlns:a16="http://schemas.microsoft.com/office/drawing/2014/main" id="{317C0301-8276-E623-1249-0A992D25A725}"/>
              </a:ext>
            </a:extLst>
          </p:cNvPr>
          <p:cNvGrpSpPr/>
          <p:nvPr/>
        </p:nvGrpSpPr>
        <p:grpSpPr>
          <a:xfrm>
            <a:off x="2819856" y="163671"/>
            <a:ext cx="6472161" cy="1102857"/>
            <a:chOff x="2819856" y="163671"/>
            <a:chExt cx="6472161" cy="1102857"/>
          </a:xfrm>
        </p:grpSpPr>
        <p:sp>
          <p:nvSpPr>
            <p:cNvPr id="4" name="Diamond 3">
              <a:extLst>
                <a:ext uri="{FF2B5EF4-FFF2-40B4-BE49-F238E27FC236}">
                  <a16:creationId xmlns:a16="http://schemas.microsoft.com/office/drawing/2014/main" id="{C81B0514-03E6-F5A1-7450-19F3C98B0474}"/>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iamond 4">
              <a:extLst>
                <a:ext uri="{FF2B5EF4-FFF2-40B4-BE49-F238E27FC236}">
                  <a16:creationId xmlns:a16="http://schemas.microsoft.com/office/drawing/2014/main" id="{C37C1F77-3CBB-C9E4-B04A-BF7F4B8CA0A3}"/>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Diamond 5">
              <a:extLst>
                <a:ext uri="{FF2B5EF4-FFF2-40B4-BE49-F238E27FC236}">
                  <a16:creationId xmlns:a16="http://schemas.microsoft.com/office/drawing/2014/main" id="{A9B9C91B-4753-FEED-7266-672CD7C75386}"/>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8FD26D71-1640-1ACE-A311-42889AA60B15}"/>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B9F54B5-0D0C-8997-3E33-8DBE5EEDC04F}"/>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831E0A1-6AE2-DABA-0B18-50E1B45984B3}"/>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1" name="Diamond 20">
              <a:extLst>
                <a:ext uri="{FF2B5EF4-FFF2-40B4-BE49-F238E27FC236}">
                  <a16:creationId xmlns:a16="http://schemas.microsoft.com/office/drawing/2014/main" id="{4B6F867E-B7A3-AB81-9812-7D2FA2E79481}"/>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8EA0DBCA-4BE1-1411-20FE-8F3B78B55181}"/>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2" name="Diamond 41">
              <a:extLst>
                <a:ext uri="{FF2B5EF4-FFF2-40B4-BE49-F238E27FC236}">
                  <a16:creationId xmlns:a16="http://schemas.microsoft.com/office/drawing/2014/main" id="{BA310AE0-4100-C291-2B55-FDEDAB036001}"/>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D6282E4A-9A80-7091-868B-00227A18BBF5}"/>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57A9B357-D5A4-7C5F-2270-ED10D0E9D9CF}"/>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9" name="Picture 58">
            <a:extLst>
              <a:ext uri="{FF2B5EF4-FFF2-40B4-BE49-F238E27FC236}">
                <a16:creationId xmlns:a16="http://schemas.microsoft.com/office/drawing/2014/main" id="{A5928032-57C0-D2D2-59CD-384491664A3D}"/>
              </a:ext>
            </a:extLst>
          </p:cNvPr>
          <p:cNvPicPr>
            <a:picLocks noChangeAspect="1"/>
          </p:cNvPicPr>
          <p:nvPr/>
        </p:nvPicPr>
        <p:blipFill>
          <a:blip r:embed="rId16"/>
          <a:stretch>
            <a:fillRect/>
          </a:stretch>
        </p:blipFill>
        <p:spPr>
          <a:xfrm>
            <a:off x="3681007" y="3279711"/>
            <a:ext cx="8178646" cy="2573791"/>
          </a:xfrm>
          <a:prstGeom prst="rect">
            <a:avLst/>
          </a:prstGeom>
          <a:ln>
            <a:solidFill>
              <a:schemeClr val="accent1"/>
            </a:solidFill>
          </a:ln>
        </p:spPr>
      </p:pic>
    </p:spTree>
    <p:extLst>
      <p:ext uri="{BB962C8B-B14F-4D97-AF65-F5344CB8AC3E}">
        <p14:creationId xmlns:p14="http://schemas.microsoft.com/office/powerpoint/2010/main" val="282321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F565243-9681-B2E3-763B-A2D94F96796E}"/>
              </a:ext>
            </a:extLst>
          </p:cNvPr>
          <p:cNvGrpSpPr/>
          <p:nvPr/>
        </p:nvGrpSpPr>
        <p:grpSpPr>
          <a:xfrm>
            <a:off x="-12556257" y="-47092"/>
            <a:ext cx="12494478" cy="6911993"/>
            <a:chOff x="12191999" y="-47092"/>
            <a:chExt cx="12494478" cy="6911993"/>
          </a:xfrm>
        </p:grpSpPr>
        <p:pic>
          <p:nvPicPr>
            <p:cNvPr id="76" name="Picture 75">
              <a:extLst>
                <a:ext uri="{FF2B5EF4-FFF2-40B4-BE49-F238E27FC236}">
                  <a16:creationId xmlns:a16="http://schemas.microsoft.com/office/drawing/2014/main" id="{2981E7A3-935D-48D3-B795-8A14F20A4876}"/>
                </a:ext>
              </a:extLst>
            </p:cNvPr>
            <p:cNvPicPr>
              <a:picLocks noChangeAspect="1"/>
            </p:cNvPicPr>
            <p:nvPr/>
          </p:nvPicPr>
          <p:blipFill rotWithShape="1">
            <a:blip r:embed="rId2">
              <a:extLst>
                <a:ext uri="{28A0092B-C50C-407E-A947-70E740481C1C}">
                  <a14:useLocalDpi xmlns:a14="http://schemas.microsoft.com/office/drawing/2010/main" val="0"/>
                </a:ext>
              </a:extLst>
            </a:blip>
            <a:srcRect r="12463"/>
            <a:stretch/>
          </p:blipFill>
          <p:spPr>
            <a:xfrm flipH="1">
              <a:off x="12198681" y="-41680"/>
              <a:ext cx="12487796" cy="6889814"/>
            </a:xfrm>
            <a:prstGeom prst="rect">
              <a:avLst/>
            </a:prstGeom>
          </p:spPr>
        </p:pic>
        <p:sp>
          <p:nvSpPr>
            <p:cNvPr id="77" name="Rectangle 76">
              <a:extLst>
                <a:ext uri="{FF2B5EF4-FFF2-40B4-BE49-F238E27FC236}">
                  <a16:creationId xmlns:a16="http://schemas.microsoft.com/office/drawing/2014/main" id="{8AA6FC20-0C95-1644-6322-6D889AD83837}"/>
                </a:ext>
              </a:extLst>
            </p:cNvPr>
            <p:cNvSpPr/>
            <p:nvPr/>
          </p:nvSpPr>
          <p:spPr>
            <a:xfrm>
              <a:off x="12191999" y="-47092"/>
              <a:ext cx="12494478" cy="6911993"/>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258068"/>
            <a:ext cx="5587690" cy="276999"/>
          </a:xfrm>
          <a:prstGeom prst="rect">
            <a:avLst/>
          </a:prstGeom>
          <a:noFill/>
        </p:spPr>
        <p:txBody>
          <a:bodyPr wrap="square" rtlCol="0">
            <a:spAutoFit/>
          </a:bodyPr>
          <a:lstStyle/>
          <a:p>
            <a:pPr algn="ctr"/>
            <a:r>
              <a:rPr lang="en-US" sz="1200" spc="600" dirty="0">
                <a:solidFill>
                  <a:schemeClr val="bg1"/>
                </a:solidFill>
                <a:latin typeface="Montserrat Light" pitchFamily="2" charset="77"/>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13030228" y="3718483"/>
            <a:ext cx="5921959" cy="2576208"/>
            <a:chOff x="594039" y="1299676"/>
            <a:chExt cx="7035597" cy="2576208"/>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a:p>
              <a:pPr eaLnBrk="1" hangingPunct="1">
                <a:lnSpc>
                  <a:spcPct val="150000"/>
                </a:lnSpc>
              </a:pPr>
              <a:endParaRPr lang="en-US" sz="1600" dirty="0">
                <a:solidFill>
                  <a:schemeClr val="bg1"/>
                </a:solidFill>
                <a:latin typeface="Montserrat Light" panose="00000400000000000000" pitchFamily="50" charset="0"/>
              </a:endParaRPr>
            </a:p>
            <a:p>
              <a:pPr>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endParaRPr lang="ru-RU" sz="1600" dirty="0">
                <a:solidFill>
                  <a:schemeClr val="bg1"/>
                </a:solidFill>
                <a:latin typeface="Montserrat Light" panose="00000400000000000000" pitchFamily="50" charset="0"/>
              </a:endParaRPr>
            </a:p>
            <a:p>
              <a:pPr eaLnBrk="1" hangingPunct="1">
                <a:lnSpc>
                  <a:spcPct val="150000"/>
                </a:lnSpc>
              </a:pPr>
              <a:endParaRPr lang="ru-RU" sz="1600" dirty="0">
                <a:solidFill>
                  <a:schemeClr val="bg1"/>
                </a:solidFill>
                <a:latin typeface="Montserrat Light" panose="00000400000000000000" pitchFamily="50" charset="0"/>
              </a:endParaRPr>
            </a:p>
          </p:txBody>
        </p:sp>
      </p:grpSp>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8512" y="4763781"/>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0418" y="2922834"/>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9257" y="-16504"/>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rot="10800000">
            <a:off x="1810271" y="1310612"/>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10800000">
            <a:off x="636223" y="168593"/>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10800000">
            <a:off x="675929" y="2490816"/>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10800000">
            <a:off x="-474486" y="132316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83" name="Group 82">
            <a:extLst>
              <a:ext uri="{FF2B5EF4-FFF2-40B4-BE49-F238E27FC236}">
                <a16:creationId xmlns:a16="http://schemas.microsoft.com/office/drawing/2014/main" id="{F3678745-9AF2-BB77-7593-F0AE6B6727FE}"/>
              </a:ext>
            </a:extLst>
          </p:cNvPr>
          <p:cNvGrpSpPr/>
          <p:nvPr/>
        </p:nvGrpSpPr>
        <p:grpSpPr>
          <a:xfrm>
            <a:off x="12179837"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7">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 name="TextBox 84">
            <a:extLst>
              <a:ext uri="{FF2B5EF4-FFF2-40B4-BE49-F238E27FC236}">
                <a16:creationId xmlns:a16="http://schemas.microsoft.com/office/drawing/2014/main" id="{89507A28-5E48-4E7F-430F-1B1B21073D16}"/>
              </a:ext>
            </a:extLst>
          </p:cNvPr>
          <p:cNvSpPr txBox="1"/>
          <p:nvPr/>
        </p:nvSpPr>
        <p:spPr>
          <a:xfrm>
            <a:off x="2718899" y="101937"/>
            <a:ext cx="8052403" cy="369332"/>
          </a:xfrm>
          <a:prstGeom prst="rect">
            <a:avLst/>
          </a:prstGeom>
          <a:noFill/>
        </p:spPr>
        <p:txBody>
          <a:bodyPr wrap="square" rtlCol="0">
            <a:spAutoFit/>
          </a:bodyPr>
          <a:lstStyle/>
          <a:p>
            <a:pPr algn="ctr"/>
            <a:r>
              <a:rPr lang="en-US" b="1" dirty="0">
                <a:solidFill>
                  <a:schemeClr val="bg1"/>
                </a:solidFill>
                <a:latin typeface="Montserrat" pitchFamily="2" charset="77"/>
              </a:rPr>
              <a:t>DIFFERENCE</a:t>
            </a:r>
            <a:r>
              <a:rPr lang="en-US" dirty="0">
                <a:solidFill>
                  <a:schemeClr val="bg1"/>
                </a:solidFill>
                <a:latin typeface="Montserrat" pitchFamily="2" charset="77"/>
              </a:rPr>
              <a:t> BETWEEN MANAGERS &amp; LEADERS</a:t>
            </a:r>
          </a:p>
        </p:txBody>
      </p:sp>
      <p:grpSp>
        <p:nvGrpSpPr>
          <p:cNvPr id="10" name="Group 9">
            <a:extLst>
              <a:ext uri="{FF2B5EF4-FFF2-40B4-BE49-F238E27FC236}">
                <a16:creationId xmlns:a16="http://schemas.microsoft.com/office/drawing/2014/main" id="{083AE30F-4E94-429B-D989-D25B5508736C}"/>
              </a:ext>
            </a:extLst>
          </p:cNvPr>
          <p:cNvGrpSpPr/>
          <p:nvPr/>
        </p:nvGrpSpPr>
        <p:grpSpPr>
          <a:xfrm>
            <a:off x="3714214" y="1545052"/>
            <a:ext cx="7292720" cy="2277291"/>
            <a:chOff x="243263" y="-608283"/>
            <a:chExt cx="7027661" cy="2277291"/>
          </a:xfrm>
        </p:grpSpPr>
        <p:sp>
          <p:nvSpPr>
            <p:cNvPr id="11" name="TextBox 10">
              <a:extLst>
                <a:ext uri="{FF2B5EF4-FFF2-40B4-BE49-F238E27FC236}">
                  <a16:creationId xmlns:a16="http://schemas.microsoft.com/office/drawing/2014/main" id="{DE2303EB-95D2-3092-530C-092C82DD0225}"/>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12" name="TextBox 11">
              <a:extLst>
                <a:ext uri="{FF2B5EF4-FFF2-40B4-BE49-F238E27FC236}">
                  <a16:creationId xmlns:a16="http://schemas.microsoft.com/office/drawing/2014/main" id="{1E918F80-2304-8C0C-67D4-DC19084FA2EB}"/>
                </a:ext>
              </a:extLst>
            </p:cNvPr>
            <p:cNvSpPr txBox="1">
              <a:spLocks noChangeArrowheads="1"/>
            </p:cNvSpPr>
            <p:nvPr/>
          </p:nvSpPr>
          <p:spPr bwMode="auto">
            <a:xfrm>
              <a:off x="243263" y="-608283"/>
              <a:ext cx="70276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just" eaLnBrk="1" hangingPunct="1"/>
              <a:r>
                <a:rPr lang="en-US" sz="2400" b="1" u="sng" dirty="0">
                  <a:solidFill>
                    <a:srgbClr val="3C2077"/>
                  </a:solidFill>
                  <a:latin typeface="Lato" panose="020F0502020204030203" pitchFamily="34" charset="0"/>
                </a:rPr>
                <a:t>Insertion</a:t>
              </a:r>
            </a:p>
            <a:p>
              <a:pPr algn="just" eaLnBrk="1" hangingPunct="1"/>
              <a:r>
                <a:rPr lang="en-US" sz="2400" dirty="0">
                  <a:solidFill>
                    <a:srgbClr val="3C2077"/>
                  </a:solidFill>
                  <a:latin typeface="Lato" panose="020F0502020204030203" pitchFamily="34" charset="0"/>
                </a:rPr>
                <a:t>	Insertion at the beginning.</a:t>
              </a:r>
            </a:p>
          </p:txBody>
        </p:sp>
      </p:grpSp>
      <p:grpSp>
        <p:nvGrpSpPr>
          <p:cNvPr id="8" name="Group 7">
            <a:extLst>
              <a:ext uri="{FF2B5EF4-FFF2-40B4-BE49-F238E27FC236}">
                <a16:creationId xmlns:a16="http://schemas.microsoft.com/office/drawing/2014/main" id="{C27AD685-8E33-407F-152C-9D577862F673}"/>
              </a:ext>
            </a:extLst>
          </p:cNvPr>
          <p:cNvGrpSpPr/>
          <p:nvPr/>
        </p:nvGrpSpPr>
        <p:grpSpPr>
          <a:xfrm>
            <a:off x="2819856" y="163671"/>
            <a:ext cx="6472161" cy="1102857"/>
            <a:chOff x="2819856" y="163671"/>
            <a:chExt cx="6472161" cy="1102857"/>
          </a:xfrm>
        </p:grpSpPr>
        <p:sp>
          <p:nvSpPr>
            <p:cNvPr id="9" name="Diamond 8">
              <a:extLst>
                <a:ext uri="{FF2B5EF4-FFF2-40B4-BE49-F238E27FC236}">
                  <a16:creationId xmlns:a16="http://schemas.microsoft.com/office/drawing/2014/main" id="{1BC38557-C3B5-524D-4448-ED9876F7A9CA}"/>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F9085AF5-A2E4-C994-97C1-2492B33DAC46}"/>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FEC98DB6-6C41-C963-4123-2EB5FE043572}"/>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B31DB2D6-D547-E7C8-ABA6-3EAE7B4648C6}"/>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D393FF2E-6248-7A17-1E2B-83C860F5E219}"/>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690DD94-805B-905F-E6F1-854296C60582}"/>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1" name="Diamond 20">
              <a:extLst>
                <a:ext uri="{FF2B5EF4-FFF2-40B4-BE49-F238E27FC236}">
                  <a16:creationId xmlns:a16="http://schemas.microsoft.com/office/drawing/2014/main" id="{69604A3B-F16B-11D2-A6AF-98EA33D277D7}"/>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D5BA1FAA-C92A-3912-03AD-8C0432414D40}"/>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43136B5C-F2B4-9C73-9D01-0C6261487A5F}"/>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4BEB8380-E311-020C-59A3-F21EA31F6A7D}"/>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Diamond 24">
              <a:extLst>
                <a:ext uri="{FF2B5EF4-FFF2-40B4-BE49-F238E27FC236}">
                  <a16:creationId xmlns:a16="http://schemas.microsoft.com/office/drawing/2014/main" id="{87CEDA5B-B03D-BFBC-6C99-EFF04D4CC442}"/>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a:extLst>
              <a:ext uri="{FF2B5EF4-FFF2-40B4-BE49-F238E27FC236}">
                <a16:creationId xmlns:a16="http://schemas.microsoft.com/office/drawing/2014/main" id="{C7A48FBE-CC68-8790-D6C3-1D80AED58D77}"/>
              </a:ext>
            </a:extLst>
          </p:cNvPr>
          <p:cNvPicPr>
            <a:picLocks noChangeAspect="1"/>
          </p:cNvPicPr>
          <p:nvPr/>
        </p:nvPicPr>
        <p:blipFill>
          <a:blip r:embed="rId8"/>
          <a:stretch>
            <a:fillRect/>
          </a:stretch>
        </p:blipFill>
        <p:spPr>
          <a:xfrm>
            <a:off x="4382353" y="2526716"/>
            <a:ext cx="6991032" cy="4338185"/>
          </a:xfrm>
          <a:prstGeom prst="rect">
            <a:avLst/>
          </a:prstGeom>
        </p:spPr>
      </p:pic>
    </p:spTree>
    <p:extLst>
      <p:ext uri="{BB962C8B-B14F-4D97-AF65-F5344CB8AC3E}">
        <p14:creationId xmlns:p14="http://schemas.microsoft.com/office/powerpoint/2010/main" val="3353557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84988345-E809-C211-070D-E3F769B71849}"/>
              </a:ext>
            </a:extLst>
          </p:cNvPr>
          <p:cNvGrpSpPr/>
          <p:nvPr/>
        </p:nvGrpSpPr>
        <p:grpSpPr>
          <a:xfrm>
            <a:off x="-12273144" y="-127577"/>
            <a:ext cx="12273144" cy="6985577"/>
            <a:chOff x="12150698" y="-127577"/>
            <a:chExt cx="12273144" cy="6985577"/>
          </a:xfrm>
        </p:grpSpPr>
        <p:pic>
          <p:nvPicPr>
            <p:cNvPr id="79" name="Picture 78">
              <a:extLst>
                <a:ext uri="{FF2B5EF4-FFF2-40B4-BE49-F238E27FC236}">
                  <a16:creationId xmlns:a16="http://schemas.microsoft.com/office/drawing/2014/main" id="{02C587CC-86BA-A9F9-7E34-259A7A24A69A}"/>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80" name="Rectangle 79">
              <a:extLst>
                <a:ext uri="{FF2B5EF4-FFF2-40B4-BE49-F238E27FC236}">
                  <a16:creationId xmlns:a16="http://schemas.microsoft.com/office/drawing/2014/main" id="{1FAE76A5-FFA0-C8E2-6969-E923A09F36B4}"/>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817081"/>
            <a:ext cx="5587690" cy="276999"/>
          </a:xfrm>
          <a:prstGeom prst="rect">
            <a:avLst/>
          </a:prstGeom>
          <a:noFill/>
        </p:spPr>
        <p:txBody>
          <a:bodyPr wrap="square" rtlCol="0">
            <a:spAutoFit/>
          </a:bodyPr>
          <a:lstStyle/>
          <a:p>
            <a:pPr algn="ctr"/>
            <a:r>
              <a:rPr lang="en-US" sz="1200" spc="600" dirty="0">
                <a:solidFill>
                  <a:schemeClr val="bg1"/>
                </a:solidFill>
                <a:latin typeface="Montserrat Light" pitchFamily="2" charset="77"/>
              </a:rPr>
              <a:t>WWW.PPTHEMES.COM </a:t>
            </a:r>
          </a:p>
        </p:txBody>
      </p:sp>
      <p:sp>
        <p:nvSpPr>
          <p:cNvPr id="48" name="Rectángulo: esquinas redondeadas 95">
            <a:extLst>
              <a:ext uri="{FF2B5EF4-FFF2-40B4-BE49-F238E27FC236}">
                <a16:creationId xmlns:a16="http://schemas.microsoft.com/office/drawing/2014/main" id="{F143FCCF-844C-6FBA-C53A-229E5264410E}"/>
              </a:ext>
            </a:extLst>
          </p:cNvPr>
          <p:cNvSpPr/>
          <p:nvPr/>
        </p:nvSpPr>
        <p:spPr>
          <a:xfrm rot="16200000">
            <a:off x="-7062384" y="1328221"/>
            <a:ext cx="2325187" cy="279984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sp>
        <p:nvSpPr>
          <p:cNvPr id="49" name="Rectángulo: esquinas redondeadas 92">
            <a:extLst>
              <a:ext uri="{FF2B5EF4-FFF2-40B4-BE49-F238E27FC236}">
                <a16:creationId xmlns:a16="http://schemas.microsoft.com/office/drawing/2014/main" id="{EB369193-D374-720B-2A8B-2ED6BA849A11}"/>
              </a:ext>
            </a:extLst>
          </p:cNvPr>
          <p:cNvSpPr/>
          <p:nvPr/>
        </p:nvSpPr>
        <p:spPr>
          <a:xfrm rot="10800000">
            <a:off x="-6821998" y="2615392"/>
            <a:ext cx="2325187" cy="279984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sp>
        <p:nvSpPr>
          <p:cNvPr id="50" name="Rectángulo: esquinas redondeadas 89">
            <a:extLst>
              <a:ext uri="{FF2B5EF4-FFF2-40B4-BE49-F238E27FC236}">
                <a16:creationId xmlns:a16="http://schemas.microsoft.com/office/drawing/2014/main" id="{67E37CEB-75F6-8038-9C44-EFEF0AA823E8}"/>
              </a:ext>
            </a:extLst>
          </p:cNvPr>
          <p:cNvSpPr/>
          <p:nvPr/>
        </p:nvSpPr>
        <p:spPr>
          <a:xfrm rot="5400000">
            <a:off x="-5534828" y="2378062"/>
            <a:ext cx="2325187" cy="279984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sp>
        <p:nvSpPr>
          <p:cNvPr id="51" name="Rectángulo: esquinas redondeadas 80">
            <a:extLst>
              <a:ext uri="{FF2B5EF4-FFF2-40B4-BE49-F238E27FC236}">
                <a16:creationId xmlns:a16="http://schemas.microsoft.com/office/drawing/2014/main" id="{CB25E3F7-C921-213D-6BE3-F1C9E6611905}"/>
              </a:ext>
            </a:extLst>
          </p:cNvPr>
          <p:cNvSpPr/>
          <p:nvPr/>
        </p:nvSpPr>
        <p:spPr>
          <a:xfrm>
            <a:off x="-5772159" y="1090891"/>
            <a:ext cx="2325187" cy="279984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sp>
        <p:nvSpPr>
          <p:cNvPr id="54" name="Forma libre: forma 83">
            <a:hlinkClick r:id="rId3" action="ppaction://hlinksldjump"/>
            <a:extLst>
              <a:ext uri="{FF2B5EF4-FFF2-40B4-BE49-F238E27FC236}">
                <a16:creationId xmlns:a16="http://schemas.microsoft.com/office/drawing/2014/main" id="{9423E9A2-8600-F78A-4482-66897FAF6FDF}"/>
              </a:ext>
            </a:extLst>
          </p:cNvPr>
          <p:cNvSpPr/>
          <p:nvPr/>
        </p:nvSpPr>
        <p:spPr>
          <a:xfrm>
            <a:off x="-5772159" y="1090891"/>
            <a:ext cx="693363" cy="279984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900"/>
          </a:p>
        </p:txBody>
      </p:sp>
      <p:sp>
        <p:nvSpPr>
          <p:cNvPr id="55" name="Forma libre: forma 90">
            <a:hlinkClick r:id="rId4" action="ppaction://hlinksldjump"/>
            <a:extLst>
              <a:ext uri="{FF2B5EF4-FFF2-40B4-BE49-F238E27FC236}">
                <a16:creationId xmlns:a16="http://schemas.microsoft.com/office/drawing/2014/main" id="{565E8740-9568-381E-4CBF-D28F1EE82394}"/>
              </a:ext>
            </a:extLst>
          </p:cNvPr>
          <p:cNvSpPr/>
          <p:nvPr/>
        </p:nvSpPr>
        <p:spPr>
          <a:xfrm rot="5400000">
            <a:off x="-4718915" y="1562150"/>
            <a:ext cx="693363" cy="279984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900"/>
          </a:p>
        </p:txBody>
      </p:sp>
      <p:sp>
        <p:nvSpPr>
          <p:cNvPr id="56" name="Forma libre: forma 93">
            <a:extLst>
              <a:ext uri="{FF2B5EF4-FFF2-40B4-BE49-F238E27FC236}">
                <a16:creationId xmlns:a16="http://schemas.microsoft.com/office/drawing/2014/main" id="{2FA1FF17-ACB8-4C9B-703B-3BFD14450726}"/>
              </a:ext>
            </a:extLst>
          </p:cNvPr>
          <p:cNvSpPr/>
          <p:nvPr/>
        </p:nvSpPr>
        <p:spPr>
          <a:xfrm rot="10800000">
            <a:off x="-5190174" y="2615392"/>
            <a:ext cx="693363" cy="279984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900"/>
          </a:p>
        </p:txBody>
      </p:sp>
      <p:sp>
        <p:nvSpPr>
          <p:cNvPr id="57" name="Forma libre: forma 96">
            <a:extLst>
              <a:ext uri="{FF2B5EF4-FFF2-40B4-BE49-F238E27FC236}">
                <a16:creationId xmlns:a16="http://schemas.microsoft.com/office/drawing/2014/main" id="{151D9F2D-B898-054B-BE4F-1AF17192A10A}"/>
              </a:ext>
            </a:extLst>
          </p:cNvPr>
          <p:cNvSpPr/>
          <p:nvPr/>
        </p:nvSpPr>
        <p:spPr>
          <a:xfrm rot="16200000">
            <a:off x="-6246472" y="2144133"/>
            <a:ext cx="693363" cy="279984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900"/>
          </a:p>
        </p:txBody>
      </p:sp>
      <p:pic>
        <p:nvPicPr>
          <p:cNvPr id="58" name="Gráfico 116" descr="Aula de clases con relleno sólido">
            <a:extLst>
              <a:ext uri="{FF2B5EF4-FFF2-40B4-BE49-F238E27FC236}">
                <a16:creationId xmlns:a16="http://schemas.microsoft.com/office/drawing/2014/main" id="{6CD7C831-4AD7-16EF-389B-D75CDE0B13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90695" y="3197376"/>
            <a:ext cx="618363" cy="618363"/>
          </a:xfrm>
          <a:prstGeom prst="rect">
            <a:avLst/>
          </a:prstGeom>
        </p:spPr>
      </p:pic>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52674" y="4531506"/>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830768" y="2690559"/>
            <a:ext cx="618363" cy="618363"/>
          </a:xfrm>
          <a:prstGeom prst="rect">
            <a:avLst/>
          </a:prstGeom>
        </p:spPr>
      </p:pic>
      <p:pic>
        <p:nvPicPr>
          <p:cNvPr id="61" name="Gráfico 119" descr="Círculos con flechas con relleno sólido">
            <a:extLst>
              <a:ext uri="{FF2B5EF4-FFF2-40B4-BE49-F238E27FC236}">
                <a16:creationId xmlns:a16="http://schemas.microsoft.com/office/drawing/2014/main" id="{A4B28701-F830-58A6-FBB3-9CA96158E9E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16876" y="1321916"/>
            <a:ext cx="618363" cy="618363"/>
          </a:xfrm>
          <a:prstGeom prst="rect">
            <a:avLst/>
          </a:prstGeom>
        </p:spPr>
      </p:pic>
      <p:sp>
        <p:nvSpPr>
          <p:cNvPr id="62" name="CuadroTexto 120">
            <a:extLst>
              <a:ext uri="{FF2B5EF4-FFF2-40B4-BE49-F238E27FC236}">
                <a16:creationId xmlns:a16="http://schemas.microsoft.com/office/drawing/2014/main" id="{3F96636D-1E4C-CDC3-A333-C01DC4754658}"/>
              </a:ext>
            </a:extLst>
          </p:cNvPr>
          <p:cNvSpPr txBox="1"/>
          <p:nvPr/>
        </p:nvSpPr>
        <p:spPr>
          <a:xfrm>
            <a:off x="-4805608" y="1484772"/>
            <a:ext cx="1142067" cy="954107"/>
          </a:xfrm>
          <a:prstGeom prst="rect">
            <a:avLst/>
          </a:prstGeom>
          <a:noFill/>
        </p:spPr>
        <p:txBody>
          <a:bodyPr wrap="square" rtlCol="0">
            <a:spAutoFit/>
          </a:bodyPr>
          <a:lstStyle/>
          <a:p>
            <a:pPr algn="ctr"/>
            <a:r>
              <a:rPr lang="es-ES" sz="2400" dirty="0">
                <a:solidFill>
                  <a:schemeClr val="accent5"/>
                </a:solidFill>
                <a:latin typeface="Montserrat Black" panose="00000A00000000000000" pitchFamily="50" charset="0"/>
              </a:rPr>
              <a:t>1</a:t>
            </a:r>
          </a:p>
          <a:p>
            <a:pPr algn="ctr"/>
            <a:r>
              <a:rPr lang="es-ES" sz="1600" dirty="0">
                <a:solidFill>
                  <a:schemeClr val="tx2"/>
                </a:solidFill>
                <a:latin typeface="Lato" panose="020F0502020204030203" pitchFamily="34" charset="0"/>
              </a:rPr>
              <a:t>A LEADER</a:t>
            </a:r>
          </a:p>
          <a:p>
            <a:pPr algn="ctr"/>
            <a:r>
              <a:rPr lang="es-ES" sz="1600" dirty="0">
                <a:solidFill>
                  <a:schemeClr val="tx2"/>
                </a:solidFill>
                <a:latin typeface="Lato" panose="020F0502020204030203" pitchFamily="34" charset="0"/>
              </a:rPr>
              <a:t>IS</a:t>
            </a:r>
            <a:endParaRPr lang="es-CO" sz="2000" dirty="0">
              <a:solidFill>
                <a:schemeClr val="tx2"/>
              </a:solidFill>
              <a:latin typeface="Lato" panose="020F0502020204030203" pitchFamily="34" charset="0"/>
            </a:endParaRPr>
          </a:p>
        </p:txBody>
      </p:sp>
      <p:sp>
        <p:nvSpPr>
          <p:cNvPr id="63" name="CuadroTexto 121">
            <a:extLst>
              <a:ext uri="{FF2B5EF4-FFF2-40B4-BE49-F238E27FC236}">
                <a16:creationId xmlns:a16="http://schemas.microsoft.com/office/drawing/2014/main" id="{CB1C02FD-A69C-F033-3600-CAA6F13FD521}"/>
              </a:ext>
            </a:extLst>
          </p:cNvPr>
          <p:cNvSpPr txBox="1"/>
          <p:nvPr/>
        </p:nvSpPr>
        <p:spPr>
          <a:xfrm>
            <a:off x="-4396714" y="3696529"/>
            <a:ext cx="1282764" cy="1323439"/>
          </a:xfrm>
          <a:prstGeom prst="rect">
            <a:avLst/>
          </a:prstGeom>
          <a:noFill/>
        </p:spPr>
        <p:txBody>
          <a:bodyPr wrap="square" rtlCol="0">
            <a:spAutoFit/>
          </a:bodyPr>
          <a:lstStyle/>
          <a:p>
            <a:pPr algn="ctr"/>
            <a:r>
              <a:rPr lang="es-ES" sz="2400" dirty="0">
                <a:solidFill>
                  <a:schemeClr val="accent2"/>
                </a:solidFill>
                <a:latin typeface="Montserrat Black" panose="00000A00000000000000" pitchFamily="50" charset="0"/>
              </a:rPr>
              <a:t>2</a:t>
            </a:r>
          </a:p>
          <a:p>
            <a:pPr algn="ctr"/>
            <a:r>
              <a:rPr lang="es-ES" sz="1400" dirty="0">
                <a:solidFill>
                  <a:schemeClr val="tx2"/>
                </a:solidFill>
                <a:latin typeface="Lato" panose="020F0502020204030203" pitchFamily="34" charset="0"/>
              </a:rPr>
              <a:t>A MANAGER </a:t>
            </a:r>
          </a:p>
          <a:p>
            <a:pPr algn="ctr"/>
            <a:r>
              <a:rPr lang="es-ES" dirty="0">
                <a:solidFill>
                  <a:schemeClr val="tx2"/>
                </a:solidFill>
                <a:latin typeface="Lato" panose="020F0502020204030203" pitchFamily="34" charset="0"/>
              </a:rPr>
              <a:t>IS</a:t>
            </a:r>
            <a:endParaRPr lang="es-CO" dirty="0">
              <a:solidFill>
                <a:schemeClr val="tx2"/>
              </a:solidFill>
              <a:latin typeface="Lato" panose="020F0502020204030203" pitchFamily="34" charset="0"/>
            </a:endParaRPr>
          </a:p>
          <a:p>
            <a:pPr algn="ctr"/>
            <a:endParaRPr lang="es-CO" sz="2400" dirty="0">
              <a:solidFill>
                <a:schemeClr val="tx2"/>
              </a:solidFill>
              <a:latin typeface="Lato" panose="020F0502020204030203" pitchFamily="34" charset="0"/>
            </a:endParaRPr>
          </a:p>
        </p:txBody>
      </p:sp>
      <p:sp>
        <p:nvSpPr>
          <p:cNvPr id="64" name="CuadroTexto 122">
            <a:extLst>
              <a:ext uri="{FF2B5EF4-FFF2-40B4-BE49-F238E27FC236}">
                <a16:creationId xmlns:a16="http://schemas.microsoft.com/office/drawing/2014/main" id="{53937A46-EFC4-D48C-31CF-30041DB2E320}"/>
              </a:ext>
            </a:extLst>
          </p:cNvPr>
          <p:cNvSpPr txBox="1"/>
          <p:nvPr/>
        </p:nvSpPr>
        <p:spPr>
          <a:xfrm>
            <a:off x="-6476102" y="4106476"/>
            <a:ext cx="1142067" cy="984885"/>
          </a:xfrm>
          <a:prstGeom prst="rect">
            <a:avLst/>
          </a:prstGeom>
          <a:noFill/>
        </p:spPr>
        <p:txBody>
          <a:bodyPr wrap="square" rtlCol="0">
            <a:spAutoFit/>
          </a:bodyPr>
          <a:lstStyle/>
          <a:p>
            <a:pPr algn="ctr"/>
            <a:r>
              <a:rPr lang="es-ES" sz="2400" dirty="0">
                <a:solidFill>
                  <a:schemeClr val="accent3"/>
                </a:solidFill>
                <a:latin typeface="Montserrat Black" panose="00000A00000000000000" pitchFamily="50" charset="0"/>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A LEADER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IS</a:t>
            </a:r>
            <a:endParaRPr lang="es-CO" dirty="0">
              <a:solidFill>
                <a:schemeClr val="tx2"/>
              </a:solidFill>
              <a:latin typeface="Lato" panose="020F0502020204030203" pitchFamily="34" charset="0"/>
            </a:endParaRPr>
          </a:p>
        </p:txBody>
      </p:sp>
      <p:sp>
        <p:nvSpPr>
          <p:cNvPr id="65" name="CuadroTexto 123">
            <a:extLst>
              <a:ext uri="{FF2B5EF4-FFF2-40B4-BE49-F238E27FC236}">
                <a16:creationId xmlns:a16="http://schemas.microsoft.com/office/drawing/2014/main" id="{CC38C022-1785-34A0-254B-E713811BECF3}"/>
              </a:ext>
            </a:extLst>
          </p:cNvPr>
          <p:cNvSpPr txBox="1"/>
          <p:nvPr/>
        </p:nvSpPr>
        <p:spPr>
          <a:xfrm>
            <a:off x="-7017456" y="1854103"/>
            <a:ext cx="1142067" cy="1169551"/>
          </a:xfrm>
          <a:prstGeom prst="rect">
            <a:avLst/>
          </a:prstGeom>
          <a:noFill/>
        </p:spPr>
        <p:txBody>
          <a:bodyPr wrap="square" rtlCol="0">
            <a:spAutoFit/>
          </a:bodyPr>
          <a:lstStyle/>
          <a:p>
            <a:pPr algn="ctr"/>
            <a:r>
              <a:rPr lang="es-ES" sz="2400" dirty="0">
                <a:solidFill>
                  <a:schemeClr val="accent4"/>
                </a:solidFill>
                <a:latin typeface="Montserrat Black" panose="00000A00000000000000" pitchFamily="50" charset="0"/>
              </a:rPr>
              <a:t>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A MANAGER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IS</a:t>
            </a:r>
            <a:endParaRPr kumimoji="0" lang="es-CO" sz="18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grpSp>
        <p:nvGrpSpPr>
          <p:cNvPr id="66" name="Grupo 79">
            <a:extLst>
              <a:ext uri="{FF2B5EF4-FFF2-40B4-BE49-F238E27FC236}">
                <a16:creationId xmlns:a16="http://schemas.microsoft.com/office/drawing/2014/main" id="{932B9389-E17E-D310-8F84-7C433D88A7CB}"/>
              </a:ext>
            </a:extLst>
          </p:cNvPr>
          <p:cNvGrpSpPr/>
          <p:nvPr/>
        </p:nvGrpSpPr>
        <p:grpSpPr>
          <a:xfrm>
            <a:off x="-5772159" y="2605767"/>
            <a:ext cx="1275348" cy="1275348"/>
            <a:chOff x="9095873" y="4745254"/>
            <a:chExt cx="2550695" cy="2550695"/>
          </a:xfrm>
        </p:grpSpPr>
        <p:sp>
          <p:nvSpPr>
            <p:cNvPr id="67" name="Elipse 78">
              <a:extLst>
                <a:ext uri="{FF2B5EF4-FFF2-40B4-BE49-F238E27FC236}">
                  <a16:creationId xmlns:a16="http://schemas.microsoft.com/office/drawing/2014/main" id="{295FFC8C-44F1-A874-8766-6D52947DC9CD}"/>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sp>
          <p:nvSpPr>
            <p:cNvPr id="68" name="Elipse 77">
              <a:extLst>
                <a:ext uri="{FF2B5EF4-FFF2-40B4-BE49-F238E27FC236}">
                  <a16:creationId xmlns:a16="http://schemas.microsoft.com/office/drawing/2014/main" id="{C4B04818-C0A1-BA13-DD0D-7DC1EBA2527C}"/>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900"/>
            </a:p>
          </p:txBody>
        </p:sp>
      </p:grpSp>
      <p:pic>
        <p:nvPicPr>
          <p:cNvPr id="69" name="Gráfico 115" descr="Libros en una estantería con relleno sólido">
            <a:extLst>
              <a:ext uri="{FF2B5EF4-FFF2-40B4-BE49-F238E27FC236}">
                <a16:creationId xmlns:a16="http://schemas.microsoft.com/office/drawing/2014/main" id="{8512958B-0354-4B46-9BBA-BE1177D874D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461856" y="2906130"/>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9257" y="-4929"/>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rot="16200000">
            <a:off x="686985" y="2472083"/>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16200000">
            <a:off x="1829004" y="129803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16200000">
            <a:off x="-493219" y="1337741"/>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16200000">
            <a:off x="674431" y="18732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4CD3A6B7-3F1B-F2DD-0C30-AFE1B7ED5A06}"/>
              </a:ext>
            </a:extLst>
          </p:cNvPr>
          <p:cNvSpPr txBox="1">
            <a:spLocks/>
          </p:cNvSpPr>
          <p:nvPr/>
        </p:nvSpPr>
        <p:spPr>
          <a:xfrm>
            <a:off x="8289060"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26" name="Text Placeholder 25">
            <a:extLst>
              <a:ext uri="{FF2B5EF4-FFF2-40B4-BE49-F238E27FC236}">
                <a16:creationId xmlns:a16="http://schemas.microsoft.com/office/drawing/2014/main" id="{DF63D211-71DA-16D5-949B-EBD60B073A6A}"/>
              </a:ext>
            </a:extLst>
          </p:cNvPr>
          <p:cNvSpPr txBox="1">
            <a:spLocks/>
          </p:cNvSpPr>
          <p:nvPr/>
        </p:nvSpPr>
        <p:spPr>
          <a:xfrm>
            <a:off x="9761899"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32" name="TextBox 31">
            <a:extLst>
              <a:ext uri="{FF2B5EF4-FFF2-40B4-BE49-F238E27FC236}">
                <a16:creationId xmlns:a16="http://schemas.microsoft.com/office/drawing/2014/main" id="{81F3022B-090C-77FC-64FD-F95BF94621F5}"/>
              </a:ext>
            </a:extLst>
          </p:cNvPr>
          <p:cNvSpPr txBox="1"/>
          <p:nvPr/>
        </p:nvSpPr>
        <p:spPr>
          <a:xfrm>
            <a:off x="2142148" y="-685517"/>
            <a:ext cx="8052403" cy="584775"/>
          </a:xfrm>
          <a:prstGeom prst="rect">
            <a:avLst/>
          </a:prstGeom>
          <a:noFill/>
        </p:spPr>
        <p:txBody>
          <a:bodyPr wrap="square" rtlCol="0">
            <a:spAutoFit/>
          </a:bodyPr>
          <a:lstStyle/>
          <a:p>
            <a:pPr algn="ctr"/>
            <a:r>
              <a:rPr lang="en-US" sz="3200" b="1" dirty="0">
                <a:solidFill>
                  <a:schemeClr val="bg1"/>
                </a:solidFill>
                <a:latin typeface="Montserrat" pitchFamily="2" charset="77"/>
              </a:rPr>
              <a:t>THANKS</a:t>
            </a:r>
            <a:endParaRPr lang="en-US" sz="3200" dirty="0">
              <a:solidFill>
                <a:schemeClr val="bg1"/>
              </a:solidFill>
              <a:latin typeface="Montserrat" pitchFamily="2" charset="77"/>
            </a:endParaRPr>
          </a:p>
        </p:txBody>
      </p:sp>
      <p:sp>
        <p:nvSpPr>
          <p:cNvPr id="33" name="TextBox 32">
            <a:extLst>
              <a:ext uri="{FF2B5EF4-FFF2-40B4-BE49-F238E27FC236}">
                <a16:creationId xmlns:a16="http://schemas.microsoft.com/office/drawing/2014/main" id="{C2AFBC03-8988-8C4C-3F88-765ED01F9725}"/>
              </a:ext>
            </a:extLst>
          </p:cNvPr>
          <p:cNvSpPr txBox="1"/>
          <p:nvPr/>
        </p:nvSpPr>
        <p:spPr>
          <a:xfrm>
            <a:off x="2142148" y="-1886401"/>
            <a:ext cx="8052403" cy="584775"/>
          </a:xfrm>
          <a:prstGeom prst="rect">
            <a:avLst/>
          </a:prstGeom>
          <a:noFill/>
        </p:spPr>
        <p:txBody>
          <a:bodyPr wrap="square" rtlCol="0">
            <a:spAutoFit/>
          </a:bodyPr>
          <a:lstStyle/>
          <a:p>
            <a:pPr algn="ctr"/>
            <a:r>
              <a:rPr lang="en-US" sz="3200" b="1" dirty="0">
                <a:ln>
                  <a:solidFill>
                    <a:schemeClr val="bg1"/>
                  </a:solidFill>
                </a:ln>
                <a:noFill/>
                <a:latin typeface="Montserrat" pitchFamily="2" charset="77"/>
              </a:rPr>
              <a:t>THANKS</a:t>
            </a:r>
            <a:endParaRPr lang="en-US" sz="3200" dirty="0">
              <a:ln>
                <a:solidFill>
                  <a:schemeClr val="bg1"/>
                </a:solidFill>
              </a:ln>
              <a:noFill/>
              <a:latin typeface="Montserrat" pitchFamily="2" charset="77"/>
            </a:endParaRPr>
          </a:p>
        </p:txBody>
      </p:sp>
      <p:sp>
        <p:nvSpPr>
          <p:cNvPr id="34" name="TextBox 33">
            <a:extLst>
              <a:ext uri="{FF2B5EF4-FFF2-40B4-BE49-F238E27FC236}">
                <a16:creationId xmlns:a16="http://schemas.microsoft.com/office/drawing/2014/main" id="{3DB7D477-3E34-B366-7039-F9EB56ECCAFC}"/>
              </a:ext>
            </a:extLst>
          </p:cNvPr>
          <p:cNvSpPr txBox="1"/>
          <p:nvPr/>
        </p:nvSpPr>
        <p:spPr>
          <a:xfrm>
            <a:off x="2142148" y="6931386"/>
            <a:ext cx="8052403" cy="584775"/>
          </a:xfrm>
          <a:prstGeom prst="rect">
            <a:avLst/>
          </a:prstGeom>
          <a:noFill/>
        </p:spPr>
        <p:txBody>
          <a:bodyPr wrap="square" rtlCol="0">
            <a:spAutoFit/>
          </a:bodyPr>
          <a:lstStyle/>
          <a:p>
            <a:pPr algn="ctr"/>
            <a:r>
              <a:rPr lang="en-US" sz="3200" b="1" dirty="0">
                <a:ln>
                  <a:solidFill>
                    <a:schemeClr val="bg1"/>
                  </a:solidFill>
                </a:ln>
                <a:noFill/>
                <a:latin typeface="Montserrat" pitchFamily="2" charset="77"/>
              </a:rPr>
              <a:t>THANKS</a:t>
            </a:r>
            <a:endParaRPr lang="en-US" sz="3200" dirty="0">
              <a:ln>
                <a:solidFill>
                  <a:schemeClr val="bg1"/>
                </a:solidFill>
              </a:ln>
              <a:noFill/>
              <a:latin typeface="Montserrat" pitchFamily="2" charset="77"/>
            </a:endParaRPr>
          </a:p>
        </p:txBody>
      </p:sp>
      <p:sp>
        <p:nvSpPr>
          <p:cNvPr id="35" name="TextBox 34">
            <a:extLst>
              <a:ext uri="{FF2B5EF4-FFF2-40B4-BE49-F238E27FC236}">
                <a16:creationId xmlns:a16="http://schemas.microsoft.com/office/drawing/2014/main" id="{30EA0FCC-21F0-9E42-F23A-ECA1CB4A58CC}"/>
              </a:ext>
            </a:extLst>
          </p:cNvPr>
          <p:cNvSpPr txBox="1"/>
          <p:nvPr/>
        </p:nvSpPr>
        <p:spPr>
          <a:xfrm>
            <a:off x="3302155" y="7390227"/>
            <a:ext cx="5587690" cy="461665"/>
          </a:xfrm>
          <a:prstGeom prst="rect">
            <a:avLst/>
          </a:prstGeom>
          <a:noFill/>
        </p:spPr>
        <p:txBody>
          <a:bodyPr wrap="square" rtlCol="0">
            <a:spAutoFit/>
          </a:bodyPr>
          <a:lstStyle/>
          <a:p>
            <a:pPr algn="ctr"/>
            <a:r>
              <a:rPr lang="en-US" sz="1200" spc="600" dirty="0">
                <a:solidFill>
                  <a:schemeClr val="bg1"/>
                </a:solidFill>
                <a:latin typeface="Montserrat Light" pitchFamily="2" charset="77"/>
              </a:rPr>
              <a:t>BY JOLIE</a:t>
            </a:r>
          </a:p>
          <a:p>
            <a:pPr algn="ctr"/>
            <a:r>
              <a:rPr lang="en-US" sz="1200" spc="600" dirty="0">
                <a:solidFill>
                  <a:srgbClr val="FFAA19"/>
                </a:solidFill>
                <a:latin typeface="Montserrat Light" pitchFamily="2" charset="77"/>
              </a:rPr>
              <a:t>DOWNLOAD FOR FREE ON</a:t>
            </a:r>
          </a:p>
        </p:txBody>
      </p:sp>
      <p:grpSp>
        <p:nvGrpSpPr>
          <p:cNvPr id="2" name="Group 1">
            <a:extLst>
              <a:ext uri="{FF2B5EF4-FFF2-40B4-BE49-F238E27FC236}">
                <a16:creationId xmlns:a16="http://schemas.microsoft.com/office/drawing/2014/main" id="{5243F833-F401-0DB9-32AB-A885267544FC}"/>
              </a:ext>
            </a:extLst>
          </p:cNvPr>
          <p:cNvGrpSpPr/>
          <p:nvPr/>
        </p:nvGrpSpPr>
        <p:grpSpPr>
          <a:xfrm>
            <a:off x="2819856" y="163671"/>
            <a:ext cx="6472161" cy="1102857"/>
            <a:chOff x="2819856" y="163671"/>
            <a:chExt cx="6472161" cy="1102857"/>
          </a:xfrm>
        </p:grpSpPr>
        <p:sp>
          <p:nvSpPr>
            <p:cNvPr id="3" name="Diamond 2">
              <a:extLst>
                <a:ext uri="{FF2B5EF4-FFF2-40B4-BE49-F238E27FC236}">
                  <a16:creationId xmlns:a16="http://schemas.microsoft.com/office/drawing/2014/main" id="{19032ED4-3936-AA3B-B28C-567D53C01EFE}"/>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13897B3B-CAC4-2D28-75AB-F3314AADE6CF}"/>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Diamond 4">
              <a:extLst>
                <a:ext uri="{FF2B5EF4-FFF2-40B4-BE49-F238E27FC236}">
                  <a16:creationId xmlns:a16="http://schemas.microsoft.com/office/drawing/2014/main" id="{0056CBD5-4FC8-CEF0-0804-673B7AF78D12}"/>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iamond 5">
              <a:extLst>
                <a:ext uri="{FF2B5EF4-FFF2-40B4-BE49-F238E27FC236}">
                  <a16:creationId xmlns:a16="http://schemas.microsoft.com/office/drawing/2014/main" id="{B5AC7FCA-9FFC-AB35-616F-CC977C587705}"/>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6F922609-7A13-60DA-DD98-4F79F44F313E}"/>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26518A5-FAE4-43F6-A13A-DF3FD7F09678}"/>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10" name="Diamond 9">
              <a:extLst>
                <a:ext uri="{FF2B5EF4-FFF2-40B4-BE49-F238E27FC236}">
                  <a16:creationId xmlns:a16="http://schemas.microsoft.com/office/drawing/2014/main" id="{FCEA95B0-552B-45FE-3147-FF093C1A4740}"/>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9E20FA35-32C4-7348-FB97-C525C3867AB0}"/>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A0682BA6-FAB8-3D69-DBC0-3A2902E848A4}"/>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F1187670-1B3E-A33C-6B01-DDB49093E1C0}"/>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EF8F7E5A-73A2-255E-0427-810DCD7A99A9}"/>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0E4EA753-0403-C299-ACD7-73DA53D8AE95}"/>
              </a:ext>
            </a:extLst>
          </p:cNvPr>
          <p:cNvGrpSpPr/>
          <p:nvPr/>
        </p:nvGrpSpPr>
        <p:grpSpPr>
          <a:xfrm>
            <a:off x="3714214" y="1545052"/>
            <a:ext cx="7292720" cy="2277291"/>
            <a:chOff x="243263" y="-608283"/>
            <a:chExt cx="7027661" cy="2277291"/>
          </a:xfrm>
        </p:grpSpPr>
        <p:sp>
          <p:nvSpPr>
            <p:cNvPr id="19" name="TextBox 18">
              <a:extLst>
                <a:ext uri="{FF2B5EF4-FFF2-40B4-BE49-F238E27FC236}">
                  <a16:creationId xmlns:a16="http://schemas.microsoft.com/office/drawing/2014/main" id="{070CAFED-5796-669A-5FDF-41FBAD76D720}"/>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20" name="TextBox 19">
              <a:extLst>
                <a:ext uri="{FF2B5EF4-FFF2-40B4-BE49-F238E27FC236}">
                  <a16:creationId xmlns:a16="http://schemas.microsoft.com/office/drawing/2014/main" id="{5454165B-37F6-20CC-FA1B-816E75501E00}"/>
                </a:ext>
              </a:extLst>
            </p:cNvPr>
            <p:cNvSpPr txBox="1">
              <a:spLocks noChangeArrowheads="1"/>
            </p:cNvSpPr>
            <p:nvPr/>
          </p:nvSpPr>
          <p:spPr bwMode="auto">
            <a:xfrm>
              <a:off x="243263" y="-608283"/>
              <a:ext cx="702766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just" eaLnBrk="1" hangingPunct="1"/>
              <a:r>
                <a:rPr lang="en-US" sz="2400" b="1" u="sng" dirty="0">
                  <a:solidFill>
                    <a:srgbClr val="3C2077"/>
                  </a:solidFill>
                  <a:latin typeface="Lato" panose="020F0502020204030203" pitchFamily="34" charset="0"/>
                </a:rPr>
                <a:t>Insertion</a:t>
              </a:r>
            </a:p>
            <a:p>
              <a:pPr algn="just" eaLnBrk="1" hangingPunct="1"/>
              <a:r>
                <a:rPr lang="en-US" sz="2400" dirty="0">
                  <a:solidFill>
                    <a:srgbClr val="3C2077"/>
                  </a:solidFill>
                  <a:latin typeface="Lato" panose="020F0502020204030203" pitchFamily="34" charset="0"/>
                </a:rPr>
                <a:t>	Insertion at an arbitrary location.</a:t>
              </a:r>
            </a:p>
            <a:p>
              <a:pPr algn="just" eaLnBrk="1" hangingPunct="1"/>
              <a:endParaRPr lang="en-US" sz="2400" dirty="0">
                <a:solidFill>
                  <a:srgbClr val="3C2077"/>
                </a:solidFill>
                <a:latin typeface="Lato" panose="020F0502020204030203" pitchFamily="34" charset="0"/>
              </a:endParaRPr>
            </a:p>
          </p:txBody>
        </p:sp>
      </p:grpSp>
      <p:pic>
        <p:nvPicPr>
          <p:cNvPr id="21" name="Picture 20">
            <a:extLst>
              <a:ext uri="{FF2B5EF4-FFF2-40B4-BE49-F238E27FC236}">
                <a16:creationId xmlns:a16="http://schemas.microsoft.com/office/drawing/2014/main" id="{4BE07B6A-A001-07A5-85AF-92A5919B50BE}"/>
              </a:ext>
            </a:extLst>
          </p:cNvPr>
          <p:cNvPicPr>
            <a:picLocks noChangeAspect="1"/>
          </p:cNvPicPr>
          <p:nvPr/>
        </p:nvPicPr>
        <p:blipFill>
          <a:blip r:embed="rId15"/>
          <a:stretch>
            <a:fillRect/>
          </a:stretch>
        </p:blipFill>
        <p:spPr>
          <a:xfrm>
            <a:off x="4206388" y="2422742"/>
            <a:ext cx="7487884" cy="4068137"/>
          </a:xfrm>
          <a:prstGeom prst="rect">
            <a:avLst/>
          </a:prstGeom>
        </p:spPr>
      </p:pic>
    </p:spTree>
    <p:extLst>
      <p:ext uri="{BB962C8B-B14F-4D97-AF65-F5344CB8AC3E}">
        <p14:creationId xmlns:p14="http://schemas.microsoft.com/office/powerpoint/2010/main" val="2960521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STYLES OF LEADERSHIP</a:t>
              </a:r>
              <a:endParaRPr lang="ru-RU" b="1" dirty="0">
                <a:solidFill>
                  <a:schemeClr val="bg1"/>
                </a:solidFill>
                <a:latin typeface="Montserrat-Bold" panose="00000800000000000000" pitchFamily="50" charset="0"/>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algn="r"/>
            <a:r>
              <a:rPr lang="en-US" spc="600" dirty="0">
                <a:solidFill>
                  <a:schemeClr val="bg1"/>
                </a:solidFill>
                <a:latin typeface="Montserrat Light" pitchFamily="2" charset="77"/>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a:off x="-474486" y="134879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699562" y="249081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659856" y="168593"/>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1810271" y="133624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7F530836-35DC-8B6A-573A-368B87C38FBA}"/>
              </a:ext>
            </a:extLst>
          </p:cNvPr>
          <p:cNvGrpSpPr/>
          <p:nvPr/>
        </p:nvGrpSpPr>
        <p:grpSpPr>
          <a:xfrm>
            <a:off x="2819856" y="163671"/>
            <a:ext cx="6472161" cy="1102857"/>
            <a:chOff x="2819856" y="163671"/>
            <a:chExt cx="6472161" cy="1102857"/>
          </a:xfrm>
        </p:grpSpPr>
        <p:sp>
          <p:nvSpPr>
            <p:cNvPr id="4" name="Diamond 3">
              <a:extLst>
                <a:ext uri="{FF2B5EF4-FFF2-40B4-BE49-F238E27FC236}">
                  <a16:creationId xmlns:a16="http://schemas.microsoft.com/office/drawing/2014/main" id="{82EC0DEC-5235-48E6-D8A6-E97E618BCEF1}"/>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iamond 4">
              <a:extLst>
                <a:ext uri="{FF2B5EF4-FFF2-40B4-BE49-F238E27FC236}">
                  <a16:creationId xmlns:a16="http://schemas.microsoft.com/office/drawing/2014/main" id="{BC603D42-0015-F383-C250-62A9DC18B037}"/>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Diamond 5">
              <a:extLst>
                <a:ext uri="{FF2B5EF4-FFF2-40B4-BE49-F238E27FC236}">
                  <a16:creationId xmlns:a16="http://schemas.microsoft.com/office/drawing/2014/main" id="{6EF54E9A-0249-AD29-6823-7A4E9587295D}"/>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a:extLst>
                <a:ext uri="{FF2B5EF4-FFF2-40B4-BE49-F238E27FC236}">
                  <a16:creationId xmlns:a16="http://schemas.microsoft.com/office/drawing/2014/main" id="{E4DE8826-C2E3-0E77-B8F9-E4C3D0219FDA}"/>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3D639047-59AF-01AB-E0D6-7D4C1C7F0E20}"/>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567734F-F0FA-26B1-CD00-BDB1B2D78D96}"/>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13" name="Diamond 12">
              <a:extLst>
                <a:ext uri="{FF2B5EF4-FFF2-40B4-BE49-F238E27FC236}">
                  <a16:creationId xmlns:a16="http://schemas.microsoft.com/office/drawing/2014/main" id="{DF749D23-FE7C-80B5-AEB1-1DD5DC98C4C6}"/>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A11D8EA7-81C4-BE06-40D5-0E868C36C092}"/>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F44E1BE7-1F3B-BA26-82F8-1746812519E2}"/>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7E7BA3A0-E739-CBE4-539A-CEF4E6C75EB5}"/>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51E379BE-F406-A620-B024-E3E0C542E33D}"/>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9405AC49-9343-1171-DC77-29845108387C}"/>
              </a:ext>
            </a:extLst>
          </p:cNvPr>
          <p:cNvGrpSpPr/>
          <p:nvPr/>
        </p:nvGrpSpPr>
        <p:grpSpPr>
          <a:xfrm>
            <a:off x="3714214" y="1545052"/>
            <a:ext cx="7292720" cy="2277291"/>
            <a:chOff x="243263" y="-608283"/>
            <a:chExt cx="7027661" cy="2277291"/>
          </a:xfrm>
        </p:grpSpPr>
        <p:sp>
          <p:nvSpPr>
            <p:cNvPr id="25" name="TextBox 24">
              <a:extLst>
                <a:ext uri="{FF2B5EF4-FFF2-40B4-BE49-F238E27FC236}">
                  <a16:creationId xmlns:a16="http://schemas.microsoft.com/office/drawing/2014/main" id="{DB2E30D2-9A88-2833-3DA8-0635E345423D}"/>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26" name="TextBox 25">
              <a:extLst>
                <a:ext uri="{FF2B5EF4-FFF2-40B4-BE49-F238E27FC236}">
                  <a16:creationId xmlns:a16="http://schemas.microsoft.com/office/drawing/2014/main" id="{6FC66ED0-5D52-A5CF-EAC8-941F019A901E}"/>
                </a:ext>
              </a:extLst>
            </p:cNvPr>
            <p:cNvSpPr txBox="1">
              <a:spLocks noChangeArrowheads="1"/>
            </p:cNvSpPr>
            <p:nvPr/>
          </p:nvSpPr>
          <p:spPr bwMode="auto">
            <a:xfrm>
              <a:off x="243263" y="-608283"/>
              <a:ext cx="702766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just" eaLnBrk="1" hangingPunct="1"/>
              <a:r>
                <a:rPr lang="en-US" sz="2400" b="1" u="sng" dirty="0">
                  <a:solidFill>
                    <a:srgbClr val="3C2077"/>
                  </a:solidFill>
                  <a:latin typeface="Lato" panose="020F0502020204030203" pitchFamily="34" charset="0"/>
                </a:rPr>
                <a:t>Deletion</a:t>
              </a:r>
            </a:p>
            <a:p>
              <a:pPr algn="just" eaLnBrk="1" hangingPunct="1"/>
              <a:r>
                <a:rPr lang="en-US" sz="2400" b="1" dirty="0">
                  <a:solidFill>
                    <a:srgbClr val="3C2077"/>
                  </a:solidFill>
                  <a:latin typeface="Lato" panose="020F0502020204030203" pitchFamily="34" charset="0"/>
                </a:rPr>
                <a:t>	Deleting an arbitrary link</a:t>
              </a:r>
              <a:r>
                <a:rPr lang="en-US" sz="2400" b="1" u="sng" dirty="0">
                  <a:solidFill>
                    <a:srgbClr val="3C2077"/>
                  </a:solidFill>
                  <a:latin typeface="Lato" panose="020F0502020204030203" pitchFamily="34" charset="0"/>
                </a:rPr>
                <a:t>.</a:t>
              </a:r>
            </a:p>
            <a:p>
              <a:pPr algn="just" eaLnBrk="1" hangingPunct="1"/>
              <a:endParaRPr lang="en-US" sz="2400" b="1" u="sng" dirty="0">
                <a:solidFill>
                  <a:srgbClr val="3C2077"/>
                </a:solidFill>
                <a:latin typeface="Lato" panose="020F0502020204030203" pitchFamily="34" charset="0"/>
              </a:endParaRPr>
            </a:p>
          </p:txBody>
        </p:sp>
      </p:grpSp>
      <p:pic>
        <p:nvPicPr>
          <p:cNvPr id="27" name="Picture 26">
            <a:extLst>
              <a:ext uri="{FF2B5EF4-FFF2-40B4-BE49-F238E27FC236}">
                <a16:creationId xmlns:a16="http://schemas.microsoft.com/office/drawing/2014/main" id="{4D0642CF-7E10-ADA4-10DF-CD59A99BEB76}"/>
              </a:ext>
            </a:extLst>
          </p:cNvPr>
          <p:cNvPicPr>
            <a:picLocks noChangeAspect="1"/>
          </p:cNvPicPr>
          <p:nvPr/>
        </p:nvPicPr>
        <p:blipFill>
          <a:blip r:embed="rId2"/>
          <a:stretch>
            <a:fillRect/>
          </a:stretch>
        </p:blipFill>
        <p:spPr>
          <a:xfrm>
            <a:off x="3676968" y="2926372"/>
            <a:ext cx="8328219" cy="3142724"/>
          </a:xfrm>
          <a:prstGeom prst="rect">
            <a:avLst/>
          </a:prstGeom>
        </p:spPr>
      </p:pic>
    </p:spTree>
    <p:extLst>
      <p:ext uri="{BB962C8B-B14F-4D97-AF65-F5344CB8AC3E}">
        <p14:creationId xmlns:p14="http://schemas.microsoft.com/office/powerpoint/2010/main" val="1277403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A09AAC51-0440-EFB8-FB5A-16A795946B0A}"/>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78993AD5-1943-6388-5340-7917EB340C7F}"/>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AE10030B-541B-0B28-0B68-62C018CD3120}"/>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D9877844-F657-DA59-277D-356BF86A3C9C}"/>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94E03518-775A-26B9-DCE3-9A64CF0A0552}"/>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E0C7B5DB-73EF-6A1B-36FD-3BA26485FD85}"/>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89267B40-11C9-9153-A29F-F65DF623C2F2}"/>
              </a:ext>
            </a:extLst>
          </p:cNvPr>
          <p:cNvSpPr/>
          <p:nvPr/>
        </p:nvSpPr>
        <p:spPr>
          <a:xfrm>
            <a:off x="-20313" y="11418"/>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r>
                <a:rPr lang="en-US" b="1" dirty="0">
                  <a:solidFill>
                    <a:schemeClr val="bg1"/>
                  </a:solidFill>
                  <a:latin typeface="Montserrat-Bold" panose="00000800000000000000" pitchFamily="50" charset="0"/>
                </a:rPr>
                <a:t>STYLES OF LEADERSHIP</a:t>
              </a:r>
              <a:endParaRPr lang="ru-RU" b="1" dirty="0">
                <a:solidFill>
                  <a:schemeClr val="bg1"/>
                </a:solidFill>
                <a:latin typeface="Montserrat-Bold" panose="00000800000000000000" pitchFamily="50" charset="0"/>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algn="ct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algn="r"/>
            <a:r>
              <a:rPr lang="en-US" spc="600" dirty="0">
                <a:solidFill>
                  <a:schemeClr val="bg1"/>
                </a:solidFill>
                <a:latin typeface="Montserrat Light" pitchFamily="2" charset="77"/>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rot="5400000">
            <a:off x="648800" y="187326"/>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5400000">
            <a:off x="-493219" y="1361374"/>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5400000">
            <a:off x="1829004" y="1321668"/>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5400000">
            <a:off x="661354" y="247208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Rectángulo: esquinas redondeadas 95">
            <a:extLst>
              <a:ext uri="{FF2B5EF4-FFF2-40B4-BE49-F238E27FC236}">
                <a16:creationId xmlns:a16="http://schemas.microsoft.com/office/drawing/2014/main" id="{17F5F8F2-70CE-2EC1-2113-FE7A4E7E3E7E}"/>
              </a:ext>
            </a:extLst>
          </p:cNvPr>
          <p:cNvSpPr/>
          <p:nvPr/>
        </p:nvSpPr>
        <p:spPr>
          <a:xfrm rot="16200000">
            <a:off x="5509198" y="8054026"/>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2" name="Rectángulo: esquinas redondeadas 92">
            <a:extLst>
              <a:ext uri="{FF2B5EF4-FFF2-40B4-BE49-F238E27FC236}">
                <a16:creationId xmlns:a16="http://schemas.microsoft.com/office/drawing/2014/main" id="{98EFE75A-DED2-48DC-6AD4-C143DF8A3BB7}"/>
              </a:ext>
            </a:extLst>
          </p:cNvPr>
          <p:cNvSpPr/>
          <p:nvPr/>
        </p:nvSpPr>
        <p:spPr>
          <a:xfrm rot="10800000">
            <a:off x="5618527" y="8639439"/>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3" name="Rectángulo: esquinas redondeadas 89">
            <a:extLst>
              <a:ext uri="{FF2B5EF4-FFF2-40B4-BE49-F238E27FC236}">
                <a16:creationId xmlns:a16="http://schemas.microsoft.com/office/drawing/2014/main" id="{60927E48-342A-1E64-AF66-D25B4B7709AC}"/>
              </a:ext>
            </a:extLst>
          </p:cNvPr>
          <p:cNvSpPr/>
          <p:nvPr/>
        </p:nvSpPr>
        <p:spPr>
          <a:xfrm rot="5400000">
            <a:off x="6203940" y="8531500"/>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5" name="Rectángulo: esquinas redondeadas 80">
            <a:extLst>
              <a:ext uri="{FF2B5EF4-FFF2-40B4-BE49-F238E27FC236}">
                <a16:creationId xmlns:a16="http://schemas.microsoft.com/office/drawing/2014/main" id="{7877A098-A597-F13E-0286-8AD62F0E9269}"/>
              </a:ext>
            </a:extLst>
          </p:cNvPr>
          <p:cNvSpPr/>
          <p:nvPr/>
        </p:nvSpPr>
        <p:spPr>
          <a:xfrm>
            <a:off x="6096000" y="7946087"/>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26" name="Forma libre: forma 83">
            <a:hlinkClick r:id="rId4" action="ppaction://hlinksldjump"/>
            <a:extLst>
              <a:ext uri="{FF2B5EF4-FFF2-40B4-BE49-F238E27FC236}">
                <a16:creationId xmlns:a16="http://schemas.microsoft.com/office/drawing/2014/main" id="{FFAA5E8F-942D-5B0B-1EF6-082CA1E287FD}"/>
              </a:ext>
            </a:extLst>
          </p:cNvPr>
          <p:cNvSpPr/>
          <p:nvPr/>
        </p:nvSpPr>
        <p:spPr>
          <a:xfrm>
            <a:off x="6096000" y="7946087"/>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7" name="Forma libre: forma 90">
            <a:hlinkClick r:id="rId5" action="ppaction://hlinksldjump"/>
            <a:extLst>
              <a:ext uri="{FF2B5EF4-FFF2-40B4-BE49-F238E27FC236}">
                <a16:creationId xmlns:a16="http://schemas.microsoft.com/office/drawing/2014/main" id="{F08DF724-B1BD-5F5C-B873-F372DC848162}"/>
              </a:ext>
            </a:extLst>
          </p:cNvPr>
          <p:cNvSpPr/>
          <p:nvPr/>
        </p:nvSpPr>
        <p:spPr>
          <a:xfrm rot="5400000">
            <a:off x="6575022" y="816041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8" name="Forma libre: forma 93">
            <a:extLst>
              <a:ext uri="{FF2B5EF4-FFF2-40B4-BE49-F238E27FC236}">
                <a16:creationId xmlns:a16="http://schemas.microsoft.com/office/drawing/2014/main" id="{8FBBE074-EFEC-3B8C-A0EA-EB3408B31521}"/>
              </a:ext>
            </a:extLst>
          </p:cNvPr>
          <p:cNvSpPr/>
          <p:nvPr/>
        </p:nvSpPr>
        <p:spPr>
          <a:xfrm rot="10800000">
            <a:off x="6360690" y="8639439"/>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sp>
        <p:nvSpPr>
          <p:cNvPr id="29" name="Forma libre: forma 96">
            <a:extLst>
              <a:ext uri="{FF2B5EF4-FFF2-40B4-BE49-F238E27FC236}">
                <a16:creationId xmlns:a16="http://schemas.microsoft.com/office/drawing/2014/main" id="{565AF8AC-AFE6-3B43-FAB5-0AF13D5C639B}"/>
              </a:ext>
            </a:extLst>
          </p:cNvPr>
          <p:cNvSpPr/>
          <p:nvPr/>
        </p:nvSpPr>
        <p:spPr>
          <a:xfrm rot="16200000">
            <a:off x="5880279" y="842510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CO" sz="100"/>
          </a:p>
        </p:txBody>
      </p:sp>
      <p:pic>
        <p:nvPicPr>
          <p:cNvPr id="30" name="Gráfico 116" descr="Aula de clases con relleno sólido">
            <a:extLst>
              <a:ext uri="{FF2B5EF4-FFF2-40B4-BE49-F238E27FC236}">
                <a16:creationId xmlns:a16="http://schemas.microsoft.com/office/drawing/2014/main" id="{8E7A2E18-19C4-CC50-A0E8-C204F824EB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1802" y="8904129"/>
            <a:ext cx="281235" cy="281235"/>
          </a:xfrm>
          <a:prstGeom prst="rect">
            <a:avLst/>
          </a:prstGeom>
        </p:spPr>
      </p:pic>
      <p:pic>
        <p:nvPicPr>
          <p:cNvPr id="31" name="Gráfico 117" descr="Rollo de diplomas con relleno sólido">
            <a:extLst>
              <a:ext uri="{FF2B5EF4-FFF2-40B4-BE49-F238E27FC236}">
                <a16:creationId xmlns:a16="http://schemas.microsoft.com/office/drawing/2014/main" id="{BC5C4EA3-C59E-8B50-2E1C-69DAD30AB4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77746" y="9510900"/>
            <a:ext cx="281235" cy="281235"/>
          </a:xfrm>
          <a:prstGeom prst="rect">
            <a:avLst/>
          </a:prstGeom>
        </p:spPr>
      </p:pic>
      <p:pic>
        <p:nvPicPr>
          <p:cNvPr id="32" name="Gráfico 118" descr="Libro abierto con relleno sólido">
            <a:extLst>
              <a:ext uri="{FF2B5EF4-FFF2-40B4-BE49-F238E27FC236}">
                <a16:creationId xmlns:a16="http://schemas.microsoft.com/office/drawing/2014/main" id="{05D41E34-B643-870F-A8F0-4E30B096E0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78957" y="8673626"/>
            <a:ext cx="281235" cy="281235"/>
          </a:xfrm>
          <a:prstGeom prst="rect">
            <a:avLst/>
          </a:prstGeom>
        </p:spPr>
      </p:pic>
      <p:pic>
        <p:nvPicPr>
          <p:cNvPr id="33" name="Gráfico 119" descr="Círculos con flechas con relleno sólido">
            <a:extLst>
              <a:ext uri="{FF2B5EF4-FFF2-40B4-BE49-F238E27FC236}">
                <a16:creationId xmlns:a16="http://schemas.microsoft.com/office/drawing/2014/main" id="{AD49F4F7-91C2-AA65-A23C-5A53E797226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21143" y="8051159"/>
            <a:ext cx="281235" cy="281235"/>
          </a:xfrm>
          <a:prstGeom prst="rect">
            <a:avLst/>
          </a:prstGeom>
        </p:spPr>
      </p:pic>
      <p:sp>
        <p:nvSpPr>
          <p:cNvPr id="34" name="CuadroTexto 120">
            <a:extLst>
              <a:ext uri="{FF2B5EF4-FFF2-40B4-BE49-F238E27FC236}">
                <a16:creationId xmlns:a16="http://schemas.microsoft.com/office/drawing/2014/main" id="{5A8EB7D0-1877-1D1B-6F5E-D7F81344CFBA}"/>
              </a:ext>
            </a:extLst>
          </p:cNvPr>
          <p:cNvSpPr txBox="1"/>
          <p:nvPr/>
        </p:nvSpPr>
        <p:spPr>
          <a:xfrm>
            <a:off x="6535593" y="8125227"/>
            <a:ext cx="519419" cy="461665"/>
          </a:xfrm>
          <a:prstGeom prst="rect">
            <a:avLst/>
          </a:prstGeom>
          <a:noFill/>
        </p:spPr>
        <p:txBody>
          <a:bodyPr wrap="square" rtlCol="0">
            <a:spAutoFit/>
          </a:bodyPr>
          <a:lstStyle/>
          <a:p>
            <a:pPr algn="ctr"/>
            <a:r>
              <a:rPr lang="es-ES" sz="1000" dirty="0">
                <a:solidFill>
                  <a:schemeClr val="accent5"/>
                </a:solidFill>
                <a:latin typeface="Montserrat Black" panose="00000A00000000000000" pitchFamily="50" charset="0"/>
              </a:rPr>
              <a:t>1</a:t>
            </a:r>
          </a:p>
          <a:p>
            <a:pPr algn="ctr"/>
            <a:r>
              <a:rPr lang="es-ES" sz="9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700" dirty="0">
              <a:solidFill>
                <a:schemeClr val="tx2"/>
              </a:solidFill>
              <a:latin typeface="Lato" panose="020F0502020204030203" pitchFamily="34" charset="0"/>
            </a:endParaRPr>
          </a:p>
        </p:txBody>
      </p:sp>
      <p:sp>
        <p:nvSpPr>
          <p:cNvPr id="35" name="CuadroTexto 121">
            <a:extLst>
              <a:ext uri="{FF2B5EF4-FFF2-40B4-BE49-F238E27FC236}">
                <a16:creationId xmlns:a16="http://schemas.microsoft.com/office/drawing/2014/main" id="{83CEDC34-F042-7F6D-B0CB-0F3EBE1F265B}"/>
              </a:ext>
            </a:extLst>
          </p:cNvPr>
          <p:cNvSpPr txBox="1"/>
          <p:nvPr/>
        </p:nvSpPr>
        <p:spPr>
          <a:xfrm>
            <a:off x="6785550" y="9131147"/>
            <a:ext cx="519419" cy="654025"/>
          </a:xfrm>
          <a:prstGeom prst="rect">
            <a:avLst/>
          </a:prstGeom>
          <a:noFill/>
        </p:spPr>
        <p:txBody>
          <a:bodyPr wrap="square" rtlCol="0">
            <a:spAutoFit/>
          </a:bodyPr>
          <a:lstStyle/>
          <a:p>
            <a:pPr algn="ctr"/>
            <a:r>
              <a:rPr lang="es-ES" sz="1000" dirty="0">
                <a:solidFill>
                  <a:schemeClr val="accent2"/>
                </a:solidFill>
                <a:latin typeface="Montserrat Black" panose="00000A00000000000000" pitchFamily="50" charset="0"/>
              </a:rPr>
              <a:t>2</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a:p>
            <a:pPr algn="ctr"/>
            <a:endParaRPr lang="es-CO" sz="1000" dirty="0">
              <a:solidFill>
                <a:schemeClr val="tx2"/>
              </a:solidFill>
              <a:latin typeface="Lato" panose="020F0502020204030203" pitchFamily="34" charset="0"/>
            </a:endParaRPr>
          </a:p>
        </p:txBody>
      </p:sp>
      <p:sp>
        <p:nvSpPr>
          <p:cNvPr id="36" name="CuadroTexto 122">
            <a:extLst>
              <a:ext uri="{FF2B5EF4-FFF2-40B4-BE49-F238E27FC236}">
                <a16:creationId xmlns:a16="http://schemas.microsoft.com/office/drawing/2014/main" id="{BF5CD835-F13E-8172-B373-1C4889840EB1}"/>
              </a:ext>
            </a:extLst>
          </p:cNvPr>
          <p:cNvSpPr txBox="1"/>
          <p:nvPr/>
        </p:nvSpPr>
        <p:spPr>
          <a:xfrm>
            <a:off x="5775842" y="9317594"/>
            <a:ext cx="519419" cy="492443"/>
          </a:xfrm>
          <a:prstGeom prst="rect">
            <a:avLst/>
          </a:prstGeom>
          <a:noFill/>
        </p:spPr>
        <p:txBody>
          <a:bodyPr wrap="square" rtlCol="0">
            <a:spAutoFit/>
          </a:bodyPr>
          <a:lstStyle/>
          <a:p>
            <a:pPr algn="ctr"/>
            <a:r>
              <a:rPr lang="es-ES" sz="1000" dirty="0">
                <a:solidFill>
                  <a:schemeClr val="accent3"/>
                </a:solidFill>
                <a:latin typeface="Montserrat Black" panose="00000A00000000000000" pitchFamily="50" charset="0"/>
              </a:rPr>
              <a:t>3</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p:txBody>
      </p:sp>
      <p:sp>
        <p:nvSpPr>
          <p:cNvPr id="37" name="CuadroTexto 123">
            <a:extLst>
              <a:ext uri="{FF2B5EF4-FFF2-40B4-BE49-F238E27FC236}">
                <a16:creationId xmlns:a16="http://schemas.microsoft.com/office/drawing/2014/main" id="{F669E504-39FF-463F-2852-525A7E30D259}"/>
              </a:ext>
            </a:extLst>
          </p:cNvPr>
          <p:cNvSpPr txBox="1"/>
          <p:nvPr/>
        </p:nvSpPr>
        <p:spPr>
          <a:xfrm>
            <a:off x="5529667" y="8404308"/>
            <a:ext cx="519419" cy="492443"/>
          </a:xfrm>
          <a:prstGeom prst="rect">
            <a:avLst/>
          </a:prstGeom>
          <a:noFill/>
        </p:spPr>
        <p:txBody>
          <a:bodyPr wrap="square" rtlCol="0">
            <a:spAutoFit/>
          </a:bodyPr>
          <a:lstStyle/>
          <a:p>
            <a:pPr algn="ctr"/>
            <a:r>
              <a:rPr lang="es-ES" sz="1000" dirty="0">
                <a:solidFill>
                  <a:schemeClr val="accent4"/>
                </a:solidFill>
                <a:latin typeface="Montserrat Black" panose="00000A00000000000000" pitchFamily="50" charset="0"/>
              </a:rPr>
              <a:t>4</a:t>
            </a:r>
          </a:p>
          <a:p>
            <a:pPr algn="ctr"/>
            <a:r>
              <a:rPr lang="es-ES" sz="1000" dirty="0">
                <a:solidFill>
                  <a:schemeClr val="tx2"/>
                </a:solidFill>
                <a:latin typeface="Lato" panose="020F0502020204030203" pitchFamily="34" charset="0"/>
              </a:rPr>
              <a:t>TITLE</a:t>
            </a:r>
          </a:p>
          <a:p>
            <a:pPr algn="ctr"/>
            <a:r>
              <a:rPr lang="es-ES" sz="500" dirty="0">
                <a:solidFill>
                  <a:schemeClr val="tx2"/>
                </a:solidFill>
                <a:latin typeface="Lato" panose="020F0502020204030203" pitchFamily="34" charset="0"/>
              </a:rPr>
              <a:t>HERE</a:t>
            </a:r>
            <a:endParaRPr lang="es-CO" sz="500" dirty="0">
              <a:solidFill>
                <a:schemeClr val="tx2"/>
              </a:solidFill>
              <a:latin typeface="Lato" panose="020F0502020204030203" pitchFamily="34" charset="0"/>
            </a:endParaRPr>
          </a:p>
        </p:txBody>
      </p:sp>
      <p:grpSp>
        <p:nvGrpSpPr>
          <p:cNvPr id="38" name="Grupo 79">
            <a:extLst>
              <a:ext uri="{FF2B5EF4-FFF2-40B4-BE49-F238E27FC236}">
                <a16:creationId xmlns:a16="http://schemas.microsoft.com/office/drawing/2014/main" id="{D410638F-D74E-4D14-35A1-7500B436C515}"/>
              </a:ext>
            </a:extLst>
          </p:cNvPr>
          <p:cNvGrpSpPr/>
          <p:nvPr/>
        </p:nvGrpSpPr>
        <p:grpSpPr>
          <a:xfrm>
            <a:off x="6096000" y="8635062"/>
            <a:ext cx="580036" cy="580036"/>
            <a:chOff x="9095873" y="4745254"/>
            <a:chExt cx="2550695" cy="2550695"/>
          </a:xfrm>
        </p:grpSpPr>
        <p:sp>
          <p:nvSpPr>
            <p:cNvPr id="40" name="Elipse 78">
              <a:extLst>
                <a:ext uri="{FF2B5EF4-FFF2-40B4-BE49-F238E27FC236}">
                  <a16:creationId xmlns:a16="http://schemas.microsoft.com/office/drawing/2014/main" id="{9AC3B03C-81BD-3A01-363F-F36FBBBED4BE}"/>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sp>
          <p:nvSpPr>
            <p:cNvPr id="41" name="Elipse 77">
              <a:extLst>
                <a:ext uri="{FF2B5EF4-FFF2-40B4-BE49-F238E27FC236}">
                  <a16:creationId xmlns:a16="http://schemas.microsoft.com/office/drawing/2014/main" id="{F1036ED8-0E3D-966A-F01A-A2832E289587}"/>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00"/>
            </a:p>
          </p:txBody>
        </p:sp>
      </p:grpSp>
      <p:pic>
        <p:nvPicPr>
          <p:cNvPr id="48" name="Gráfico 115" descr="Libros en una estantería con relleno sólido">
            <a:extLst>
              <a:ext uri="{FF2B5EF4-FFF2-40B4-BE49-F238E27FC236}">
                <a16:creationId xmlns:a16="http://schemas.microsoft.com/office/drawing/2014/main" id="{E6A465F8-CD34-0C5A-C66D-3CE81C023B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37128" y="8771669"/>
            <a:ext cx="281235" cy="281235"/>
          </a:xfrm>
          <a:prstGeom prst="rect">
            <a:avLst/>
          </a:prstGeom>
        </p:spPr>
      </p:pic>
      <p:grpSp>
        <p:nvGrpSpPr>
          <p:cNvPr id="2" name="Group 1">
            <a:extLst>
              <a:ext uri="{FF2B5EF4-FFF2-40B4-BE49-F238E27FC236}">
                <a16:creationId xmlns:a16="http://schemas.microsoft.com/office/drawing/2014/main" id="{C878390A-11AF-CF3D-4922-D7FBEDE98586}"/>
              </a:ext>
            </a:extLst>
          </p:cNvPr>
          <p:cNvGrpSpPr/>
          <p:nvPr/>
        </p:nvGrpSpPr>
        <p:grpSpPr>
          <a:xfrm>
            <a:off x="2819856" y="163671"/>
            <a:ext cx="6472161" cy="1102857"/>
            <a:chOff x="2819856" y="163671"/>
            <a:chExt cx="6472161" cy="1102857"/>
          </a:xfrm>
        </p:grpSpPr>
        <p:sp>
          <p:nvSpPr>
            <p:cNvPr id="4" name="Diamond 3">
              <a:extLst>
                <a:ext uri="{FF2B5EF4-FFF2-40B4-BE49-F238E27FC236}">
                  <a16:creationId xmlns:a16="http://schemas.microsoft.com/office/drawing/2014/main" id="{CEDF3531-A4E7-B59F-7171-7D15690391D7}"/>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iamond 5">
              <a:extLst>
                <a:ext uri="{FF2B5EF4-FFF2-40B4-BE49-F238E27FC236}">
                  <a16:creationId xmlns:a16="http://schemas.microsoft.com/office/drawing/2014/main" id="{14C8590E-8DCD-4F20-79D4-559BA4C1D9B7}"/>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45EF4407-3778-7B9D-D3F4-EE01372D9B9D}"/>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56F86D80-7106-B5FC-5B21-043668A1F050}"/>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F9126A58-9F89-8A1C-9A19-15E93F61A384}"/>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3DAA9B7-C977-1C3C-8CD0-C17DF286E1F8}"/>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4" name="Diamond 23">
              <a:extLst>
                <a:ext uri="{FF2B5EF4-FFF2-40B4-BE49-F238E27FC236}">
                  <a16:creationId xmlns:a16="http://schemas.microsoft.com/office/drawing/2014/main" id="{1D38E852-205D-B10E-9CF3-C920E905A496}"/>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mond 41">
              <a:extLst>
                <a:ext uri="{FF2B5EF4-FFF2-40B4-BE49-F238E27FC236}">
                  <a16:creationId xmlns:a16="http://schemas.microsoft.com/office/drawing/2014/main" id="{1858A69A-32B8-9CA6-716E-F886BC2B013C}"/>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1C00C960-AF61-C4F6-57F6-BBC646535584}"/>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7E4C5C6B-BF9E-7B3F-EE48-44B36F4215B1}"/>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5" name="Diamond 54">
              <a:extLst>
                <a:ext uri="{FF2B5EF4-FFF2-40B4-BE49-F238E27FC236}">
                  <a16:creationId xmlns:a16="http://schemas.microsoft.com/office/drawing/2014/main" id="{5D072669-3411-FB71-53D4-A7D101CFD283}"/>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0" name="Picture 59">
            <a:extLst>
              <a:ext uri="{FF2B5EF4-FFF2-40B4-BE49-F238E27FC236}">
                <a16:creationId xmlns:a16="http://schemas.microsoft.com/office/drawing/2014/main" id="{4900847B-56CD-9ED0-928B-DD7F3B886C68}"/>
              </a:ext>
            </a:extLst>
          </p:cNvPr>
          <p:cNvPicPr>
            <a:picLocks noChangeAspect="1"/>
          </p:cNvPicPr>
          <p:nvPr/>
        </p:nvPicPr>
        <p:blipFill>
          <a:blip r:embed="rId16"/>
          <a:stretch>
            <a:fillRect/>
          </a:stretch>
        </p:blipFill>
        <p:spPr>
          <a:xfrm>
            <a:off x="4134443" y="1838569"/>
            <a:ext cx="7392642" cy="3784856"/>
          </a:xfrm>
          <a:prstGeom prst="rect">
            <a:avLst/>
          </a:prstGeom>
        </p:spPr>
      </p:pic>
    </p:spTree>
    <p:extLst>
      <p:ext uri="{BB962C8B-B14F-4D97-AF65-F5344CB8AC3E}">
        <p14:creationId xmlns:p14="http://schemas.microsoft.com/office/powerpoint/2010/main" val="3743729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F565243-9681-B2E3-763B-A2D94F96796E}"/>
              </a:ext>
            </a:extLst>
          </p:cNvPr>
          <p:cNvGrpSpPr/>
          <p:nvPr/>
        </p:nvGrpSpPr>
        <p:grpSpPr>
          <a:xfrm>
            <a:off x="-12556257" y="-47092"/>
            <a:ext cx="12494478" cy="6911993"/>
            <a:chOff x="12191999" y="-47092"/>
            <a:chExt cx="12494478" cy="6911993"/>
          </a:xfrm>
        </p:grpSpPr>
        <p:pic>
          <p:nvPicPr>
            <p:cNvPr id="76" name="Picture 75">
              <a:extLst>
                <a:ext uri="{FF2B5EF4-FFF2-40B4-BE49-F238E27FC236}">
                  <a16:creationId xmlns:a16="http://schemas.microsoft.com/office/drawing/2014/main" id="{2981E7A3-935D-48D3-B795-8A14F20A4876}"/>
                </a:ext>
              </a:extLst>
            </p:cNvPr>
            <p:cNvPicPr>
              <a:picLocks noChangeAspect="1"/>
            </p:cNvPicPr>
            <p:nvPr/>
          </p:nvPicPr>
          <p:blipFill rotWithShape="1">
            <a:blip r:embed="rId2">
              <a:extLst>
                <a:ext uri="{28A0092B-C50C-407E-A947-70E740481C1C}">
                  <a14:useLocalDpi xmlns:a14="http://schemas.microsoft.com/office/drawing/2010/main" val="0"/>
                </a:ext>
              </a:extLst>
            </a:blip>
            <a:srcRect r="12463"/>
            <a:stretch/>
          </p:blipFill>
          <p:spPr>
            <a:xfrm flipH="1">
              <a:off x="12198681" y="-41680"/>
              <a:ext cx="12487796" cy="6889814"/>
            </a:xfrm>
            <a:prstGeom prst="rect">
              <a:avLst/>
            </a:prstGeom>
          </p:spPr>
        </p:pic>
        <p:sp>
          <p:nvSpPr>
            <p:cNvPr id="77" name="Rectangle 76">
              <a:extLst>
                <a:ext uri="{FF2B5EF4-FFF2-40B4-BE49-F238E27FC236}">
                  <a16:creationId xmlns:a16="http://schemas.microsoft.com/office/drawing/2014/main" id="{8AA6FC20-0C95-1644-6322-6D889AD83837}"/>
                </a:ext>
              </a:extLst>
            </p:cNvPr>
            <p:cNvSpPr/>
            <p:nvPr/>
          </p:nvSpPr>
          <p:spPr>
            <a:xfrm>
              <a:off x="12191999" y="-47092"/>
              <a:ext cx="12494478" cy="6911993"/>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258068"/>
            <a:ext cx="5587690" cy="276999"/>
          </a:xfrm>
          <a:prstGeom prst="rect">
            <a:avLst/>
          </a:prstGeom>
          <a:noFill/>
        </p:spPr>
        <p:txBody>
          <a:bodyPr wrap="square" rtlCol="0">
            <a:spAutoFit/>
          </a:bodyPr>
          <a:lstStyle/>
          <a:p>
            <a:pPr algn="ctr"/>
            <a:r>
              <a:rPr lang="en-US" sz="1200" spc="600" dirty="0">
                <a:solidFill>
                  <a:schemeClr val="bg1"/>
                </a:solidFill>
                <a:latin typeface="Montserrat Light" pitchFamily="2" charset="77"/>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13030228" y="3718483"/>
            <a:ext cx="5921959" cy="2576208"/>
            <a:chOff x="594039" y="1299676"/>
            <a:chExt cx="7035597" cy="2576208"/>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p>
            <a:p>
              <a:pPr eaLnBrk="1" hangingPunct="1">
                <a:lnSpc>
                  <a:spcPct val="150000"/>
                </a:lnSpc>
              </a:pPr>
              <a:endParaRPr lang="en-US" sz="1600" dirty="0">
                <a:solidFill>
                  <a:schemeClr val="bg1"/>
                </a:solidFill>
                <a:latin typeface="Montserrat Light" panose="00000400000000000000" pitchFamily="50" charset="0"/>
              </a:endParaRPr>
            </a:p>
            <a:p>
              <a:pPr>
                <a:lnSpc>
                  <a:spcPct val="150000"/>
                </a:lnSpc>
              </a:pPr>
              <a:r>
                <a:rPr lang="en-US" sz="1600" dirty="0">
                  <a:solidFill>
                    <a:schemeClr val="bg1"/>
                  </a:solidFill>
                  <a:latin typeface="Montserrat Light" panose="00000400000000000000" pitchFamily="50" charset="0"/>
                </a:rPr>
                <a:t>Lorem ipsum dolor sit </a:t>
              </a:r>
              <a:r>
                <a:rPr lang="en-US" sz="1600" dirty="0" err="1">
                  <a:solidFill>
                    <a:schemeClr val="bg1"/>
                  </a:solidFill>
                  <a:latin typeface="Montserrat Light" panose="00000400000000000000" pitchFamily="50" charset="0"/>
                </a:rPr>
                <a:t>amet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consectetur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adipiscing</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elit</a:t>
              </a:r>
              <a:r>
                <a:rPr lang="en-US" sz="1600" dirty="0">
                  <a:solidFill>
                    <a:schemeClr val="bg1"/>
                  </a:solidFill>
                  <a:latin typeface="Montserrat Light" panose="00000400000000000000" pitchFamily="50" charset="0"/>
                </a:rPr>
                <a:t>, sed do </a:t>
              </a:r>
              <a:r>
                <a:rPr lang="en-US" sz="1600" dirty="0" err="1">
                  <a:solidFill>
                    <a:schemeClr val="bg1"/>
                  </a:solidFill>
                  <a:latin typeface="Montserrat Light" panose="00000400000000000000" pitchFamily="50" charset="0"/>
                </a:rPr>
                <a:t>eiusmod</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tempor</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incididunt</a:t>
              </a:r>
              <a:r>
                <a:rPr lang="en-US" sz="1600" dirty="0">
                  <a:solidFill>
                    <a:schemeClr val="bg1"/>
                  </a:solidFill>
                  <a:latin typeface="Montserrat Light" panose="00000400000000000000" pitchFamily="50" charset="0"/>
                </a:rPr>
                <a:t> </a:t>
              </a:r>
              <a:r>
                <a:rPr lang="en-US" sz="1600" dirty="0" err="1">
                  <a:solidFill>
                    <a:schemeClr val="bg1"/>
                  </a:solidFill>
                  <a:latin typeface="Montserrat Light" panose="00000400000000000000" pitchFamily="50" charset="0"/>
                </a:rPr>
                <a:t>ut</a:t>
              </a:r>
              <a:r>
                <a:rPr lang="en-US" sz="1600" dirty="0">
                  <a:solidFill>
                    <a:schemeClr val="bg1"/>
                  </a:solidFill>
                  <a:latin typeface="Montserrat Light" panose="00000400000000000000" pitchFamily="50" charset="0"/>
                </a:rPr>
                <a:t> labore</a:t>
              </a:r>
              <a:endParaRPr lang="ru-RU" sz="1600" dirty="0">
                <a:solidFill>
                  <a:schemeClr val="bg1"/>
                </a:solidFill>
                <a:latin typeface="Montserrat Light" panose="00000400000000000000" pitchFamily="50" charset="0"/>
              </a:endParaRPr>
            </a:p>
            <a:p>
              <a:pPr eaLnBrk="1" hangingPunct="1">
                <a:lnSpc>
                  <a:spcPct val="150000"/>
                </a:lnSpc>
              </a:pPr>
              <a:endParaRPr lang="ru-RU" sz="1600" dirty="0">
                <a:solidFill>
                  <a:schemeClr val="bg1"/>
                </a:solidFill>
                <a:latin typeface="Montserrat Light" panose="00000400000000000000" pitchFamily="50" charset="0"/>
              </a:endParaRPr>
            </a:p>
          </p:txBody>
        </p:sp>
      </p:grpSp>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8512" y="4763781"/>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0418" y="2922834"/>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8706" y="-18416"/>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rot="10800000">
            <a:off x="1810271" y="1310612"/>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10800000">
            <a:off x="636223" y="168593"/>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10800000">
            <a:off x="675929" y="2490816"/>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10800000">
            <a:off x="-474486" y="132316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83" name="Group 82">
            <a:extLst>
              <a:ext uri="{FF2B5EF4-FFF2-40B4-BE49-F238E27FC236}">
                <a16:creationId xmlns:a16="http://schemas.microsoft.com/office/drawing/2014/main" id="{F3678745-9AF2-BB77-7593-F0AE6B6727FE}"/>
              </a:ext>
            </a:extLst>
          </p:cNvPr>
          <p:cNvGrpSpPr/>
          <p:nvPr/>
        </p:nvGrpSpPr>
        <p:grpSpPr>
          <a:xfrm>
            <a:off x="12179837"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7">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 name="TextBox 84">
            <a:extLst>
              <a:ext uri="{FF2B5EF4-FFF2-40B4-BE49-F238E27FC236}">
                <a16:creationId xmlns:a16="http://schemas.microsoft.com/office/drawing/2014/main" id="{89507A28-5E48-4E7F-430F-1B1B21073D16}"/>
              </a:ext>
            </a:extLst>
          </p:cNvPr>
          <p:cNvSpPr txBox="1"/>
          <p:nvPr/>
        </p:nvSpPr>
        <p:spPr>
          <a:xfrm>
            <a:off x="2718899" y="101937"/>
            <a:ext cx="8052403" cy="369332"/>
          </a:xfrm>
          <a:prstGeom prst="rect">
            <a:avLst/>
          </a:prstGeom>
          <a:noFill/>
        </p:spPr>
        <p:txBody>
          <a:bodyPr wrap="square" rtlCol="0">
            <a:spAutoFit/>
          </a:bodyPr>
          <a:lstStyle/>
          <a:p>
            <a:pPr algn="ctr"/>
            <a:r>
              <a:rPr lang="en-US" b="1" dirty="0">
                <a:solidFill>
                  <a:schemeClr val="bg1"/>
                </a:solidFill>
                <a:latin typeface="Montserrat" pitchFamily="2" charset="77"/>
              </a:rPr>
              <a:t>DIFFERENCE</a:t>
            </a:r>
            <a:r>
              <a:rPr lang="en-US" dirty="0">
                <a:solidFill>
                  <a:schemeClr val="bg1"/>
                </a:solidFill>
                <a:latin typeface="Montserrat" pitchFamily="2" charset="77"/>
              </a:rPr>
              <a:t> BETWEEN MANAGERS &amp; LEADERS</a:t>
            </a:r>
          </a:p>
        </p:txBody>
      </p:sp>
      <p:grpSp>
        <p:nvGrpSpPr>
          <p:cNvPr id="10" name="Group 9">
            <a:extLst>
              <a:ext uri="{FF2B5EF4-FFF2-40B4-BE49-F238E27FC236}">
                <a16:creationId xmlns:a16="http://schemas.microsoft.com/office/drawing/2014/main" id="{C936B019-EA4A-5961-D492-3274190DF4A7}"/>
              </a:ext>
            </a:extLst>
          </p:cNvPr>
          <p:cNvGrpSpPr/>
          <p:nvPr/>
        </p:nvGrpSpPr>
        <p:grpSpPr>
          <a:xfrm>
            <a:off x="2819856" y="163671"/>
            <a:ext cx="6472161" cy="1102857"/>
            <a:chOff x="2819856" y="163671"/>
            <a:chExt cx="6472161" cy="1102857"/>
          </a:xfrm>
        </p:grpSpPr>
        <p:sp>
          <p:nvSpPr>
            <p:cNvPr id="11" name="Diamond 10">
              <a:extLst>
                <a:ext uri="{FF2B5EF4-FFF2-40B4-BE49-F238E27FC236}">
                  <a16:creationId xmlns:a16="http://schemas.microsoft.com/office/drawing/2014/main" id="{71EF1009-9EF8-EA09-2EB3-1D1988EF5B09}"/>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58717D56-C36B-8007-AE9B-6C8F3DAC0C78}"/>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6C3D40EC-E02B-E860-D987-6FC1FB55755E}"/>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A7DE3604-6F93-CC15-77B6-9DF87C12E07A}"/>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3804F0E7-F823-0ED2-EB13-0C2C374CD577}"/>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2F2EB7F-D32E-A8BB-59A3-32EB4564FC73}"/>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0" name="Diamond 19">
              <a:extLst>
                <a:ext uri="{FF2B5EF4-FFF2-40B4-BE49-F238E27FC236}">
                  <a16:creationId xmlns:a16="http://schemas.microsoft.com/office/drawing/2014/main" id="{00957DF2-E38F-5BB0-A6BE-1FFA81E66C78}"/>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4044E332-ED08-BE51-EC61-45068D7D7452}"/>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0278D696-A42E-A3BD-F6B0-0A46F1A5F68A}"/>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D4564E22-767B-0764-2AF2-F913D5867EAF}"/>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E557E674-7F54-24F1-9695-E413BCCA0247}"/>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a:extLst>
              <a:ext uri="{FF2B5EF4-FFF2-40B4-BE49-F238E27FC236}">
                <a16:creationId xmlns:a16="http://schemas.microsoft.com/office/drawing/2014/main" id="{D7A94A1B-34AC-C0F1-806B-72EAB8BFC1EA}"/>
              </a:ext>
            </a:extLst>
          </p:cNvPr>
          <p:cNvPicPr>
            <a:picLocks noChangeAspect="1"/>
          </p:cNvPicPr>
          <p:nvPr/>
        </p:nvPicPr>
        <p:blipFill>
          <a:blip r:embed="rId8"/>
          <a:stretch>
            <a:fillRect/>
          </a:stretch>
        </p:blipFill>
        <p:spPr>
          <a:xfrm>
            <a:off x="4440486" y="1797015"/>
            <a:ext cx="6674710" cy="2598004"/>
          </a:xfrm>
          <a:prstGeom prst="rect">
            <a:avLst/>
          </a:prstGeom>
        </p:spPr>
      </p:pic>
      <p:pic>
        <p:nvPicPr>
          <p:cNvPr id="26" name="Picture 25">
            <a:extLst>
              <a:ext uri="{FF2B5EF4-FFF2-40B4-BE49-F238E27FC236}">
                <a16:creationId xmlns:a16="http://schemas.microsoft.com/office/drawing/2014/main" id="{3212566A-A639-4F8E-AA43-AC2A55D50D6B}"/>
              </a:ext>
            </a:extLst>
          </p:cNvPr>
          <p:cNvPicPr>
            <a:picLocks noChangeAspect="1"/>
          </p:cNvPicPr>
          <p:nvPr/>
        </p:nvPicPr>
        <p:blipFill>
          <a:blip r:embed="rId9"/>
          <a:stretch>
            <a:fillRect/>
          </a:stretch>
        </p:blipFill>
        <p:spPr>
          <a:xfrm>
            <a:off x="4445624" y="4483105"/>
            <a:ext cx="6562567" cy="1160049"/>
          </a:xfrm>
          <a:prstGeom prst="rect">
            <a:avLst/>
          </a:prstGeom>
        </p:spPr>
      </p:pic>
    </p:spTree>
    <p:extLst>
      <p:ext uri="{BB962C8B-B14F-4D97-AF65-F5344CB8AC3E}">
        <p14:creationId xmlns:p14="http://schemas.microsoft.com/office/powerpoint/2010/main" val="3696947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F53714C4-D0B0-696A-2886-56DEAF052418}"/>
              </a:ext>
            </a:extLst>
          </p:cNvPr>
          <p:cNvSpPr/>
          <p:nvPr/>
        </p:nvSpPr>
        <p:spPr>
          <a:xfrm>
            <a:off x="-37770" y="-9208"/>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rot="16200000">
            <a:off x="686985" y="2472083"/>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rot="16200000">
            <a:off x="1829004" y="129803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rot="16200000">
            <a:off x="-493219" y="1337741"/>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rot="16200000">
            <a:off x="674431" y="18732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4CD3A6B7-3F1B-F2DD-0C30-AFE1B7ED5A06}"/>
              </a:ext>
            </a:extLst>
          </p:cNvPr>
          <p:cNvSpPr txBox="1">
            <a:spLocks/>
          </p:cNvSpPr>
          <p:nvPr/>
        </p:nvSpPr>
        <p:spPr>
          <a:xfrm>
            <a:off x="8289060"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32" name="TextBox 31">
            <a:extLst>
              <a:ext uri="{FF2B5EF4-FFF2-40B4-BE49-F238E27FC236}">
                <a16:creationId xmlns:a16="http://schemas.microsoft.com/office/drawing/2014/main" id="{81F3022B-090C-77FC-64FD-F95BF94621F5}"/>
              </a:ext>
            </a:extLst>
          </p:cNvPr>
          <p:cNvSpPr txBox="1"/>
          <p:nvPr/>
        </p:nvSpPr>
        <p:spPr>
          <a:xfrm>
            <a:off x="2142148" y="-685517"/>
            <a:ext cx="8052403" cy="584775"/>
          </a:xfrm>
          <a:prstGeom prst="rect">
            <a:avLst/>
          </a:prstGeom>
          <a:noFill/>
        </p:spPr>
        <p:txBody>
          <a:bodyPr wrap="square" rtlCol="0">
            <a:spAutoFit/>
          </a:bodyPr>
          <a:lstStyle/>
          <a:p>
            <a:pPr algn="ctr"/>
            <a:r>
              <a:rPr lang="en-US" sz="3200" b="1" dirty="0">
                <a:solidFill>
                  <a:schemeClr val="bg1"/>
                </a:solidFill>
                <a:latin typeface="Montserrat" pitchFamily="2" charset="77"/>
              </a:rPr>
              <a:t>THANKS</a:t>
            </a:r>
            <a:endParaRPr lang="en-US" sz="3200" dirty="0">
              <a:solidFill>
                <a:schemeClr val="bg1"/>
              </a:solidFill>
              <a:latin typeface="Montserrat" pitchFamily="2" charset="77"/>
            </a:endParaRPr>
          </a:p>
        </p:txBody>
      </p:sp>
      <p:sp>
        <p:nvSpPr>
          <p:cNvPr id="33" name="TextBox 32">
            <a:extLst>
              <a:ext uri="{FF2B5EF4-FFF2-40B4-BE49-F238E27FC236}">
                <a16:creationId xmlns:a16="http://schemas.microsoft.com/office/drawing/2014/main" id="{C2AFBC03-8988-8C4C-3F88-765ED01F9725}"/>
              </a:ext>
            </a:extLst>
          </p:cNvPr>
          <p:cNvSpPr txBox="1"/>
          <p:nvPr/>
        </p:nvSpPr>
        <p:spPr>
          <a:xfrm>
            <a:off x="2142148" y="-1886401"/>
            <a:ext cx="8052403" cy="584775"/>
          </a:xfrm>
          <a:prstGeom prst="rect">
            <a:avLst/>
          </a:prstGeom>
          <a:noFill/>
        </p:spPr>
        <p:txBody>
          <a:bodyPr wrap="square" rtlCol="0">
            <a:spAutoFit/>
          </a:bodyPr>
          <a:lstStyle/>
          <a:p>
            <a:pPr algn="ctr"/>
            <a:r>
              <a:rPr lang="en-US" sz="3200" b="1" dirty="0">
                <a:ln>
                  <a:solidFill>
                    <a:schemeClr val="bg1"/>
                  </a:solidFill>
                </a:ln>
                <a:noFill/>
                <a:latin typeface="Montserrat" pitchFamily="2" charset="77"/>
              </a:rPr>
              <a:t>THANKS</a:t>
            </a:r>
            <a:endParaRPr lang="en-US" sz="3200" dirty="0">
              <a:ln>
                <a:solidFill>
                  <a:schemeClr val="bg1"/>
                </a:solidFill>
              </a:ln>
              <a:noFill/>
              <a:latin typeface="Montserrat" pitchFamily="2" charset="77"/>
            </a:endParaRPr>
          </a:p>
        </p:txBody>
      </p:sp>
      <p:sp>
        <p:nvSpPr>
          <p:cNvPr id="36" name="TextBox 35">
            <a:extLst>
              <a:ext uri="{FF2B5EF4-FFF2-40B4-BE49-F238E27FC236}">
                <a16:creationId xmlns:a16="http://schemas.microsoft.com/office/drawing/2014/main" id="{37E4945A-4A85-E8BE-4F41-7769155BD190}"/>
              </a:ext>
            </a:extLst>
          </p:cNvPr>
          <p:cNvSpPr txBox="1">
            <a:spLocks noChangeArrowheads="1"/>
          </p:cNvSpPr>
          <p:nvPr/>
        </p:nvSpPr>
        <p:spPr bwMode="auto">
          <a:xfrm>
            <a:off x="4078220" y="3453011"/>
            <a:ext cx="17464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eaLnBrk="1" hangingPunct="1"/>
            <a:r>
              <a:rPr lang="en-US" b="1" dirty="0">
                <a:solidFill>
                  <a:schemeClr val="bg1"/>
                </a:solidFill>
                <a:latin typeface="Montserrat-Bold" panose="00000800000000000000" pitchFamily="50" charset="0"/>
              </a:rPr>
              <a:t>Investment</a:t>
            </a:r>
            <a:endParaRPr lang="ru-RU" b="1" dirty="0">
              <a:solidFill>
                <a:schemeClr val="bg1"/>
              </a:solidFill>
              <a:latin typeface="Montserrat-Bold" panose="00000800000000000000" pitchFamily="50" charset="0"/>
            </a:endParaRPr>
          </a:p>
        </p:txBody>
      </p:sp>
      <p:grpSp>
        <p:nvGrpSpPr>
          <p:cNvPr id="6" name="Group 5">
            <a:extLst>
              <a:ext uri="{FF2B5EF4-FFF2-40B4-BE49-F238E27FC236}">
                <a16:creationId xmlns:a16="http://schemas.microsoft.com/office/drawing/2014/main" id="{AE13A379-0A2A-30D2-4976-A68E3040FAFB}"/>
              </a:ext>
            </a:extLst>
          </p:cNvPr>
          <p:cNvGrpSpPr/>
          <p:nvPr/>
        </p:nvGrpSpPr>
        <p:grpSpPr>
          <a:xfrm>
            <a:off x="2819856" y="163671"/>
            <a:ext cx="6472161" cy="1102857"/>
            <a:chOff x="2819856" y="163671"/>
            <a:chExt cx="6472161" cy="1102857"/>
          </a:xfrm>
        </p:grpSpPr>
        <p:sp>
          <p:nvSpPr>
            <p:cNvPr id="8" name="Diamond 7">
              <a:extLst>
                <a:ext uri="{FF2B5EF4-FFF2-40B4-BE49-F238E27FC236}">
                  <a16:creationId xmlns:a16="http://schemas.microsoft.com/office/drawing/2014/main" id="{3EA33EB2-114C-689A-4CED-A8969B61763E}"/>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8047BB35-2A25-A005-31FE-EB0487542315}"/>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AC196590-A961-3C32-A862-549CA98B939D}"/>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0F7354DF-0778-180C-8643-00F4854F21E2}"/>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0335D587-6BF5-5D44-FBB6-D227653182FB}"/>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20FCE3A-9283-70CB-9D7D-C3028D3BFFDD}"/>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14" name="Diamond 13">
              <a:extLst>
                <a:ext uri="{FF2B5EF4-FFF2-40B4-BE49-F238E27FC236}">
                  <a16:creationId xmlns:a16="http://schemas.microsoft.com/office/drawing/2014/main" id="{FF498577-D44A-C36A-08A4-CE27FC823608}"/>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68DC3B53-FC81-C8A8-9357-98B1011BC143}"/>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09CD4B72-59C7-B816-EFA1-7E71E0300688}"/>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mond 19">
              <a:extLst>
                <a:ext uri="{FF2B5EF4-FFF2-40B4-BE49-F238E27FC236}">
                  <a16:creationId xmlns:a16="http://schemas.microsoft.com/office/drawing/2014/main" id="{C0CD1F0D-D2E3-2294-0284-73472E5C916A}"/>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974F9C82-82ED-2606-F45F-823B274806A6}"/>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a:extLst>
              <a:ext uri="{FF2B5EF4-FFF2-40B4-BE49-F238E27FC236}">
                <a16:creationId xmlns:a16="http://schemas.microsoft.com/office/drawing/2014/main" id="{922A0CA3-D481-6B3D-76B2-A1687C134E43}"/>
              </a:ext>
            </a:extLst>
          </p:cNvPr>
          <p:cNvPicPr>
            <a:picLocks noChangeAspect="1"/>
          </p:cNvPicPr>
          <p:nvPr/>
        </p:nvPicPr>
        <p:blipFill>
          <a:blip r:embed="rId2"/>
          <a:stretch>
            <a:fillRect/>
          </a:stretch>
        </p:blipFill>
        <p:spPr>
          <a:xfrm>
            <a:off x="4128776" y="2075401"/>
            <a:ext cx="7355788" cy="3611024"/>
          </a:xfrm>
          <a:prstGeom prst="rect">
            <a:avLst/>
          </a:prstGeom>
        </p:spPr>
      </p:pic>
      <p:sp>
        <p:nvSpPr>
          <p:cNvPr id="23" name="TextBox 22">
            <a:extLst>
              <a:ext uri="{FF2B5EF4-FFF2-40B4-BE49-F238E27FC236}">
                <a16:creationId xmlns:a16="http://schemas.microsoft.com/office/drawing/2014/main" id="{E26D8E0C-393D-EDC7-5830-21AA6D2032A4}"/>
              </a:ext>
            </a:extLst>
          </p:cNvPr>
          <p:cNvSpPr txBox="1"/>
          <p:nvPr/>
        </p:nvSpPr>
        <p:spPr>
          <a:xfrm>
            <a:off x="4898660" y="5951472"/>
            <a:ext cx="5761106" cy="707886"/>
          </a:xfrm>
          <a:prstGeom prst="rect">
            <a:avLst/>
          </a:prstGeom>
          <a:noFill/>
        </p:spPr>
        <p:txBody>
          <a:bodyPr wrap="square" rtlCol="0">
            <a:spAutoFit/>
          </a:bodyPr>
          <a:lstStyle/>
          <a:p>
            <a:pPr defTabSz="342900" latinLnBrk="0"/>
            <a:r>
              <a:rPr lang="en-US" sz="2000" dirty="0">
                <a:solidFill>
                  <a:srgbClr val="3C2077"/>
                </a:solidFill>
                <a:latin typeface="Lato" panose="020F0502020204030203" pitchFamily="34" charset="0"/>
              </a:rPr>
              <a:t>Let us insert the following: </a:t>
            </a:r>
          </a:p>
          <a:p>
            <a:pPr marL="257175" indent="-257175" defTabSz="342900" latinLnBrk="0">
              <a:buFontTx/>
              <a:buAutoNum type="arabicPlain" startAt="22"/>
            </a:pPr>
            <a:r>
              <a:rPr lang="en-US" sz="2000" b="1" dirty="0">
                <a:solidFill>
                  <a:srgbClr val="3C2077"/>
                </a:solidFill>
                <a:latin typeface="Lato" panose="020F0502020204030203" pitchFamily="34" charset="0"/>
              </a:rPr>
              <a:t> 		44   		66</a:t>
            </a:r>
          </a:p>
        </p:txBody>
      </p:sp>
      <p:sp>
        <p:nvSpPr>
          <p:cNvPr id="26" name="TextBox 25">
            <a:extLst>
              <a:ext uri="{FF2B5EF4-FFF2-40B4-BE49-F238E27FC236}">
                <a16:creationId xmlns:a16="http://schemas.microsoft.com/office/drawing/2014/main" id="{C04F3687-CD97-1F43-6401-8463E458DDB3}"/>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insertFirst</a:t>
            </a:r>
            <a:r>
              <a:rPr lang="en-US" sz="2000" u="sng" dirty="0">
                <a:solidFill>
                  <a:srgbClr val="3C2077"/>
                </a:solidFill>
                <a:latin typeface="Lato Black" panose="020F0A02020204030203" pitchFamily="34" charset="0"/>
              </a:rPr>
              <a:t>() method</a:t>
            </a:r>
          </a:p>
        </p:txBody>
      </p:sp>
    </p:spTree>
    <p:extLst>
      <p:ext uri="{BB962C8B-B14F-4D97-AF65-F5344CB8AC3E}">
        <p14:creationId xmlns:p14="http://schemas.microsoft.com/office/powerpoint/2010/main" val="2986123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267B40-11C9-9153-A29F-F65DF623C2F2}"/>
              </a:ext>
            </a:extLst>
          </p:cNvPr>
          <p:cNvSpPr/>
          <p:nvPr/>
        </p:nvSpPr>
        <p:spPr>
          <a:xfrm>
            <a:off x="-9257" y="0"/>
            <a:ext cx="1749113" cy="6865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a:off x="-474486" y="134879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a:off x="699562" y="249081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a:off x="659856" y="168593"/>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a:off x="1810271" y="133624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147A2870-AE09-FD07-A268-6000BA7C63E9}"/>
              </a:ext>
            </a:extLst>
          </p:cNvPr>
          <p:cNvGrpSpPr/>
          <p:nvPr/>
        </p:nvGrpSpPr>
        <p:grpSpPr>
          <a:xfrm>
            <a:off x="2819856" y="163671"/>
            <a:ext cx="6472161" cy="1102857"/>
            <a:chOff x="2819856" y="163671"/>
            <a:chExt cx="6472161" cy="1102857"/>
          </a:xfrm>
        </p:grpSpPr>
        <p:sp>
          <p:nvSpPr>
            <p:cNvPr id="25" name="Diamond 24">
              <a:extLst>
                <a:ext uri="{FF2B5EF4-FFF2-40B4-BE49-F238E27FC236}">
                  <a16:creationId xmlns:a16="http://schemas.microsoft.com/office/drawing/2014/main" id="{D667B058-51EB-9618-5711-F608017081C2}"/>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mond 25">
              <a:extLst>
                <a:ext uri="{FF2B5EF4-FFF2-40B4-BE49-F238E27FC236}">
                  <a16:creationId xmlns:a16="http://schemas.microsoft.com/office/drawing/2014/main" id="{72710209-8AE3-EFC8-3F6E-60A86D547424}"/>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 name="Diamond 26">
              <a:extLst>
                <a:ext uri="{FF2B5EF4-FFF2-40B4-BE49-F238E27FC236}">
                  <a16:creationId xmlns:a16="http://schemas.microsoft.com/office/drawing/2014/main" id="{4CF91F1A-0605-9008-E787-1FCA2C799A68}"/>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mond 27">
              <a:extLst>
                <a:ext uri="{FF2B5EF4-FFF2-40B4-BE49-F238E27FC236}">
                  <a16:creationId xmlns:a16="http://schemas.microsoft.com/office/drawing/2014/main" id="{97877BF6-BD91-E7FC-B60E-B5614DDFA0EF}"/>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Diamond 28">
              <a:extLst>
                <a:ext uri="{FF2B5EF4-FFF2-40B4-BE49-F238E27FC236}">
                  <a16:creationId xmlns:a16="http://schemas.microsoft.com/office/drawing/2014/main" id="{345CD466-3F0F-FE03-9C59-53AFA43DF52A}"/>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B0F7C96-D6E6-6D73-BA54-A58451F8D1C5}"/>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31" name="Diamond 30">
              <a:extLst>
                <a:ext uri="{FF2B5EF4-FFF2-40B4-BE49-F238E27FC236}">
                  <a16:creationId xmlns:a16="http://schemas.microsoft.com/office/drawing/2014/main" id="{7121752F-3318-2559-33C2-45777D32F31B}"/>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mond 31">
              <a:extLst>
                <a:ext uri="{FF2B5EF4-FFF2-40B4-BE49-F238E27FC236}">
                  <a16:creationId xmlns:a16="http://schemas.microsoft.com/office/drawing/2014/main" id="{0DFA814F-8CB3-03EC-BAC2-D2BB49D3D65F}"/>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3" name="Diamond 32">
              <a:extLst>
                <a:ext uri="{FF2B5EF4-FFF2-40B4-BE49-F238E27FC236}">
                  <a16:creationId xmlns:a16="http://schemas.microsoft.com/office/drawing/2014/main" id="{2D5CB6B6-E583-66AF-6297-2F6F2A500792}"/>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mond 33">
              <a:extLst>
                <a:ext uri="{FF2B5EF4-FFF2-40B4-BE49-F238E27FC236}">
                  <a16:creationId xmlns:a16="http://schemas.microsoft.com/office/drawing/2014/main" id="{71CA19DE-9BDB-5281-7557-A0C5EF4B7A41}"/>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5" name="Diamond 34">
              <a:extLst>
                <a:ext uri="{FF2B5EF4-FFF2-40B4-BE49-F238E27FC236}">
                  <a16:creationId xmlns:a16="http://schemas.microsoft.com/office/drawing/2014/main" id="{270D8312-8905-3982-01F6-A3A0EF9CC1F8}"/>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29C396C0-41BC-0436-924C-382F8C424B8C}"/>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insertLast</a:t>
            </a:r>
            <a:r>
              <a:rPr lang="en-US" sz="2000" u="sng" dirty="0">
                <a:solidFill>
                  <a:srgbClr val="3C2077"/>
                </a:solidFill>
                <a:latin typeface="Lato Black" panose="020F0A02020204030203" pitchFamily="34" charset="0"/>
              </a:rPr>
              <a:t>() method</a:t>
            </a:r>
          </a:p>
        </p:txBody>
      </p:sp>
      <p:pic>
        <p:nvPicPr>
          <p:cNvPr id="37" name="Picture 36">
            <a:extLst>
              <a:ext uri="{FF2B5EF4-FFF2-40B4-BE49-F238E27FC236}">
                <a16:creationId xmlns:a16="http://schemas.microsoft.com/office/drawing/2014/main" id="{4483EBE3-0D2D-909A-A6D8-076920449ED1}"/>
              </a:ext>
            </a:extLst>
          </p:cNvPr>
          <p:cNvPicPr>
            <a:picLocks noChangeAspect="1"/>
          </p:cNvPicPr>
          <p:nvPr/>
        </p:nvPicPr>
        <p:blipFill>
          <a:blip r:embed="rId2"/>
          <a:stretch>
            <a:fillRect/>
          </a:stretch>
        </p:blipFill>
        <p:spPr>
          <a:xfrm>
            <a:off x="4796457" y="2173542"/>
            <a:ext cx="6332299" cy="3322690"/>
          </a:xfrm>
          <a:prstGeom prst="rect">
            <a:avLst/>
          </a:prstGeom>
        </p:spPr>
      </p:pic>
      <p:sp>
        <p:nvSpPr>
          <p:cNvPr id="38" name="TextBox 37">
            <a:extLst>
              <a:ext uri="{FF2B5EF4-FFF2-40B4-BE49-F238E27FC236}">
                <a16:creationId xmlns:a16="http://schemas.microsoft.com/office/drawing/2014/main" id="{B5E93A38-7D17-B065-1F7D-AA3ACCCF8992}"/>
              </a:ext>
            </a:extLst>
          </p:cNvPr>
          <p:cNvSpPr txBox="1"/>
          <p:nvPr/>
        </p:nvSpPr>
        <p:spPr>
          <a:xfrm>
            <a:off x="4898660" y="5951472"/>
            <a:ext cx="5761106" cy="707886"/>
          </a:xfrm>
          <a:prstGeom prst="rect">
            <a:avLst/>
          </a:prstGeom>
          <a:noFill/>
        </p:spPr>
        <p:txBody>
          <a:bodyPr wrap="square" rtlCol="0">
            <a:spAutoFit/>
          </a:bodyPr>
          <a:lstStyle/>
          <a:p>
            <a:pPr defTabSz="342900" latinLnBrk="0"/>
            <a:r>
              <a:rPr lang="en-US" sz="2000" dirty="0">
                <a:solidFill>
                  <a:srgbClr val="3C2077"/>
                </a:solidFill>
                <a:latin typeface="Lato" panose="020F0502020204030203" pitchFamily="34" charset="0"/>
              </a:rPr>
              <a:t>Let us insert the following: </a:t>
            </a:r>
          </a:p>
          <a:p>
            <a:pPr defTabSz="342900" latinLnBrk="0"/>
            <a:r>
              <a:rPr lang="en-US" sz="2000" b="1" dirty="0">
                <a:solidFill>
                  <a:srgbClr val="3C2077"/>
                </a:solidFill>
                <a:latin typeface="Lato" panose="020F0502020204030203" pitchFamily="34" charset="0"/>
              </a:rPr>
              <a:t>11    		33   		 55</a:t>
            </a:r>
          </a:p>
        </p:txBody>
      </p:sp>
    </p:spTree>
    <p:extLst>
      <p:ext uri="{BB962C8B-B14F-4D97-AF65-F5344CB8AC3E}">
        <p14:creationId xmlns:p14="http://schemas.microsoft.com/office/powerpoint/2010/main" val="693239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A09AAC51-0440-EFB8-FB5A-16A795946B0A}"/>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78993AD5-1943-6388-5340-7917EB340C7F}"/>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AE10030B-541B-0B28-0B68-62C018CD3120}"/>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D9877844-F657-DA59-277D-356BF86A3C9C}"/>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94E03518-775A-26B9-DCE3-9A64CF0A0552}"/>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E0C7B5DB-73EF-6A1B-36FD-3BA26485FD85}"/>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Rectangle 10">
            <a:extLst>
              <a:ext uri="{FF2B5EF4-FFF2-40B4-BE49-F238E27FC236}">
                <a16:creationId xmlns:a16="http://schemas.microsoft.com/office/drawing/2014/main" id="{89267B40-11C9-9153-A29F-F65DF623C2F2}"/>
              </a:ext>
            </a:extLst>
          </p:cNvPr>
          <p:cNvSpPr/>
          <p:nvPr/>
        </p:nvSpPr>
        <p:spPr>
          <a:xfrm>
            <a:off x="-20313" y="11418"/>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rot="5400000">
            <a:off x="648800" y="187326"/>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5400000">
            <a:off x="-493219" y="1361374"/>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5400000">
            <a:off x="1829004" y="1321668"/>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5400000">
            <a:off x="661354" y="247208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4" name="CuadroTexto 120">
            <a:extLst>
              <a:ext uri="{FF2B5EF4-FFF2-40B4-BE49-F238E27FC236}">
                <a16:creationId xmlns:a16="http://schemas.microsoft.com/office/drawing/2014/main" id="{5A8EB7D0-1877-1D1B-6F5E-D7F81344CFBA}"/>
              </a:ext>
            </a:extLst>
          </p:cNvPr>
          <p:cNvSpPr txBox="1"/>
          <p:nvPr/>
        </p:nvSpPr>
        <p:spPr>
          <a:xfrm>
            <a:off x="6535593" y="8125227"/>
            <a:ext cx="5194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C2077"/>
                </a:solidFill>
                <a:effectLst/>
                <a:uLnTx/>
                <a:uFillTx/>
                <a:latin typeface="Montserrat Black" panose="00000A00000000000000" pitchFamily="50" charset="0"/>
                <a:ea typeface="+mn-ea"/>
                <a:cs typeface="+mn-cs"/>
              </a:rPr>
              <a:t>1</a:t>
            </a:r>
            <a:r>
              <a:rPr kumimoji="0" lang="es-ES" sz="9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7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grpSp>
        <p:nvGrpSpPr>
          <p:cNvPr id="5" name="Group 4">
            <a:extLst>
              <a:ext uri="{FF2B5EF4-FFF2-40B4-BE49-F238E27FC236}">
                <a16:creationId xmlns:a16="http://schemas.microsoft.com/office/drawing/2014/main" id="{1230249F-0763-EAC3-F466-C347533C6EC0}"/>
              </a:ext>
            </a:extLst>
          </p:cNvPr>
          <p:cNvGrpSpPr/>
          <p:nvPr/>
        </p:nvGrpSpPr>
        <p:grpSpPr>
          <a:xfrm>
            <a:off x="2819856" y="163671"/>
            <a:ext cx="6472161" cy="1102857"/>
            <a:chOff x="2819856" y="163671"/>
            <a:chExt cx="6472161" cy="1102857"/>
          </a:xfrm>
        </p:grpSpPr>
        <p:sp>
          <p:nvSpPr>
            <p:cNvPr id="6" name="Diamond 5">
              <a:extLst>
                <a:ext uri="{FF2B5EF4-FFF2-40B4-BE49-F238E27FC236}">
                  <a16:creationId xmlns:a16="http://schemas.microsoft.com/office/drawing/2014/main" id="{8C07E479-09B3-E129-5A54-398CF61D60F5}"/>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2ADC4E4A-24A0-11D3-E69D-FADD9DE9E4E3}"/>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A00FA781-9468-4483-BB14-767A452550C3}"/>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9E0A90FB-7D4B-BC3B-2169-A97197D2C5BC}"/>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54F815EB-1CC0-215D-5C58-9968091D74C3}"/>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A3FE6E2-C7B5-1B3A-2979-9486E128D168}"/>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2" name="Diamond 21">
              <a:extLst>
                <a:ext uri="{FF2B5EF4-FFF2-40B4-BE49-F238E27FC236}">
                  <a16:creationId xmlns:a16="http://schemas.microsoft.com/office/drawing/2014/main" id="{412512D0-8965-D870-3FFC-F36B847F80D7}"/>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7B0E170E-524F-3DBD-B91C-CE0550125C99}"/>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306DB193-6C38-D2A4-8E18-0D0F180880A6}"/>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mond 24">
              <a:extLst>
                <a:ext uri="{FF2B5EF4-FFF2-40B4-BE49-F238E27FC236}">
                  <a16:creationId xmlns:a16="http://schemas.microsoft.com/office/drawing/2014/main" id="{FB37316F-D872-3682-91AE-D78CBB34DCCB}"/>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Diamond 25">
              <a:extLst>
                <a:ext uri="{FF2B5EF4-FFF2-40B4-BE49-F238E27FC236}">
                  <a16:creationId xmlns:a16="http://schemas.microsoft.com/office/drawing/2014/main" id="{80260166-A265-A232-08C7-5D147170F3F8}"/>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E3843A45-BFD4-CF74-7B17-F868B633609E}"/>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displayForward</a:t>
            </a:r>
            <a:r>
              <a:rPr lang="en-US" sz="2000" u="sng" dirty="0">
                <a:solidFill>
                  <a:srgbClr val="3C2077"/>
                </a:solidFill>
                <a:latin typeface="Lato Black" panose="020F0A02020204030203" pitchFamily="34" charset="0"/>
              </a:rPr>
              <a:t>() method</a:t>
            </a:r>
          </a:p>
        </p:txBody>
      </p:sp>
      <p:pic>
        <p:nvPicPr>
          <p:cNvPr id="28" name="Picture 27">
            <a:extLst>
              <a:ext uri="{FF2B5EF4-FFF2-40B4-BE49-F238E27FC236}">
                <a16:creationId xmlns:a16="http://schemas.microsoft.com/office/drawing/2014/main" id="{5EEDE062-0913-056A-BE63-D6D6B953692F}"/>
              </a:ext>
            </a:extLst>
          </p:cNvPr>
          <p:cNvPicPr>
            <a:picLocks noChangeAspect="1"/>
          </p:cNvPicPr>
          <p:nvPr/>
        </p:nvPicPr>
        <p:blipFill>
          <a:blip r:embed="rId4"/>
          <a:stretch>
            <a:fillRect/>
          </a:stretch>
        </p:blipFill>
        <p:spPr>
          <a:xfrm>
            <a:off x="4239828" y="2228794"/>
            <a:ext cx="6892668" cy="3493064"/>
          </a:xfrm>
          <a:prstGeom prst="rect">
            <a:avLst/>
          </a:prstGeom>
        </p:spPr>
      </p:pic>
    </p:spTree>
    <p:extLst>
      <p:ext uri="{BB962C8B-B14F-4D97-AF65-F5344CB8AC3E}">
        <p14:creationId xmlns:p14="http://schemas.microsoft.com/office/powerpoint/2010/main" val="2391864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F565243-9681-B2E3-763B-A2D94F96796E}"/>
              </a:ext>
            </a:extLst>
          </p:cNvPr>
          <p:cNvGrpSpPr/>
          <p:nvPr/>
        </p:nvGrpSpPr>
        <p:grpSpPr>
          <a:xfrm>
            <a:off x="-12556257" y="-47092"/>
            <a:ext cx="12494478" cy="6911993"/>
            <a:chOff x="12191999" y="-47092"/>
            <a:chExt cx="12494478" cy="6911993"/>
          </a:xfrm>
        </p:grpSpPr>
        <p:pic>
          <p:nvPicPr>
            <p:cNvPr id="76" name="Picture 75">
              <a:extLst>
                <a:ext uri="{FF2B5EF4-FFF2-40B4-BE49-F238E27FC236}">
                  <a16:creationId xmlns:a16="http://schemas.microsoft.com/office/drawing/2014/main" id="{2981E7A3-935D-48D3-B795-8A14F20A4876}"/>
                </a:ext>
              </a:extLst>
            </p:cNvPr>
            <p:cNvPicPr>
              <a:picLocks noChangeAspect="1"/>
            </p:cNvPicPr>
            <p:nvPr/>
          </p:nvPicPr>
          <p:blipFill rotWithShape="1">
            <a:blip r:embed="rId2">
              <a:extLst>
                <a:ext uri="{28A0092B-C50C-407E-A947-70E740481C1C}">
                  <a14:useLocalDpi xmlns:a14="http://schemas.microsoft.com/office/drawing/2010/main" val="0"/>
                </a:ext>
              </a:extLst>
            </a:blip>
            <a:srcRect r="12463"/>
            <a:stretch/>
          </p:blipFill>
          <p:spPr>
            <a:xfrm flipH="1">
              <a:off x="12198681" y="-41680"/>
              <a:ext cx="12487796" cy="6889814"/>
            </a:xfrm>
            <a:prstGeom prst="rect">
              <a:avLst/>
            </a:prstGeom>
          </p:spPr>
        </p:pic>
        <p:sp>
          <p:nvSpPr>
            <p:cNvPr id="77" name="Rectangle 76">
              <a:extLst>
                <a:ext uri="{FF2B5EF4-FFF2-40B4-BE49-F238E27FC236}">
                  <a16:creationId xmlns:a16="http://schemas.microsoft.com/office/drawing/2014/main" id="{8AA6FC20-0C95-1644-6322-6D889AD83837}"/>
                </a:ext>
              </a:extLst>
            </p:cNvPr>
            <p:cNvSpPr/>
            <p:nvPr/>
          </p:nvSpPr>
          <p:spPr>
            <a:xfrm>
              <a:off x="12191999" y="-47092"/>
              <a:ext cx="12494478" cy="6911993"/>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258068"/>
            <a:ext cx="558769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13030228" y="3718483"/>
            <a:ext cx="5921959" cy="2576208"/>
            <a:chOff x="594039" y="1299676"/>
            <a:chExt cx="7035597" cy="2576208"/>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p:txBody>
        </p:sp>
      </p:grpSp>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8512" y="4763781"/>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0418" y="2922834"/>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8706" y="-18416"/>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9" name="Diamond 38">
            <a:extLst>
              <a:ext uri="{FF2B5EF4-FFF2-40B4-BE49-F238E27FC236}">
                <a16:creationId xmlns:a16="http://schemas.microsoft.com/office/drawing/2014/main" id="{0A53FDB5-8B45-2506-A392-9D328D5A3EC3}"/>
              </a:ext>
            </a:extLst>
          </p:cNvPr>
          <p:cNvSpPr/>
          <p:nvPr/>
        </p:nvSpPr>
        <p:spPr>
          <a:xfrm rot="10800000">
            <a:off x="1810271" y="1310612"/>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10800000">
            <a:off x="636223" y="168593"/>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10800000">
            <a:off x="675929" y="2490816"/>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10800000">
            <a:off x="-474486" y="132316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3" name="Group 82">
            <a:extLst>
              <a:ext uri="{FF2B5EF4-FFF2-40B4-BE49-F238E27FC236}">
                <a16:creationId xmlns:a16="http://schemas.microsoft.com/office/drawing/2014/main" id="{F3678745-9AF2-BB77-7593-F0AE6B6727FE}"/>
              </a:ext>
            </a:extLst>
          </p:cNvPr>
          <p:cNvGrpSpPr/>
          <p:nvPr/>
        </p:nvGrpSpPr>
        <p:grpSpPr>
          <a:xfrm>
            <a:off x="12179837"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7">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85" name="TextBox 84">
            <a:extLst>
              <a:ext uri="{FF2B5EF4-FFF2-40B4-BE49-F238E27FC236}">
                <a16:creationId xmlns:a16="http://schemas.microsoft.com/office/drawing/2014/main" id="{89507A28-5E48-4E7F-430F-1B1B21073D16}"/>
              </a:ext>
            </a:extLst>
          </p:cNvPr>
          <p:cNvSpPr txBox="1"/>
          <p:nvPr/>
        </p:nvSpPr>
        <p:spPr>
          <a:xfrm>
            <a:off x="2718899" y="101937"/>
            <a:ext cx="805240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 pitchFamily="2" charset="77"/>
                <a:ea typeface="+mn-ea"/>
                <a:cs typeface="+mn-cs"/>
              </a:rPr>
              <a:t>DIFFERENCE</a:t>
            </a:r>
            <a:r>
              <a:rPr kumimoji="0" lang="en-US" sz="1800" b="0" i="0" u="none" strike="noStrike" kern="1200" cap="none" spc="0" normalizeH="0" baseline="0" noProof="0" dirty="0">
                <a:ln>
                  <a:noFill/>
                </a:ln>
                <a:solidFill>
                  <a:srgbClr val="FFFFFF"/>
                </a:solidFill>
                <a:effectLst/>
                <a:uLnTx/>
                <a:uFillTx/>
                <a:latin typeface="Montserrat" pitchFamily="2" charset="77"/>
                <a:ea typeface="+mn-ea"/>
                <a:cs typeface="+mn-cs"/>
              </a:rPr>
              <a:t> BETWEEN MANAGERS &amp; LEADERS</a:t>
            </a:r>
          </a:p>
        </p:txBody>
      </p:sp>
      <p:grpSp>
        <p:nvGrpSpPr>
          <p:cNvPr id="9" name="Group 8">
            <a:extLst>
              <a:ext uri="{FF2B5EF4-FFF2-40B4-BE49-F238E27FC236}">
                <a16:creationId xmlns:a16="http://schemas.microsoft.com/office/drawing/2014/main" id="{30BFC95F-3048-9288-869C-AB0FF574E220}"/>
              </a:ext>
            </a:extLst>
          </p:cNvPr>
          <p:cNvGrpSpPr/>
          <p:nvPr/>
        </p:nvGrpSpPr>
        <p:grpSpPr>
          <a:xfrm>
            <a:off x="2819856" y="163671"/>
            <a:ext cx="6472161" cy="1102857"/>
            <a:chOff x="2819856" y="163671"/>
            <a:chExt cx="6472161" cy="1102857"/>
          </a:xfrm>
        </p:grpSpPr>
        <p:sp>
          <p:nvSpPr>
            <p:cNvPr id="12" name="Diamond 11">
              <a:extLst>
                <a:ext uri="{FF2B5EF4-FFF2-40B4-BE49-F238E27FC236}">
                  <a16:creationId xmlns:a16="http://schemas.microsoft.com/office/drawing/2014/main" id="{3E6FA912-4826-AE26-7A5B-2A392DCC6BC0}"/>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665A0AC4-0B02-65C3-CB2B-3061C388D684}"/>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CADE9D2F-75DA-BE8B-367C-33CBFC93F119}"/>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AAC1252B-82B2-C505-FF63-A63BF2B745C5}"/>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09AF3B45-65B2-9F5E-7435-7482BEC1A9F1}"/>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4A9EFD-E7BE-E131-2885-40382183B916}"/>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1" name="Diamond 20">
              <a:extLst>
                <a:ext uri="{FF2B5EF4-FFF2-40B4-BE49-F238E27FC236}">
                  <a16:creationId xmlns:a16="http://schemas.microsoft.com/office/drawing/2014/main" id="{5A883DC4-58D5-6818-12CB-C1B66DDF43E1}"/>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00A23C42-CE47-EC84-143B-5DC31FD4C584}"/>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1C56B6AD-270B-108D-9D5E-7C1C4F580B3A}"/>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EB247CA3-46F1-33BC-234B-39A7D8E64962}"/>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Diamond 24">
              <a:extLst>
                <a:ext uri="{FF2B5EF4-FFF2-40B4-BE49-F238E27FC236}">
                  <a16:creationId xmlns:a16="http://schemas.microsoft.com/office/drawing/2014/main" id="{5A53D6FE-4663-59EC-D4AA-05384CB04F51}"/>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73FE4FDE-81D2-0D28-2135-1D0EA8D738E3}"/>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displayBackward</a:t>
            </a:r>
            <a:r>
              <a:rPr lang="en-US" sz="2000" u="sng" dirty="0">
                <a:solidFill>
                  <a:srgbClr val="3C2077"/>
                </a:solidFill>
                <a:latin typeface="Lato Black" panose="020F0A02020204030203" pitchFamily="34" charset="0"/>
              </a:rPr>
              <a:t>() method</a:t>
            </a:r>
          </a:p>
        </p:txBody>
      </p:sp>
      <p:pic>
        <p:nvPicPr>
          <p:cNvPr id="27" name="Picture 26">
            <a:extLst>
              <a:ext uri="{FF2B5EF4-FFF2-40B4-BE49-F238E27FC236}">
                <a16:creationId xmlns:a16="http://schemas.microsoft.com/office/drawing/2014/main" id="{A8B9AB00-185C-3764-7C07-169839016F84}"/>
              </a:ext>
            </a:extLst>
          </p:cNvPr>
          <p:cNvPicPr>
            <a:picLocks noChangeAspect="1"/>
          </p:cNvPicPr>
          <p:nvPr/>
        </p:nvPicPr>
        <p:blipFill>
          <a:blip r:embed="rId8"/>
          <a:stretch>
            <a:fillRect/>
          </a:stretch>
        </p:blipFill>
        <p:spPr>
          <a:xfrm>
            <a:off x="4043447" y="2328593"/>
            <a:ext cx="6972003" cy="3806735"/>
          </a:xfrm>
          <a:prstGeom prst="rect">
            <a:avLst/>
          </a:prstGeom>
        </p:spPr>
      </p:pic>
    </p:spTree>
    <p:extLst>
      <p:ext uri="{BB962C8B-B14F-4D97-AF65-F5344CB8AC3E}">
        <p14:creationId xmlns:p14="http://schemas.microsoft.com/office/powerpoint/2010/main" val="1205894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a:off x="-474486" y="134879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a:off x="699562" y="249081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a:off x="659856" y="168593"/>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a:off x="1810271" y="133624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E029246F-038C-2D6E-35D0-F94F1FD36942}"/>
              </a:ext>
            </a:extLst>
          </p:cNvPr>
          <p:cNvGrpSpPr/>
          <p:nvPr/>
        </p:nvGrpSpPr>
        <p:grpSpPr>
          <a:xfrm>
            <a:off x="2819856" y="163671"/>
            <a:ext cx="6472161" cy="1102857"/>
            <a:chOff x="2819856" y="163671"/>
            <a:chExt cx="6472161" cy="1102857"/>
          </a:xfrm>
        </p:grpSpPr>
        <p:sp>
          <p:nvSpPr>
            <p:cNvPr id="6" name="Diamond 5">
              <a:extLst>
                <a:ext uri="{FF2B5EF4-FFF2-40B4-BE49-F238E27FC236}">
                  <a16:creationId xmlns:a16="http://schemas.microsoft.com/office/drawing/2014/main" id="{3733470C-BA17-946C-0D1E-4719FF990137}"/>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a:extLst>
                <a:ext uri="{FF2B5EF4-FFF2-40B4-BE49-F238E27FC236}">
                  <a16:creationId xmlns:a16="http://schemas.microsoft.com/office/drawing/2014/main" id="{609F9E1C-9874-2FD2-4C69-EAD1AE60B49A}"/>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0EF82461-B341-5303-7328-0239FF35435F}"/>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1F0906E3-B90B-F946-9D3D-F417D67B18A4}"/>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F43E6D4D-CDCB-01C8-B8E0-3472EB85BDFD}"/>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0973304-3A93-F0B5-0BDD-6D2B5B303A4C}"/>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15" name="Diamond 14">
              <a:extLst>
                <a:ext uri="{FF2B5EF4-FFF2-40B4-BE49-F238E27FC236}">
                  <a16:creationId xmlns:a16="http://schemas.microsoft.com/office/drawing/2014/main" id="{65CCEB2E-374A-AF6B-15EA-26FAD62A0354}"/>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a:extLst>
                <a:ext uri="{FF2B5EF4-FFF2-40B4-BE49-F238E27FC236}">
                  <a16:creationId xmlns:a16="http://schemas.microsoft.com/office/drawing/2014/main" id="{F6F6EC9B-6375-454D-1754-6D86A03074FE}"/>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6344CB13-F590-51EB-762A-E1132549062D}"/>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284664E0-30EC-47E7-22F7-4EE8370B4A2A}"/>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5AEA09CB-6D60-FD9E-3293-358BAA744067}"/>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8436B8AC-4D23-D7AD-864E-8876A1E14378}"/>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deleteFirst</a:t>
            </a:r>
            <a:r>
              <a:rPr lang="en-US" sz="2000" u="sng" dirty="0">
                <a:solidFill>
                  <a:srgbClr val="3C2077"/>
                </a:solidFill>
                <a:latin typeface="Lato Black" panose="020F0A02020204030203" pitchFamily="34" charset="0"/>
              </a:rPr>
              <a:t>() method</a:t>
            </a:r>
          </a:p>
        </p:txBody>
      </p:sp>
      <p:pic>
        <p:nvPicPr>
          <p:cNvPr id="24" name="Picture 23">
            <a:extLst>
              <a:ext uri="{FF2B5EF4-FFF2-40B4-BE49-F238E27FC236}">
                <a16:creationId xmlns:a16="http://schemas.microsoft.com/office/drawing/2014/main" id="{6B9C8BC8-742D-62E9-E581-43A87E071ADA}"/>
              </a:ext>
            </a:extLst>
          </p:cNvPr>
          <p:cNvPicPr>
            <a:picLocks noChangeAspect="1"/>
          </p:cNvPicPr>
          <p:nvPr/>
        </p:nvPicPr>
        <p:blipFill>
          <a:blip r:embed="rId2"/>
          <a:stretch>
            <a:fillRect/>
          </a:stretch>
        </p:blipFill>
        <p:spPr>
          <a:xfrm>
            <a:off x="4042649" y="2328593"/>
            <a:ext cx="7641362" cy="2958995"/>
          </a:xfrm>
          <a:prstGeom prst="rect">
            <a:avLst/>
          </a:prstGeom>
        </p:spPr>
      </p:pic>
    </p:spTree>
    <p:extLst>
      <p:ext uri="{BB962C8B-B14F-4D97-AF65-F5344CB8AC3E}">
        <p14:creationId xmlns:p14="http://schemas.microsoft.com/office/powerpoint/2010/main" val="40871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A09AAC51-0440-EFB8-FB5A-16A795946B0A}"/>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78993AD5-1943-6388-5340-7917EB340C7F}"/>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AE10030B-541B-0B28-0B68-62C018CD3120}"/>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D9877844-F657-DA59-277D-356BF86A3C9C}"/>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94E03518-775A-26B9-DCE3-9A64CF0A0552}"/>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E0C7B5DB-73EF-6A1B-36FD-3BA26485FD85}"/>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rot="5400000">
            <a:off x="648800" y="187326"/>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5400000">
            <a:off x="-493219" y="1361374"/>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5400000">
            <a:off x="1829004" y="1321668"/>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5400000">
            <a:off x="661354" y="247208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0BA15C9-D3B2-0BB3-6A65-D6D17A9DF129}"/>
              </a:ext>
            </a:extLst>
          </p:cNvPr>
          <p:cNvSpPr txBox="1"/>
          <p:nvPr/>
        </p:nvSpPr>
        <p:spPr>
          <a:xfrm>
            <a:off x="4284261" y="1541737"/>
            <a:ext cx="5844168"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Montserrat" pitchFamily="2" charset="77"/>
                <a:ea typeface="+mn-ea"/>
                <a:cs typeface="+mn-cs"/>
              </a:rPr>
              <a:t>WHO</a:t>
            </a:r>
            <a:r>
              <a:rPr kumimoji="0" lang="en-US" sz="4400" b="0" i="0" u="none" strike="noStrike" kern="1200" cap="none" spc="0" normalizeH="0" baseline="0" noProof="0" dirty="0">
                <a:ln>
                  <a:noFill/>
                </a:ln>
                <a:solidFill>
                  <a:srgbClr val="FFFFFF"/>
                </a:solidFill>
                <a:effectLst/>
                <a:uLnTx/>
                <a:uFillTx/>
                <a:latin typeface="Montserrat" pitchFamily="2" charset="77"/>
                <a:ea typeface="+mn-ea"/>
                <a:cs typeface="+mn-cs"/>
              </a:rPr>
              <a:t> IS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FFFF"/>
                </a:solidFill>
                <a:effectLst/>
                <a:uLnTx/>
                <a:uFillTx/>
                <a:latin typeface="Montserrat" pitchFamily="2" charset="77"/>
                <a:ea typeface="+mn-ea"/>
                <a:cs typeface="+mn-cs"/>
              </a:rPr>
              <a:t>LIDER</a:t>
            </a:r>
          </a:p>
        </p:txBody>
      </p:sp>
      <p:sp>
        <p:nvSpPr>
          <p:cNvPr id="14" name="Rectángulo: esquinas redondeadas 95">
            <a:extLst>
              <a:ext uri="{FF2B5EF4-FFF2-40B4-BE49-F238E27FC236}">
                <a16:creationId xmlns:a16="http://schemas.microsoft.com/office/drawing/2014/main" id="{17F5F8F2-70CE-2EC1-2113-FE7A4E7E3E7E}"/>
              </a:ext>
            </a:extLst>
          </p:cNvPr>
          <p:cNvSpPr/>
          <p:nvPr/>
        </p:nvSpPr>
        <p:spPr>
          <a:xfrm rot="16200000">
            <a:off x="5509198" y="8054026"/>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Rectángulo: esquinas redondeadas 92">
            <a:extLst>
              <a:ext uri="{FF2B5EF4-FFF2-40B4-BE49-F238E27FC236}">
                <a16:creationId xmlns:a16="http://schemas.microsoft.com/office/drawing/2014/main" id="{98EFE75A-DED2-48DC-6AD4-C143DF8A3BB7}"/>
              </a:ext>
            </a:extLst>
          </p:cNvPr>
          <p:cNvSpPr/>
          <p:nvPr/>
        </p:nvSpPr>
        <p:spPr>
          <a:xfrm rot="10800000">
            <a:off x="5618527" y="8639439"/>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Rectángulo: esquinas redondeadas 89">
            <a:extLst>
              <a:ext uri="{FF2B5EF4-FFF2-40B4-BE49-F238E27FC236}">
                <a16:creationId xmlns:a16="http://schemas.microsoft.com/office/drawing/2014/main" id="{60927E48-342A-1E64-AF66-D25B4B7709AC}"/>
              </a:ext>
            </a:extLst>
          </p:cNvPr>
          <p:cNvSpPr/>
          <p:nvPr/>
        </p:nvSpPr>
        <p:spPr>
          <a:xfrm rot="5400000">
            <a:off x="6203940" y="8531500"/>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Rectángulo: esquinas redondeadas 80">
            <a:extLst>
              <a:ext uri="{FF2B5EF4-FFF2-40B4-BE49-F238E27FC236}">
                <a16:creationId xmlns:a16="http://schemas.microsoft.com/office/drawing/2014/main" id="{7877A098-A597-F13E-0286-8AD62F0E9269}"/>
              </a:ext>
            </a:extLst>
          </p:cNvPr>
          <p:cNvSpPr/>
          <p:nvPr/>
        </p:nvSpPr>
        <p:spPr>
          <a:xfrm>
            <a:off x="6096000" y="7946087"/>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Forma libre: forma 83">
            <a:hlinkClick r:id="rId4" action="ppaction://hlinksldjump"/>
            <a:extLst>
              <a:ext uri="{FF2B5EF4-FFF2-40B4-BE49-F238E27FC236}">
                <a16:creationId xmlns:a16="http://schemas.microsoft.com/office/drawing/2014/main" id="{FFAA5E8F-942D-5B0B-1EF6-082CA1E287FD}"/>
              </a:ext>
            </a:extLst>
          </p:cNvPr>
          <p:cNvSpPr/>
          <p:nvPr/>
        </p:nvSpPr>
        <p:spPr>
          <a:xfrm>
            <a:off x="6096000" y="7946087"/>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Forma libre: forma 90">
            <a:hlinkClick r:id="rId5" action="ppaction://hlinksldjump"/>
            <a:extLst>
              <a:ext uri="{FF2B5EF4-FFF2-40B4-BE49-F238E27FC236}">
                <a16:creationId xmlns:a16="http://schemas.microsoft.com/office/drawing/2014/main" id="{F08DF724-B1BD-5F5C-B873-F372DC848162}"/>
              </a:ext>
            </a:extLst>
          </p:cNvPr>
          <p:cNvSpPr/>
          <p:nvPr/>
        </p:nvSpPr>
        <p:spPr>
          <a:xfrm rot="5400000">
            <a:off x="6575022" y="816041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Forma libre: forma 93">
            <a:extLst>
              <a:ext uri="{FF2B5EF4-FFF2-40B4-BE49-F238E27FC236}">
                <a16:creationId xmlns:a16="http://schemas.microsoft.com/office/drawing/2014/main" id="{8FBBE074-EFEC-3B8C-A0EA-EB3408B31521}"/>
              </a:ext>
            </a:extLst>
          </p:cNvPr>
          <p:cNvSpPr/>
          <p:nvPr/>
        </p:nvSpPr>
        <p:spPr>
          <a:xfrm rot="10800000">
            <a:off x="6360690" y="8639439"/>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 name="Forma libre: forma 96">
            <a:extLst>
              <a:ext uri="{FF2B5EF4-FFF2-40B4-BE49-F238E27FC236}">
                <a16:creationId xmlns:a16="http://schemas.microsoft.com/office/drawing/2014/main" id="{565AF8AC-AFE6-3B43-FAB5-0AF13D5C639B}"/>
              </a:ext>
            </a:extLst>
          </p:cNvPr>
          <p:cNvSpPr/>
          <p:nvPr/>
        </p:nvSpPr>
        <p:spPr>
          <a:xfrm rot="16200000">
            <a:off x="5880279" y="842510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0" name="Gráfico 116" descr="Aula de clases con relleno sólido">
            <a:extLst>
              <a:ext uri="{FF2B5EF4-FFF2-40B4-BE49-F238E27FC236}">
                <a16:creationId xmlns:a16="http://schemas.microsoft.com/office/drawing/2014/main" id="{8E7A2E18-19C4-CC50-A0E8-C204F824EB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1802" y="8904129"/>
            <a:ext cx="281235" cy="281235"/>
          </a:xfrm>
          <a:prstGeom prst="rect">
            <a:avLst/>
          </a:prstGeom>
        </p:spPr>
      </p:pic>
      <p:pic>
        <p:nvPicPr>
          <p:cNvPr id="31" name="Gráfico 117" descr="Rollo de diplomas con relleno sólido">
            <a:extLst>
              <a:ext uri="{FF2B5EF4-FFF2-40B4-BE49-F238E27FC236}">
                <a16:creationId xmlns:a16="http://schemas.microsoft.com/office/drawing/2014/main" id="{BC5C4EA3-C59E-8B50-2E1C-69DAD30AB4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77746" y="9510900"/>
            <a:ext cx="281235" cy="281235"/>
          </a:xfrm>
          <a:prstGeom prst="rect">
            <a:avLst/>
          </a:prstGeom>
        </p:spPr>
      </p:pic>
      <p:pic>
        <p:nvPicPr>
          <p:cNvPr id="32" name="Gráfico 118" descr="Libro abierto con relleno sólido">
            <a:extLst>
              <a:ext uri="{FF2B5EF4-FFF2-40B4-BE49-F238E27FC236}">
                <a16:creationId xmlns:a16="http://schemas.microsoft.com/office/drawing/2014/main" id="{05D41E34-B643-870F-A8F0-4E30B096E0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78957" y="8673626"/>
            <a:ext cx="281235" cy="281235"/>
          </a:xfrm>
          <a:prstGeom prst="rect">
            <a:avLst/>
          </a:prstGeom>
        </p:spPr>
      </p:pic>
      <p:pic>
        <p:nvPicPr>
          <p:cNvPr id="33" name="Gráfico 119" descr="Círculos con flechas con relleno sólido">
            <a:extLst>
              <a:ext uri="{FF2B5EF4-FFF2-40B4-BE49-F238E27FC236}">
                <a16:creationId xmlns:a16="http://schemas.microsoft.com/office/drawing/2014/main" id="{AD49F4F7-91C2-AA65-A23C-5A53E797226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21143" y="8051159"/>
            <a:ext cx="281235" cy="281235"/>
          </a:xfrm>
          <a:prstGeom prst="rect">
            <a:avLst/>
          </a:prstGeom>
        </p:spPr>
      </p:pic>
      <p:sp>
        <p:nvSpPr>
          <p:cNvPr id="34" name="CuadroTexto 120">
            <a:extLst>
              <a:ext uri="{FF2B5EF4-FFF2-40B4-BE49-F238E27FC236}">
                <a16:creationId xmlns:a16="http://schemas.microsoft.com/office/drawing/2014/main" id="{5A8EB7D0-1877-1D1B-6F5E-D7F81344CFBA}"/>
              </a:ext>
            </a:extLst>
          </p:cNvPr>
          <p:cNvSpPr txBox="1"/>
          <p:nvPr/>
        </p:nvSpPr>
        <p:spPr>
          <a:xfrm>
            <a:off x="6535593" y="8125227"/>
            <a:ext cx="5194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C2077"/>
                </a:solidFill>
                <a:effectLst/>
                <a:uLnTx/>
                <a:uFillTx/>
                <a:latin typeface="Montserrat Black" panose="00000A00000000000000" pitchFamily="50" charset="0"/>
                <a:ea typeface="+mn-ea"/>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7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5" name="CuadroTexto 121">
            <a:extLst>
              <a:ext uri="{FF2B5EF4-FFF2-40B4-BE49-F238E27FC236}">
                <a16:creationId xmlns:a16="http://schemas.microsoft.com/office/drawing/2014/main" id="{83CEDC34-F042-7F6D-B0CB-0F3EBE1F265B}"/>
              </a:ext>
            </a:extLst>
          </p:cNvPr>
          <p:cNvSpPr txBox="1"/>
          <p:nvPr/>
        </p:nvSpPr>
        <p:spPr>
          <a:xfrm>
            <a:off x="6785550" y="9131147"/>
            <a:ext cx="519419" cy="65402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0C4D2"/>
                </a:solidFill>
                <a:effectLst/>
                <a:uLnTx/>
                <a:uFillTx/>
                <a:latin typeface="Montserrat Black" panose="00000A00000000000000" pitchFamily="50"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6" name="CuadroTexto 122">
            <a:extLst>
              <a:ext uri="{FF2B5EF4-FFF2-40B4-BE49-F238E27FC236}">
                <a16:creationId xmlns:a16="http://schemas.microsoft.com/office/drawing/2014/main" id="{BF5CD835-F13E-8172-B373-1C4889840EB1}"/>
              </a:ext>
            </a:extLst>
          </p:cNvPr>
          <p:cNvSpPr txBox="1"/>
          <p:nvPr/>
        </p:nvSpPr>
        <p:spPr>
          <a:xfrm>
            <a:off x="5775842" y="9317594"/>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49401"/>
                </a:solidFill>
                <a:effectLst/>
                <a:uLnTx/>
                <a:uFillTx/>
                <a:latin typeface="Montserrat Black" panose="00000A00000000000000" pitchFamily="50" charset="0"/>
                <a:ea typeface="+mn-ea"/>
                <a:cs typeface="+mn-cs"/>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7" name="CuadroTexto 123">
            <a:extLst>
              <a:ext uri="{FF2B5EF4-FFF2-40B4-BE49-F238E27FC236}">
                <a16:creationId xmlns:a16="http://schemas.microsoft.com/office/drawing/2014/main" id="{F669E504-39FF-463F-2852-525A7E30D259}"/>
              </a:ext>
            </a:extLst>
          </p:cNvPr>
          <p:cNvSpPr txBox="1"/>
          <p:nvPr/>
        </p:nvSpPr>
        <p:spPr>
          <a:xfrm>
            <a:off x="5529667" y="8404308"/>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93043"/>
                </a:solidFill>
                <a:effectLst/>
                <a:uLnTx/>
                <a:uFillTx/>
                <a:latin typeface="Montserrat Black" panose="00000A00000000000000" pitchFamily="50" charset="0"/>
                <a:ea typeface="+mn-ea"/>
                <a:cs typeface="+mn-cs"/>
              </a:rPr>
              <a:t>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grpSp>
        <p:nvGrpSpPr>
          <p:cNvPr id="38" name="Grupo 79">
            <a:extLst>
              <a:ext uri="{FF2B5EF4-FFF2-40B4-BE49-F238E27FC236}">
                <a16:creationId xmlns:a16="http://schemas.microsoft.com/office/drawing/2014/main" id="{D410638F-D74E-4D14-35A1-7500B436C515}"/>
              </a:ext>
            </a:extLst>
          </p:cNvPr>
          <p:cNvGrpSpPr/>
          <p:nvPr/>
        </p:nvGrpSpPr>
        <p:grpSpPr>
          <a:xfrm>
            <a:off x="6096000" y="8635062"/>
            <a:ext cx="580036" cy="580036"/>
            <a:chOff x="9095873" y="4745254"/>
            <a:chExt cx="2550695" cy="2550695"/>
          </a:xfrm>
        </p:grpSpPr>
        <p:sp>
          <p:nvSpPr>
            <p:cNvPr id="40" name="Elipse 78">
              <a:extLst>
                <a:ext uri="{FF2B5EF4-FFF2-40B4-BE49-F238E27FC236}">
                  <a16:creationId xmlns:a16="http://schemas.microsoft.com/office/drawing/2014/main" id="{9AC3B03C-81BD-3A01-363F-F36FBBBED4BE}"/>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1" name="Elipse 77">
              <a:extLst>
                <a:ext uri="{FF2B5EF4-FFF2-40B4-BE49-F238E27FC236}">
                  <a16:creationId xmlns:a16="http://schemas.microsoft.com/office/drawing/2014/main" id="{F1036ED8-0E3D-966A-F01A-A2832E289587}"/>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48" name="Gráfico 115" descr="Libros en una estantería con relleno sólido">
            <a:extLst>
              <a:ext uri="{FF2B5EF4-FFF2-40B4-BE49-F238E27FC236}">
                <a16:creationId xmlns:a16="http://schemas.microsoft.com/office/drawing/2014/main" id="{E6A465F8-CD34-0C5A-C66D-3CE81C023B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37128" y="8771669"/>
            <a:ext cx="281235" cy="281235"/>
          </a:xfrm>
          <a:prstGeom prst="rect">
            <a:avLst/>
          </a:prstGeom>
        </p:spPr>
      </p:pic>
      <p:sp>
        <p:nvSpPr>
          <p:cNvPr id="56" name="TextBox 55">
            <a:extLst>
              <a:ext uri="{FF2B5EF4-FFF2-40B4-BE49-F238E27FC236}">
                <a16:creationId xmlns:a16="http://schemas.microsoft.com/office/drawing/2014/main" id="{69E0B5E4-0A5E-FB8F-97A4-3702DFE9D9BC}"/>
              </a:ext>
            </a:extLst>
          </p:cNvPr>
          <p:cNvSpPr txBox="1">
            <a:spLocks noChangeArrowheads="1"/>
          </p:cNvSpPr>
          <p:nvPr/>
        </p:nvSpPr>
        <p:spPr bwMode="auto">
          <a:xfrm>
            <a:off x="4078220" y="3453011"/>
            <a:ext cx="17464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grpSp>
        <p:nvGrpSpPr>
          <p:cNvPr id="5" name="Group 4">
            <a:extLst>
              <a:ext uri="{FF2B5EF4-FFF2-40B4-BE49-F238E27FC236}">
                <a16:creationId xmlns:a16="http://schemas.microsoft.com/office/drawing/2014/main" id="{D9FDA79C-7535-C4F8-9A4B-2F66F4DED4AB}"/>
              </a:ext>
            </a:extLst>
          </p:cNvPr>
          <p:cNvGrpSpPr/>
          <p:nvPr/>
        </p:nvGrpSpPr>
        <p:grpSpPr>
          <a:xfrm>
            <a:off x="2819856" y="163671"/>
            <a:ext cx="6472161" cy="1102857"/>
            <a:chOff x="2819856" y="163671"/>
            <a:chExt cx="6472161" cy="1102857"/>
          </a:xfrm>
        </p:grpSpPr>
        <p:sp>
          <p:nvSpPr>
            <p:cNvPr id="6" name="Diamond 5">
              <a:extLst>
                <a:ext uri="{FF2B5EF4-FFF2-40B4-BE49-F238E27FC236}">
                  <a16:creationId xmlns:a16="http://schemas.microsoft.com/office/drawing/2014/main" id="{A298FEF2-7536-032B-5B81-2E6FFCAF721A}"/>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90E6D381-942D-EFC0-C658-60C6073635A2}"/>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13A624AE-5FD6-2417-4C1E-B9915B826DFA}"/>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72A1A8BA-85B1-A35F-3162-2B68D75C0DC5}"/>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E52DEB3C-5916-82E1-B486-E80CD612369F}"/>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C2795D9-AA3B-F462-CBFB-5589C56CE49D}"/>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42" name="Diamond 41">
              <a:extLst>
                <a:ext uri="{FF2B5EF4-FFF2-40B4-BE49-F238E27FC236}">
                  <a16:creationId xmlns:a16="http://schemas.microsoft.com/office/drawing/2014/main" id="{94803F5D-95E7-CE3B-8FC2-9FE198F56B8F}"/>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3AFF7E5F-C7BD-41A2-F462-E47955034D1D}"/>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8E065A82-1E7A-021F-6DCA-E64F9EF8E3A5}"/>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mond 54">
              <a:extLst>
                <a:ext uri="{FF2B5EF4-FFF2-40B4-BE49-F238E27FC236}">
                  <a16:creationId xmlns:a16="http://schemas.microsoft.com/office/drawing/2014/main" id="{B8976C5F-6FA5-70CF-79AD-A6C7EC64070B}"/>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Diamond 56">
              <a:extLst>
                <a:ext uri="{FF2B5EF4-FFF2-40B4-BE49-F238E27FC236}">
                  <a16:creationId xmlns:a16="http://schemas.microsoft.com/office/drawing/2014/main" id="{150F0B64-FD03-B564-3D2F-FCD9B09761CB}"/>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07048BC5-A5BA-7C4C-F131-8BB2F303D2FD}"/>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deleteLast</a:t>
            </a:r>
            <a:r>
              <a:rPr lang="en-US" sz="2000" u="sng" dirty="0">
                <a:solidFill>
                  <a:srgbClr val="3C2077"/>
                </a:solidFill>
                <a:latin typeface="Lato Black" panose="020F0A02020204030203" pitchFamily="34" charset="0"/>
              </a:rPr>
              <a:t>() method</a:t>
            </a:r>
          </a:p>
        </p:txBody>
      </p:sp>
      <p:pic>
        <p:nvPicPr>
          <p:cNvPr id="60" name="Picture 59">
            <a:extLst>
              <a:ext uri="{FF2B5EF4-FFF2-40B4-BE49-F238E27FC236}">
                <a16:creationId xmlns:a16="http://schemas.microsoft.com/office/drawing/2014/main" id="{EE5991FC-74FB-8040-4217-7BDCDD82A1B6}"/>
              </a:ext>
            </a:extLst>
          </p:cNvPr>
          <p:cNvPicPr>
            <a:picLocks noChangeAspect="1"/>
          </p:cNvPicPr>
          <p:nvPr/>
        </p:nvPicPr>
        <p:blipFill>
          <a:blip r:embed="rId16"/>
          <a:stretch>
            <a:fillRect/>
          </a:stretch>
        </p:blipFill>
        <p:spPr>
          <a:xfrm>
            <a:off x="4216193" y="2277768"/>
            <a:ext cx="7340720" cy="3323466"/>
          </a:xfrm>
          <a:prstGeom prst="rect">
            <a:avLst/>
          </a:prstGeom>
        </p:spPr>
      </p:pic>
    </p:spTree>
    <p:extLst>
      <p:ext uri="{BB962C8B-B14F-4D97-AF65-F5344CB8AC3E}">
        <p14:creationId xmlns:p14="http://schemas.microsoft.com/office/powerpoint/2010/main" val="2094014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F565243-9681-B2E3-763B-A2D94F96796E}"/>
              </a:ext>
            </a:extLst>
          </p:cNvPr>
          <p:cNvGrpSpPr/>
          <p:nvPr/>
        </p:nvGrpSpPr>
        <p:grpSpPr>
          <a:xfrm>
            <a:off x="-12556257" y="-47092"/>
            <a:ext cx="12494478" cy="6911993"/>
            <a:chOff x="12191999" y="-47092"/>
            <a:chExt cx="12494478" cy="6911993"/>
          </a:xfrm>
        </p:grpSpPr>
        <p:pic>
          <p:nvPicPr>
            <p:cNvPr id="76" name="Picture 75">
              <a:extLst>
                <a:ext uri="{FF2B5EF4-FFF2-40B4-BE49-F238E27FC236}">
                  <a16:creationId xmlns:a16="http://schemas.microsoft.com/office/drawing/2014/main" id="{2981E7A3-935D-48D3-B795-8A14F20A4876}"/>
                </a:ext>
              </a:extLst>
            </p:cNvPr>
            <p:cNvPicPr>
              <a:picLocks noChangeAspect="1"/>
            </p:cNvPicPr>
            <p:nvPr/>
          </p:nvPicPr>
          <p:blipFill rotWithShape="1">
            <a:blip r:embed="rId2">
              <a:extLst>
                <a:ext uri="{28A0092B-C50C-407E-A947-70E740481C1C}">
                  <a14:useLocalDpi xmlns:a14="http://schemas.microsoft.com/office/drawing/2010/main" val="0"/>
                </a:ext>
              </a:extLst>
            </a:blip>
            <a:srcRect r="12463"/>
            <a:stretch/>
          </p:blipFill>
          <p:spPr>
            <a:xfrm flipH="1">
              <a:off x="12198681" y="-41680"/>
              <a:ext cx="12487796" cy="6889814"/>
            </a:xfrm>
            <a:prstGeom prst="rect">
              <a:avLst/>
            </a:prstGeom>
          </p:spPr>
        </p:pic>
        <p:sp>
          <p:nvSpPr>
            <p:cNvPr id="77" name="Rectangle 76">
              <a:extLst>
                <a:ext uri="{FF2B5EF4-FFF2-40B4-BE49-F238E27FC236}">
                  <a16:creationId xmlns:a16="http://schemas.microsoft.com/office/drawing/2014/main" id="{8AA6FC20-0C95-1644-6322-6D889AD83837}"/>
                </a:ext>
              </a:extLst>
            </p:cNvPr>
            <p:cNvSpPr/>
            <p:nvPr/>
          </p:nvSpPr>
          <p:spPr>
            <a:xfrm>
              <a:off x="12191999" y="-47092"/>
              <a:ext cx="12494478" cy="6911993"/>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258068"/>
            <a:ext cx="558769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13030228" y="3718483"/>
            <a:ext cx="5921959" cy="2576208"/>
            <a:chOff x="594039" y="1299676"/>
            <a:chExt cx="7035597" cy="2576208"/>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p:txBody>
        </p:sp>
      </p:grpSp>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8512" y="4763781"/>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0418" y="2922834"/>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8706" y="-18416"/>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9" name="Diamond 38">
            <a:extLst>
              <a:ext uri="{FF2B5EF4-FFF2-40B4-BE49-F238E27FC236}">
                <a16:creationId xmlns:a16="http://schemas.microsoft.com/office/drawing/2014/main" id="{0A53FDB5-8B45-2506-A392-9D328D5A3EC3}"/>
              </a:ext>
            </a:extLst>
          </p:cNvPr>
          <p:cNvSpPr/>
          <p:nvPr/>
        </p:nvSpPr>
        <p:spPr>
          <a:xfrm rot="10800000">
            <a:off x="1810271" y="1310612"/>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10800000">
            <a:off x="636223" y="168593"/>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10800000">
            <a:off x="675929" y="2490816"/>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10800000">
            <a:off x="-474486" y="132316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3" name="Group 82">
            <a:extLst>
              <a:ext uri="{FF2B5EF4-FFF2-40B4-BE49-F238E27FC236}">
                <a16:creationId xmlns:a16="http://schemas.microsoft.com/office/drawing/2014/main" id="{F3678745-9AF2-BB77-7593-F0AE6B6727FE}"/>
              </a:ext>
            </a:extLst>
          </p:cNvPr>
          <p:cNvGrpSpPr/>
          <p:nvPr/>
        </p:nvGrpSpPr>
        <p:grpSpPr>
          <a:xfrm>
            <a:off x="12179837"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7">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85" name="TextBox 84">
            <a:extLst>
              <a:ext uri="{FF2B5EF4-FFF2-40B4-BE49-F238E27FC236}">
                <a16:creationId xmlns:a16="http://schemas.microsoft.com/office/drawing/2014/main" id="{89507A28-5E48-4E7F-430F-1B1B21073D16}"/>
              </a:ext>
            </a:extLst>
          </p:cNvPr>
          <p:cNvSpPr txBox="1"/>
          <p:nvPr/>
        </p:nvSpPr>
        <p:spPr>
          <a:xfrm>
            <a:off x="2718899" y="101937"/>
            <a:ext cx="805240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 pitchFamily="2" charset="77"/>
                <a:ea typeface="+mn-ea"/>
                <a:cs typeface="+mn-cs"/>
              </a:rPr>
              <a:t>DIFFERENCE</a:t>
            </a:r>
            <a:r>
              <a:rPr kumimoji="0" lang="en-US" sz="1800" b="0" i="0" u="none" strike="noStrike" kern="1200" cap="none" spc="0" normalizeH="0" baseline="0" noProof="0" dirty="0">
                <a:ln>
                  <a:noFill/>
                </a:ln>
                <a:solidFill>
                  <a:srgbClr val="FFFFFF"/>
                </a:solidFill>
                <a:effectLst/>
                <a:uLnTx/>
                <a:uFillTx/>
                <a:latin typeface="Montserrat" pitchFamily="2" charset="77"/>
                <a:ea typeface="+mn-ea"/>
                <a:cs typeface="+mn-cs"/>
              </a:rPr>
              <a:t> BETWEEN MANAGERS &amp; LEADERS</a:t>
            </a:r>
          </a:p>
        </p:txBody>
      </p:sp>
      <p:grpSp>
        <p:nvGrpSpPr>
          <p:cNvPr id="8" name="Group 7">
            <a:extLst>
              <a:ext uri="{FF2B5EF4-FFF2-40B4-BE49-F238E27FC236}">
                <a16:creationId xmlns:a16="http://schemas.microsoft.com/office/drawing/2014/main" id="{AD1C81E9-ED91-07B5-653C-3EE466F8138F}"/>
              </a:ext>
            </a:extLst>
          </p:cNvPr>
          <p:cNvGrpSpPr/>
          <p:nvPr/>
        </p:nvGrpSpPr>
        <p:grpSpPr>
          <a:xfrm>
            <a:off x="2819856" y="163671"/>
            <a:ext cx="6472161" cy="1102857"/>
            <a:chOff x="2819856" y="163671"/>
            <a:chExt cx="6472161" cy="1102857"/>
          </a:xfrm>
        </p:grpSpPr>
        <p:sp>
          <p:nvSpPr>
            <p:cNvPr id="9" name="Diamond 8">
              <a:extLst>
                <a:ext uri="{FF2B5EF4-FFF2-40B4-BE49-F238E27FC236}">
                  <a16:creationId xmlns:a16="http://schemas.microsoft.com/office/drawing/2014/main" id="{DBEAADA0-8302-96D1-37F6-4BFB3B66B68F}"/>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2C55233B-D28A-7257-9BDD-304C4AED3B9D}"/>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Diamond 28">
              <a:extLst>
                <a:ext uri="{FF2B5EF4-FFF2-40B4-BE49-F238E27FC236}">
                  <a16:creationId xmlns:a16="http://schemas.microsoft.com/office/drawing/2014/main" id="{0B3B9B7B-DC50-14DB-0113-1588AB96F876}"/>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mond 29">
              <a:extLst>
                <a:ext uri="{FF2B5EF4-FFF2-40B4-BE49-F238E27FC236}">
                  <a16:creationId xmlns:a16="http://schemas.microsoft.com/office/drawing/2014/main" id="{9CEED4F7-E833-BAB8-8FF5-94A9909A97B8}"/>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1" name="Diamond 30">
              <a:extLst>
                <a:ext uri="{FF2B5EF4-FFF2-40B4-BE49-F238E27FC236}">
                  <a16:creationId xmlns:a16="http://schemas.microsoft.com/office/drawing/2014/main" id="{E44694F8-B862-C8CC-2EAC-18DAAD78F75E}"/>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9C2D5EB-47CC-052E-D9FD-98F889B66703}"/>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33" name="Diamond 32">
              <a:extLst>
                <a:ext uri="{FF2B5EF4-FFF2-40B4-BE49-F238E27FC236}">
                  <a16:creationId xmlns:a16="http://schemas.microsoft.com/office/drawing/2014/main" id="{290E4732-8CDC-7DBF-30AD-2011D170E2E6}"/>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mond 33">
              <a:extLst>
                <a:ext uri="{FF2B5EF4-FFF2-40B4-BE49-F238E27FC236}">
                  <a16:creationId xmlns:a16="http://schemas.microsoft.com/office/drawing/2014/main" id="{DD0D20B1-DB7E-42C9-08B2-A3BE80F82EB5}"/>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5" name="Diamond 34">
              <a:extLst>
                <a:ext uri="{FF2B5EF4-FFF2-40B4-BE49-F238E27FC236}">
                  <a16:creationId xmlns:a16="http://schemas.microsoft.com/office/drawing/2014/main" id="{FD586226-B178-EA21-BC9F-E17345046103}"/>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iamond 35">
              <a:extLst>
                <a:ext uri="{FF2B5EF4-FFF2-40B4-BE49-F238E27FC236}">
                  <a16:creationId xmlns:a16="http://schemas.microsoft.com/office/drawing/2014/main" id="{94C3038D-DEF6-9746-AA9F-C5EF43619897}"/>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7" name="Diamond 36">
              <a:extLst>
                <a:ext uri="{FF2B5EF4-FFF2-40B4-BE49-F238E27FC236}">
                  <a16:creationId xmlns:a16="http://schemas.microsoft.com/office/drawing/2014/main" id="{34D081B7-C213-56F1-F139-1E5D6999CE48}"/>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A58EFE85-8F46-8AD9-77A3-B0A094907474}"/>
              </a:ext>
            </a:extLst>
          </p:cNvPr>
          <p:cNvSpPr txBox="1"/>
          <p:nvPr/>
        </p:nvSpPr>
        <p:spPr>
          <a:xfrm>
            <a:off x="3904058" y="1570412"/>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deleteKey</a:t>
            </a:r>
            <a:r>
              <a:rPr lang="en-US" sz="2000" u="sng" dirty="0">
                <a:solidFill>
                  <a:srgbClr val="3C2077"/>
                </a:solidFill>
                <a:latin typeface="Lato Black" panose="020F0A02020204030203" pitchFamily="34" charset="0"/>
              </a:rPr>
              <a:t>() method</a:t>
            </a:r>
          </a:p>
        </p:txBody>
      </p:sp>
      <p:pic>
        <p:nvPicPr>
          <p:cNvPr id="40" name="Picture 39">
            <a:extLst>
              <a:ext uri="{FF2B5EF4-FFF2-40B4-BE49-F238E27FC236}">
                <a16:creationId xmlns:a16="http://schemas.microsoft.com/office/drawing/2014/main" id="{B2E03E31-8F1E-31A6-CA2F-34AD80677925}"/>
              </a:ext>
            </a:extLst>
          </p:cNvPr>
          <p:cNvPicPr>
            <a:picLocks noChangeAspect="1"/>
          </p:cNvPicPr>
          <p:nvPr/>
        </p:nvPicPr>
        <p:blipFill>
          <a:blip r:embed="rId8"/>
          <a:stretch>
            <a:fillRect/>
          </a:stretch>
        </p:blipFill>
        <p:spPr>
          <a:xfrm>
            <a:off x="5262721" y="2049603"/>
            <a:ext cx="5777461" cy="872786"/>
          </a:xfrm>
          <a:prstGeom prst="rect">
            <a:avLst/>
          </a:prstGeom>
        </p:spPr>
      </p:pic>
      <p:pic>
        <p:nvPicPr>
          <p:cNvPr id="41" name="Picture 40">
            <a:extLst>
              <a:ext uri="{FF2B5EF4-FFF2-40B4-BE49-F238E27FC236}">
                <a16:creationId xmlns:a16="http://schemas.microsoft.com/office/drawing/2014/main" id="{D4DDC5FF-CFFD-FE3A-86FE-0C2B004820A6}"/>
              </a:ext>
            </a:extLst>
          </p:cNvPr>
          <p:cNvPicPr>
            <a:picLocks noChangeAspect="1"/>
          </p:cNvPicPr>
          <p:nvPr/>
        </p:nvPicPr>
        <p:blipFill>
          <a:blip r:embed="rId9"/>
          <a:stretch>
            <a:fillRect/>
          </a:stretch>
        </p:blipFill>
        <p:spPr>
          <a:xfrm>
            <a:off x="5129988" y="2839945"/>
            <a:ext cx="5247663" cy="4055395"/>
          </a:xfrm>
          <a:prstGeom prst="rect">
            <a:avLst/>
          </a:prstGeom>
        </p:spPr>
      </p:pic>
      <p:sp>
        <p:nvSpPr>
          <p:cNvPr id="43" name="TextBox 42">
            <a:extLst>
              <a:ext uri="{FF2B5EF4-FFF2-40B4-BE49-F238E27FC236}">
                <a16:creationId xmlns:a16="http://schemas.microsoft.com/office/drawing/2014/main" id="{D5F2B93B-C780-93BC-77D0-8EA7018C419A}"/>
              </a:ext>
            </a:extLst>
          </p:cNvPr>
          <p:cNvSpPr txBox="1"/>
          <p:nvPr/>
        </p:nvSpPr>
        <p:spPr>
          <a:xfrm>
            <a:off x="2190641" y="5831020"/>
            <a:ext cx="2696382" cy="646331"/>
          </a:xfrm>
          <a:prstGeom prst="rect">
            <a:avLst/>
          </a:prstGeom>
          <a:noFill/>
        </p:spPr>
        <p:txBody>
          <a:bodyPr wrap="square">
            <a:spAutoFit/>
          </a:bodyPr>
          <a:lstStyle/>
          <a:p>
            <a:pPr defTabSz="342900" latinLnBrk="0"/>
            <a:r>
              <a:rPr lang="en-US" sz="1800" dirty="0">
                <a:solidFill>
                  <a:srgbClr val="3C2077"/>
                </a:solidFill>
                <a:latin typeface="Lato" panose="020F0502020204030203" pitchFamily="34" charset="0"/>
              </a:rPr>
              <a:t>Let us delete </a:t>
            </a:r>
            <a:r>
              <a:rPr lang="en-US" sz="1800" b="1" dirty="0">
                <a:solidFill>
                  <a:srgbClr val="3C2077"/>
                </a:solidFill>
                <a:latin typeface="Lato" panose="020F0502020204030203" pitchFamily="34" charset="0"/>
              </a:rPr>
              <a:t>11</a:t>
            </a:r>
            <a:r>
              <a:rPr lang="en-US" sz="1800" dirty="0">
                <a:solidFill>
                  <a:srgbClr val="3C2077"/>
                </a:solidFill>
                <a:latin typeface="Lato" panose="020F0502020204030203" pitchFamily="34" charset="0"/>
              </a:rPr>
              <a:t>:</a:t>
            </a:r>
          </a:p>
          <a:p>
            <a:pPr defTabSz="342900" latinLnBrk="0"/>
            <a:r>
              <a:rPr lang="en-US" sz="1800" dirty="0">
                <a:solidFill>
                  <a:srgbClr val="3C2077"/>
                </a:solidFill>
                <a:latin typeface="Lato" panose="020F0502020204030203" pitchFamily="34" charset="0"/>
              </a:rPr>
              <a:t>Call </a:t>
            </a:r>
            <a:r>
              <a:rPr lang="en-US" sz="1800" b="1" dirty="0" err="1">
                <a:solidFill>
                  <a:srgbClr val="3C2077"/>
                </a:solidFill>
                <a:latin typeface="Lato" panose="020F0502020204030203" pitchFamily="34" charset="0"/>
              </a:rPr>
              <a:t>displayForward</a:t>
            </a:r>
            <a:r>
              <a:rPr lang="en-US" sz="1800" b="1" dirty="0">
                <a:solidFill>
                  <a:srgbClr val="3C2077"/>
                </a:solidFill>
                <a:latin typeface="Lato" panose="020F0502020204030203" pitchFamily="34" charset="0"/>
              </a:rPr>
              <a:t>() </a:t>
            </a:r>
          </a:p>
        </p:txBody>
      </p:sp>
    </p:spTree>
    <p:extLst>
      <p:ext uri="{BB962C8B-B14F-4D97-AF65-F5344CB8AC3E}">
        <p14:creationId xmlns:p14="http://schemas.microsoft.com/office/powerpoint/2010/main" val="887942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F53714C4-D0B0-696A-2886-56DEAF052418}"/>
              </a:ext>
            </a:extLst>
          </p:cNvPr>
          <p:cNvSpPr/>
          <p:nvPr/>
        </p:nvSpPr>
        <p:spPr>
          <a:xfrm>
            <a:off x="-37770" y="-9208"/>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9" name="Diamond 38">
            <a:extLst>
              <a:ext uri="{FF2B5EF4-FFF2-40B4-BE49-F238E27FC236}">
                <a16:creationId xmlns:a16="http://schemas.microsoft.com/office/drawing/2014/main" id="{0A53FDB5-8B45-2506-A392-9D328D5A3EC3}"/>
              </a:ext>
            </a:extLst>
          </p:cNvPr>
          <p:cNvSpPr/>
          <p:nvPr/>
        </p:nvSpPr>
        <p:spPr>
          <a:xfrm rot="16200000">
            <a:off x="686985" y="2472083"/>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16200000">
            <a:off x="1829004" y="129803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16200000">
            <a:off x="-493219" y="1337741"/>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16200000">
            <a:off x="674431" y="18732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Text Placeholder 23">
            <a:extLst>
              <a:ext uri="{FF2B5EF4-FFF2-40B4-BE49-F238E27FC236}">
                <a16:creationId xmlns:a16="http://schemas.microsoft.com/office/drawing/2014/main" id="{4CD3A6B7-3F1B-F2DD-0C30-AFE1B7ED5A06}"/>
              </a:ext>
            </a:extLst>
          </p:cNvPr>
          <p:cNvSpPr txBox="1">
            <a:spLocks/>
          </p:cNvSpPr>
          <p:nvPr/>
        </p:nvSpPr>
        <p:spPr>
          <a:xfrm>
            <a:off x="8289060"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FFFFFF"/>
                </a:solidFill>
                <a:effectLst/>
                <a:uLnTx/>
                <a:uFillTx/>
                <a:latin typeface="Montserrat Light" panose="00000400000000000000" pitchFamily="50" charset="0"/>
                <a:ea typeface="+mn-ea"/>
                <a:cs typeface="+mn-cs"/>
              </a:rPr>
              <a:t>Lorem ipsum dolor sit amet, consectetur adipiscing elit, sed do</a:t>
            </a:r>
            <a:endParaRPr kumimoji="0" lang="ru-RU" sz="1050" b="0" i="0" u="none" strike="noStrike" kern="1200" cap="none" spc="0" normalizeH="0" baseline="0" noProof="0">
              <a:ln>
                <a:noFill/>
              </a:ln>
              <a:solidFill>
                <a:srgbClr val="FFFFFF"/>
              </a:solidFill>
              <a:effectLst/>
              <a:uLnTx/>
              <a:uFillTx/>
              <a:latin typeface="Montserrat Light" panose="00000400000000000000" pitchFamily="50" charset="0"/>
              <a:ea typeface="+mn-ea"/>
              <a:cs typeface="+mn-cs"/>
            </a:endParaRPr>
          </a:p>
          <a:p>
            <a:pPr marL="228600" marR="0" lvl="0" indent="-228600" algn="ct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ru-RU" sz="105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p:txBody>
      </p:sp>
      <p:sp>
        <p:nvSpPr>
          <p:cNvPr id="32" name="TextBox 31">
            <a:extLst>
              <a:ext uri="{FF2B5EF4-FFF2-40B4-BE49-F238E27FC236}">
                <a16:creationId xmlns:a16="http://schemas.microsoft.com/office/drawing/2014/main" id="{81F3022B-090C-77FC-64FD-F95BF94621F5}"/>
              </a:ext>
            </a:extLst>
          </p:cNvPr>
          <p:cNvSpPr txBox="1"/>
          <p:nvPr/>
        </p:nvSpPr>
        <p:spPr>
          <a:xfrm>
            <a:off x="2142148" y="-685517"/>
            <a:ext cx="805240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Montserrat" pitchFamily="2" charset="77"/>
                <a:ea typeface="+mn-ea"/>
                <a:cs typeface="+mn-cs"/>
              </a:rPr>
              <a:t>THANKS</a:t>
            </a:r>
            <a:endParaRPr kumimoji="0" lang="en-US" sz="3200" b="0" i="0" u="none" strike="noStrike" kern="1200" cap="none" spc="0" normalizeH="0" baseline="0" noProof="0" dirty="0">
              <a:ln>
                <a:noFill/>
              </a:ln>
              <a:solidFill>
                <a:srgbClr val="FFFFFF"/>
              </a:solidFill>
              <a:effectLst/>
              <a:uLnTx/>
              <a:uFillTx/>
              <a:latin typeface="Montserrat" pitchFamily="2" charset="77"/>
              <a:ea typeface="+mn-ea"/>
              <a:cs typeface="+mn-cs"/>
            </a:endParaRPr>
          </a:p>
        </p:txBody>
      </p:sp>
      <p:sp>
        <p:nvSpPr>
          <p:cNvPr id="33" name="TextBox 32">
            <a:extLst>
              <a:ext uri="{FF2B5EF4-FFF2-40B4-BE49-F238E27FC236}">
                <a16:creationId xmlns:a16="http://schemas.microsoft.com/office/drawing/2014/main" id="{C2AFBC03-8988-8C4C-3F88-765ED01F9725}"/>
              </a:ext>
            </a:extLst>
          </p:cNvPr>
          <p:cNvSpPr txBox="1"/>
          <p:nvPr/>
        </p:nvSpPr>
        <p:spPr>
          <a:xfrm>
            <a:off x="2142148" y="-1886401"/>
            <a:ext cx="805240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FFFFFF"/>
                  </a:solidFill>
                </a:ln>
                <a:noFill/>
                <a:effectLst/>
                <a:uLnTx/>
                <a:uFillTx/>
                <a:latin typeface="Montserrat" pitchFamily="2" charset="77"/>
                <a:ea typeface="+mn-ea"/>
                <a:cs typeface="+mn-cs"/>
              </a:rPr>
              <a:t>THANKS</a:t>
            </a:r>
            <a:endParaRPr kumimoji="0" lang="en-US" sz="3200" b="0" i="0" u="none" strike="noStrike" kern="1200" cap="none" spc="0" normalizeH="0" baseline="0" noProof="0" dirty="0">
              <a:ln>
                <a:solidFill>
                  <a:srgbClr val="FFFFFF"/>
                </a:solidFill>
              </a:ln>
              <a:noFill/>
              <a:effectLst/>
              <a:uLnTx/>
              <a:uFillTx/>
              <a:latin typeface="Montserrat" pitchFamily="2" charset="77"/>
              <a:ea typeface="+mn-ea"/>
              <a:cs typeface="+mn-cs"/>
            </a:endParaRPr>
          </a:p>
        </p:txBody>
      </p:sp>
      <p:sp>
        <p:nvSpPr>
          <p:cNvPr id="36" name="TextBox 35">
            <a:extLst>
              <a:ext uri="{FF2B5EF4-FFF2-40B4-BE49-F238E27FC236}">
                <a16:creationId xmlns:a16="http://schemas.microsoft.com/office/drawing/2014/main" id="{37E4945A-4A85-E8BE-4F41-7769155BD190}"/>
              </a:ext>
            </a:extLst>
          </p:cNvPr>
          <p:cNvSpPr txBox="1">
            <a:spLocks noChangeArrowheads="1"/>
          </p:cNvSpPr>
          <p:nvPr/>
        </p:nvSpPr>
        <p:spPr bwMode="auto">
          <a:xfrm>
            <a:off x="4078220" y="3453011"/>
            <a:ext cx="17464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grpSp>
        <p:nvGrpSpPr>
          <p:cNvPr id="2" name="Group 1">
            <a:extLst>
              <a:ext uri="{FF2B5EF4-FFF2-40B4-BE49-F238E27FC236}">
                <a16:creationId xmlns:a16="http://schemas.microsoft.com/office/drawing/2014/main" id="{AF4F08F1-B817-A173-A444-9AAA267DF234}"/>
              </a:ext>
            </a:extLst>
          </p:cNvPr>
          <p:cNvGrpSpPr/>
          <p:nvPr/>
        </p:nvGrpSpPr>
        <p:grpSpPr>
          <a:xfrm>
            <a:off x="2819856" y="163671"/>
            <a:ext cx="6472161" cy="1102857"/>
            <a:chOff x="2819856" y="163671"/>
            <a:chExt cx="6472161" cy="1102857"/>
          </a:xfrm>
        </p:grpSpPr>
        <p:sp>
          <p:nvSpPr>
            <p:cNvPr id="3" name="Diamond 2">
              <a:extLst>
                <a:ext uri="{FF2B5EF4-FFF2-40B4-BE49-F238E27FC236}">
                  <a16:creationId xmlns:a16="http://schemas.microsoft.com/office/drawing/2014/main" id="{8100D80C-A4C7-A514-7C00-0F346061D3AE}"/>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amond 3">
              <a:extLst>
                <a:ext uri="{FF2B5EF4-FFF2-40B4-BE49-F238E27FC236}">
                  <a16:creationId xmlns:a16="http://schemas.microsoft.com/office/drawing/2014/main" id="{C7ACD9FD-4AC3-36BD-3EFD-22CF02425DD6}"/>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Diamond 4">
              <a:extLst>
                <a:ext uri="{FF2B5EF4-FFF2-40B4-BE49-F238E27FC236}">
                  <a16:creationId xmlns:a16="http://schemas.microsoft.com/office/drawing/2014/main" id="{E580BCAE-A6C2-E519-29E5-3466C84E4B4D}"/>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mond 25">
              <a:extLst>
                <a:ext uri="{FF2B5EF4-FFF2-40B4-BE49-F238E27FC236}">
                  <a16:creationId xmlns:a16="http://schemas.microsoft.com/office/drawing/2014/main" id="{A28B313F-3EC3-EC0B-CA91-AD15D882DCC2}"/>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 name="Diamond 26">
              <a:extLst>
                <a:ext uri="{FF2B5EF4-FFF2-40B4-BE49-F238E27FC236}">
                  <a16:creationId xmlns:a16="http://schemas.microsoft.com/office/drawing/2014/main" id="{AA8C03C1-D18D-9386-5333-C5AE0B9D000E}"/>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9F8F716-1D3E-995D-4E6E-0B4C90BB620D}"/>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31" name="Diamond 30">
              <a:extLst>
                <a:ext uri="{FF2B5EF4-FFF2-40B4-BE49-F238E27FC236}">
                  <a16:creationId xmlns:a16="http://schemas.microsoft.com/office/drawing/2014/main" id="{DD371D21-F355-2A5E-8017-1838FFAFD9A7}"/>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mond 33">
              <a:extLst>
                <a:ext uri="{FF2B5EF4-FFF2-40B4-BE49-F238E27FC236}">
                  <a16:creationId xmlns:a16="http://schemas.microsoft.com/office/drawing/2014/main" id="{82C29CD8-89A1-BFDF-789F-0EC7B60C1BED}"/>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5" name="Diamond 34">
              <a:extLst>
                <a:ext uri="{FF2B5EF4-FFF2-40B4-BE49-F238E27FC236}">
                  <a16:creationId xmlns:a16="http://schemas.microsoft.com/office/drawing/2014/main" id="{B9610151-184A-47BB-C3D3-1647D544F765}"/>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mond 36">
              <a:extLst>
                <a:ext uri="{FF2B5EF4-FFF2-40B4-BE49-F238E27FC236}">
                  <a16:creationId xmlns:a16="http://schemas.microsoft.com/office/drawing/2014/main" id="{2CBCF9F3-F385-7112-F243-052B89437513}"/>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8" name="Diamond 37">
              <a:extLst>
                <a:ext uri="{FF2B5EF4-FFF2-40B4-BE49-F238E27FC236}">
                  <a16:creationId xmlns:a16="http://schemas.microsoft.com/office/drawing/2014/main" id="{8230DD52-51CF-4B2C-432D-68338EC1F04C}"/>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0265EC6E-631A-19A4-9185-C76A90BA0FFB}"/>
              </a:ext>
            </a:extLst>
          </p:cNvPr>
          <p:cNvSpPr txBox="1"/>
          <p:nvPr/>
        </p:nvSpPr>
        <p:spPr>
          <a:xfrm>
            <a:off x="3404576" y="1470997"/>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insertAfter</a:t>
            </a:r>
            <a:r>
              <a:rPr lang="en-US" sz="2000" u="sng" dirty="0">
                <a:solidFill>
                  <a:srgbClr val="3C2077"/>
                </a:solidFill>
                <a:latin typeface="Lato Black" panose="020F0A02020204030203" pitchFamily="34" charset="0"/>
              </a:rPr>
              <a:t>() method</a:t>
            </a:r>
          </a:p>
        </p:txBody>
      </p:sp>
      <p:pic>
        <p:nvPicPr>
          <p:cNvPr id="41" name="Picture 40">
            <a:extLst>
              <a:ext uri="{FF2B5EF4-FFF2-40B4-BE49-F238E27FC236}">
                <a16:creationId xmlns:a16="http://schemas.microsoft.com/office/drawing/2014/main" id="{E16BF350-6F69-89C3-48F6-7190354982BD}"/>
              </a:ext>
            </a:extLst>
          </p:cNvPr>
          <p:cNvPicPr>
            <a:picLocks noChangeAspect="1"/>
          </p:cNvPicPr>
          <p:nvPr/>
        </p:nvPicPr>
        <p:blipFill>
          <a:blip r:embed="rId2"/>
          <a:stretch>
            <a:fillRect/>
          </a:stretch>
        </p:blipFill>
        <p:spPr>
          <a:xfrm>
            <a:off x="6816516" y="1317162"/>
            <a:ext cx="5745739" cy="5540838"/>
          </a:xfrm>
          <a:prstGeom prst="rect">
            <a:avLst/>
          </a:prstGeom>
        </p:spPr>
      </p:pic>
      <p:sp>
        <p:nvSpPr>
          <p:cNvPr id="42" name="TextBox 41">
            <a:extLst>
              <a:ext uri="{FF2B5EF4-FFF2-40B4-BE49-F238E27FC236}">
                <a16:creationId xmlns:a16="http://schemas.microsoft.com/office/drawing/2014/main" id="{E61672AE-4D24-4444-6B80-0772D3C4F4A4}"/>
              </a:ext>
            </a:extLst>
          </p:cNvPr>
          <p:cNvSpPr txBox="1"/>
          <p:nvPr/>
        </p:nvSpPr>
        <p:spPr>
          <a:xfrm>
            <a:off x="2190640" y="5831020"/>
            <a:ext cx="3543555" cy="646331"/>
          </a:xfrm>
          <a:prstGeom prst="rect">
            <a:avLst/>
          </a:prstGeom>
          <a:noFill/>
        </p:spPr>
        <p:txBody>
          <a:bodyPr wrap="square">
            <a:spAutoFit/>
          </a:bodyPr>
          <a:lstStyle/>
          <a:p>
            <a:pPr defTabSz="342900" latinLnBrk="0"/>
            <a:r>
              <a:rPr lang="en-US" sz="1800" dirty="0">
                <a:solidFill>
                  <a:srgbClr val="3C2077"/>
                </a:solidFill>
                <a:latin typeface="Lato" panose="020F0502020204030203" pitchFamily="34" charset="0"/>
              </a:rPr>
              <a:t>Let us insert:</a:t>
            </a:r>
          </a:p>
          <a:p>
            <a:pPr defTabSz="342900" latinLnBrk="0"/>
            <a:r>
              <a:rPr lang="en-US" sz="1800" dirty="0">
                <a:solidFill>
                  <a:srgbClr val="3C2077"/>
                </a:solidFill>
                <a:latin typeface="Lato" panose="020F0502020204030203" pitchFamily="34" charset="0"/>
              </a:rPr>
              <a:t> (22,77) 	//insert 77 after 22</a:t>
            </a:r>
          </a:p>
        </p:txBody>
      </p:sp>
    </p:spTree>
    <p:extLst>
      <p:ext uri="{BB962C8B-B14F-4D97-AF65-F5344CB8AC3E}">
        <p14:creationId xmlns:p14="http://schemas.microsoft.com/office/powerpoint/2010/main" val="1481027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a:off x="-474486" y="1348797"/>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a:off x="699562" y="2490815"/>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a:off x="659856" y="168593"/>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a:off x="1810271" y="133624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8EA212C9-F6A1-DC7C-110D-65B4BB1417A0}"/>
              </a:ext>
            </a:extLst>
          </p:cNvPr>
          <p:cNvGrpSpPr/>
          <p:nvPr/>
        </p:nvGrpSpPr>
        <p:grpSpPr>
          <a:xfrm>
            <a:off x="2819856" y="163671"/>
            <a:ext cx="6472161" cy="1102857"/>
            <a:chOff x="2819856" y="163671"/>
            <a:chExt cx="6472161" cy="1102857"/>
          </a:xfrm>
        </p:grpSpPr>
        <p:sp>
          <p:nvSpPr>
            <p:cNvPr id="6" name="Diamond 5">
              <a:extLst>
                <a:ext uri="{FF2B5EF4-FFF2-40B4-BE49-F238E27FC236}">
                  <a16:creationId xmlns:a16="http://schemas.microsoft.com/office/drawing/2014/main" id="{5DBEB129-CE04-8E86-9691-09426007EC98}"/>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a:extLst>
                <a:ext uri="{FF2B5EF4-FFF2-40B4-BE49-F238E27FC236}">
                  <a16:creationId xmlns:a16="http://schemas.microsoft.com/office/drawing/2014/main" id="{A9D2F283-31C5-74DD-2D9A-AC7CD2384AC5}"/>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CF8CCFEF-A71D-D2B2-F6E3-FB52672E624C}"/>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6854A0F4-702D-C8A3-C741-C977ECCB6E5B}"/>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3287F591-AFB3-2379-1DF9-351BC034492F}"/>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1BD986B-D3FD-2A7A-3430-1606842C5643}"/>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15" name="Diamond 14">
              <a:extLst>
                <a:ext uri="{FF2B5EF4-FFF2-40B4-BE49-F238E27FC236}">
                  <a16:creationId xmlns:a16="http://schemas.microsoft.com/office/drawing/2014/main" id="{E08BC2A1-728F-DA09-050D-AE54FCFA7560}"/>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a:extLst>
                <a:ext uri="{FF2B5EF4-FFF2-40B4-BE49-F238E27FC236}">
                  <a16:creationId xmlns:a16="http://schemas.microsoft.com/office/drawing/2014/main" id="{99BDBDBF-97AD-D3FF-3A42-D2DCE2633CCA}"/>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04E0ADA2-12F5-1861-724B-58C50201E428}"/>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36A1EFC6-47FD-7B7E-D0AF-EB225EC986E7}"/>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9C91B33D-7F6B-010A-18F1-A0A952122B98}"/>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0B177BAD-6560-A2A3-F91C-A6D017A50929}"/>
              </a:ext>
            </a:extLst>
          </p:cNvPr>
          <p:cNvSpPr txBox="1"/>
          <p:nvPr/>
        </p:nvSpPr>
        <p:spPr>
          <a:xfrm>
            <a:off x="3404576" y="1470997"/>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Using </a:t>
            </a:r>
            <a:r>
              <a:rPr lang="en-US" sz="2000" u="sng" dirty="0" err="1">
                <a:solidFill>
                  <a:srgbClr val="3C2077"/>
                </a:solidFill>
                <a:latin typeface="Lato Black" panose="020F0A02020204030203" pitchFamily="34" charset="0"/>
              </a:rPr>
              <a:t>insertAfter</a:t>
            </a:r>
            <a:r>
              <a:rPr lang="en-US" sz="2000" u="sng" dirty="0">
                <a:solidFill>
                  <a:srgbClr val="3C2077"/>
                </a:solidFill>
                <a:latin typeface="Lato Black" panose="020F0A02020204030203" pitchFamily="34" charset="0"/>
              </a:rPr>
              <a:t>() method</a:t>
            </a:r>
          </a:p>
        </p:txBody>
      </p:sp>
      <p:sp>
        <p:nvSpPr>
          <p:cNvPr id="24" name="TextBox 23">
            <a:extLst>
              <a:ext uri="{FF2B5EF4-FFF2-40B4-BE49-F238E27FC236}">
                <a16:creationId xmlns:a16="http://schemas.microsoft.com/office/drawing/2014/main" id="{92C68E64-AFBF-ABF8-3074-2380F5D80A86}"/>
              </a:ext>
            </a:extLst>
          </p:cNvPr>
          <p:cNvSpPr txBox="1"/>
          <p:nvPr/>
        </p:nvSpPr>
        <p:spPr>
          <a:xfrm>
            <a:off x="2190641" y="5831020"/>
            <a:ext cx="3390226" cy="923330"/>
          </a:xfrm>
          <a:prstGeom prst="rect">
            <a:avLst/>
          </a:prstGeom>
          <a:noFill/>
        </p:spPr>
        <p:txBody>
          <a:bodyPr wrap="square">
            <a:spAutoFit/>
          </a:bodyPr>
          <a:lstStyle/>
          <a:p>
            <a:pPr defTabSz="342900" latinLnBrk="0"/>
            <a:r>
              <a:rPr lang="en-US" sz="1800" dirty="0">
                <a:solidFill>
                  <a:srgbClr val="3C2077"/>
                </a:solidFill>
                <a:latin typeface="Lato" panose="020F0502020204030203" pitchFamily="34" charset="0"/>
              </a:rPr>
              <a:t>Let us insert:</a:t>
            </a:r>
          </a:p>
          <a:p>
            <a:pPr defTabSz="342900" latinLnBrk="0"/>
            <a:r>
              <a:rPr lang="en-US" sz="1800" dirty="0">
                <a:solidFill>
                  <a:srgbClr val="3C2077"/>
                </a:solidFill>
                <a:latin typeface="Lato" panose="020F0502020204030203" pitchFamily="34" charset="0"/>
              </a:rPr>
              <a:t>(33,88)	//insert 88 after 33</a:t>
            </a:r>
          </a:p>
          <a:p>
            <a:pPr defTabSz="342900" latinLnBrk="0"/>
            <a:r>
              <a:rPr lang="en-US" sz="1800" dirty="0">
                <a:solidFill>
                  <a:srgbClr val="3C2077"/>
                </a:solidFill>
                <a:latin typeface="Lato" panose="020F0502020204030203" pitchFamily="34" charset="0"/>
              </a:rPr>
              <a:t>Call </a:t>
            </a:r>
            <a:r>
              <a:rPr lang="en-US" sz="1800" b="1" dirty="0" err="1">
                <a:solidFill>
                  <a:srgbClr val="3C2077"/>
                </a:solidFill>
                <a:latin typeface="Lato" panose="020F0502020204030203" pitchFamily="34" charset="0"/>
              </a:rPr>
              <a:t>displayForward</a:t>
            </a:r>
            <a:r>
              <a:rPr lang="en-US" sz="1800" b="1" dirty="0">
                <a:solidFill>
                  <a:srgbClr val="3C2077"/>
                </a:solidFill>
                <a:latin typeface="Lato" panose="020F0502020204030203" pitchFamily="34" charset="0"/>
              </a:rPr>
              <a:t>() </a:t>
            </a:r>
          </a:p>
        </p:txBody>
      </p:sp>
      <p:pic>
        <p:nvPicPr>
          <p:cNvPr id="25" name="Picture 24">
            <a:extLst>
              <a:ext uri="{FF2B5EF4-FFF2-40B4-BE49-F238E27FC236}">
                <a16:creationId xmlns:a16="http://schemas.microsoft.com/office/drawing/2014/main" id="{707084E0-C209-7DCF-AC4C-6D65FBF4B338}"/>
              </a:ext>
            </a:extLst>
          </p:cNvPr>
          <p:cNvPicPr>
            <a:picLocks noChangeAspect="1"/>
          </p:cNvPicPr>
          <p:nvPr/>
        </p:nvPicPr>
        <p:blipFill>
          <a:blip r:embed="rId2"/>
          <a:stretch>
            <a:fillRect/>
          </a:stretch>
        </p:blipFill>
        <p:spPr>
          <a:xfrm>
            <a:off x="6748232" y="1470997"/>
            <a:ext cx="5478731" cy="5283353"/>
          </a:xfrm>
          <a:prstGeom prst="rect">
            <a:avLst/>
          </a:prstGeom>
        </p:spPr>
      </p:pic>
    </p:spTree>
    <p:extLst>
      <p:ext uri="{BB962C8B-B14F-4D97-AF65-F5344CB8AC3E}">
        <p14:creationId xmlns:p14="http://schemas.microsoft.com/office/powerpoint/2010/main" val="3835161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A09AAC51-0440-EFB8-FB5A-16A795946B0A}"/>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78993AD5-1943-6388-5340-7917EB340C7F}"/>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AE10030B-541B-0B28-0B68-62C018CD3120}"/>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D9877844-F657-DA59-277D-356BF86A3C9C}"/>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94E03518-775A-26B9-DCE3-9A64CF0A0552}"/>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E0C7B5DB-73EF-6A1B-36FD-3BA26485FD85}"/>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Rectangle 10">
            <a:extLst>
              <a:ext uri="{FF2B5EF4-FFF2-40B4-BE49-F238E27FC236}">
                <a16:creationId xmlns:a16="http://schemas.microsoft.com/office/drawing/2014/main" id="{89267B40-11C9-9153-A29F-F65DF623C2F2}"/>
              </a:ext>
            </a:extLst>
          </p:cNvPr>
          <p:cNvSpPr/>
          <p:nvPr/>
        </p:nvSpPr>
        <p:spPr>
          <a:xfrm>
            <a:off x="-9257" y="14486"/>
            <a:ext cx="1749113" cy="68465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02B77373-4031-140B-C0A4-3140D943CF61}"/>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6D9AE19B-7085-C186-A16C-1E3F3ECE20D4}"/>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758BECD2-07FE-F89D-303C-7A0856347892}"/>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39" name="Diamond 38">
            <a:extLst>
              <a:ext uri="{FF2B5EF4-FFF2-40B4-BE49-F238E27FC236}">
                <a16:creationId xmlns:a16="http://schemas.microsoft.com/office/drawing/2014/main" id="{0A53FDB5-8B45-2506-A392-9D328D5A3EC3}"/>
              </a:ext>
            </a:extLst>
          </p:cNvPr>
          <p:cNvSpPr/>
          <p:nvPr/>
        </p:nvSpPr>
        <p:spPr>
          <a:xfrm rot="5400000">
            <a:off x="648800" y="187326"/>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5400000">
            <a:off x="-493219" y="1361374"/>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5400000">
            <a:off x="1829004" y="1321668"/>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5400000">
            <a:off x="661354" y="2472083"/>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0BA15C9-D3B2-0BB3-6A65-D6D17A9DF129}"/>
              </a:ext>
            </a:extLst>
          </p:cNvPr>
          <p:cNvSpPr txBox="1"/>
          <p:nvPr/>
        </p:nvSpPr>
        <p:spPr>
          <a:xfrm>
            <a:off x="4284261" y="1541737"/>
            <a:ext cx="5844168"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Montserrat" pitchFamily="2" charset="77"/>
                <a:ea typeface="+mn-ea"/>
                <a:cs typeface="+mn-cs"/>
              </a:rPr>
              <a:t>WHO</a:t>
            </a:r>
            <a:r>
              <a:rPr kumimoji="0" lang="en-US" sz="4400" b="0" i="0" u="none" strike="noStrike" kern="1200" cap="none" spc="0" normalizeH="0" baseline="0" noProof="0" dirty="0">
                <a:ln>
                  <a:noFill/>
                </a:ln>
                <a:solidFill>
                  <a:srgbClr val="FFFFFF"/>
                </a:solidFill>
                <a:effectLst/>
                <a:uLnTx/>
                <a:uFillTx/>
                <a:latin typeface="Montserrat" pitchFamily="2" charset="77"/>
                <a:ea typeface="+mn-ea"/>
                <a:cs typeface="+mn-cs"/>
              </a:rPr>
              <a:t> IS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FFFF"/>
                </a:solidFill>
                <a:effectLst/>
                <a:uLnTx/>
                <a:uFillTx/>
                <a:latin typeface="Montserrat" pitchFamily="2" charset="77"/>
                <a:ea typeface="+mn-ea"/>
                <a:cs typeface="+mn-cs"/>
              </a:rPr>
              <a:t>LIDER</a:t>
            </a:r>
          </a:p>
        </p:txBody>
      </p:sp>
      <p:sp>
        <p:nvSpPr>
          <p:cNvPr id="14" name="Rectángulo: esquinas redondeadas 95">
            <a:extLst>
              <a:ext uri="{FF2B5EF4-FFF2-40B4-BE49-F238E27FC236}">
                <a16:creationId xmlns:a16="http://schemas.microsoft.com/office/drawing/2014/main" id="{17F5F8F2-70CE-2EC1-2113-FE7A4E7E3E7E}"/>
              </a:ext>
            </a:extLst>
          </p:cNvPr>
          <p:cNvSpPr/>
          <p:nvPr/>
        </p:nvSpPr>
        <p:spPr>
          <a:xfrm rot="16200000">
            <a:off x="5509198" y="8054026"/>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Rectángulo: esquinas redondeadas 92">
            <a:extLst>
              <a:ext uri="{FF2B5EF4-FFF2-40B4-BE49-F238E27FC236}">
                <a16:creationId xmlns:a16="http://schemas.microsoft.com/office/drawing/2014/main" id="{98EFE75A-DED2-48DC-6AD4-C143DF8A3BB7}"/>
              </a:ext>
            </a:extLst>
          </p:cNvPr>
          <p:cNvSpPr/>
          <p:nvPr/>
        </p:nvSpPr>
        <p:spPr>
          <a:xfrm rot="10800000">
            <a:off x="5618527" y="8639439"/>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Rectángulo: esquinas redondeadas 89">
            <a:extLst>
              <a:ext uri="{FF2B5EF4-FFF2-40B4-BE49-F238E27FC236}">
                <a16:creationId xmlns:a16="http://schemas.microsoft.com/office/drawing/2014/main" id="{60927E48-342A-1E64-AF66-D25B4B7709AC}"/>
              </a:ext>
            </a:extLst>
          </p:cNvPr>
          <p:cNvSpPr/>
          <p:nvPr/>
        </p:nvSpPr>
        <p:spPr>
          <a:xfrm rot="5400000">
            <a:off x="6203940" y="8531500"/>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Rectángulo: esquinas redondeadas 80">
            <a:extLst>
              <a:ext uri="{FF2B5EF4-FFF2-40B4-BE49-F238E27FC236}">
                <a16:creationId xmlns:a16="http://schemas.microsoft.com/office/drawing/2014/main" id="{7877A098-A597-F13E-0286-8AD62F0E9269}"/>
              </a:ext>
            </a:extLst>
          </p:cNvPr>
          <p:cNvSpPr/>
          <p:nvPr/>
        </p:nvSpPr>
        <p:spPr>
          <a:xfrm>
            <a:off x="6096000" y="7946087"/>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Forma libre: forma 83">
            <a:hlinkClick r:id="rId4" action="ppaction://hlinksldjump"/>
            <a:extLst>
              <a:ext uri="{FF2B5EF4-FFF2-40B4-BE49-F238E27FC236}">
                <a16:creationId xmlns:a16="http://schemas.microsoft.com/office/drawing/2014/main" id="{FFAA5E8F-942D-5B0B-1EF6-082CA1E287FD}"/>
              </a:ext>
            </a:extLst>
          </p:cNvPr>
          <p:cNvSpPr/>
          <p:nvPr/>
        </p:nvSpPr>
        <p:spPr>
          <a:xfrm>
            <a:off x="6096000" y="7946087"/>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Forma libre: forma 90">
            <a:hlinkClick r:id="rId5" action="ppaction://hlinksldjump"/>
            <a:extLst>
              <a:ext uri="{FF2B5EF4-FFF2-40B4-BE49-F238E27FC236}">
                <a16:creationId xmlns:a16="http://schemas.microsoft.com/office/drawing/2014/main" id="{F08DF724-B1BD-5F5C-B873-F372DC848162}"/>
              </a:ext>
            </a:extLst>
          </p:cNvPr>
          <p:cNvSpPr/>
          <p:nvPr/>
        </p:nvSpPr>
        <p:spPr>
          <a:xfrm rot="5400000">
            <a:off x="6575022" y="816041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Forma libre: forma 93">
            <a:extLst>
              <a:ext uri="{FF2B5EF4-FFF2-40B4-BE49-F238E27FC236}">
                <a16:creationId xmlns:a16="http://schemas.microsoft.com/office/drawing/2014/main" id="{8FBBE074-EFEC-3B8C-A0EA-EB3408B31521}"/>
              </a:ext>
            </a:extLst>
          </p:cNvPr>
          <p:cNvSpPr/>
          <p:nvPr/>
        </p:nvSpPr>
        <p:spPr>
          <a:xfrm rot="10800000">
            <a:off x="6360690" y="8639439"/>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 name="Forma libre: forma 96">
            <a:extLst>
              <a:ext uri="{FF2B5EF4-FFF2-40B4-BE49-F238E27FC236}">
                <a16:creationId xmlns:a16="http://schemas.microsoft.com/office/drawing/2014/main" id="{565AF8AC-AFE6-3B43-FAB5-0AF13D5C639B}"/>
              </a:ext>
            </a:extLst>
          </p:cNvPr>
          <p:cNvSpPr/>
          <p:nvPr/>
        </p:nvSpPr>
        <p:spPr>
          <a:xfrm rot="16200000">
            <a:off x="5880279" y="842510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0" name="Gráfico 116" descr="Aula de clases con relleno sólido">
            <a:extLst>
              <a:ext uri="{FF2B5EF4-FFF2-40B4-BE49-F238E27FC236}">
                <a16:creationId xmlns:a16="http://schemas.microsoft.com/office/drawing/2014/main" id="{8E7A2E18-19C4-CC50-A0E8-C204F824EB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1802" y="8904129"/>
            <a:ext cx="281235" cy="281235"/>
          </a:xfrm>
          <a:prstGeom prst="rect">
            <a:avLst/>
          </a:prstGeom>
        </p:spPr>
      </p:pic>
      <p:pic>
        <p:nvPicPr>
          <p:cNvPr id="31" name="Gráfico 117" descr="Rollo de diplomas con relleno sólido">
            <a:extLst>
              <a:ext uri="{FF2B5EF4-FFF2-40B4-BE49-F238E27FC236}">
                <a16:creationId xmlns:a16="http://schemas.microsoft.com/office/drawing/2014/main" id="{BC5C4EA3-C59E-8B50-2E1C-69DAD30AB4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77746" y="9510900"/>
            <a:ext cx="281235" cy="281235"/>
          </a:xfrm>
          <a:prstGeom prst="rect">
            <a:avLst/>
          </a:prstGeom>
        </p:spPr>
      </p:pic>
      <p:pic>
        <p:nvPicPr>
          <p:cNvPr id="32" name="Gráfico 118" descr="Libro abierto con relleno sólido">
            <a:extLst>
              <a:ext uri="{FF2B5EF4-FFF2-40B4-BE49-F238E27FC236}">
                <a16:creationId xmlns:a16="http://schemas.microsoft.com/office/drawing/2014/main" id="{05D41E34-B643-870F-A8F0-4E30B096E00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78957" y="8673626"/>
            <a:ext cx="281235" cy="281235"/>
          </a:xfrm>
          <a:prstGeom prst="rect">
            <a:avLst/>
          </a:prstGeom>
        </p:spPr>
      </p:pic>
      <p:pic>
        <p:nvPicPr>
          <p:cNvPr id="33" name="Gráfico 119" descr="Círculos con flechas con relleno sólido">
            <a:extLst>
              <a:ext uri="{FF2B5EF4-FFF2-40B4-BE49-F238E27FC236}">
                <a16:creationId xmlns:a16="http://schemas.microsoft.com/office/drawing/2014/main" id="{AD49F4F7-91C2-AA65-A23C-5A53E797226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21143" y="8051159"/>
            <a:ext cx="281235" cy="281235"/>
          </a:xfrm>
          <a:prstGeom prst="rect">
            <a:avLst/>
          </a:prstGeom>
        </p:spPr>
      </p:pic>
      <p:sp>
        <p:nvSpPr>
          <p:cNvPr id="34" name="CuadroTexto 120">
            <a:extLst>
              <a:ext uri="{FF2B5EF4-FFF2-40B4-BE49-F238E27FC236}">
                <a16:creationId xmlns:a16="http://schemas.microsoft.com/office/drawing/2014/main" id="{5A8EB7D0-1877-1D1B-6F5E-D7F81344CFBA}"/>
              </a:ext>
            </a:extLst>
          </p:cNvPr>
          <p:cNvSpPr txBox="1"/>
          <p:nvPr/>
        </p:nvSpPr>
        <p:spPr>
          <a:xfrm>
            <a:off x="6535593" y="8125227"/>
            <a:ext cx="5194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C2077"/>
                </a:solidFill>
                <a:effectLst/>
                <a:uLnTx/>
                <a:uFillTx/>
                <a:latin typeface="Montserrat Black" panose="00000A00000000000000" pitchFamily="50" charset="0"/>
                <a:ea typeface="+mn-ea"/>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7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5" name="CuadroTexto 121">
            <a:extLst>
              <a:ext uri="{FF2B5EF4-FFF2-40B4-BE49-F238E27FC236}">
                <a16:creationId xmlns:a16="http://schemas.microsoft.com/office/drawing/2014/main" id="{83CEDC34-F042-7F6D-B0CB-0F3EBE1F265B}"/>
              </a:ext>
            </a:extLst>
          </p:cNvPr>
          <p:cNvSpPr txBox="1"/>
          <p:nvPr/>
        </p:nvSpPr>
        <p:spPr>
          <a:xfrm>
            <a:off x="6785550" y="9131147"/>
            <a:ext cx="519419" cy="65402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0C4D2"/>
                </a:solidFill>
                <a:effectLst/>
                <a:uLnTx/>
                <a:uFillTx/>
                <a:latin typeface="Montserrat Black" panose="00000A00000000000000" pitchFamily="50"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6" name="CuadroTexto 122">
            <a:extLst>
              <a:ext uri="{FF2B5EF4-FFF2-40B4-BE49-F238E27FC236}">
                <a16:creationId xmlns:a16="http://schemas.microsoft.com/office/drawing/2014/main" id="{BF5CD835-F13E-8172-B373-1C4889840EB1}"/>
              </a:ext>
            </a:extLst>
          </p:cNvPr>
          <p:cNvSpPr txBox="1"/>
          <p:nvPr/>
        </p:nvSpPr>
        <p:spPr>
          <a:xfrm>
            <a:off x="5775842" y="9317594"/>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49401"/>
                </a:solidFill>
                <a:effectLst/>
                <a:uLnTx/>
                <a:uFillTx/>
                <a:latin typeface="Montserrat Black" panose="00000A00000000000000" pitchFamily="50" charset="0"/>
                <a:ea typeface="+mn-ea"/>
                <a:cs typeface="+mn-cs"/>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7" name="CuadroTexto 123">
            <a:extLst>
              <a:ext uri="{FF2B5EF4-FFF2-40B4-BE49-F238E27FC236}">
                <a16:creationId xmlns:a16="http://schemas.microsoft.com/office/drawing/2014/main" id="{F669E504-39FF-463F-2852-525A7E30D259}"/>
              </a:ext>
            </a:extLst>
          </p:cNvPr>
          <p:cNvSpPr txBox="1"/>
          <p:nvPr/>
        </p:nvSpPr>
        <p:spPr>
          <a:xfrm>
            <a:off x="5529667" y="8404308"/>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93043"/>
                </a:solidFill>
                <a:effectLst/>
                <a:uLnTx/>
                <a:uFillTx/>
                <a:latin typeface="Montserrat Black" panose="00000A00000000000000" pitchFamily="50" charset="0"/>
                <a:ea typeface="+mn-ea"/>
                <a:cs typeface="+mn-cs"/>
              </a:rPr>
              <a:t>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grpSp>
        <p:nvGrpSpPr>
          <p:cNvPr id="38" name="Grupo 79">
            <a:extLst>
              <a:ext uri="{FF2B5EF4-FFF2-40B4-BE49-F238E27FC236}">
                <a16:creationId xmlns:a16="http://schemas.microsoft.com/office/drawing/2014/main" id="{D410638F-D74E-4D14-35A1-7500B436C515}"/>
              </a:ext>
            </a:extLst>
          </p:cNvPr>
          <p:cNvGrpSpPr/>
          <p:nvPr/>
        </p:nvGrpSpPr>
        <p:grpSpPr>
          <a:xfrm>
            <a:off x="6096000" y="8635062"/>
            <a:ext cx="580036" cy="580036"/>
            <a:chOff x="9095873" y="4745254"/>
            <a:chExt cx="2550695" cy="2550695"/>
          </a:xfrm>
        </p:grpSpPr>
        <p:sp>
          <p:nvSpPr>
            <p:cNvPr id="40" name="Elipse 78">
              <a:extLst>
                <a:ext uri="{FF2B5EF4-FFF2-40B4-BE49-F238E27FC236}">
                  <a16:creationId xmlns:a16="http://schemas.microsoft.com/office/drawing/2014/main" id="{9AC3B03C-81BD-3A01-363F-F36FBBBED4BE}"/>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1" name="Elipse 77">
              <a:extLst>
                <a:ext uri="{FF2B5EF4-FFF2-40B4-BE49-F238E27FC236}">
                  <a16:creationId xmlns:a16="http://schemas.microsoft.com/office/drawing/2014/main" id="{F1036ED8-0E3D-966A-F01A-A2832E289587}"/>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48" name="Gráfico 115" descr="Libros en una estantería con relleno sólido">
            <a:extLst>
              <a:ext uri="{FF2B5EF4-FFF2-40B4-BE49-F238E27FC236}">
                <a16:creationId xmlns:a16="http://schemas.microsoft.com/office/drawing/2014/main" id="{E6A465F8-CD34-0C5A-C66D-3CE81C023B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37128" y="8771669"/>
            <a:ext cx="281235" cy="281235"/>
          </a:xfrm>
          <a:prstGeom prst="rect">
            <a:avLst/>
          </a:prstGeom>
        </p:spPr>
      </p:pic>
      <p:sp>
        <p:nvSpPr>
          <p:cNvPr id="56" name="TextBox 55">
            <a:extLst>
              <a:ext uri="{FF2B5EF4-FFF2-40B4-BE49-F238E27FC236}">
                <a16:creationId xmlns:a16="http://schemas.microsoft.com/office/drawing/2014/main" id="{69E0B5E4-0A5E-FB8F-97A4-3702DFE9D9BC}"/>
              </a:ext>
            </a:extLst>
          </p:cNvPr>
          <p:cNvSpPr txBox="1">
            <a:spLocks noChangeArrowheads="1"/>
          </p:cNvSpPr>
          <p:nvPr/>
        </p:nvSpPr>
        <p:spPr bwMode="auto">
          <a:xfrm>
            <a:off x="4078220" y="3453011"/>
            <a:ext cx="17464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grpSp>
        <p:nvGrpSpPr>
          <p:cNvPr id="4" name="Group 3">
            <a:extLst>
              <a:ext uri="{FF2B5EF4-FFF2-40B4-BE49-F238E27FC236}">
                <a16:creationId xmlns:a16="http://schemas.microsoft.com/office/drawing/2014/main" id="{3C9BFDC0-37B4-280F-6D2D-FBCD849CAC15}"/>
              </a:ext>
            </a:extLst>
          </p:cNvPr>
          <p:cNvGrpSpPr/>
          <p:nvPr/>
        </p:nvGrpSpPr>
        <p:grpSpPr>
          <a:xfrm>
            <a:off x="2819856" y="163671"/>
            <a:ext cx="6472161" cy="1102857"/>
            <a:chOff x="2819856" y="163671"/>
            <a:chExt cx="6472161" cy="1102857"/>
          </a:xfrm>
        </p:grpSpPr>
        <p:sp>
          <p:nvSpPr>
            <p:cNvPr id="6" name="Diamond 5">
              <a:extLst>
                <a:ext uri="{FF2B5EF4-FFF2-40B4-BE49-F238E27FC236}">
                  <a16:creationId xmlns:a16="http://schemas.microsoft.com/office/drawing/2014/main" id="{A7CD65E7-D243-F1F2-4E0C-0C4EB041DCAC}"/>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5E8B7CB8-C1AD-6C52-AAA7-1DF5BCC2A2BE}"/>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A3B7CE30-A98A-DFD3-292D-3BA44F4056BE}"/>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6F7F2346-98F9-C5F5-2385-69559E083DBD}"/>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9D385DF6-4BA3-9D6D-66F0-0FD7F0F45936}"/>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FB4C495-9ECF-1EA5-AB20-EB29A3B648AF}"/>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42" name="Diamond 41">
              <a:extLst>
                <a:ext uri="{FF2B5EF4-FFF2-40B4-BE49-F238E27FC236}">
                  <a16:creationId xmlns:a16="http://schemas.microsoft.com/office/drawing/2014/main" id="{C86CBDB2-4F27-6D8B-33E7-67F29DF532FC}"/>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926B641E-EC5E-D2F6-C8AD-910E321F1B65}"/>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4F9B2BF7-62CA-6B69-D350-CFD87263240E}"/>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mond 54">
              <a:extLst>
                <a:ext uri="{FF2B5EF4-FFF2-40B4-BE49-F238E27FC236}">
                  <a16:creationId xmlns:a16="http://schemas.microsoft.com/office/drawing/2014/main" id="{3FD67995-119E-9BC7-11F3-E8CB87C17112}"/>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Diamond 56">
              <a:extLst>
                <a:ext uri="{FF2B5EF4-FFF2-40B4-BE49-F238E27FC236}">
                  <a16:creationId xmlns:a16="http://schemas.microsoft.com/office/drawing/2014/main" id="{15B8B7B7-BF44-205D-90D5-088F46285B8B}"/>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C1D55AB1-FBBC-B37C-55AF-7BD434DEB053}"/>
              </a:ext>
            </a:extLst>
          </p:cNvPr>
          <p:cNvSpPr txBox="1"/>
          <p:nvPr/>
        </p:nvSpPr>
        <p:spPr>
          <a:xfrm>
            <a:off x="3404576" y="1470997"/>
            <a:ext cx="6343650" cy="400110"/>
          </a:xfrm>
          <a:prstGeom prst="rect">
            <a:avLst/>
          </a:prstGeom>
          <a:noFill/>
        </p:spPr>
        <p:txBody>
          <a:bodyPr wrap="square">
            <a:spAutoFit/>
          </a:bodyPr>
          <a:lstStyle/>
          <a:p>
            <a:r>
              <a:rPr lang="en-US" sz="2000" u="sng" dirty="0">
                <a:solidFill>
                  <a:srgbClr val="3C2077"/>
                </a:solidFill>
                <a:latin typeface="Lato Black" panose="020F0A02020204030203" pitchFamily="34" charset="0"/>
              </a:rPr>
              <a:t>Main Class</a:t>
            </a:r>
          </a:p>
        </p:txBody>
      </p:sp>
      <p:pic>
        <p:nvPicPr>
          <p:cNvPr id="60" name="Picture 59">
            <a:extLst>
              <a:ext uri="{FF2B5EF4-FFF2-40B4-BE49-F238E27FC236}">
                <a16:creationId xmlns:a16="http://schemas.microsoft.com/office/drawing/2014/main" id="{7BBEC407-3BFE-045F-AFB6-CB575EA37CE4}"/>
              </a:ext>
            </a:extLst>
          </p:cNvPr>
          <p:cNvPicPr>
            <a:picLocks noChangeAspect="1"/>
          </p:cNvPicPr>
          <p:nvPr/>
        </p:nvPicPr>
        <p:blipFill>
          <a:blip r:embed="rId16"/>
          <a:stretch>
            <a:fillRect/>
          </a:stretch>
        </p:blipFill>
        <p:spPr>
          <a:xfrm>
            <a:off x="5554196" y="1614361"/>
            <a:ext cx="4755124" cy="5180204"/>
          </a:xfrm>
          <a:prstGeom prst="rect">
            <a:avLst/>
          </a:prstGeom>
        </p:spPr>
      </p:pic>
    </p:spTree>
    <p:extLst>
      <p:ext uri="{BB962C8B-B14F-4D97-AF65-F5344CB8AC3E}">
        <p14:creationId xmlns:p14="http://schemas.microsoft.com/office/powerpoint/2010/main" val="298245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F565243-9681-B2E3-763B-A2D94F96796E}"/>
              </a:ext>
            </a:extLst>
          </p:cNvPr>
          <p:cNvGrpSpPr/>
          <p:nvPr/>
        </p:nvGrpSpPr>
        <p:grpSpPr>
          <a:xfrm>
            <a:off x="-12556257" y="-47092"/>
            <a:ext cx="12494478" cy="6911993"/>
            <a:chOff x="12191999" y="-47092"/>
            <a:chExt cx="12494478" cy="6911993"/>
          </a:xfrm>
        </p:grpSpPr>
        <p:pic>
          <p:nvPicPr>
            <p:cNvPr id="76" name="Picture 75">
              <a:extLst>
                <a:ext uri="{FF2B5EF4-FFF2-40B4-BE49-F238E27FC236}">
                  <a16:creationId xmlns:a16="http://schemas.microsoft.com/office/drawing/2014/main" id="{2981E7A3-935D-48D3-B795-8A14F20A4876}"/>
                </a:ext>
              </a:extLst>
            </p:cNvPr>
            <p:cNvPicPr>
              <a:picLocks noChangeAspect="1"/>
            </p:cNvPicPr>
            <p:nvPr/>
          </p:nvPicPr>
          <p:blipFill rotWithShape="1">
            <a:blip r:embed="rId2">
              <a:extLst>
                <a:ext uri="{28A0092B-C50C-407E-A947-70E740481C1C}">
                  <a14:useLocalDpi xmlns:a14="http://schemas.microsoft.com/office/drawing/2010/main" val="0"/>
                </a:ext>
              </a:extLst>
            </a:blip>
            <a:srcRect r="12463"/>
            <a:stretch/>
          </p:blipFill>
          <p:spPr>
            <a:xfrm flipH="1">
              <a:off x="12198681" y="-41680"/>
              <a:ext cx="12487796" cy="6889814"/>
            </a:xfrm>
            <a:prstGeom prst="rect">
              <a:avLst/>
            </a:prstGeom>
          </p:spPr>
        </p:pic>
        <p:sp>
          <p:nvSpPr>
            <p:cNvPr id="77" name="Rectangle 76">
              <a:extLst>
                <a:ext uri="{FF2B5EF4-FFF2-40B4-BE49-F238E27FC236}">
                  <a16:creationId xmlns:a16="http://schemas.microsoft.com/office/drawing/2014/main" id="{8AA6FC20-0C95-1644-6322-6D889AD83837}"/>
                </a:ext>
              </a:extLst>
            </p:cNvPr>
            <p:cNvSpPr/>
            <p:nvPr/>
          </p:nvSpPr>
          <p:spPr>
            <a:xfrm>
              <a:off x="12191999" y="-47092"/>
              <a:ext cx="12494478" cy="6911993"/>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82434AAD-6276-EC0A-31ED-589DD1285475}"/>
              </a:ext>
            </a:extLst>
          </p:cNvPr>
          <p:cNvSpPr txBox="1"/>
          <p:nvPr/>
        </p:nvSpPr>
        <p:spPr>
          <a:xfrm>
            <a:off x="3642075" y="7258068"/>
            <a:ext cx="558769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grpSp>
        <p:nvGrpSpPr>
          <p:cNvPr id="15" name="Group 14">
            <a:extLst>
              <a:ext uri="{FF2B5EF4-FFF2-40B4-BE49-F238E27FC236}">
                <a16:creationId xmlns:a16="http://schemas.microsoft.com/office/drawing/2014/main" id="{35F5EEFC-97BA-E025-2DD1-0863FB7E0BFA}"/>
              </a:ext>
            </a:extLst>
          </p:cNvPr>
          <p:cNvGrpSpPr/>
          <p:nvPr/>
        </p:nvGrpSpPr>
        <p:grpSpPr>
          <a:xfrm>
            <a:off x="13030228" y="3718483"/>
            <a:ext cx="5921959" cy="2576208"/>
            <a:chOff x="594039" y="1299676"/>
            <a:chExt cx="7035597" cy="2576208"/>
          </a:xfrm>
        </p:grpSpPr>
        <p:sp>
          <p:nvSpPr>
            <p:cNvPr id="16" name="TextBox 15">
              <a:extLst>
                <a:ext uri="{FF2B5EF4-FFF2-40B4-BE49-F238E27FC236}">
                  <a16:creationId xmlns:a16="http://schemas.microsoft.com/office/drawing/2014/main" id="{C0D8A5DA-2CE6-3F64-7E91-ACA95B5D06E7}"/>
                </a:ext>
              </a:extLst>
            </p:cNvPr>
            <p:cNvSpPr txBox="1">
              <a:spLocks noChangeArrowheads="1"/>
            </p:cNvSpPr>
            <p:nvPr/>
          </p:nvSpPr>
          <p:spPr bwMode="auto">
            <a:xfrm>
              <a:off x="594039" y="1299676"/>
              <a:ext cx="16829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Investment</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17" name="TextBox 16">
              <a:extLst>
                <a:ext uri="{FF2B5EF4-FFF2-40B4-BE49-F238E27FC236}">
                  <a16:creationId xmlns:a16="http://schemas.microsoft.com/office/drawing/2014/main" id="{1EBFC41E-5DDA-04C1-4066-7217A5BDA3E6}"/>
                </a:ext>
              </a:extLst>
            </p:cNvPr>
            <p:cNvSpPr txBox="1">
              <a:spLocks noChangeArrowheads="1"/>
            </p:cNvSpPr>
            <p:nvPr/>
          </p:nvSpPr>
          <p:spPr bwMode="auto">
            <a:xfrm>
              <a:off x="601975" y="1609238"/>
              <a:ext cx="7027661" cy="2266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ru-RU"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endParaRPr>
            </a:p>
          </p:txBody>
        </p:sp>
      </p:grpSp>
      <p:pic>
        <p:nvPicPr>
          <p:cNvPr id="59" name="Gráfico 117" descr="Rollo de diplomas con relleno sólido">
            <a:extLst>
              <a:ext uri="{FF2B5EF4-FFF2-40B4-BE49-F238E27FC236}">
                <a16:creationId xmlns:a16="http://schemas.microsoft.com/office/drawing/2014/main" id="{BF6E0A96-E5CA-A5EA-F2C7-B7CB0C45B6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38512" y="4763781"/>
            <a:ext cx="618363" cy="618363"/>
          </a:xfrm>
          <a:prstGeom prst="rect">
            <a:avLst/>
          </a:prstGeom>
        </p:spPr>
      </p:pic>
      <p:pic>
        <p:nvPicPr>
          <p:cNvPr id="60" name="Gráfico 118" descr="Libro abierto con relleno sólido">
            <a:extLst>
              <a:ext uri="{FF2B5EF4-FFF2-40B4-BE49-F238E27FC236}">
                <a16:creationId xmlns:a16="http://schemas.microsoft.com/office/drawing/2014/main" id="{94979502-95F1-81B0-EAE6-A392F863A2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0418" y="2922834"/>
            <a:ext cx="618363" cy="618363"/>
          </a:xfrm>
          <a:prstGeom prst="rect">
            <a:avLst/>
          </a:prstGeom>
        </p:spPr>
      </p:pic>
      <p:sp>
        <p:nvSpPr>
          <p:cNvPr id="74" name="Rectangle 73">
            <a:extLst>
              <a:ext uri="{FF2B5EF4-FFF2-40B4-BE49-F238E27FC236}">
                <a16:creationId xmlns:a16="http://schemas.microsoft.com/office/drawing/2014/main" id="{F53714C4-D0B0-696A-2886-56DEAF052418}"/>
              </a:ext>
            </a:extLst>
          </p:cNvPr>
          <p:cNvSpPr/>
          <p:nvPr/>
        </p:nvSpPr>
        <p:spPr>
          <a:xfrm>
            <a:off x="-8706" y="-18416"/>
            <a:ext cx="1749113" cy="68764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9" name="Diamond 38">
            <a:extLst>
              <a:ext uri="{FF2B5EF4-FFF2-40B4-BE49-F238E27FC236}">
                <a16:creationId xmlns:a16="http://schemas.microsoft.com/office/drawing/2014/main" id="{0A53FDB5-8B45-2506-A392-9D328D5A3EC3}"/>
              </a:ext>
            </a:extLst>
          </p:cNvPr>
          <p:cNvSpPr/>
          <p:nvPr/>
        </p:nvSpPr>
        <p:spPr>
          <a:xfrm rot="10800000">
            <a:off x="1810271" y="1310612"/>
            <a:ext cx="2160000" cy="21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4" name="Diamond 43">
            <a:extLst>
              <a:ext uri="{FF2B5EF4-FFF2-40B4-BE49-F238E27FC236}">
                <a16:creationId xmlns:a16="http://schemas.microsoft.com/office/drawing/2014/main" id="{516647C1-AC26-B8BD-B6BD-784002349759}"/>
              </a:ext>
            </a:extLst>
          </p:cNvPr>
          <p:cNvSpPr/>
          <p:nvPr/>
        </p:nvSpPr>
        <p:spPr>
          <a:xfrm rot="10800000">
            <a:off x="636223" y="168593"/>
            <a:ext cx="2160000" cy="216000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Diamond 44">
            <a:extLst>
              <a:ext uri="{FF2B5EF4-FFF2-40B4-BE49-F238E27FC236}">
                <a16:creationId xmlns:a16="http://schemas.microsoft.com/office/drawing/2014/main" id="{93A02406-42C1-74E2-EBD6-21A9CF95386A}"/>
              </a:ext>
            </a:extLst>
          </p:cNvPr>
          <p:cNvSpPr/>
          <p:nvPr/>
        </p:nvSpPr>
        <p:spPr>
          <a:xfrm rot="10800000">
            <a:off x="675929" y="2490816"/>
            <a:ext cx="2160000" cy="21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7" name="Diamond 46">
            <a:extLst>
              <a:ext uri="{FF2B5EF4-FFF2-40B4-BE49-F238E27FC236}">
                <a16:creationId xmlns:a16="http://schemas.microsoft.com/office/drawing/2014/main" id="{12C0E848-C645-0759-55B9-7047D013FA57}"/>
              </a:ext>
            </a:extLst>
          </p:cNvPr>
          <p:cNvSpPr/>
          <p:nvPr/>
        </p:nvSpPr>
        <p:spPr>
          <a:xfrm rot="10800000">
            <a:off x="-474486" y="1323166"/>
            <a:ext cx="2160000" cy="21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3" name="Group 82">
            <a:extLst>
              <a:ext uri="{FF2B5EF4-FFF2-40B4-BE49-F238E27FC236}">
                <a16:creationId xmlns:a16="http://schemas.microsoft.com/office/drawing/2014/main" id="{F3678745-9AF2-BB77-7593-F0AE6B6727FE}"/>
              </a:ext>
            </a:extLst>
          </p:cNvPr>
          <p:cNvGrpSpPr/>
          <p:nvPr/>
        </p:nvGrpSpPr>
        <p:grpSpPr>
          <a:xfrm>
            <a:off x="12179837"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7">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85" name="TextBox 84">
            <a:extLst>
              <a:ext uri="{FF2B5EF4-FFF2-40B4-BE49-F238E27FC236}">
                <a16:creationId xmlns:a16="http://schemas.microsoft.com/office/drawing/2014/main" id="{89507A28-5E48-4E7F-430F-1B1B21073D16}"/>
              </a:ext>
            </a:extLst>
          </p:cNvPr>
          <p:cNvSpPr txBox="1"/>
          <p:nvPr/>
        </p:nvSpPr>
        <p:spPr>
          <a:xfrm>
            <a:off x="2718899" y="101937"/>
            <a:ext cx="805240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 pitchFamily="2" charset="77"/>
                <a:ea typeface="+mn-ea"/>
                <a:cs typeface="+mn-cs"/>
              </a:rPr>
              <a:t>DIFFERENCE</a:t>
            </a:r>
            <a:r>
              <a:rPr kumimoji="0" lang="en-US" sz="1800" b="0" i="0" u="none" strike="noStrike" kern="1200" cap="none" spc="0" normalizeH="0" baseline="0" noProof="0" dirty="0">
                <a:ln>
                  <a:noFill/>
                </a:ln>
                <a:solidFill>
                  <a:srgbClr val="FFFFFF"/>
                </a:solidFill>
                <a:effectLst/>
                <a:uLnTx/>
                <a:uFillTx/>
                <a:latin typeface="Montserrat" pitchFamily="2" charset="77"/>
                <a:ea typeface="+mn-ea"/>
                <a:cs typeface="+mn-cs"/>
              </a:rPr>
              <a:t> BETWEEN MANAGERS &amp; LEADERS</a:t>
            </a:r>
          </a:p>
        </p:txBody>
      </p:sp>
      <p:sp>
        <p:nvSpPr>
          <p:cNvPr id="10" name="TextBox 9">
            <a:extLst>
              <a:ext uri="{FF2B5EF4-FFF2-40B4-BE49-F238E27FC236}">
                <a16:creationId xmlns:a16="http://schemas.microsoft.com/office/drawing/2014/main" id="{17A7A981-2A2F-0862-B3A8-49DD61AE888A}"/>
              </a:ext>
            </a:extLst>
          </p:cNvPr>
          <p:cNvSpPr txBox="1">
            <a:spLocks noChangeArrowheads="1"/>
          </p:cNvSpPr>
          <p:nvPr/>
        </p:nvSpPr>
        <p:spPr bwMode="auto">
          <a:xfrm>
            <a:off x="2197763" y="2192811"/>
            <a:ext cx="55783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dirty="0">
                <a:solidFill>
                  <a:srgbClr val="3C2077"/>
                </a:solidFill>
                <a:latin typeface="Lato" panose="020F0502020204030203" pitchFamily="34" charset="0"/>
              </a:rPr>
              <a:t>OUTPUT</a:t>
            </a:r>
            <a:endParaRPr kumimoji="0" lang="en-US" sz="2000" b="1" i="0" u="none" strike="noStrike" kern="1200" cap="none" spc="0" normalizeH="0" baseline="0" noProof="0" dirty="0">
              <a:ln>
                <a:noFill/>
              </a:ln>
              <a:solidFill>
                <a:srgbClr val="3C2077"/>
              </a:solidFill>
              <a:effectLst/>
              <a:uLnTx/>
              <a:uFillTx/>
              <a:latin typeface="Lato" panose="020F0502020204030203" pitchFamily="34" charset="0"/>
              <a:ea typeface="+mn-ea"/>
              <a:cs typeface="+mn-cs"/>
            </a:endParaRPr>
          </a:p>
        </p:txBody>
      </p:sp>
      <p:grpSp>
        <p:nvGrpSpPr>
          <p:cNvPr id="9" name="Group 8">
            <a:extLst>
              <a:ext uri="{FF2B5EF4-FFF2-40B4-BE49-F238E27FC236}">
                <a16:creationId xmlns:a16="http://schemas.microsoft.com/office/drawing/2014/main" id="{DB2CFDCD-0715-0122-B1B4-384E67AB0E29}"/>
              </a:ext>
            </a:extLst>
          </p:cNvPr>
          <p:cNvGrpSpPr/>
          <p:nvPr/>
        </p:nvGrpSpPr>
        <p:grpSpPr>
          <a:xfrm>
            <a:off x="2819856" y="163671"/>
            <a:ext cx="6472161" cy="1102857"/>
            <a:chOff x="2819856" y="163671"/>
            <a:chExt cx="6472161" cy="1102857"/>
          </a:xfrm>
        </p:grpSpPr>
        <p:sp>
          <p:nvSpPr>
            <p:cNvPr id="11" name="Diamond 10">
              <a:extLst>
                <a:ext uri="{FF2B5EF4-FFF2-40B4-BE49-F238E27FC236}">
                  <a16:creationId xmlns:a16="http://schemas.microsoft.com/office/drawing/2014/main" id="{C0361D41-D172-47AD-C464-482365F4F75A}"/>
                </a:ext>
              </a:extLst>
            </p:cNvPr>
            <p:cNvSpPr/>
            <p:nvPr/>
          </p:nvSpPr>
          <p:spPr>
            <a:xfrm>
              <a:off x="4915056"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a:extLst>
                <a:ext uri="{FF2B5EF4-FFF2-40B4-BE49-F238E27FC236}">
                  <a16:creationId xmlns:a16="http://schemas.microsoft.com/office/drawing/2014/main" id="{46666CD7-DE08-7E05-F9BC-17EFBE957E5E}"/>
                </a:ext>
              </a:extLst>
            </p:cNvPr>
            <p:cNvSpPr/>
            <p:nvPr/>
          </p:nvSpPr>
          <p:spPr>
            <a:xfrm>
              <a:off x="6271079" y="901611"/>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4C9E9A5B-6609-E6EB-E52F-4EEF24829C44}"/>
                </a:ext>
              </a:extLst>
            </p:cNvPr>
            <p:cNvSpPr/>
            <p:nvPr/>
          </p:nvSpPr>
          <p:spPr>
            <a:xfrm>
              <a:off x="5833336" y="901611"/>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a:extLst>
                <a:ext uri="{FF2B5EF4-FFF2-40B4-BE49-F238E27FC236}">
                  <a16:creationId xmlns:a16="http://schemas.microsoft.com/office/drawing/2014/main" id="{FEC2FEFF-7AF5-1E76-1D9C-65D20B144F8E}"/>
                </a:ext>
              </a:extLst>
            </p:cNvPr>
            <p:cNvSpPr/>
            <p:nvPr/>
          </p:nvSpPr>
          <p:spPr>
            <a:xfrm>
              <a:off x="5374196" y="901611"/>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DB30726C-7C90-4682-7B2B-431CAAC1667F}"/>
                </a:ext>
              </a:extLst>
            </p:cNvPr>
            <p:cNvSpPr/>
            <p:nvPr/>
          </p:nvSpPr>
          <p:spPr>
            <a:xfrm>
              <a:off x="6715883" y="901611"/>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34A2726-A833-3351-2CAB-05068846F4E1}"/>
                </a:ext>
              </a:extLst>
            </p:cNvPr>
            <p:cNvSpPr txBox="1"/>
            <p:nvPr/>
          </p:nvSpPr>
          <p:spPr>
            <a:xfrm>
              <a:off x="2819856" y="163671"/>
              <a:ext cx="5844168" cy="769441"/>
            </a:xfrm>
            <a:prstGeom prst="rect">
              <a:avLst/>
            </a:prstGeom>
            <a:noFill/>
          </p:spPr>
          <p:txBody>
            <a:bodyPr wrap="square" rtlCol="0">
              <a:spAutoFit/>
            </a:bodyPr>
            <a:lstStyle/>
            <a:p>
              <a:pPr algn="ctr"/>
              <a:r>
                <a:rPr lang="en-US" sz="4400" dirty="0">
                  <a:solidFill>
                    <a:srgbClr val="3C2077"/>
                  </a:solidFill>
                  <a:latin typeface="Lato Black" panose="020F0A02020204030203" pitchFamily="34" charset="0"/>
                </a:rPr>
                <a:t>DOUBLY LINKED LIST</a:t>
              </a:r>
            </a:p>
          </p:txBody>
        </p:sp>
        <p:sp>
          <p:nvSpPr>
            <p:cNvPr id="20" name="Diamond 19">
              <a:extLst>
                <a:ext uri="{FF2B5EF4-FFF2-40B4-BE49-F238E27FC236}">
                  <a16:creationId xmlns:a16="http://schemas.microsoft.com/office/drawing/2014/main" id="{FA889DA7-B3AC-F8FB-26B6-24E0A957129B}"/>
                </a:ext>
              </a:extLst>
            </p:cNvPr>
            <p:cNvSpPr/>
            <p:nvPr/>
          </p:nvSpPr>
          <p:spPr>
            <a:xfrm>
              <a:off x="7131190"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0BC19F9F-AAC8-8E4F-F7CA-6E398198EFEA}"/>
                </a:ext>
              </a:extLst>
            </p:cNvPr>
            <p:cNvSpPr/>
            <p:nvPr/>
          </p:nvSpPr>
          <p:spPr>
            <a:xfrm>
              <a:off x="8487213" y="906528"/>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2C591E04-7CE6-3C80-3C46-CC0E4F247ED8}"/>
                </a:ext>
              </a:extLst>
            </p:cNvPr>
            <p:cNvSpPr/>
            <p:nvPr/>
          </p:nvSpPr>
          <p:spPr>
            <a:xfrm>
              <a:off x="8049470" y="906528"/>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360FFCC3-AD40-45EE-B4B6-5B03D2808248}"/>
                </a:ext>
              </a:extLst>
            </p:cNvPr>
            <p:cNvSpPr/>
            <p:nvPr/>
          </p:nvSpPr>
          <p:spPr>
            <a:xfrm>
              <a:off x="7590330" y="906528"/>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AD034CFF-B727-398F-75E8-ED979E3FC18F}"/>
                </a:ext>
              </a:extLst>
            </p:cNvPr>
            <p:cNvSpPr/>
            <p:nvPr/>
          </p:nvSpPr>
          <p:spPr>
            <a:xfrm>
              <a:off x="8932017" y="906528"/>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a:extLst>
              <a:ext uri="{FF2B5EF4-FFF2-40B4-BE49-F238E27FC236}">
                <a16:creationId xmlns:a16="http://schemas.microsoft.com/office/drawing/2014/main" id="{FC61E52C-562B-6DE7-BE51-05F7E97F3F2A}"/>
              </a:ext>
            </a:extLst>
          </p:cNvPr>
          <p:cNvPicPr>
            <a:picLocks noChangeAspect="1"/>
          </p:cNvPicPr>
          <p:nvPr/>
        </p:nvPicPr>
        <p:blipFill>
          <a:blip r:embed="rId8"/>
          <a:stretch>
            <a:fillRect/>
          </a:stretch>
        </p:blipFill>
        <p:spPr>
          <a:xfrm>
            <a:off x="3418813" y="3063896"/>
            <a:ext cx="9042139" cy="1656671"/>
          </a:xfrm>
          <a:prstGeom prst="rect">
            <a:avLst/>
          </a:prstGeom>
        </p:spPr>
      </p:pic>
    </p:spTree>
    <p:extLst>
      <p:ext uri="{BB962C8B-B14F-4D97-AF65-F5344CB8AC3E}">
        <p14:creationId xmlns:p14="http://schemas.microsoft.com/office/powerpoint/2010/main" val="2023891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F3678745-9AF2-BB77-7593-F0AE6B6727FE}"/>
              </a:ext>
            </a:extLst>
          </p:cNvPr>
          <p:cNvGrpSpPr/>
          <p:nvPr/>
        </p:nvGrpSpPr>
        <p:grpSpPr>
          <a:xfrm>
            <a:off x="12192000" y="-27415"/>
            <a:ext cx="12295230" cy="7021885"/>
            <a:chOff x="12179837" y="-27415"/>
            <a:chExt cx="12295230" cy="7021885"/>
          </a:xfrm>
        </p:grpSpPr>
        <p:pic>
          <p:nvPicPr>
            <p:cNvPr id="81" name="Picture 80">
              <a:extLst>
                <a:ext uri="{FF2B5EF4-FFF2-40B4-BE49-F238E27FC236}">
                  <a16:creationId xmlns:a16="http://schemas.microsoft.com/office/drawing/2014/main" id="{6418733D-D1B2-F747-7069-67D7059788BE}"/>
                </a:ext>
              </a:extLst>
            </p:cNvPr>
            <p:cNvPicPr>
              <a:picLocks noChangeAspect="1"/>
            </p:cNvPicPr>
            <p:nvPr/>
          </p:nvPicPr>
          <p:blipFill rotWithShape="1">
            <a:blip r:embed="rId2">
              <a:extLst>
                <a:ext uri="{28A0092B-C50C-407E-A947-70E740481C1C}">
                  <a14:useLocalDpi xmlns:a14="http://schemas.microsoft.com/office/drawing/2010/main" val="0"/>
                </a:ext>
              </a:extLst>
            </a:blip>
            <a:srcRect t="6477" b="368"/>
            <a:stretch/>
          </p:blipFill>
          <p:spPr>
            <a:xfrm>
              <a:off x="12179837" y="-27415"/>
              <a:ext cx="12192000" cy="6885415"/>
            </a:xfrm>
            <a:prstGeom prst="rect">
              <a:avLst/>
            </a:prstGeom>
          </p:spPr>
        </p:pic>
        <p:sp>
          <p:nvSpPr>
            <p:cNvPr id="82" name="Rectangle 81">
              <a:extLst>
                <a:ext uri="{FF2B5EF4-FFF2-40B4-BE49-F238E27FC236}">
                  <a16:creationId xmlns:a16="http://schemas.microsoft.com/office/drawing/2014/main" id="{1C17F809-3CC2-13F4-3B10-CFC3995CA323}"/>
                </a:ext>
              </a:extLst>
            </p:cNvPr>
            <p:cNvSpPr/>
            <p:nvPr/>
          </p:nvSpPr>
          <p:spPr>
            <a:xfrm>
              <a:off x="12206512" y="15795"/>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Diamond 41">
            <a:extLst>
              <a:ext uri="{FF2B5EF4-FFF2-40B4-BE49-F238E27FC236}">
                <a16:creationId xmlns:a16="http://schemas.microsoft.com/office/drawing/2014/main" id="{C5FAAB6C-C6DE-4C3E-CF7B-5C55128EE02D}"/>
              </a:ext>
            </a:extLst>
          </p:cNvPr>
          <p:cNvSpPr/>
          <p:nvPr/>
        </p:nvSpPr>
        <p:spPr>
          <a:xfrm rot="10172173">
            <a:off x="5279768" y="1217923"/>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mond 42">
            <a:extLst>
              <a:ext uri="{FF2B5EF4-FFF2-40B4-BE49-F238E27FC236}">
                <a16:creationId xmlns:a16="http://schemas.microsoft.com/office/drawing/2014/main" id="{465FE290-8C8A-A662-17CB-264E51057509}"/>
              </a:ext>
            </a:extLst>
          </p:cNvPr>
          <p:cNvSpPr/>
          <p:nvPr/>
        </p:nvSpPr>
        <p:spPr>
          <a:xfrm rot="10172173">
            <a:off x="6635791" y="1217923"/>
            <a:ext cx="360000" cy="36000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6" name="Diamond 45">
            <a:extLst>
              <a:ext uri="{FF2B5EF4-FFF2-40B4-BE49-F238E27FC236}">
                <a16:creationId xmlns:a16="http://schemas.microsoft.com/office/drawing/2014/main" id="{C6D828EB-E7EA-5773-9652-AE53FB5D669F}"/>
              </a:ext>
            </a:extLst>
          </p:cNvPr>
          <p:cNvSpPr/>
          <p:nvPr/>
        </p:nvSpPr>
        <p:spPr>
          <a:xfrm rot="10172173">
            <a:off x="6198048" y="1217923"/>
            <a:ext cx="360000" cy="360000"/>
          </a:xfrm>
          <a:prstGeom prst="diamond">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21DFFB8E-C406-CF59-4CA2-EACEAF0C708E}"/>
              </a:ext>
            </a:extLst>
          </p:cNvPr>
          <p:cNvSpPr/>
          <p:nvPr/>
        </p:nvSpPr>
        <p:spPr>
          <a:xfrm rot="10172173">
            <a:off x="5738908" y="1217923"/>
            <a:ext cx="360000" cy="36000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33C663A5-0996-8893-E730-E5C86AEB7C2A}"/>
              </a:ext>
            </a:extLst>
          </p:cNvPr>
          <p:cNvSpPr/>
          <p:nvPr/>
        </p:nvSpPr>
        <p:spPr>
          <a:xfrm rot="10172173">
            <a:off x="7080595" y="1217923"/>
            <a:ext cx="360000" cy="36000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F53714C4-D0B0-696A-2886-56DEAF052418}"/>
              </a:ext>
            </a:extLst>
          </p:cNvPr>
          <p:cNvSpPr/>
          <p:nvPr/>
        </p:nvSpPr>
        <p:spPr>
          <a:xfrm>
            <a:off x="-9257" y="-120680"/>
            <a:ext cx="12227932" cy="7021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iamond 38">
            <a:extLst>
              <a:ext uri="{FF2B5EF4-FFF2-40B4-BE49-F238E27FC236}">
                <a16:creationId xmlns:a16="http://schemas.microsoft.com/office/drawing/2014/main" id="{0A53FDB5-8B45-2506-A392-9D328D5A3EC3}"/>
              </a:ext>
            </a:extLst>
          </p:cNvPr>
          <p:cNvSpPr/>
          <p:nvPr/>
        </p:nvSpPr>
        <p:spPr>
          <a:xfrm>
            <a:off x="9256063" y="2456933"/>
            <a:ext cx="918280" cy="91828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mond 43">
            <a:extLst>
              <a:ext uri="{FF2B5EF4-FFF2-40B4-BE49-F238E27FC236}">
                <a16:creationId xmlns:a16="http://schemas.microsoft.com/office/drawing/2014/main" id="{516647C1-AC26-B8BD-B6BD-784002349759}"/>
              </a:ext>
            </a:extLst>
          </p:cNvPr>
          <p:cNvSpPr/>
          <p:nvPr/>
        </p:nvSpPr>
        <p:spPr>
          <a:xfrm>
            <a:off x="8108753" y="2433337"/>
            <a:ext cx="918280" cy="918280"/>
          </a:xfrm>
          <a:prstGeom prst="diamond">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Diamond 44">
            <a:extLst>
              <a:ext uri="{FF2B5EF4-FFF2-40B4-BE49-F238E27FC236}">
                <a16:creationId xmlns:a16="http://schemas.microsoft.com/office/drawing/2014/main" id="{93A02406-42C1-74E2-EBD6-21A9CF95386A}"/>
              </a:ext>
            </a:extLst>
          </p:cNvPr>
          <p:cNvSpPr/>
          <p:nvPr/>
        </p:nvSpPr>
        <p:spPr>
          <a:xfrm>
            <a:off x="3330168" y="2473043"/>
            <a:ext cx="918280" cy="918280"/>
          </a:xfrm>
          <a:prstGeom prst="diamond">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7" name="Diamond 46">
            <a:extLst>
              <a:ext uri="{FF2B5EF4-FFF2-40B4-BE49-F238E27FC236}">
                <a16:creationId xmlns:a16="http://schemas.microsoft.com/office/drawing/2014/main" id="{12C0E848-C645-0759-55B9-7047D013FA57}"/>
              </a:ext>
            </a:extLst>
          </p:cNvPr>
          <p:cNvSpPr/>
          <p:nvPr/>
        </p:nvSpPr>
        <p:spPr>
          <a:xfrm>
            <a:off x="2126208" y="2497012"/>
            <a:ext cx="918280" cy="918280"/>
          </a:xfrm>
          <a:prstGeom prst="diamond">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Freeform 6">
            <a:extLst>
              <a:ext uri="{FF2B5EF4-FFF2-40B4-BE49-F238E27FC236}">
                <a16:creationId xmlns:a16="http://schemas.microsoft.com/office/drawing/2014/main" id="{8C30259E-8D96-8969-499D-237888D3B4B3}"/>
              </a:ext>
            </a:extLst>
          </p:cNvPr>
          <p:cNvSpPr>
            <a:spLocks/>
          </p:cNvSpPr>
          <p:nvPr/>
        </p:nvSpPr>
        <p:spPr bwMode="auto">
          <a:xfrm>
            <a:off x="13198467" y="2743788"/>
            <a:ext cx="1725017" cy="1726233"/>
          </a:xfrm>
          <a:custGeom>
            <a:avLst/>
            <a:gdLst>
              <a:gd name="T0" fmla="*/ 1128237 w 591"/>
              <a:gd name="T1" fmla="*/ 2109307 h 591"/>
              <a:gd name="T2" fmla="*/ 148653 w 591"/>
              <a:gd name="T3" fmla="*/ 1129032 h 591"/>
              <a:gd name="T4" fmla="*/ 1128237 w 591"/>
              <a:gd name="T5" fmla="*/ 148758 h 591"/>
              <a:gd name="T6" fmla="*/ 2107821 w 591"/>
              <a:gd name="T7" fmla="*/ 1129032 h 591"/>
              <a:gd name="T8" fmla="*/ 2088763 w 591"/>
              <a:gd name="T9" fmla="*/ 1323561 h 591"/>
              <a:gd name="T10" fmla="*/ 2172618 w 591"/>
              <a:gd name="T11" fmla="*/ 1544791 h 591"/>
              <a:gd name="T12" fmla="*/ 2252662 w 591"/>
              <a:gd name="T13" fmla="*/ 1129032 h 591"/>
              <a:gd name="T14" fmla="*/ 1128237 w 591"/>
              <a:gd name="T15" fmla="*/ 0 h 591"/>
              <a:gd name="T16" fmla="*/ 0 w 591"/>
              <a:gd name="T17" fmla="*/ 1129032 h 591"/>
              <a:gd name="T18" fmla="*/ 1128237 w 591"/>
              <a:gd name="T19" fmla="*/ 2254250 h 591"/>
              <a:gd name="T20" fmla="*/ 1959168 w 591"/>
              <a:gd name="T21" fmla="*/ 1884263 h 591"/>
              <a:gd name="T22" fmla="*/ 1875313 w 591"/>
              <a:gd name="T23" fmla="*/ 1762206 h 591"/>
              <a:gd name="T24" fmla="*/ 1128237 w 591"/>
              <a:gd name="T25" fmla="*/ 2109307 h 5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1" h="591">
                <a:moveTo>
                  <a:pt x="296" y="553"/>
                </a:moveTo>
                <a:cubicBezTo>
                  <a:pt x="154" y="553"/>
                  <a:pt x="39" y="438"/>
                  <a:pt x="39" y="296"/>
                </a:cubicBezTo>
                <a:cubicBezTo>
                  <a:pt x="39" y="154"/>
                  <a:pt x="154" y="39"/>
                  <a:pt x="296" y="39"/>
                </a:cubicBezTo>
                <a:cubicBezTo>
                  <a:pt x="437" y="39"/>
                  <a:pt x="553" y="154"/>
                  <a:pt x="553" y="296"/>
                </a:cubicBezTo>
                <a:cubicBezTo>
                  <a:pt x="553" y="313"/>
                  <a:pt x="551" y="331"/>
                  <a:pt x="548" y="347"/>
                </a:cubicBezTo>
                <a:cubicBezTo>
                  <a:pt x="552" y="368"/>
                  <a:pt x="560" y="387"/>
                  <a:pt x="570" y="405"/>
                </a:cubicBezTo>
                <a:cubicBezTo>
                  <a:pt x="583" y="371"/>
                  <a:pt x="591" y="334"/>
                  <a:pt x="591" y="296"/>
                </a:cubicBezTo>
                <a:cubicBezTo>
                  <a:pt x="591" y="133"/>
                  <a:pt x="459" y="0"/>
                  <a:pt x="296" y="0"/>
                </a:cubicBezTo>
                <a:cubicBezTo>
                  <a:pt x="133" y="0"/>
                  <a:pt x="0" y="133"/>
                  <a:pt x="0" y="296"/>
                </a:cubicBezTo>
                <a:cubicBezTo>
                  <a:pt x="0" y="459"/>
                  <a:pt x="133" y="591"/>
                  <a:pt x="296" y="591"/>
                </a:cubicBezTo>
                <a:cubicBezTo>
                  <a:pt x="382" y="591"/>
                  <a:pt x="460" y="554"/>
                  <a:pt x="514" y="494"/>
                </a:cubicBezTo>
                <a:cubicBezTo>
                  <a:pt x="506" y="484"/>
                  <a:pt x="499" y="473"/>
                  <a:pt x="492" y="462"/>
                </a:cubicBezTo>
                <a:cubicBezTo>
                  <a:pt x="445" y="517"/>
                  <a:pt x="374" y="553"/>
                  <a:pt x="296" y="553"/>
                </a:cubicBezTo>
                <a:close/>
              </a:path>
            </a:pathLst>
          </a:custGeom>
          <a:solidFill>
            <a:schemeClr val="bg1">
              <a:lumMod val="85000"/>
            </a:schemeClr>
          </a:solidFill>
          <a:ln>
            <a:noFill/>
          </a:ln>
        </p:spPr>
        <p:txBody>
          <a:bodyPr/>
          <a:lstStyle/>
          <a:p>
            <a:endParaRPr lang="es-CO" dirty="0">
              <a:latin typeface="Montserrat Light" panose="00000400000000000000" pitchFamily="50" charset="0"/>
            </a:endParaRPr>
          </a:p>
        </p:txBody>
      </p:sp>
      <p:sp>
        <p:nvSpPr>
          <p:cNvPr id="3" name="Freeform 7">
            <a:extLst>
              <a:ext uri="{FF2B5EF4-FFF2-40B4-BE49-F238E27FC236}">
                <a16:creationId xmlns:a16="http://schemas.microsoft.com/office/drawing/2014/main" id="{D7E259B8-0B73-63A8-D320-75DB42DE204D}"/>
              </a:ext>
            </a:extLst>
          </p:cNvPr>
          <p:cNvSpPr>
            <a:spLocks noEditPoints="1"/>
          </p:cNvSpPr>
          <p:nvPr/>
        </p:nvSpPr>
        <p:spPr bwMode="auto">
          <a:xfrm>
            <a:off x="14584316" y="2743788"/>
            <a:ext cx="1725017" cy="1726233"/>
          </a:xfrm>
          <a:custGeom>
            <a:avLst/>
            <a:gdLst>
              <a:gd name="T0" fmla="*/ 1875313 w 591"/>
              <a:gd name="T1" fmla="*/ 1762206 h 591"/>
              <a:gd name="T2" fmla="*/ 1959168 w 591"/>
              <a:gd name="T3" fmla="*/ 1884263 h 591"/>
              <a:gd name="T4" fmla="*/ 1124425 w 591"/>
              <a:gd name="T5" fmla="*/ 2254250 h 591"/>
              <a:gd name="T6" fmla="*/ 0 w 591"/>
              <a:gd name="T7" fmla="*/ 1129032 h 591"/>
              <a:gd name="T8" fmla="*/ 80044 w 591"/>
              <a:gd name="T9" fmla="*/ 709459 h 591"/>
              <a:gd name="T10" fmla="*/ 163899 w 591"/>
              <a:gd name="T11" fmla="*/ 934503 h 591"/>
              <a:gd name="T12" fmla="*/ 144841 w 591"/>
              <a:gd name="T13" fmla="*/ 1129032 h 591"/>
              <a:gd name="T14" fmla="*/ 1124425 w 591"/>
              <a:gd name="T15" fmla="*/ 2109307 h 591"/>
              <a:gd name="T16" fmla="*/ 1875313 w 591"/>
              <a:gd name="T17" fmla="*/ 1762206 h 591"/>
              <a:gd name="T18" fmla="*/ 2252662 w 591"/>
              <a:gd name="T19" fmla="*/ 1129032 h 591"/>
              <a:gd name="T20" fmla="*/ 1124425 w 591"/>
              <a:gd name="T21" fmla="*/ 0 h 591"/>
              <a:gd name="T22" fmla="*/ 293494 w 591"/>
              <a:gd name="T23" fmla="*/ 369987 h 591"/>
              <a:gd name="T24" fmla="*/ 377349 w 591"/>
              <a:gd name="T25" fmla="*/ 495859 h 591"/>
              <a:gd name="T26" fmla="*/ 1124425 w 591"/>
              <a:gd name="T27" fmla="*/ 148758 h 591"/>
              <a:gd name="T28" fmla="*/ 2104009 w 591"/>
              <a:gd name="T29" fmla="*/ 1129032 h 591"/>
              <a:gd name="T30" fmla="*/ 2084951 w 591"/>
              <a:gd name="T31" fmla="*/ 1323561 h 591"/>
              <a:gd name="T32" fmla="*/ 2172618 w 591"/>
              <a:gd name="T33" fmla="*/ 1544791 h 591"/>
              <a:gd name="T34" fmla="*/ 2252662 w 591"/>
              <a:gd name="T35" fmla="*/ 1129032 h 59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91" h="591">
                <a:moveTo>
                  <a:pt x="492" y="462"/>
                </a:moveTo>
                <a:cubicBezTo>
                  <a:pt x="499" y="473"/>
                  <a:pt x="506" y="484"/>
                  <a:pt x="514" y="494"/>
                </a:cubicBezTo>
                <a:cubicBezTo>
                  <a:pt x="460" y="554"/>
                  <a:pt x="382" y="591"/>
                  <a:pt x="295" y="591"/>
                </a:cubicBezTo>
                <a:cubicBezTo>
                  <a:pt x="132" y="591"/>
                  <a:pt x="0" y="459"/>
                  <a:pt x="0" y="296"/>
                </a:cubicBezTo>
                <a:cubicBezTo>
                  <a:pt x="0" y="257"/>
                  <a:pt x="8" y="220"/>
                  <a:pt x="21" y="186"/>
                </a:cubicBezTo>
                <a:cubicBezTo>
                  <a:pt x="31" y="204"/>
                  <a:pt x="39" y="224"/>
                  <a:pt x="43" y="245"/>
                </a:cubicBezTo>
                <a:cubicBezTo>
                  <a:pt x="40" y="261"/>
                  <a:pt x="38" y="278"/>
                  <a:pt x="38" y="296"/>
                </a:cubicBezTo>
                <a:cubicBezTo>
                  <a:pt x="38" y="438"/>
                  <a:pt x="154" y="553"/>
                  <a:pt x="295" y="553"/>
                </a:cubicBezTo>
                <a:cubicBezTo>
                  <a:pt x="374" y="553"/>
                  <a:pt x="445" y="517"/>
                  <a:pt x="492" y="462"/>
                </a:cubicBezTo>
                <a:close/>
                <a:moveTo>
                  <a:pt x="591" y="296"/>
                </a:moveTo>
                <a:cubicBezTo>
                  <a:pt x="591" y="133"/>
                  <a:pt x="458" y="0"/>
                  <a:pt x="295" y="0"/>
                </a:cubicBezTo>
                <a:cubicBezTo>
                  <a:pt x="209" y="0"/>
                  <a:pt x="131" y="38"/>
                  <a:pt x="77" y="97"/>
                </a:cubicBezTo>
                <a:cubicBezTo>
                  <a:pt x="85" y="108"/>
                  <a:pt x="92" y="119"/>
                  <a:pt x="99" y="130"/>
                </a:cubicBezTo>
                <a:cubicBezTo>
                  <a:pt x="146" y="74"/>
                  <a:pt x="217" y="39"/>
                  <a:pt x="295" y="39"/>
                </a:cubicBezTo>
                <a:cubicBezTo>
                  <a:pt x="437" y="39"/>
                  <a:pt x="552" y="154"/>
                  <a:pt x="552" y="296"/>
                </a:cubicBezTo>
                <a:cubicBezTo>
                  <a:pt x="552" y="313"/>
                  <a:pt x="551" y="330"/>
                  <a:pt x="547" y="347"/>
                </a:cubicBezTo>
                <a:cubicBezTo>
                  <a:pt x="552" y="368"/>
                  <a:pt x="560" y="387"/>
                  <a:pt x="570" y="405"/>
                </a:cubicBezTo>
                <a:cubicBezTo>
                  <a:pt x="583" y="371"/>
                  <a:pt x="591" y="334"/>
                  <a:pt x="591" y="29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CO" dirty="0">
              <a:latin typeface="Montserrat Light" panose="00000400000000000000" pitchFamily="50" charset="0"/>
            </a:endParaRPr>
          </a:p>
        </p:txBody>
      </p:sp>
      <p:sp>
        <p:nvSpPr>
          <p:cNvPr id="4" name="Freeform 8">
            <a:extLst>
              <a:ext uri="{FF2B5EF4-FFF2-40B4-BE49-F238E27FC236}">
                <a16:creationId xmlns:a16="http://schemas.microsoft.com/office/drawing/2014/main" id="{AFDA944C-5B8F-D637-9D9B-29ACDCA841C5}"/>
              </a:ext>
            </a:extLst>
          </p:cNvPr>
          <p:cNvSpPr>
            <a:spLocks noEditPoints="1"/>
          </p:cNvSpPr>
          <p:nvPr/>
        </p:nvSpPr>
        <p:spPr bwMode="auto">
          <a:xfrm>
            <a:off x="15970165" y="2743788"/>
            <a:ext cx="1722586" cy="1726233"/>
          </a:xfrm>
          <a:custGeom>
            <a:avLst/>
            <a:gdLst>
              <a:gd name="T0" fmla="*/ 569 w 590"/>
              <a:gd name="T1" fmla="*/ 405 h 591"/>
              <a:gd name="T2" fmla="*/ 547 w 590"/>
              <a:gd name="T3" fmla="*/ 347 h 591"/>
              <a:gd name="T4" fmla="*/ 552 w 590"/>
              <a:gd name="T5" fmla="*/ 296 h 591"/>
              <a:gd name="T6" fmla="*/ 295 w 590"/>
              <a:gd name="T7" fmla="*/ 39 h 591"/>
              <a:gd name="T8" fmla="*/ 99 w 590"/>
              <a:gd name="T9" fmla="*/ 130 h 591"/>
              <a:gd name="T10" fmla="*/ 76 w 590"/>
              <a:gd name="T11" fmla="*/ 97 h 591"/>
              <a:gd name="T12" fmla="*/ 295 w 590"/>
              <a:gd name="T13" fmla="*/ 0 h 591"/>
              <a:gd name="T14" fmla="*/ 590 w 590"/>
              <a:gd name="T15" fmla="*/ 296 h 591"/>
              <a:gd name="T16" fmla="*/ 569 w 590"/>
              <a:gd name="T17" fmla="*/ 405 h 591"/>
              <a:gd name="T18" fmla="*/ 295 w 590"/>
              <a:gd name="T19" fmla="*/ 553 h 591"/>
              <a:gd name="T20" fmla="*/ 38 w 590"/>
              <a:gd name="T21" fmla="*/ 296 h 591"/>
              <a:gd name="T22" fmla="*/ 43 w 590"/>
              <a:gd name="T23" fmla="*/ 245 h 591"/>
              <a:gd name="T24" fmla="*/ 21 w 590"/>
              <a:gd name="T25" fmla="*/ 186 h 591"/>
              <a:gd name="T26" fmla="*/ 0 w 590"/>
              <a:gd name="T27" fmla="*/ 296 h 591"/>
              <a:gd name="T28" fmla="*/ 295 w 590"/>
              <a:gd name="T29" fmla="*/ 591 h 591"/>
              <a:gd name="T30" fmla="*/ 514 w 590"/>
              <a:gd name="T31" fmla="*/ 494 h 591"/>
              <a:gd name="T32" fmla="*/ 491 w 590"/>
              <a:gd name="T33" fmla="*/ 462 h 591"/>
              <a:gd name="T34" fmla="*/ 295 w 590"/>
              <a:gd name="T35" fmla="*/ 553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0" h="591">
                <a:moveTo>
                  <a:pt x="569" y="405"/>
                </a:moveTo>
                <a:cubicBezTo>
                  <a:pt x="559" y="387"/>
                  <a:pt x="552" y="368"/>
                  <a:pt x="547" y="347"/>
                </a:cubicBezTo>
                <a:cubicBezTo>
                  <a:pt x="550" y="331"/>
                  <a:pt x="552" y="313"/>
                  <a:pt x="552" y="296"/>
                </a:cubicBezTo>
                <a:cubicBezTo>
                  <a:pt x="552" y="154"/>
                  <a:pt x="437" y="39"/>
                  <a:pt x="295" y="39"/>
                </a:cubicBezTo>
                <a:cubicBezTo>
                  <a:pt x="216" y="39"/>
                  <a:pt x="146" y="74"/>
                  <a:pt x="99" y="130"/>
                </a:cubicBezTo>
                <a:cubicBezTo>
                  <a:pt x="92" y="119"/>
                  <a:pt x="84" y="108"/>
                  <a:pt x="76" y="97"/>
                </a:cubicBezTo>
                <a:cubicBezTo>
                  <a:pt x="130" y="38"/>
                  <a:pt x="208" y="0"/>
                  <a:pt x="295" y="0"/>
                </a:cubicBezTo>
                <a:cubicBezTo>
                  <a:pt x="458" y="0"/>
                  <a:pt x="590" y="133"/>
                  <a:pt x="590" y="296"/>
                </a:cubicBezTo>
                <a:cubicBezTo>
                  <a:pt x="590" y="334"/>
                  <a:pt x="583" y="371"/>
                  <a:pt x="569" y="405"/>
                </a:cubicBezTo>
                <a:close/>
                <a:moveTo>
                  <a:pt x="295" y="553"/>
                </a:moveTo>
                <a:cubicBezTo>
                  <a:pt x="153" y="553"/>
                  <a:pt x="38" y="438"/>
                  <a:pt x="38" y="296"/>
                </a:cubicBezTo>
                <a:cubicBezTo>
                  <a:pt x="38" y="278"/>
                  <a:pt x="40" y="261"/>
                  <a:pt x="43" y="245"/>
                </a:cubicBezTo>
                <a:cubicBezTo>
                  <a:pt x="38" y="224"/>
                  <a:pt x="31" y="204"/>
                  <a:pt x="21" y="186"/>
                </a:cubicBezTo>
                <a:cubicBezTo>
                  <a:pt x="7" y="220"/>
                  <a:pt x="0" y="257"/>
                  <a:pt x="0" y="296"/>
                </a:cubicBezTo>
                <a:cubicBezTo>
                  <a:pt x="0" y="459"/>
                  <a:pt x="132" y="591"/>
                  <a:pt x="295" y="591"/>
                </a:cubicBezTo>
                <a:cubicBezTo>
                  <a:pt x="382" y="591"/>
                  <a:pt x="460" y="554"/>
                  <a:pt x="514" y="494"/>
                </a:cubicBezTo>
                <a:cubicBezTo>
                  <a:pt x="506" y="484"/>
                  <a:pt x="498" y="473"/>
                  <a:pt x="491" y="462"/>
                </a:cubicBezTo>
                <a:cubicBezTo>
                  <a:pt x="444" y="517"/>
                  <a:pt x="374" y="553"/>
                  <a:pt x="295" y="553"/>
                </a:cubicBezTo>
                <a:close/>
              </a:path>
            </a:pathLst>
          </a:custGeom>
          <a:solidFill>
            <a:schemeClr val="accent3"/>
          </a:solidFill>
          <a:ln>
            <a:noFill/>
          </a:ln>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5" name="Freeform 9">
            <a:extLst>
              <a:ext uri="{FF2B5EF4-FFF2-40B4-BE49-F238E27FC236}">
                <a16:creationId xmlns:a16="http://schemas.microsoft.com/office/drawing/2014/main" id="{54F5E392-3AC5-4421-D346-62C1833065B9}"/>
              </a:ext>
            </a:extLst>
          </p:cNvPr>
          <p:cNvSpPr>
            <a:spLocks/>
          </p:cNvSpPr>
          <p:nvPr/>
        </p:nvSpPr>
        <p:spPr bwMode="auto">
          <a:xfrm>
            <a:off x="18740648" y="2743788"/>
            <a:ext cx="1723802" cy="1726233"/>
          </a:xfrm>
          <a:custGeom>
            <a:avLst/>
            <a:gdLst>
              <a:gd name="T0" fmla="*/ 295 w 591"/>
              <a:gd name="T1" fmla="*/ 0 h 591"/>
              <a:gd name="T2" fmla="*/ 77 w 591"/>
              <a:gd name="T3" fmla="*/ 97 h 591"/>
              <a:gd name="T4" fmla="*/ 99 w 591"/>
              <a:gd name="T5" fmla="*/ 130 h 591"/>
              <a:gd name="T6" fmla="*/ 295 w 591"/>
              <a:gd name="T7" fmla="*/ 39 h 591"/>
              <a:gd name="T8" fmla="*/ 552 w 591"/>
              <a:gd name="T9" fmla="*/ 296 h 591"/>
              <a:gd name="T10" fmla="*/ 295 w 591"/>
              <a:gd name="T11" fmla="*/ 553 h 591"/>
              <a:gd name="T12" fmla="*/ 38 w 591"/>
              <a:gd name="T13" fmla="*/ 296 h 591"/>
              <a:gd name="T14" fmla="*/ 43 w 591"/>
              <a:gd name="T15" fmla="*/ 245 h 591"/>
              <a:gd name="T16" fmla="*/ 21 w 591"/>
              <a:gd name="T17" fmla="*/ 186 h 591"/>
              <a:gd name="T18" fmla="*/ 0 w 591"/>
              <a:gd name="T19" fmla="*/ 296 h 591"/>
              <a:gd name="T20" fmla="*/ 295 w 591"/>
              <a:gd name="T21" fmla="*/ 591 h 591"/>
              <a:gd name="T22" fmla="*/ 591 w 591"/>
              <a:gd name="T23" fmla="*/ 296 h 591"/>
              <a:gd name="T24" fmla="*/ 295 w 591"/>
              <a:gd name="T25" fmla="*/ 0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1" h="591">
                <a:moveTo>
                  <a:pt x="295" y="0"/>
                </a:moveTo>
                <a:cubicBezTo>
                  <a:pt x="209" y="0"/>
                  <a:pt x="131" y="38"/>
                  <a:pt x="77" y="97"/>
                </a:cubicBezTo>
                <a:cubicBezTo>
                  <a:pt x="85" y="108"/>
                  <a:pt x="92" y="119"/>
                  <a:pt x="99" y="130"/>
                </a:cubicBezTo>
                <a:cubicBezTo>
                  <a:pt x="146" y="74"/>
                  <a:pt x="217" y="39"/>
                  <a:pt x="295" y="39"/>
                </a:cubicBezTo>
                <a:cubicBezTo>
                  <a:pt x="437" y="39"/>
                  <a:pt x="552" y="154"/>
                  <a:pt x="552" y="296"/>
                </a:cubicBezTo>
                <a:cubicBezTo>
                  <a:pt x="552" y="438"/>
                  <a:pt x="437" y="553"/>
                  <a:pt x="295" y="553"/>
                </a:cubicBezTo>
                <a:cubicBezTo>
                  <a:pt x="154" y="553"/>
                  <a:pt x="38" y="438"/>
                  <a:pt x="38" y="296"/>
                </a:cubicBezTo>
                <a:cubicBezTo>
                  <a:pt x="38" y="278"/>
                  <a:pt x="40" y="261"/>
                  <a:pt x="43" y="245"/>
                </a:cubicBezTo>
                <a:cubicBezTo>
                  <a:pt x="39" y="224"/>
                  <a:pt x="31" y="204"/>
                  <a:pt x="21" y="186"/>
                </a:cubicBezTo>
                <a:cubicBezTo>
                  <a:pt x="8" y="220"/>
                  <a:pt x="0" y="257"/>
                  <a:pt x="0" y="296"/>
                </a:cubicBezTo>
                <a:cubicBezTo>
                  <a:pt x="0" y="459"/>
                  <a:pt x="132" y="591"/>
                  <a:pt x="295" y="591"/>
                </a:cubicBezTo>
                <a:cubicBezTo>
                  <a:pt x="458" y="591"/>
                  <a:pt x="591" y="459"/>
                  <a:pt x="591" y="296"/>
                </a:cubicBezTo>
                <a:cubicBezTo>
                  <a:pt x="591" y="133"/>
                  <a:pt x="458" y="0"/>
                  <a:pt x="295" y="0"/>
                </a:cubicBezTo>
                <a:close/>
              </a:path>
            </a:pathLst>
          </a:custGeom>
          <a:solidFill>
            <a:schemeClr val="accent5">
              <a:lumMod val="60000"/>
              <a:lumOff val="40000"/>
            </a:schemeClr>
          </a:solidFill>
          <a:ln>
            <a:noFill/>
          </a:ln>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6" name="Freeform 10">
            <a:extLst>
              <a:ext uri="{FF2B5EF4-FFF2-40B4-BE49-F238E27FC236}">
                <a16:creationId xmlns:a16="http://schemas.microsoft.com/office/drawing/2014/main" id="{F23AF4EF-5782-B275-F8A3-882D03F57682}"/>
              </a:ext>
            </a:extLst>
          </p:cNvPr>
          <p:cNvSpPr>
            <a:spLocks noEditPoints="1"/>
          </p:cNvSpPr>
          <p:nvPr/>
        </p:nvSpPr>
        <p:spPr bwMode="auto">
          <a:xfrm>
            <a:off x="17353583" y="2743788"/>
            <a:ext cx="1725017" cy="1726233"/>
          </a:xfrm>
          <a:custGeom>
            <a:avLst/>
            <a:gdLst>
              <a:gd name="T0" fmla="*/ 492 w 591"/>
              <a:gd name="T1" fmla="*/ 462 h 591"/>
              <a:gd name="T2" fmla="*/ 514 w 591"/>
              <a:gd name="T3" fmla="*/ 494 h 591"/>
              <a:gd name="T4" fmla="*/ 296 w 591"/>
              <a:gd name="T5" fmla="*/ 591 h 591"/>
              <a:gd name="T6" fmla="*/ 0 w 591"/>
              <a:gd name="T7" fmla="*/ 296 h 591"/>
              <a:gd name="T8" fmla="*/ 21 w 591"/>
              <a:gd name="T9" fmla="*/ 186 h 591"/>
              <a:gd name="T10" fmla="*/ 44 w 591"/>
              <a:gd name="T11" fmla="*/ 244 h 591"/>
              <a:gd name="T12" fmla="*/ 39 w 591"/>
              <a:gd name="T13" fmla="*/ 296 h 591"/>
              <a:gd name="T14" fmla="*/ 296 w 591"/>
              <a:gd name="T15" fmla="*/ 553 h 591"/>
              <a:gd name="T16" fmla="*/ 492 w 591"/>
              <a:gd name="T17" fmla="*/ 462 h 591"/>
              <a:gd name="T18" fmla="*/ 591 w 591"/>
              <a:gd name="T19" fmla="*/ 296 h 591"/>
              <a:gd name="T20" fmla="*/ 296 w 591"/>
              <a:gd name="T21" fmla="*/ 0 h 591"/>
              <a:gd name="T22" fmla="*/ 77 w 591"/>
              <a:gd name="T23" fmla="*/ 97 h 591"/>
              <a:gd name="T24" fmla="*/ 99 w 591"/>
              <a:gd name="T25" fmla="*/ 130 h 591"/>
              <a:gd name="T26" fmla="*/ 296 w 591"/>
              <a:gd name="T27" fmla="*/ 39 h 591"/>
              <a:gd name="T28" fmla="*/ 553 w 591"/>
              <a:gd name="T29" fmla="*/ 296 h 591"/>
              <a:gd name="T30" fmla="*/ 548 w 591"/>
              <a:gd name="T31" fmla="*/ 347 h 591"/>
              <a:gd name="T32" fmla="*/ 570 w 591"/>
              <a:gd name="T33" fmla="*/ 405 h 591"/>
              <a:gd name="T34" fmla="*/ 591 w 591"/>
              <a:gd name="T35" fmla="*/ 296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1" h="591">
                <a:moveTo>
                  <a:pt x="492" y="462"/>
                </a:moveTo>
                <a:cubicBezTo>
                  <a:pt x="499" y="473"/>
                  <a:pt x="506" y="484"/>
                  <a:pt x="514" y="494"/>
                </a:cubicBezTo>
                <a:cubicBezTo>
                  <a:pt x="460" y="554"/>
                  <a:pt x="382" y="591"/>
                  <a:pt x="296" y="591"/>
                </a:cubicBezTo>
                <a:cubicBezTo>
                  <a:pt x="133" y="591"/>
                  <a:pt x="0" y="459"/>
                  <a:pt x="0" y="296"/>
                </a:cubicBezTo>
                <a:cubicBezTo>
                  <a:pt x="0" y="257"/>
                  <a:pt x="8" y="220"/>
                  <a:pt x="21" y="186"/>
                </a:cubicBezTo>
                <a:cubicBezTo>
                  <a:pt x="31" y="204"/>
                  <a:pt x="39" y="224"/>
                  <a:pt x="44" y="244"/>
                </a:cubicBezTo>
                <a:cubicBezTo>
                  <a:pt x="40" y="261"/>
                  <a:pt x="39" y="278"/>
                  <a:pt x="39" y="296"/>
                </a:cubicBezTo>
                <a:cubicBezTo>
                  <a:pt x="39" y="438"/>
                  <a:pt x="154" y="553"/>
                  <a:pt x="296" y="553"/>
                </a:cubicBezTo>
                <a:cubicBezTo>
                  <a:pt x="374" y="553"/>
                  <a:pt x="445" y="517"/>
                  <a:pt x="492" y="462"/>
                </a:cubicBezTo>
                <a:close/>
                <a:moveTo>
                  <a:pt x="591" y="296"/>
                </a:moveTo>
                <a:cubicBezTo>
                  <a:pt x="591" y="133"/>
                  <a:pt x="459" y="0"/>
                  <a:pt x="296" y="0"/>
                </a:cubicBezTo>
                <a:cubicBezTo>
                  <a:pt x="209" y="0"/>
                  <a:pt x="131" y="38"/>
                  <a:pt x="77" y="97"/>
                </a:cubicBezTo>
                <a:cubicBezTo>
                  <a:pt x="85" y="108"/>
                  <a:pt x="92" y="119"/>
                  <a:pt x="99" y="130"/>
                </a:cubicBezTo>
                <a:cubicBezTo>
                  <a:pt x="146" y="74"/>
                  <a:pt x="217" y="39"/>
                  <a:pt x="296" y="39"/>
                </a:cubicBezTo>
                <a:cubicBezTo>
                  <a:pt x="437" y="39"/>
                  <a:pt x="553" y="154"/>
                  <a:pt x="553" y="296"/>
                </a:cubicBezTo>
                <a:cubicBezTo>
                  <a:pt x="553" y="313"/>
                  <a:pt x="551" y="330"/>
                  <a:pt x="548" y="347"/>
                </a:cubicBezTo>
                <a:cubicBezTo>
                  <a:pt x="552" y="368"/>
                  <a:pt x="560" y="387"/>
                  <a:pt x="570" y="405"/>
                </a:cubicBezTo>
                <a:cubicBezTo>
                  <a:pt x="583" y="371"/>
                  <a:pt x="591" y="334"/>
                  <a:pt x="591" y="296"/>
                </a:cubicBezTo>
                <a:close/>
              </a:path>
            </a:pathLst>
          </a:custGeom>
          <a:solidFill>
            <a:schemeClr val="accent4"/>
          </a:solidFill>
          <a:ln>
            <a:noFill/>
          </a:ln>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10" name="Freeform 11">
            <a:extLst>
              <a:ext uri="{FF2B5EF4-FFF2-40B4-BE49-F238E27FC236}">
                <a16:creationId xmlns:a16="http://schemas.microsoft.com/office/drawing/2014/main" id="{F87962EB-0F20-0434-EECD-1DF9CEECD0B2}"/>
              </a:ext>
            </a:extLst>
          </p:cNvPr>
          <p:cNvSpPr>
            <a:spLocks noEditPoints="1"/>
          </p:cNvSpPr>
          <p:nvPr/>
        </p:nvSpPr>
        <p:spPr bwMode="auto">
          <a:xfrm>
            <a:off x="16595013" y="3307853"/>
            <a:ext cx="472890" cy="554339"/>
          </a:xfrm>
          <a:custGeom>
            <a:avLst/>
            <a:gdLst>
              <a:gd name="T0" fmla="*/ 389 w 389"/>
              <a:gd name="T1" fmla="*/ 187 h 456"/>
              <a:gd name="T2" fmla="*/ 389 w 389"/>
              <a:gd name="T3" fmla="*/ 456 h 456"/>
              <a:gd name="T4" fmla="*/ 0 w 389"/>
              <a:gd name="T5" fmla="*/ 456 h 456"/>
              <a:gd name="T6" fmla="*/ 0 w 389"/>
              <a:gd name="T7" fmla="*/ 187 h 456"/>
              <a:gd name="T8" fmla="*/ 389 w 389"/>
              <a:gd name="T9" fmla="*/ 456 h 456"/>
              <a:gd name="T10" fmla="*/ 195 w 389"/>
              <a:gd name="T11" fmla="*/ 322 h 456"/>
              <a:gd name="T12" fmla="*/ 0 w 389"/>
              <a:gd name="T13" fmla="*/ 456 h 456"/>
              <a:gd name="T14" fmla="*/ 389 w 389"/>
              <a:gd name="T15" fmla="*/ 187 h 456"/>
              <a:gd name="T16" fmla="*/ 257 w 389"/>
              <a:gd name="T17" fmla="*/ 324 h 456"/>
              <a:gd name="T18" fmla="*/ 0 w 389"/>
              <a:gd name="T19" fmla="*/ 187 h 456"/>
              <a:gd name="T20" fmla="*/ 132 w 389"/>
              <a:gd name="T21" fmla="*/ 324 h 456"/>
              <a:gd name="T22" fmla="*/ 341 w 389"/>
              <a:gd name="T23" fmla="*/ 180 h 456"/>
              <a:gd name="T24" fmla="*/ 341 w 389"/>
              <a:gd name="T25" fmla="*/ 84 h 456"/>
              <a:gd name="T26" fmla="*/ 257 w 389"/>
              <a:gd name="T27" fmla="*/ 0 h 456"/>
              <a:gd name="T28" fmla="*/ 48 w 389"/>
              <a:gd name="T29" fmla="*/ 0 h 456"/>
              <a:gd name="T30" fmla="*/ 48 w 389"/>
              <a:gd name="T31" fmla="*/ 180 h 456"/>
              <a:gd name="T32" fmla="*/ 341 w 389"/>
              <a:gd name="T33" fmla="*/ 84 h 456"/>
              <a:gd name="T34" fmla="*/ 257 w 389"/>
              <a:gd name="T35" fmla="*/ 0 h 456"/>
              <a:gd name="T36" fmla="*/ 257 w 389"/>
              <a:gd name="T37" fmla="*/ 84 h 456"/>
              <a:gd name="T38" fmla="*/ 341 w 389"/>
              <a:gd name="T39" fmla="*/ 84 h 456"/>
              <a:gd name="T40" fmla="*/ 130 w 389"/>
              <a:gd name="T41" fmla="*/ 132 h 456"/>
              <a:gd name="T42" fmla="*/ 89 w 389"/>
              <a:gd name="T43" fmla="*/ 132 h 456"/>
              <a:gd name="T44" fmla="*/ 288 w 389"/>
              <a:gd name="T45" fmla="*/ 132 h 456"/>
              <a:gd name="T46" fmla="*/ 171 w 389"/>
              <a:gd name="T47" fmla="*/ 132 h 456"/>
              <a:gd name="T48" fmla="*/ 89 w 389"/>
              <a:gd name="T49" fmla="*/ 175 h 456"/>
              <a:gd name="T50" fmla="*/ 202 w 389"/>
              <a:gd name="T51" fmla="*/ 175 h 456"/>
              <a:gd name="T52" fmla="*/ 288 w 389"/>
              <a:gd name="T53" fmla="*/ 175 h 456"/>
              <a:gd name="T54" fmla="*/ 245 w 389"/>
              <a:gd name="T55" fmla="*/ 175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9" h="456">
                <a:moveTo>
                  <a:pt x="389" y="187"/>
                </a:moveTo>
                <a:lnTo>
                  <a:pt x="389" y="456"/>
                </a:lnTo>
                <a:lnTo>
                  <a:pt x="0" y="456"/>
                </a:lnTo>
                <a:lnTo>
                  <a:pt x="0" y="187"/>
                </a:lnTo>
                <a:moveTo>
                  <a:pt x="389" y="456"/>
                </a:moveTo>
                <a:lnTo>
                  <a:pt x="195" y="322"/>
                </a:lnTo>
                <a:lnTo>
                  <a:pt x="0" y="456"/>
                </a:lnTo>
                <a:moveTo>
                  <a:pt x="389" y="187"/>
                </a:moveTo>
                <a:lnTo>
                  <a:pt x="257" y="324"/>
                </a:lnTo>
                <a:moveTo>
                  <a:pt x="0" y="187"/>
                </a:moveTo>
                <a:lnTo>
                  <a:pt x="132" y="324"/>
                </a:lnTo>
                <a:moveTo>
                  <a:pt x="341" y="180"/>
                </a:moveTo>
                <a:lnTo>
                  <a:pt x="341" y="84"/>
                </a:lnTo>
                <a:moveTo>
                  <a:pt x="257" y="0"/>
                </a:moveTo>
                <a:lnTo>
                  <a:pt x="48" y="0"/>
                </a:lnTo>
                <a:lnTo>
                  <a:pt x="48" y="180"/>
                </a:lnTo>
                <a:moveTo>
                  <a:pt x="341" y="84"/>
                </a:moveTo>
                <a:lnTo>
                  <a:pt x="257" y="0"/>
                </a:lnTo>
                <a:lnTo>
                  <a:pt x="257" y="84"/>
                </a:lnTo>
                <a:lnTo>
                  <a:pt x="341" y="84"/>
                </a:lnTo>
                <a:moveTo>
                  <a:pt x="130" y="132"/>
                </a:moveTo>
                <a:lnTo>
                  <a:pt x="89" y="132"/>
                </a:lnTo>
                <a:moveTo>
                  <a:pt x="288" y="132"/>
                </a:moveTo>
                <a:lnTo>
                  <a:pt x="171" y="132"/>
                </a:lnTo>
                <a:moveTo>
                  <a:pt x="89" y="175"/>
                </a:moveTo>
                <a:lnTo>
                  <a:pt x="202" y="175"/>
                </a:lnTo>
                <a:moveTo>
                  <a:pt x="288" y="175"/>
                </a:moveTo>
                <a:lnTo>
                  <a:pt x="245" y="175"/>
                </a:lnTo>
              </a:path>
            </a:pathLst>
          </a:custGeom>
          <a:noFill/>
          <a:ln w="2540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11" name="Freeform 12">
            <a:extLst>
              <a:ext uri="{FF2B5EF4-FFF2-40B4-BE49-F238E27FC236}">
                <a16:creationId xmlns:a16="http://schemas.microsoft.com/office/drawing/2014/main" id="{F7B621E1-61D0-759B-0221-49A5E8661DDA}"/>
              </a:ext>
            </a:extLst>
          </p:cNvPr>
          <p:cNvSpPr>
            <a:spLocks noEditPoints="1"/>
          </p:cNvSpPr>
          <p:nvPr/>
        </p:nvSpPr>
        <p:spPr bwMode="auto">
          <a:xfrm>
            <a:off x="13796570" y="3275031"/>
            <a:ext cx="531242" cy="601750"/>
          </a:xfrm>
          <a:custGeom>
            <a:avLst/>
            <a:gdLst>
              <a:gd name="T0" fmla="*/ 221081 w 182"/>
              <a:gd name="T1" fmla="*/ 614154 h 206"/>
              <a:gd name="T2" fmla="*/ 163905 w 182"/>
              <a:gd name="T3" fmla="*/ 473013 h 206"/>
              <a:gd name="T4" fmla="*/ 129599 w 182"/>
              <a:gd name="T5" fmla="*/ 350945 h 206"/>
              <a:gd name="T6" fmla="*/ 346869 w 182"/>
              <a:gd name="T7" fmla="*/ 133512 h 206"/>
              <a:gd name="T8" fmla="*/ 560326 w 182"/>
              <a:gd name="T9" fmla="*/ 350945 h 206"/>
              <a:gd name="T10" fmla="*/ 526020 w 182"/>
              <a:gd name="T11" fmla="*/ 473013 h 206"/>
              <a:gd name="T12" fmla="*/ 472656 w 182"/>
              <a:gd name="T13" fmla="*/ 587452 h 206"/>
              <a:gd name="T14" fmla="*/ 346869 w 182"/>
              <a:gd name="T15" fmla="*/ 217433 h 206"/>
              <a:gd name="T16" fmla="*/ 217269 w 182"/>
              <a:gd name="T17" fmla="*/ 347131 h 206"/>
              <a:gd name="T18" fmla="*/ 346869 w 182"/>
              <a:gd name="T19" fmla="*/ 480642 h 206"/>
              <a:gd name="T20" fmla="*/ 476468 w 182"/>
              <a:gd name="T21" fmla="*/ 347131 h 206"/>
              <a:gd name="T22" fmla="*/ 346869 w 182"/>
              <a:gd name="T23" fmla="*/ 217433 h 206"/>
              <a:gd name="T24" fmla="*/ 297316 w 182"/>
              <a:gd name="T25" fmla="*/ 370018 h 206"/>
              <a:gd name="T26" fmla="*/ 331622 w 182"/>
              <a:gd name="T27" fmla="*/ 415794 h 206"/>
              <a:gd name="T28" fmla="*/ 396421 w 182"/>
              <a:gd name="T29" fmla="*/ 308984 h 206"/>
              <a:gd name="T30" fmla="*/ 346869 w 182"/>
              <a:gd name="T31" fmla="*/ 68663 h 206"/>
              <a:gd name="T32" fmla="*/ 346869 w 182"/>
              <a:gd name="T33" fmla="*/ 0 h 206"/>
              <a:gd name="T34" fmla="*/ 205834 w 182"/>
              <a:gd name="T35" fmla="*/ 106809 h 206"/>
              <a:gd name="T36" fmla="*/ 171528 w 182"/>
              <a:gd name="T37" fmla="*/ 45775 h 206"/>
              <a:gd name="T38" fmla="*/ 45741 w 182"/>
              <a:gd name="T39" fmla="*/ 175473 h 206"/>
              <a:gd name="T40" fmla="*/ 102917 w 182"/>
              <a:gd name="T41" fmla="*/ 209804 h 206"/>
              <a:gd name="T42" fmla="*/ 0 w 182"/>
              <a:gd name="T43" fmla="*/ 347131 h 206"/>
              <a:gd name="T44" fmla="*/ 64800 w 182"/>
              <a:gd name="T45" fmla="*/ 347131 h 206"/>
              <a:gd name="T46" fmla="*/ 518397 w 182"/>
              <a:gd name="T47" fmla="*/ 45775 h 206"/>
              <a:gd name="T48" fmla="*/ 484091 w 182"/>
              <a:gd name="T49" fmla="*/ 106809 h 206"/>
              <a:gd name="T50" fmla="*/ 644184 w 182"/>
              <a:gd name="T51" fmla="*/ 175473 h 206"/>
              <a:gd name="T52" fmla="*/ 587008 w 182"/>
              <a:gd name="T53" fmla="*/ 209804 h 206"/>
              <a:gd name="T54" fmla="*/ 625126 w 182"/>
              <a:gd name="T55" fmla="*/ 347131 h 206"/>
              <a:gd name="T56" fmla="*/ 693737 w 182"/>
              <a:gd name="T57" fmla="*/ 347131 h 206"/>
              <a:gd name="T58" fmla="*/ 423103 w 182"/>
              <a:gd name="T59" fmla="*/ 629413 h 206"/>
              <a:gd name="T60" fmla="*/ 251575 w 182"/>
              <a:gd name="T61" fmla="*/ 679003 h 206"/>
              <a:gd name="T62" fmla="*/ 232516 w 182"/>
              <a:gd name="T63" fmla="*/ 705705 h 206"/>
              <a:gd name="T64" fmla="*/ 263010 w 182"/>
              <a:gd name="T65" fmla="*/ 736222 h 206"/>
              <a:gd name="T66" fmla="*/ 274445 w 182"/>
              <a:gd name="T67" fmla="*/ 732407 h 206"/>
              <a:gd name="T68" fmla="*/ 423103 w 182"/>
              <a:gd name="T69" fmla="*/ 690446 h 206"/>
              <a:gd name="T70" fmla="*/ 423103 w 182"/>
              <a:gd name="T71" fmla="*/ 690446 h 206"/>
              <a:gd name="T72" fmla="*/ 430727 w 182"/>
              <a:gd name="T73" fmla="*/ 690446 h 206"/>
              <a:gd name="T74" fmla="*/ 457409 w 182"/>
              <a:gd name="T75" fmla="*/ 717149 h 206"/>
              <a:gd name="T76" fmla="*/ 438350 w 182"/>
              <a:gd name="T77" fmla="*/ 743851 h 206"/>
              <a:gd name="T78" fmla="*/ 293504 w 182"/>
              <a:gd name="T79" fmla="*/ 785812 h 2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2" h="206">
                <a:moveTo>
                  <a:pt x="58" y="161"/>
                </a:moveTo>
                <a:cubicBezTo>
                  <a:pt x="59" y="151"/>
                  <a:pt x="55" y="142"/>
                  <a:pt x="43" y="124"/>
                </a:cubicBezTo>
                <a:cubicBezTo>
                  <a:pt x="37" y="114"/>
                  <a:pt x="34" y="104"/>
                  <a:pt x="34" y="92"/>
                </a:cubicBezTo>
                <a:cubicBezTo>
                  <a:pt x="34" y="61"/>
                  <a:pt x="59" y="35"/>
                  <a:pt x="91" y="35"/>
                </a:cubicBezTo>
                <a:cubicBezTo>
                  <a:pt x="122" y="35"/>
                  <a:pt x="147" y="61"/>
                  <a:pt x="147" y="92"/>
                </a:cubicBezTo>
                <a:cubicBezTo>
                  <a:pt x="147" y="103"/>
                  <a:pt x="144" y="114"/>
                  <a:pt x="138" y="124"/>
                </a:cubicBezTo>
                <a:cubicBezTo>
                  <a:pt x="129" y="138"/>
                  <a:pt x="125" y="147"/>
                  <a:pt x="124" y="154"/>
                </a:cubicBezTo>
                <a:moveTo>
                  <a:pt x="91" y="57"/>
                </a:moveTo>
                <a:cubicBezTo>
                  <a:pt x="72" y="57"/>
                  <a:pt x="57" y="73"/>
                  <a:pt x="57" y="91"/>
                </a:cubicBezTo>
                <a:cubicBezTo>
                  <a:pt x="57" y="110"/>
                  <a:pt x="72" y="126"/>
                  <a:pt x="91" y="126"/>
                </a:cubicBezTo>
                <a:cubicBezTo>
                  <a:pt x="109" y="126"/>
                  <a:pt x="125" y="110"/>
                  <a:pt x="125" y="91"/>
                </a:cubicBezTo>
                <a:cubicBezTo>
                  <a:pt x="125" y="73"/>
                  <a:pt x="109" y="57"/>
                  <a:pt x="91" y="57"/>
                </a:cubicBezTo>
                <a:close/>
                <a:moveTo>
                  <a:pt x="78" y="97"/>
                </a:moveTo>
                <a:cubicBezTo>
                  <a:pt x="87" y="109"/>
                  <a:pt x="87" y="109"/>
                  <a:pt x="87" y="109"/>
                </a:cubicBezTo>
                <a:cubicBezTo>
                  <a:pt x="104" y="81"/>
                  <a:pt x="104" y="81"/>
                  <a:pt x="104" y="81"/>
                </a:cubicBezTo>
                <a:moveTo>
                  <a:pt x="91" y="18"/>
                </a:moveTo>
                <a:cubicBezTo>
                  <a:pt x="91" y="0"/>
                  <a:pt x="91" y="0"/>
                  <a:pt x="91" y="0"/>
                </a:cubicBezTo>
                <a:moveTo>
                  <a:pt x="54" y="28"/>
                </a:moveTo>
                <a:cubicBezTo>
                  <a:pt x="45" y="12"/>
                  <a:pt x="45" y="12"/>
                  <a:pt x="45" y="12"/>
                </a:cubicBezTo>
                <a:moveTo>
                  <a:pt x="12" y="46"/>
                </a:moveTo>
                <a:cubicBezTo>
                  <a:pt x="27" y="55"/>
                  <a:pt x="27" y="55"/>
                  <a:pt x="27" y="55"/>
                </a:cubicBezTo>
                <a:moveTo>
                  <a:pt x="0" y="91"/>
                </a:moveTo>
                <a:cubicBezTo>
                  <a:pt x="17" y="91"/>
                  <a:pt x="17" y="91"/>
                  <a:pt x="17" y="91"/>
                </a:cubicBezTo>
                <a:moveTo>
                  <a:pt x="136" y="12"/>
                </a:moveTo>
                <a:cubicBezTo>
                  <a:pt x="127" y="28"/>
                  <a:pt x="127" y="28"/>
                  <a:pt x="127" y="28"/>
                </a:cubicBezTo>
                <a:moveTo>
                  <a:pt x="169" y="46"/>
                </a:moveTo>
                <a:cubicBezTo>
                  <a:pt x="154" y="55"/>
                  <a:pt x="154" y="55"/>
                  <a:pt x="154" y="55"/>
                </a:cubicBezTo>
                <a:moveTo>
                  <a:pt x="164" y="91"/>
                </a:moveTo>
                <a:cubicBezTo>
                  <a:pt x="182" y="91"/>
                  <a:pt x="182" y="91"/>
                  <a:pt x="182" y="91"/>
                </a:cubicBezTo>
                <a:moveTo>
                  <a:pt x="111" y="165"/>
                </a:moveTo>
                <a:cubicBezTo>
                  <a:pt x="111" y="165"/>
                  <a:pt x="66" y="178"/>
                  <a:pt x="66" y="178"/>
                </a:cubicBezTo>
                <a:cubicBezTo>
                  <a:pt x="63" y="179"/>
                  <a:pt x="61" y="182"/>
                  <a:pt x="61" y="185"/>
                </a:cubicBezTo>
                <a:cubicBezTo>
                  <a:pt x="61" y="189"/>
                  <a:pt x="64" y="193"/>
                  <a:pt x="69" y="193"/>
                </a:cubicBezTo>
                <a:cubicBezTo>
                  <a:pt x="70" y="193"/>
                  <a:pt x="72" y="192"/>
                  <a:pt x="72" y="192"/>
                </a:cubicBezTo>
                <a:cubicBezTo>
                  <a:pt x="111" y="181"/>
                  <a:pt x="111" y="181"/>
                  <a:pt x="111" y="181"/>
                </a:cubicBezTo>
                <a:cubicBezTo>
                  <a:pt x="111" y="181"/>
                  <a:pt x="111" y="181"/>
                  <a:pt x="111" y="181"/>
                </a:cubicBezTo>
                <a:cubicBezTo>
                  <a:pt x="112" y="181"/>
                  <a:pt x="112" y="181"/>
                  <a:pt x="113" y="181"/>
                </a:cubicBezTo>
                <a:cubicBezTo>
                  <a:pt x="117" y="181"/>
                  <a:pt x="120" y="184"/>
                  <a:pt x="120" y="188"/>
                </a:cubicBezTo>
                <a:cubicBezTo>
                  <a:pt x="120" y="192"/>
                  <a:pt x="118" y="194"/>
                  <a:pt x="115" y="195"/>
                </a:cubicBezTo>
                <a:cubicBezTo>
                  <a:pt x="77" y="206"/>
                  <a:pt x="77" y="206"/>
                  <a:pt x="77" y="206"/>
                </a:cubicBezTo>
              </a:path>
            </a:pathLst>
          </a:custGeom>
          <a:noFill/>
          <a:ln w="25400" cap="rnd">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dirty="0">
              <a:latin typeface="Montserrat Light" panose="00000400000000000000" pitchFamily="50" charset="0"/>
            </a:endParaRPr>
          </a:p>
        </p:txBody>
      </p:sp>
      <p:sp>
        <p:nvSpPr>
          <p:cNvPr id="12" name="Freeform 13">
            <a:extLst>
              <a:ext uri="{FF2B5EF4-FFF2-40B4-BE49-F238E27FC236}">
                <a16:creationId xmlns:a16="http://schemas.microsoft.com/office/drawing/2014/main" id="{C0719297-C4BD-4430-8C39-5296DEE61273}"/>
              </a:ext>
            </a:extLst>
          </p:cNvPr>
          <p:cNvSpPr>
            <a:spLocks noEditPoints="1"/>
          </p:cNvSpPr>
          <p:nvPr/>
        </p:nvSpPr>
        <p:spPr bwMode="auto">
          <a:xfrm>
            <a:off x="19361848" y="3295696"/>
            <a:ext cx="577437" cy="578653"/>
          </a:xfrm>
          <a:custGeom>
            <a:avLst/>
            <a:gdLst>
              <a:gd name="T0" fmla="*/ 170 w 198"/>
              <a:gd name="T1" fmla="*/ 54 h 198"/>
              <a:gd name="T2" fmla="*/ 185 w 198"/>
              <a:gd name="T3" fmla="*/ 105 h 198"/>
              <a:gd name="T4" fmla="*/ 92 w 198"/>
              <a:gd name="T5" fmla="*/ 198 h 198"/>
              <a:gd name="T6" fmla="*/ 0 w 198"/>
              <a:gd name="T7" fmla="*/ 105 h 198"/>
              <a:gd name="T8" fmla="*/ 92 w 198"/>
              <a:gd name="T9" fmla="*/ 12 h 198"/>
              <a:gd name="T10" fmla="*/ 143 w 198"/>
              <a:gd name="T11" fmla="*/ 28 h 198"/>
              <a:gd name="T12" fmla="*/ 128 w 198"/>
              <a:gd name="T13" fmla="*/ 45 h 198"/>
              <a:gd name="T14" fmla="*/ 92 w 198"/>
              <a:gd name="T15" fmla="*/ 35 h 198"/>
              <a:gd name="T16" fmla="*/ 22 w 198"/>
              <a:gd name="T17" fmla="*/ 105 h 198"/>
              <a:gd name="T18" fmla="*/ 92 w 198"/>
              <a:gd name="T19" fmla="*/ 176 h 198"/>
              <a:gd name="T20" fmla="*/ 162 w 198"/>
              <a:gd name="T21" fmla="*/ 105 h 198"/>
              <a:gd name="T22" fmla="*/ 153 w 198"/>
              <a:gd name="T23" fmla="*/ 70 h 198"/>
              <a:gd name="T24" fmla="*/ 109 w 198"/>
              <a:gd name="T25" fmla="*/ 63 h 198"/>
              <a:gd name="T26" fmla="*/ 92 w 198"/>
              <a:gd name="T27" fmla="*/ 59 h 198"/>
              <a:gd name="T28" fmla="*/ 47 w 198"/>
              <a:gd name="T29" fmla="*/ 105 h 198"/>
              <a:gd name="T30" fmla="*/ 92 w 198"/>
              <a:gd name="T31" fmla="*/ 151 h 198"/>
              <a:gd name="T32" fmla="*/ 138 w 198"/>
              <a:gd name="T33" fmla="*/ 105 h 198"/>
              <a:gd name="T34" fmla="*/ 133 w 198"/>
              <a:gd name="T35" fmla="*/ 85 h 198"/>
              <a:gd name="T36" fmla="*/ 92 w 198"/>
              <a:gd name="T37" fmla="*/ 105 h 198"/>
              <a:gd name="T38" fmla="*/ 193 w 198"/>
              <a:gd name="T39" fmla="*/ 5 h 198"/>
              <a:gd name="T40" fmla="*/ 169 w 198"/>
              <a:gd name="T41" fmla="*/ 0 h 198"/>
              <a:gd name="T42" fmla="*/ 169 w 198"/>
              <a:gd name="T43" fmla="*/ 29 h 198"/>
              <a:gd name="T44" fmla="*/ 198 w 198"/>
              <a:gd name="T45" fmla="*/ 29 h 198"/>
              <a:gd name="T46" fmla="*/ 15 w 198"/>
              <a:gd name="T47" fmla="*/ 198 h 198"/>
              <a:gd name="T48" fmla="*/ 34 w 198"/>
              <a:gd name="T49" fmla="*/ 178 h 198"/>
              <a:gd name="T50" fmla="*/ 151 w 198"/>
              <a:gd name="T51" fmla="*/ 178 h 198"/>
              <a:gd name="T52" fmla="*/ 170 w 198"/>
              <a:gd name="T53"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8" h="198">
                <a:moveTo>
                  <a:pt x="170" y="54"/>
                </a:moveTo>
                <a:cubicBezTo>
                  <a:pt x="179" y="69"/>
                  <a:pt x="185" y="86"/>
                  <a:pt x="185" y="105"/>
                </a:cubicBezTo>
                <a:cubicBezTo>
                  <a:pt x="185" y="157"/>
                  <a:pt x="143" y="198"/>
                  <a:pt x="92" y="198"/>
                </a:cubicBezTo>
                <a:cubicBezTo>
                  <a:pt x="41" y="198"/>
                  <a:pt x="0" y="157"/>
                  <a:pt x="0" y="105"/>
                </a:cubicBezTo>
                <a:cubicBezTo>
                  <a:pt x="0" y="54"/>
                  <a:pt x="41" y="12"/>
                  <a:pt x="92" y="12"/>
                </a:cubicBezTo>
                <a:cubicBezTo>
                  <a:pt x="111" y="12"/>
                  <a:pt x="129" y="18"/>
                  <a:pt x="143" y="28"/>
                </a:cubicBezTo>
                <a:moveTo>
                  <a:pt x="128" y="45"/>
                </a:moveTo>
                <a:cubicBezTo>
                  <a:pt x="118" y="39"/>
                  <a:pt x="105" y="35"/>
                  <a:pt x="92" y="35"/>
                </a:cubicBezTo>
                <a:cubicBezTo>
                  <a:pt x="54" y="35"/>
                  <a:pt x="22" y="67"/>
                  <a:pt x="22" y="105"/>
                </a:cubicBezTo>
                <a:cubicBezTo>
                  <a:pt x="22" y="144"/>
                  <a:pt x="54" y="176"/>
                  <a:pt x="92" y="176"/>
                </a:cubicBezTo>
                <a:cubicBezTo>
                  <a:pt x="131" y="176"/>
                  <a:pt x="162" y="144"/>
                  <a:pt x="162" y="105"/>
                </a:cubicBezTo>
                <a:cubicBezTo>
                  <a:pt x="162" y="92"/>
                  <a:pt x="159" y="80"/>
                  <a:pt x="153" y="70"/>
                </a:cubicBezTo>
                <a:moveTo>
                  <a:pt x="109" y="63"/>
                </a:moveTo>
                <a:cubicBezTo>
                  <a:pt x="104" y="61"/>
                  <a:pt x="98" y="59"/>
                  <a:pt x="92" y="59"/>
                </a:cubicBezTo>
                <a:cubicBezTo>
                  <a:pt x="67" y="59"/>
                  <a:pt x="47" y="80"/>
                  <a:pt x="47" y="105"/>
                </a:cubicBezTo>
                <a:cubicBezTo>
                  <a:pt x="47" y="131"/>
                  <a:pt x="67" y="151"/>
                  <a:pt x="92" y="151"/>
                </a:cubicBezTo>
                <a:cubicBezTo>
                  <a:pt x="118" y="151"/>
                  <a:pt x="138" y="131"/>
                  <a:pt x="138" y="105"/>
                </a:cubicBezTo>
                <a:cubicBezTo>
                  <a:pt x="138" y="98"/>
                  <a:pt x="136" y="91"/>
                  <a:pt x="133" y="85"/>
                </a:cubicBezTo>
                <a:moveTo>
                  <a:pt x="92" y="105"/>
                </a:moveTo>
                <a:cubicBezTo>
                  <a:pt x="193" y="5"/>
                  <a:pt x="193" y="5"/>
                  <a:pt x="193" y="5"/>
                </a:cubicBezTo>
                <a:moveTo>
                  <a:pt x="169" y="0"/>
                </a:moveTo>
                <a:cubicBezTo>
                  <a:pt x="169" y="29"/>
                  <a:pt x="169" y="29"/>
                  <a:pt x="169" y="29"/>
                </a:cubicBezTo>
                <a:cubicBezTo>
                  <a:pt x="198" y="29"/>
                  <a:pt x="198" y="29"/>
                  <a:pt x="198" y="29"/>
                </a:cubicBezTo>
                <a:moveTo>
                  <a:pt x="15" y="198"/>
                </a:moveTo>
                <a:cubicBezTo>
                  <a:pt x="34" y="178"/>
                  <a:pt x="34" y="178"/>
                  <a:pt x="34" y="178"/>
                </a:cubicBezTo>
                <a:moveTo>
                  <a:pt x="151" y="178"/>
                </a:moveTo>
                <a:cubicBezTo>
                  <a:pt x="170" y="198"/>
                  <a:pt x="170" y="198"/>
                  <a:pt x="170" y="198"/>
                </a:cubicBezTo>
              </a:path>
            </a:pathLst>
          </a:custGeom>
          <a:noFill/>
          <a:ln w="25400" cap="rnd">
            <a:solidFill>
              <a:schemeClr val="accent5">
                <a:lumMod val="60000"/>
                <a:lumOff val="4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13" name="Freeform 14">
            <a:extLst>
              <a:ext uri="{FF2B5EF4-FFF2-40B4-BE49-F238E27FC236}">
                <a16:creationId xmlns:a16="http://schemas.microsoft.com/office/drawing/2014/main" id="{96C7EF97-1EF7-AFA7-4724-E2A52039D436}"/>
              </a:ext>
            </a:extLst>
          </p:cNvPr>
          <p:cNvSpPr>
            <a:spLocks noEditPoints="1"/>
          </p:cNvSpPr>
          <p:nvPr/>
        </p:nvSpPr>
        <p:spPr bwMode="auto">
          <a:xfrm>
            <a:off x="17905491" y="3231267"/>
            <a:ext cx="624848" cy="651592"/>
          </a:xfrm>
          <a:custGeom>
            <a:avLst/>
            <a:gdLst>
              <a:gd name="T0" fmla="*/ 79 w 214"/>
              <a:gd name="T1" fmla="*/ 23 h 223"/>
              <a:gd name="T2" fmla="*/ 187 w 214"/>
              <a:gd name="T3" fmla="*/ 90 h 223"/>
              <a:gd name="T4" fmla="*/ 214 w 214"/>
              <a:gd name="T5" fmla="*/ 143 h 223"/>
              <a:gd name="T6" fmla="*/ 191 w 214"/>
              <a:gd name="T7" fmla="*/ 143 h 223"/>
              <a:gd name="T8" fmla="*/ 191 w 214"/>
              <a:gd name="T9" fmla="*/ 180 h 223"/>
              <a:gd name="T10" fmla="*/ 180 w 214"/>
              <a:gd name="T11" fmla="*/ 191 h 223"/>
              <a:gd name="T12" fmla="*/ 155 w 214"/>
              <a:gd name="T13" fmla="*/ 191 h 223"/>
              <a:gd name="T14" fmla="*/ 155 w 214"/>
              <a:gd name="T15" fmla="*/ 223 h 223"/>
              <a:gd name="T16" fmla="*/ 57 w 214"/>
              <a:gd name="T17" fmla="*/ 223 h 223"/>
              <a:gd name="T18" fmla="*/ 57 w 214"/>
              <a:gd name="T19" fmla="*/ 190 h 223"/>
              <a:gd name="T20" fmla="*/ 46 w 214"/>
              <a:gd name="T21" fmla="*/ 168 h 223"/>
              <a:gd name="T22" fmla="*/ 119 w 214"/>
              <a:gd name="T23" fmla="*/ 101 h 223"/>
              <a:gd name="T24" fmla="*/ 119 w 214"/>
              <a:gd name="T25" fmla="*/ 86 h 223"/>
              <a:gd name="T26" fmla="*/ 102 w 214"/>
              <a:gd name="T27" fmla="*/ 79 h 223"/>
              <a:gd name="T28" fmla="*/ 100 w 214"/>
              <a:gd name="T29" fmla="*/ 73 h 223"/>
              <a:gd name="T30" fmla="*/ 107 w 214"/>
              <a:gd name="T31" fmla="*/ 56 h 223"/>
              <a:gd name="T32" fmla="*/ 96 w 214"/>
              <a:gd name="T33" fmla="*/ 46 h 223"/>
              <a:gd name="T34" fmla="*/ 80 w 214"/>
              <a:gd name="T35" fmla="*/ 53 h 223"/>
              <a:gd name="T36" fmla="*/ 74 w 214"/>
              <a:gd name="T37" fmla="*/ 51 h 223"/>
              <a:gd name="T38" fmla="*/ 67 w 214"/>
              <a:gd name="T39" fmla="*/ 33 h 223"/>
              <a:gd name="T40" fmla="*/ 52 w 214"/>
              <a:gd name="T41" fmla="*/ 33 h 223"/>
              <a:gd name="T42" fmla="*/ 45 w 214"/>
              <a:gd name="T43" fmla="*/ 51 h 223"/>
              <a:gd name="T44" fmla="*/ 39 w 214"/>
              <a:gd name="T45" fmla="*/ 53 h 223"/>
              <a:gd name="T46" fmla="*/ 22 w 214"/>
              <a:gd name="T47" fmla="*/ 46 h 223"/>
              <a:gd name="T48" fmla="*/ 12 w 214"/>
              <a:gd name="T49" fmla="*/ 56 h 223"/>
              <a:gd name="T50" fmla="*/ 19 w 214"/>
              <a:gd name="T51" fmla="*/ 73 h 223"/>
              <a:gd name="T52" fmla="*/ 17 w 214"/>
              <a:gd name="T53" fmla="*/ 79 h 223"/>
              <a:gd name="T54" fmla="*/ 0 w 214"/>
              <a:gd name="T55" fmla="*/ 86 h 223"/>
              <a:gd name="T56" fmla="*/ 0 w 214"/>
              <a:gd name="T57" fmla="*/ 101 h 223"/>
              <a:gd name="T58" fmla="*/ 17 w 214"/>
              <a:gd name="T59" fmla="*/ 108 h 223"/>
              <a:gd name="T60" fmla="*/ 19 w 214"/>
              <a:gd name="T61" fmla="*/ 114 h 223"/>
              <a:gd name="T62" fmla="*/ 12 w 214"/>
              <a:gd name="T63" fmla="*/ 130 h 223"/>
              <a:gd name="T64" fmla="*/ 22 w 214"/>
              <a:gd name="T65" fmla="*/ 141 h 223"/>
              <a:gd name="T66" fmla="*/ 39 w 214"/>
              <a:gd name="T67" fmla="*/ 134 h 223"/>
              <a:gd name="T68" fmla="*/ 45 w 214"/>
              <a:gd name="T69" fmla="*/ 136 h 223"/>
              <a:gd name="T70" fmla="*/ 52 w 214"/>
              <a:gd name="T71" fmla="*/ 153 h 223"/>
              <a:gd name="T72" fmla="*/ 67 w 214"/>
              <a:gd name="T73" fmla="*/ 153 h 223"/>
              <a:gd name="T74" fmla="*/ 74 w 214"/>
              <a:gd name="T75" fmla="*/ 136 h 223"/>
              <a:gd name="T76" fmla="*/ 80 w 214"/>
              <a:gd name="T77" fmla="*/ 134 h 223"/>
              <a:gd name="T78" fmla="*/ 96 w 214"/>
              <a:gd name="T79" fmla="*/ 141 h 223"/>
              <a:gd name="T80" fmla="*/ 107 w 214"/>
              <a:gd name="T81" fmla="*/ 130 h 223"/>
              <a:gd name="T82" fmla="*/ 100 w 214"/>
              <a:gd name="T83" fmla="*/ 114 h 223"/>
              <a:gd name="T84" fmla="*/ 102 w 214"/>
              <a:gd name="T85" fmla="*/ 108 h 223"/>
              <a:gd name="T86" fmla="*/ 119 w 214"/>
              <a:gd name="T87" fmla="*/ 101 h 223"/>
              <a:gd name="T88" fmla="*/ 59 w 214"/>
              <a:gd name="T89" fmla="*/ 68 h 223"/>
              <a:gd name="T90" fmla="*/ 34 w 214"/>
              <a:gd name="T91" fmla="*/ 93 h 223"/>
              <a:gd name="T92" fmla="*/ 59 w 214"/>
              <a:gd name="T93" fmla="*/ 119 h 223"/>
              <a:gd name="T94" fmla="*/ 85 w 214"/>
              <a:gd name="T95" fmla="*/ 93 h 223"/>
              <a:gd name="T96" fmla="*/ 59 w 214"/>
              <a:gd name="T97" fmla="*/ 68 h 223"/>
              <a:gd name="T98" fmla="*/ 155 w 214"/>
              <a:gd name="T99" fmla="*/ 191 h 223"/>
              <a:gd name="T100" fmla="*/ 142 w 214"/>
              <a:gd name="T101" fmla="*/ 191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4" h="223">
                <a:moveTo>
                  <a:pt x="79" y="23"/>
                </a:moveTo>
                <a:cubicBezTo>
                  <a:pt x="198" y="0"/>
                  <a:pt x="187" y="90"/>
                  <a:pt x="187" y="90"/>
                </a:cubicBezTo>
                <a:cubicBezTo>
                  <a:pt x="214" y="143"/>
                  <a:pt x="214" y="143"/>
                  <a:pt x="214" y="143"/>
                </a:cubicBezTo>
                <a:cubicBezTo>
                  <a:pt x="191" y="143"/>
                  <a:pt x="191" y="143"/>
                  <a:pt x="191" y="143"/>
                </a:cubicBezTo>
                <a:cubicBezTo>
                  <a:pt x="191" y="180"/>
                  <a:pt x="191" y="180"/>
                  <a:pt x="191" y="180"/>
                </a:cubicBezTo>
                <a:cubicBezTo>
                  <a:pt x="191" y="186"/>
                  <a:pt x="186" y="191"/>
                  <a:pt x="180" y="191"/>
                </a:cubicBezTo>
                <a:cubicBezTo>
                  <a:pt x="155" y="191"/>
                  <a:pt x="155" y="191"/>
                  <a:pt x="155" y="191"/>
                </a:cubicBezTo>
                <a:cubicBezTo>
                  <a:pt x="155" y="223"/>
                  <a:pt x="155" y="223"/>
                  <a:pt x="155" y="223"/>
                </a:cubicBezTo>
                <a:moveTo>
                  <a:pt x="57" y="223"/>
                </a:moveTo>
                <a:cubicBezTo>
                  <a:pt x="57" y="190"/>
                  <a:pt x="57" y="190"/>
                  <a:pt x="57" y="190"/>
                </a:cubicBezTo>
                <a:cubicBezTo>
                  <a:pt x="46" y="168"/>
                  <a:pt x="46" y="168"/>
                  <a:pt x="46" y="168"/>
                </a:cubicBezTo>
                <a:moveTo>
                  <a:pt x="119" y="101"/>
                </a:moveTo>
                <a:cubicBezTo>
                  <a:pt x="119" y="86"/>
                  <a:pt x="119" y="86"/>
                  <a:pt x="119" y="86"/>
                </a:cubicBezTo>
                <a:cubicBezTo>
                  <a:pt x="102" y="79"/>
                  <a:pt x="102" y="79"/>
                  <a:pt x="102" y="79"/>
                </a:cubicBezTo>
                <a:cubicBezTo>
                  <a:pt x="101" y="77"/>
                  <a:pt x="101" y="75"/>
                  <a:pt x="100" y="73"/>
                </a:cubicBezTo>
                <a:cubicBezTo>
                  <a:pt x="107" y="56"/>
                  <a:pt x="107" y="56"/>
                  <a:pt x="107" y="56"/>
                </a:cubicBezTo>
                <a:cubicBezTo>
                  <a:pt x="96" y="46"/>
                  <a:pt x="96" y="46"/>
                  <a:pt x="96" y="46"/>
                </a:cubicBezTo>
                <a:cubicBezTo>
                  <a:pt x="80" y="53"/>
                  <a:pt x="80" y="53"/>
                  <a:pt x="80" y="53"/>
                </a:cubicBezTo>
                <a:cubicBezTo>
                  <a:pt x="78" y="52"/>
                  <a:pt x="76" y="51"/>
                  <a:pt x="74" y="51"/>
                </a:cubicBezTo>
                <a:cubicBezTo>
                  <a:pt x="67" y="33"/>
                  <a:pt x="67" y="33"/>
                  <a:pt x="67" y="33"/>
                </a:cubicBezTo>
                <a:cubicBezTo>
                  <a:pt x="52" y="33"/>
                  <a:pt x="52" y="33"/>
                  <a:pt x="52" y="33"/>
                </a:cubicBezTo>
                <a:cubicBezTo>
                  <a:pt x="45" y="51"/>
                  <a:pt x="45" y="51"/>
                  <a:pt x="45" y="51"/>
                </a:cubicBezTo>
                <a:cubicBezTo>
                  <a:pt x="43" y="51"/>
                  <a:pt x="41" y="52"/>
                  <a:pt x="39" y="53"/>
                </a:cubicBezTo>
                <a:cubicBezTo>
                  <a:pt x="22" y="46"/>
                  <a:pt x="22" y="46"/>
                  <a:pt x="22" y="46"/>
                </a:cubicBezTo>
                <a:cubicBezTo>
                  <a:pt x="12" y="56"/>
                  <a:pt x="12" y="56"/>
                  <a:pt x="12" y="56"/>
                </a:cubicBezTo>
                <a:cubicBezTo>
                  <a:pt x="19" y="73"/>
                  <a:pt x="19" y="73"/>
                  <a:pt x="19" y="73"/>
                </a:cubicBezTo>
                <a:cubicBezTo>
                  <a:pt x="18" y="75"/>
                  <a:pt x="17" y="77"/>
                  <a:pt x="17" y="79"/>
                </a:cubicBezTo>
                <a:cubicBezTo>
                  <a:pt x="0" y="86"/>
                  <a:pt x="0" y="86"/>
                  <a:pt x="0" y="86"/>
                </a:cubicBezTo>
                <a:cubicBezTo>
                  <a:pt x="0" y="101"/>
                  <a:pt x="0" y="101"/>
                  <a:pt x="0" y="101"/>
                </a:cubicBezTo>
                <a:cubicBezTo>
                  <a:pt x="17" y="108"/>
                  <a:pt x="17" y="108"/>
                  <a:pt x="17" y="108"/>
                </a:cubicBezTo>
                <a:cubicBezTo>
                  <a:pt x="17" y="110"/>
                  <a:pt x="18" y="112"/>
                  <a:pt x="19" y="114"/>
                </a:cubicBezTo>
                <a:cubicBezTo>
                  <a:pt x="12" y="130"/>
                  <a:pt x="12" y="130"/>
                  <a:pt x="12" y="130"/>
                </a:cubicBezTo>
                <a:cubicBezTo>
                  <a:pt x="22" y="141"/>
                  <a:pt x="22" y="141"/>
                  <a:pt x="22" y="141"/>
                </a:cubicBezTo>
                <a:cubicBezTo>
                  <a:pt x="39" y="134"/>
                  <a:pt x="39" y="134"/>
                  <a:pt x="39" y="134"/>
                </a:cubicBezTo>
                <a:cubicBezTo>
                  <a:pt x="41" y="135"/>
                  <a:pt x="43" y="135"/>
                  <a:pt x="45" y="136"/>
                </a:cubicBezTo>
                <a:cubicBezTo>
                  <a:pt x="52" y="153"/>
                  <a:pt x="52" y="153"/>
                  <a:pt x="52" y="153"/>
                </a:cubicBezTo>
                <a:cubicBezTo>
                  <a:pt x="67" y="153"/>
                  <a:pt x="67" y="153"/>
                  <a:pt x="67" y="153"/>
                </a:cubicBezTo>
                <a:cubicBezTo>
                  <a:pt x="74" y="136"/>
                  <a:pt x="74" y="136"/>
                  <a:pt x="74" y="136"/>
                </a:cubicBezTo>
                <a:cubicBezTo>
                  <a:pt x="76" y="135"/>
                  <a:pt x="78" y="135"/>
                  <a:pt x="80" y="134"/>
                </a:cubicBezTo>
                <a:cubicBezTo>
                  <a:pt x="96" y="141"/>
                  <a:pt x="96" y="141"/>
                  <a:pt x="96" y="141"/>
                </a:cubicBezTo>
                <a:cubicBezTo>
                  <a:pt x="107" y="130"/>
                  <a:pt x="107" y="130"/>
                  <a:pt x="107" y="130"/>
                </a:cubicBezTo>
                <a:cubicBezTo>
                  <a:pt x="100" y="114"/>
                  <a:pt x="100" y="114"/>
                  <a:pt x="100" y="114"/>
                </a:cubicBezTo>
                <a:cubicBezTo>
                  <a:pt x="101" y="112"/>
                  <a:pt x="101" y="110"/>
                  <a:pt x="102" y="108"/>
                </a:cubicBezTo>
                <a:lnTo>
                  <a:pt x="119" y="101"/>
                </a:lnTo>
                <a:close/>
                <a:moveTo>
                  <a:pt x="59" y="68"/>
                </a:moveTo>
                <a:cubicBezTo>
                  <a:pt x="46" y="68"/>
                  <a:pt x="34" y="79"/>
                  <a:pt x="34" y="93"/>
                </a:cubicBezTo>
                <a:cubicBezTo>
                  <a:pt x="34" y="107"/>
                  <a:pt x="46" y="119"/>
                  <a:pt x="59" y="119"/>
                </a:cubicBezTo>
                <a:cubicBezTo>
                  <a:pt x="73" y="119"/>
                  <a:pt x="85" y="107"/>
                  <a:pt x="85" y="93"/>
                </a:cubicBezTo>
                <a:cubicBezTo>
                  <a:pt x="85" y="79"/>
                  <a:pt x="73" y="68"/>
                  <a:pt x="59" y="68"/>
                </a:cubicBezTo>
                <a:close/>
                <a:moveTo>
                  <a:pt x="155" y="191"/>
                </a:moveTo>
                <a:cubicBezTo>
                  <a:pt x="142" y="191"/>
                  <a:pt x="142" y="191"/>
                  <a:pt x="142" y="191"/>
                </a:cubicBezTo>
              </a:path>
            </a:pathLst>
          </a:custGeom>
          <a:noFill/>
          <a:ln w="2540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ru-RU" dirty="0">
              <a:latin typeface="Montserrat Light" panose="00000400000000000000" pitchFamily="50" charset="0"/>
            </a:endParaRPr>
          </a:p>
        </p:txBody>
      </p:sp>
      <p:sp>
        <p:nvSpPr>
          <p:cNvPr id="14" name="Freeform 15">
            <a:extLst>
              <a:ext uri="{FF2B5EF4-FFF2-40B4-BE49-F238E27FC236}">
                <a16:creationId xmlns:a16="http://schemas.microsoft.com/office/drawing/2014/main" id="{7EFAB496-C694-FEE3-333D-AC73980C5D7A}"/>
              </a:ext>
            </a:extLst>
          </p:cNvPr>
          <p:cNvSpPr>
            <a:spLocks noEditPoints="1"/>
          </p:cNvSpPr>
          <p:nvPr/>
        </p:nvSpPr>
        <p:spPr bwMode="auto">
          <a:xfrm>
            <a:off x="15153243" y="3351617"/>
            <a:ext cx="583515" cy="510576"/>
          </a:xfrm>
          <a:custGeom>
            <a:avLst/>
            <a:gdLst>
              <a:gd name="T0" fmla="*/ 125730 w 200"/>
              <a:gd name="T1" fmla="*/ 361950 h 175"/>
              <a:gd name="T2" fmla="*/ 80010 w 200"/>
              <a:gd name="T3" fmla="*/ 293370 h 175"/>
              <a:gd name="T4" fmla="*/ 91440 w 200"/>
              <a:gd name="T5" fmla="*/ 251460 h 175"/>
              <a:gd name="T6" fmla="*/ 99060 w 200"/>
              <a:gd name="T7" fmla="*/ 243840 h 175"/>
              <a:gd name="T8" fmla="*/ 140970 w 200"/>
              <a:gd name="T9" fmla="*/ 255270 h 175"/>
              <a:gd name="T10" fmla="*/ 247650 w 200"/>
              <a:gd name="T11" fmla="*/ 426720 h 175"/>
              <a:gd name="T12" fmla="*/ 247650 w 200"/>
              <a:gd name="T13" fmla="*/ 560070 h 175"/>
              <a:gd name="T14" fmla="*/ 125730 w 200"/>
              <a:gd name="T15" fmla="*/ 560070 h 175"/>
              <a:gd name="T16" fmla="*/ 125730 w 200"/>
              <a:gd name="T17" fmla="*/ 514350 h 175"/>
              <a:gd name="T18" fmla="*/ 0 w 200"/>
              <a:gd name="T19" fmla="*/ 377190 h 175"/>
              <a:gd name="T20" fmla="*/ 0 w 200"/>
              <a:gd name="T21" fmla="*/ 114300 h 175"/>
              <a:gd name="T22" fmla="*/ 34290 w 200"/>
              <a:gd name="T23" fmla="*/ 83820 h 175"/>
              <a:gd name="T24" fmla="*/ 34290 w 200"/>
              <a:gd name="T25" fmla="*/ 83820 h 175"/>
              <a:gd name="T26" fmla="*/ 64770 w 200"/>
              <a:gd name="T27" fmla="*/ 114300 h 175"/>
              <a:gd name="T28" fmla="*/ 64770 w 200"/>
              <a:gd name="T29" fmla="*/ 217170 h 175"/>
              <a:gd name="T30" fmla="*/ 285750 w 200"/>
              <a:gd name="T31" fmla="*/ 666750 h 175"/>
              <a:gd name="T32" fmla="*/ 285750 w 200"/>
              <a:gd name="T33" fmla="*/ 560070 h 175"/>
              <a:gd name="T34" fmla="*/ 91440 w 200"/>
              <a:gd name="T35" fmla="*/ 560070 h 175"/>
              <a:gd name="T36" fmla="*/ 91440 w 200"/>
              <a:gd name="T37" fmla="*/ 666750 h 175"/>
              <a:gd name="T38" fmla="*/ 640080 w 200"/>
              <a:gd name="T39" fmla="*/ 361950 h 175"/>
              <a:gd name="T40" fmla="*/ 681990 w 200"/>
              <a:gd name="T41" fmla="*/ 293370 h 175"/>
              <a:gd name="T42" fmla="*/ 674370 w 200"/>
              <a:gd name="T43" fmla="*/ 251460 h 175"/>
              <a:gd name="T44" fmla="*/ 666750 w 200"/>
              <a:gd name="T45" fmla="*/ 243840 h 175"/>
              <a:gd name="T46" fmla="*/ 621030 w 200"/>
              <a:gd name="T47" fmla="*/ 255270 h 175"/>
              <a:gd name="T48" fmla="*/ 514350 w 200"/>
              <a:gd name="T49" fmla="*/ 426720 h 175"/>
              <a:gd name="T50" fmla="*/ 514350 w 200"/>
              <a:gd name="T51" fmla="*/ 560070 h 175"/>
              <a:gd name="T52" fmla="*/ 640080 w 200"/>
              <a:gd name="T53" fmla="*/ 560070 h 175"/>
              <a:gd name="T54" fmla="*/ 640080 w 200"/>
              <a:gd name="T55" fmla="*/ 514350 h 175"/>
              <a:gd name="T56" fmla="*/ 762000 w 200"/>
              <a:gd name="T57" fmla="*/ 377190 h 175"/>
              <a:gd name="T58" fmla="*/ 762000 w 200"/>
              <a:gd name="T59" fmla="*/ 114300 h 175"/>
              <a:gd name="T60" fmla="*/ 731520 w 200"/>
              <a:gd name="T61" fmla="*/ 83820 h 175"/>
              <a:gd name="T62" fmla="*/ 731520 w 200"/>
              <a:gd name="T63" fmla="*/ 83820 h 175"/>
              <a:gd name="T64" fmla="*/ 701040 w 200"/>
              <a:gd name="T65" fmla="*/ 114300 h 175"/>
              <a:gd name="T66" fmla="*/ 701040 w 200"/>
              <a:gd name="T67" fmla="*/ 217170 h 175"/>
              <a:gd name="T68" fmla="*/ 674370 w 200"/>
              <a:gd name="T69" fmla="*/ 666750 h 175"/>
              <a:gd name="T70" fmla="*/ 674370 w 200"/>
              <a:gd name="T71" fmla="*/ 560070 h 175"/>
              <a:gd name="T72" fmla="*/ 480060 w 200"/>
              <a:gd name="T73" fmla="*/ 560070 h 175"/>
              <a:gd name="T74" fmla="*/ 480060 w 200"/>
              <a:gd name="T75" fmla="*/ 666750 h 175"/>
              <a:gd name="T76" fmla="*/ 381000 w 200"/>
              <a:gd name="T77" fmla="*/ 0 h 175"/>
              <a:gd name="T78" fmla="*/ 209550 w 200"/>
              <a:gd name="T79" fmla="*/ 175260 h 175"/>
              <a:gd name="T80" fmla="*/ 381000 w 200"/>
              <a:gd name="T81" fmla="*/ 346710 h 175"/>
              <a:gd name="T82" fmla="*/ 556260 w 200"/>
              <a:gd name="T83" fmla="*/ 175260 h 175"/>
              <a:gd name="T84" fmla="*/ 381000 w 200"/>
              <a:gd name="T85" fmla="*/ 0 h 175"/>
              <a:gd name="T86" fmla="*/ 335280 w 200"/>
              <a:gd name="T87" fmla="*/ 228600 h 175"/>
              <a:gd name="T88" fmla="*/ 381000 w 200"/>
              <a:gd name="T89" fmla="*/ 259080 h 175"/>
              <a:gd name="T90" fmla="*/ 430530 w 200"/>
              <a:gd name="T91" fmla="*/ 217170 h 175"/>
              <a:gd name="T92" fmla="*/ 381000 w 200"/>
              <a:gd name="T93" fmla="*/ 175260 h 175"/>
              <a:gd name="T94" fmla="*/ 335280 w 200"/>
              <a:gd name="T95" fmla="*/ 133350 h 175"/>
              <a:gd name="T96" fmla="*/ 381000 w 200"/>
              <a:gd name="T97" fmla="*/ 87630 h 175"/>
              <a:gd name="T98" fmla="*/ 426720 w 200"/>
              <a:gd name="T99" fmla="*/ 118110 h 175"/>
              <a:gd name="T100" fmla="*/ 381000 w 200"/>
              <a:gd name="T101" fmla="*/ 87630 h 175"/>
              <a:gd name="T102" fmla="*/ 381000 w 200"/>
              <a:gd name="T103" fmla="*/ 64770 h 175"/>
              <a:gd name="T104" fmla="*/ 381000 w 200"/>
              <a:gd name="T105" fmla="*/ 285750 h 175"/>
              <a:gd name="T106" fmla="*/ 381000 w 200"/>
              <a:gd name="T107" fmla="*/ 259080 h 17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0" h="175">
                <a:moveTo>
                  <a:pt x="33" y="95"/>
                </a:moveTo>
                <a:cubicBezTo>
                  <a:pt x="21" y="77"/>
                  <a:pt x="21" y="77"/>
                  <a:pt x="21" y="77"/>
                </a:cubicBezTo>
                <a:cubicBezTo>
                  <a:pt x="19" y="73"/>
                  <a:pt x="20" y="68"/>
                  <a:pt x="24" y="66"/>
                </a:cubicBezTo>
                <a:cubicBezTo>
                  <a:pt x="26" y="64"/>
                  <a:pt x="26" y="64"/>
                  <a:pt x="26" y="64"/>
                </a:cubicBezTo>
                <a:cubicBezTo>
                  <a:pt x="30" y="62"/>
                  <a:pt x="35" y="63"/>
                  <a:pt x="37" y="67"/>
                </a:cubicBezTo>
                <a:cubicBezTo>
                  <a:pt x="65" y="112"/>
                  <a:pt x="65" y="112"/>
                  <a:pt x="65" y="112"/>
                </a:cubicBezTo>
                <a:cubicBezTo>
                  <a:pt x="65" y="147"/>
                  <a:pt x="65" y="147"/>
                  <a:pt x="65" y="147"/>
                </a:cubicBezTo>
                <a:cubicBezTo>
                  <a:pt x="33" y="147"/>
                  <a:pt x="33" y="147"/>
                  <a:pt x="33" y="147"/>
                </a:cubicBezTo>
                <a:cubicBezTo>
                  <a:pt x="33" y="135"/>
                  <a:pt x="33" y="135"/>
                  <a:pt x="33" y="135"/>
                </a:cubicBezTo>
                <a:cubicBezTo>
                  <a:pt x="0" y="99"/>
                  <a:pt x="0" y="99"/>
                  <a:pt x="0" y="99"/>
                </a:cubicBezTo>
                <a:cubicBezTo>
                  <a:pt x="0" y="30"/>
                  <a:pt x="0" y="30"/>
                  <a:pt x="0" y="30"/>
                </a:cubicBezTo>
                <a:cubicBezTo>
                  <a:pt x="0" y="25"/>
                  <a:pt x="4" y="22"/>
                  <a:pt x="9" y="22"/>
                </a:cubicBezTo>
                <a:cubicBezTo>
                  <a:pt x="9" y="22"/>
                  <a:pt x="9" y="22"/>
                  <a:pt x="9" y="22"/>
                </a:cubicBezTo>
                <a:cubicBezTo>
                  <a:pt x="13" y="22"/>
                  <a:pt x="17" y="25"/>
                  <a:pt x="17" y="30"/>
                </a:cubicBezTo>
                <a:cubicBezTo>
                  <a:pt x="17" y="57"/>
                  <a:pt x="17" y="57"/>
                  <a:pt x="17" y="57"/>
                </a:cubicBezTo>
                <a:moveTo>
                  <a:pt x="75" y="175"/>
                </a:moveTo>
                <a:cubicBezTo>
                  <a:pt x="75" y="147"/>
                  <a:pt x="75" y="147"/>
                  <a:pt x="75" y="147"/>
                </a:cubicBezTo>
                <a:cubicBezTo>
                  <a:pt x="24" y="147"/>
                  <a:pt x="24" y="147"/>
                  <a:pt x="24" y="147"/>
                </a:cubicBezTo>
                <a:cubicBezTo>
                  <a:pt x="24" y="175"/>
                  <a:pt x="24" y="175"/>
                  <a:pt x="24" y="175"/>
                </a:cubicBezTo>
                <a:moveTo>
                  <a:pt x="168" y="95"/>
                </a:moveTo>
                <a:cubicBezTo>
                  <a:pt x="179" y="77"/>
                  <a:pt x="179" y="77"/>
                  <a:pt x="179" y="77"/>
                </a:cubicBezTo>
                <a:cubicBezTo>
                  <a:pt x="181" y="73"/>
                  <a:pt x="180" y="68"/>
                  <a:pt x="177" y="66"/>
                </a:cubicBezTo>
                <a:cubicBezTo>
                  <a:pt x="175" y="64"/>
                  <a:pt x="175" y="64"/>
                  <a:pt x="175" y="64"/>
                </a:cubicBezTo>
                <a:cubicBezTo>
                  <a:pt x="171" y="62"/>
                  <a:pt x="166" y="63"/>
                  <a:pt x="163" y="67"/>
                </a:cubicBezTo>
                <a:cubicBezTo>
                  <a:pt x="135" y="112"/>
                  <a:pt x="135" y="112"/>
                  <a:pt x="135" y="112"/>
                </a:cubicBezTo>
                <a:cubicBezTo>
                  <a:pt x="135" y="147"/>
                  <a:pt x="135" y="147"/>
                  <a:pt x="135" y="147"/>
                </a:cubicBezTo>
                <a:cubicBezTo>
                  <a:pt x="168" y="147"/>
                  <a:pt x="168" y="147"/>
                  <a:pt x="168" y="147"/>
                </a:cubicBezTo>
                <a:cubicBezTo>
                  <a:pt x="168" y="135"/>
                  <a:pt x="168" y="135"/>
                  <a:pt x="168" y="135"/>
                </a:cubicBezTo>
                <a:cubicBezTo>
                  <a:pt x="200" y="99"/>
                  <a:pt x="200" y="99"/>
                  <a:pt x="200" y="99"/>
                </a:cubicBezTo>
                <a:cubicBezTo>
                  <a:pt x="200" y="30"/>
                  <a:pt x="200" y="30"/>
                  <a:pt x="200" y="30"/>
                </a:cubicBezTo>
                <a:cubicBezTo>
                  <a:pt x="200" y="25"/>
                  <a:pt x="197" y="22"/>
                  <a:pt x="192" y="22"/>
                </a:cubicBezTo>
                <a:cubicBezTo>
                  <a:pt x="192" y="22"/>
                  <a:pt x="192" y="22"/>
                  <a:pt x="192" y="22"/>
                </a:cubicBezTo>
                <a:cubicBezTo>
                  <a:pt x="188" y="22"/>
                  <a:pt x="184" y="25"/>
                  <a:pt x="184" y="30"/>
                </a:cubicBezTo>
                <a:cubicBezTo>
                  <a:pt x="184" y="57"/>
                  <a:pt x="184" y="57"/>
                  <a:pt x="184" y="57"/>
                </a:cubicBezTo>
                <a:moveTo>
                  <a:pt x="177" y="175"/>
                </a:moveTo>
                <a:cubicBezTo>
                  <a:pt x="177" y="147"/>
                  <a:pt x="177" y="147"/>
                  <a:pt x="177" y="147"/>
                </a:cubicBezTo>
                <a:cubicBezTo>
                  <a:pt x="126" y="147"/>
                  <a:pt x="126" y="147"/>
                  <a:pt x="126" y="147"/>
                </a:cubicBezTo>
                <a:cubicBezTo>
                  <a:pt x="126" y="175"/>
                  <a:pt x="126" y="175"/>
                  <a:pt x="126" y="175"/>
                </a:cubicBezTo>
                <a:moveTo>
                  <a:pt x="100" y="0"/>
                </a:moveTo>
                <a:cubicBezTo>
                  <a:pt x="75" y="0"/>
                  <a:pt x="55" y="21"/>
                  <a:pt x="55" y="46"/>
                </a:cubicBezTo>
                <a:cubicBezTo>
                  <a:pt x="55" y="71"/>
                  <a:pt x="75" y="91"/>
                  <a:pt x="100" y="91"/>
                </a:cubicBezTo>
                <a:cubicBezTo>
                  <a:pt x="125" y="91"/>
                  <a:pt x="146" y="71"/>
                  <a:pt x="146" y="46"/>
                </a:cubicBezTo>
                <a:cubicBezTo>
                  <a:pt x="146" y="21"/>
                  <a:pt x="125" y="0"/>
                  <a:pt x="100" y="0"/>
                </a:cubicBezTo>
                <a:close/>
                <a:moveTo>
                  <a:pt x="88" y="60"/>
                </a:moveTo>
                <a:cubicBezTo>
                  <a:pt x="90" y="65"/>
                  <a:pt x="95" y="68"/>
                  <a:pt x="100" y="68"/>
                </a:cubicBezTo>
                <a:cubicBezTo>
                  <a:pt x="107" y="68"/>
                  <a:pt x="113" y="63"/>
                  <a:pt x="113" y="57"/>
                </a:cubicBezTo>
                <a:cubicBezTo>
                  <a:pt x="113" y="51"/>
                  <a:pt x="107" y="46"/>
                  <a:pt x="100" y="46"/>
                </a:cubicBezTo>
                <a:cubicBezTo>
                  <a:pt x="93" y="45"/>
                  <a:pt x="88" y="41"/>
                  <a:pt x="88" y="35"/>
                </a:cubicBezTo>
                <a:cubicBezTo>
                  <a:pt x="88" y="28"/>
                  <a:pt x="93" y="23"/>
                  <a:pt x="100" y="23"/>
                </a:cubicBezTo>
                <a:cubicBezTo>
                  <a:pt x="106" y="23"/>
                  <a:pt x="111" y="27"/>
                  <a:pt x="112" y="31"/>
                </a:cubicBezTo>
                <a:moveTo>
                  <a:pt x="100" y="23"/>
                </a:moveTo>
                <a:cubicBezTo>
                  <a:pt x="100" y="17"/>
                  <a:pt x="100" y="17"/>
                  <a:pt x="100" y="17"/>
                </a:cubicBezTo>
                <a:moveTo>
                  <a:pt x="100" y="75"/>
                </a:moveTo>
                <a:cubicBezTo>
                  <a:pt x="100" y="68"/>
                  <a:pt x="100" y="68"/>
                  <a:pt x="100" y="68"/>
                </a:cubicBezTo>
              </a:path>
            </a:pathLst>
          </a:custGeom>
          <a:noFill/>
          <a:ln w="254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CO" dirty="0">
              <a:latin typeface="Montserrat Light" panose="00000400000000000000" pitchFamily="50" charset="0"/>
            </a:endParaRPr>
          </a:p>
        </p:txBody>
      </p:sp>
      <p:sp>
        <p:nvSpPr>
          <p:cNvPr id="18" name="Text Placeholder 17">
            <a:extLst>
              <a:ext uri="{FF2B5EF4-FFF2-40B4-BE49-F238E27FC236}">
                <a16:creationId xmlns:a16="http://schemas.microsoft.com/office/drawing/2014/main" id="{2253602E-D580-663F-281C-596FFB6E1015}"/>
              </a:ext>
            </a:extLst>
          </p:cNvPr>
          <p:cNvSpPr txBox="1">
            <a:spLocks/>
          </p:cNvSpPr>
          <p:nvPr/>
        </p:nvSpPr>
        <p:spPr>
          <a:xfrm>
            <a:off x="13189331" y="5116530"/>
            <a:ext cx="1400326" cy="78288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solidFill>
                  <a:schemeClr val="bg1"/>
                </a:solidFill>
              </a:rPr>
              <a:t>Lorem ipsum dolor sit </a:t>
            </a:r>
            <a:r>
              <a:rPr lang="en-US" sz="1050" dirty="0" err="1">
                <a:solidFill>
                  <a:schemeClr val="bg1"/>
                </a:solidFill>
              </a:rPr>
              <a:t>amet</a:t>
            </a:r>
            <a:r>
              <a:rPr lang="en-US" sz="1050" dirty="0">
                <a:solidFill>
                  <a:schemeClr val="bg1"/>
                </a:solidFill>
              </a:rPr>
              <a:t>, </a:t>
            </a:r>
            <a:r>
              <a:rPr lang="en-US" sz="1050" dirty="0" err="1">
                <a:solidFill>
                  <a:schemeClr val="bg1"/>
                </a:solidFill>
              </a:rPr>
              <a:t>consectetur</a:t>
            </a:r>
            <a:r>
              <a:rPr lang="en-US" sz="1050" dirty="0">
                <a:solidFill>
                  <a:schemeClr val="bg1"/>
                </a:solidFill>
              </a:rPr>
              <a:t> </a:t>
            </a:r>
            <a:r>
              <a:rPr lang="en-US" sz="1050" dirty="0" err="1">
                <a:solidFill>
                  <a:schemeClr val="bg1"/>
                </a:solidFill>
              </a:rPr>
              <a:t>adipiscing</a:t>
            </a:r>
            <a:r>
              <a:rPr lang="en-US" sz="1050" dirty="0">
                <a:solidFill>
                  <a:schemeClr val="bg1"/>
                </a:solidFill>
              </a:rPr>
              <a:t> </a:t>
            </a:r>
            <a:r>
              <a:rPr lang="en-US" sz="1050" dirty="0" err="1">
                <a:solidFill>
                  <a:schemeClr val="bg1"/>
                </a:solidFill>
              </a:rPr>
              <a:t>elit</a:t>
            </a:r>
            <a:r>
              <a:rPr lang="en-US" sz="1050" dirty="0">
                <a:solidFill>
                  <a:schemeClr val="bg1"/>
                </a:solidFill>
              </a:rPr>
              <a:t>, </a:t>
            </a:r>
            <a:r>
              <a:rPr lang="en-US" sz="1050" dirty="0" err="1">
                <a:solidFill>
                  <a:schemeClr val="bg1"/>
                </a:solidFill>
              </a:rPr>
              <a:t>sed</a:t>
            </a:r>
            <a:r>
              <a:rPr lang="en-US" sz="1050" dirty="0">
                <a:solidFill>
                  <a:schemeClr val="bg1"/>
                </a:solidFill>
              </a:rPr>
              <a:t> do</a:t>
            </a:r>
            <a:endParaRPr lang="ru-RU" sz="1050" dirty="0">
              <a:solidFill>
                <a:schemeClr val="bg1"/>
              </a:solidFill>
            </a:endParaRPr>
          </a:p>
        </p:txBody>
      </p:sp>
      <p:sp>
        <p:nvSpPr>
          <p:cNvPr id="19" name="Text Placeholder 18">
            <a:extLst>
              <a:ext uri="{FF2B5EF4-FFF2-40B4-BE49-F238E27FC236}">
                <a16:creationId xmlns:a16="http://schemas.microsoft.com/office/drawing/2014/main" id="{B3FA2DB0-3422-475A-8345-586465399EC8}"/>
              </a:ext>
            </a:extLst>
          </p:cNvPr>
          <p:cNvSpPr txBox="1">
            <a:spLocks/>
          </p:cNvSpPr>
          <p:nvPr/>
        </p:nvSpPr>
        <p:spPr>
          <a:xfrm>
            <a:off x="13222996" y="4805321"/>
            <a:ext cx="1349379" cy="29418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bg1">
                    <a:lumMod val="85000"/>
                  </a:schemeClr>
                </a:solidFill>
                <a:latin typeface="Montserrat-Bold" panose="00000800000000000000" pitchFamily="50" charset="0"/>
              </a:rPr>
              <a:t>Creative</a:t>
            </a:r>
            <a:endParaRPr lang="ru-RU" sz="1800" dirty="0">
              <a:solidFill>
                <a:schemeClr val="bg1">
                  <a:lumMod val="85000"/>
                </a:schemeClr>
              </a:solidFill>
              <a:latin typeface="Montserrat-Bold" panose="00000800000000000000" pitchFamily="50" charset="0"/>
            </a:endParaRPr>
          </a:p>
        </p:txBody>
      </p:sp>
      <p:sp>
        <p:nvSpPr>
          <p:cNvPr id="20" name="Text Placeholder 19">
            <a:extLst>
              <a:ext uri="{FF2B5EF4-FFF2-40B4-BE49-F238E27FC236}">
                <a16:creationId xmlns:a16="http://schemas.microsoft.com/office/drawing/2014/main" id="{54FC0743-497E-4847-7301-AD5AA5E567D2}"/>
              </a:ext>
            </a:extLst>
          </p:cNvPr>
          <p:cNvSpPr txBox="1">
            <a:spLocks/>
          </p:cNvSpPr>
          <p:nvPr/>
        </p:nvSpPr>
        <p:spPr>
          <a:xfrm>
            <a:off x="14685152"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solidFill>
                  <a:schemeClr val="bg1"/>
                </a:solidFill>
              </a:rPr>
              <a:t>Lorem ipsum dolor sit </a:t>
            </a:r>
            <a:r>
              <a:rPr lang="en-US" sz="1050" dirty="0" err="1">
                <a:solidFill>
                  <a:schemeClr val="bg1"/>
                </a:solidFill>
              </a:rPr>
              <a:t>amet</a:t>
            </a:r>
            <a:r>
              <a:rPr lang="en-US" sz="1050" dirty="0">
                <a:solidFill>
                  <a:schemeClr val="bg1"/>
                </a:solidFill>
              </a:rPr>
              <a:t>, </a:t>
            </a:r>
            <a:r>
              <a:rPr lang="en-US" sz="1050" dirty="0" err="1">
                <a:solidFill>
                  <a:schemeClr val="bg1"/>
                </a:solidFill>
              </a:rPr>
              <a:t>consectetur</a:t>
            </a:r>
            <a:r>
              <a:rPr lang="en-US" sz="1050" dirty="0">
                <a:solidFill>
                  <a:schemeClr val="bg1"/>
                </a:solidFill>
              </a:rPr>
              <a:t> </a:t>
            </a:r>
            <a:r>
              <a:rPr lang="en-US" sz="1050" dirty="0" err="1">
                <a:solidFill>
                  <a:schemeClr val="bg1"/>
                </a:solidFill>
              </a:rPr>
              <a:t>adipiscing</a:t>
            </a:r>
            <a:r>
              <a:rPr lang="en-US" sz="1050" dirty="0">
                <a:solidFill>
                  <a:schemeClr val="bg1"/>
                </a:solidFill>
              </a:rPr>
              <a:t> </a:t>
            </a:r>
            <a:r>
              <a:rPr lang="en-US" sz="1050" dirty="0" err="1">
                <a:solidFill>
                  <a:schemeClr val="bg1"/>
                </a:solidFill>
              </a:rPr>
              <a:t>elit</a:t>
            </a:r>
            <a:r>
              <a:rPr lang="en-US" sz="1050" dirty="0">
                <a:solidFill>
                  <a:schemeClr val="bg1"/>
                </a:solidFill>
              </a:rPr>
              <a:t>, sed do</a:t>
            </a:r>
            <a:endParaRPr lang="ru-RU" sz="1050" dirty="0">
              <a:solidFill>
                <a:schemeClr val="bg1"/>
              </a:solidFill>
            </a:endParaRPr>
          </a:p>
          <a:p>
            <a:pPr algn="ctr"/>
            <a:endParaRPr lang="ru-RU" sz="1050" dirty="0">
              <a:solidFill>
                <a:schemeClr val="bg1"/>
              </a:solidFill>
            </a:endParaRPr>
          </a:p>
        </p:txBody>
      </p:sp>
      <p:sp>
        <p:nvSpPr>
          <p:cNvPr id="21" name="Text Placeholder 20">
            <a:extLst>
              <a:ext uri="{FF2B5EF4-FFF2-40B4-BE49-F238E27FC236}">
                <a16:creationId xmlns:a16="http://schemas.microsoft.com/office/drawing/2014/main" id="{C744216A-47FC-E589-16D3-F647238B1EF1}"/>
              </a:ext>
            </a:extLst>
          </p:cNvPr>
          <p:cNvSpPr txBox="1">
            <a:spLocks/>
          </p:cNvSpPr>
          <p:nvPr/>
        </p:nvSpPr>
        <p:spPr>
          <a:xfrm>
            <a:off x="14718817" y="4805321"/>
            <a:ext cx="1349379" cy="294189"/>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accent2"/>
                </a:solidFill>
                <a:latin typeface="Montserrat-Bold" panose="00000800000000000000" pitchFamily="50" charset="0"/>
              </a:rPr>
              <a:t>Investment</a:t>
            </a:r>
            <a:endParaRPr lang="ru-RU" sz="1800" dirty="0">
              <a:solidFill>
                <a:schemeClr val="accent2"/>
              </a:solidFill>
              <a:latin typeface="Montserrat-Bold" panose="00000800000000000000" pitchFamily="50" charset="0"/>
            </a:endParaRPr>
          </a:p>
        </p:txBody>
      </p:sp>
      <p:sp>
        <p:nvSpPr>
          <p:cNvPr id="22" name="Text Placeholder 21">
            <a:extLst>
              <a:ext uri="{FF2B5EF4-FFF2-40B4-BE49-F238E27FC236}">
                <a16:creationId xmlns:a16="http://schemas.microsoft.com/office/drawing/2014/main" id="{2B8C7C1F-7DAC-C6AD-9E05-35E3CC470454}"/>
              </a:ext>
            </a:extLst>
          </p:cNvPr>
          <p:cNvSpPr txBox="1">
            <a:spLocks/>
          </p:cNvSpPr>
          <p:nvPr/>
        </p:nvSpPr>
        <p:spPr>
          <a:xfrm>
            <a:off x="16113613"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23" name="Text Placeholder 22">
            <a:extLst>
              <a:ext uri="{FF2B5EF4-FFF2-40B4-BE49-F238E27FC236}">
                <a16:creationId xmlns:a16="http://schemas.microsoft.com/office/drawing/2014/main" id="{08D15CD5-B06D-FC3F-E134-D78E224EC32B}"/>
              </a:ext>
            </a:extLst>
          </p:cNvPr>
          <p:cNvSpPr txBox="1">
            <a:spLocks/>
          </p:cNvSpPr>
          <p:nvPr/>
        </p:nvSpPr>
        <p:spPr>
          <a:xfrm>
            <a:off x="16113613" y="4805321"/>
            <a:ext cx="1442985" cy="294189"/>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accent3"/>
                </a:solidFill>
                <a:latin typeface="Montserrat-Bold" panose="00000800000000000000" pitchFamily="50" charset="0"/>
              </a:rPr>
              <a:t>Management</a:t>
            </a:r>
            <a:endParaRPr lang="ru-RU" sz="1800" dirty="0">
              <a:solidFill>
                <a:schemeClr val="accent3"/>
              </a:solidFill>
              <a:latin typeface="Montserrat-Bold" panose="00000800000000000000" pitchFamily="50" charset="0"/>
            </a:endParaRPr>
          </a:p>
        </p:txBody>
      </p:sp>
      <p:sp>
        <p:nvSpPr>
          <p:cNvPr id="24" name="Text Placeholder 23">
            <a:extLst>
              <a:ext uri="{FF2B5EF4-FFF2-40B4-BE49-F238E27FC236}">
                <a16:creationId xmlns:a16="http://schemas.microsoft.com/office/drawing/2014/main" id="{4CD3A6B7-3F1B-F2DD-0C30-AFE1B7ED5A06}"/>
              </a:ext>
            </a:extLst>
          </p:cNvPr>
          <p:cNvSpPr txBox="1">
            <a:spLocks/>
          </p:cNvSpPr>
          <p:nvPr/>
        </p:nvSpPr>
        <p:spPr>
          <a:xfrm>
            <a:off x="17506526"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25" name="Text Placeholder 24">
            <a:extLst>
              <a:ext uri="{FF2B5EF4-FFF2-40B4-BE49-F238E27FC236}">
                <a16:creationId xmlns:a16="http://schemas.microsoft.com/office/drawing/2014/main" id="{2345495F-DE60-8D6E-3C50-00C02247F17D}"/>
              </a:ext>
            </a:extLst>
          </p:cNvPr>
          <p:cNvSpPr txBox="1">
            <a:spLocks/>
          </p:cNvSpPr>
          <p:nvPr/>
        </p:nvSpPr>
        <p:spPr>
          <a:xfrm>
            <a:off x="17506526" y="4805321"/>
            <a:ext cx="1349379" cy="29418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accent4"/>
                </a:solidFill>
                <a:latin typeface="Montserrat-Bold" panose="00000800000000000000" pitchFamily="50" charset="0"/>
              </a:rPr>
              <a:t>Business</a:t>
            </a:r>
            <a:endParaRPr lang="ru-RU" sz="1800" dirty="0">
              <a:solidFill>
                <a:schemeClr val="accent4"/>
              </a:solidFill>
              <a:latin typeface="Montserrat-Bold" panose="00000800000000000000" pitchFamily="50" charset="0"/>
            </a:endParaRPr>
          </a:p>
        </p:txBody>
      </p:sp>
      <p:sp>
        <p:nvSpPr>
          <p:cNvPr id="26" name="Text Placeholder 25">
            <a:extLst>
              <a:ext uri="{FF2B5EF4-FFF2-40B4-BE49-F238E27FC236}">
                <a16:creationId xmlns:a16="http://schemas.microsoft.com/office/drawing/2014/main" id="{DF63D211-71DA-16D5-949B-EBD60B073A6A}"/>
              </a:ext>
            </a:extLst>
          </p:cNvPr>
          <p:cNvSpPr txBox="1">
            <a:spLocks/>
          </p:cNvSpPr>
          <p:nvPr/>
        </p:nvSpPr>
        <p:spPr>
          <a:xfrm>
            <a:off x="18979365" y="5116530"/>
            <a:ext cx="1400326" cy="7828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a:solidFill>
                  <a:schemeClr val="bg1"/>
                </a:solidFill>
              </a:rPr>
              <a:t>Lorem ipsum dolor sit amet, consectetur adipiscing elit, sed do</a:t>
            </a:r>
            <a:endParaRPr lang="ru-RU" sz="1050">
              <a:solidFill>
                <a:schemeClr val="bg1"/>
              </a:solidFill>
            </a:endParaRPr>
          </a:p>
          <a:p>
            <a:pPr algn="ctr"/>
            <a:endParaRPr lang="ru-RU" sz="1050" dirty="0">
              <a:solidFill>
                <a:schemeClr val="bg1"/>
              </a:solidFill>
            </a:endParaRPr>
          </a:p>
        </p:txBody>
      </p:sp>
      <p:sp>
        <p:nvSpPr>
          <p:cNvPr id="27" name="Text Placeholder 26">
            <a:extLst>
              <a:ext uri="{FF2B5EF4-FFF2-40B4-BE49-F238E27FC236}">
                <a16:creationId xmlns:a16="http://schemas.microsoft.com/office/drawing/2014/main" id="{5F69316D-3D79-AA11-EEA9-0E03E1767550}"/>
              </a:ext>
            </a:extLst>
          </p:cNvPr>
          <p:cNvSpPr txBox="1">
            <a:spLocks/>
          </p:cNvSpPr>
          <p:nvPr/>
        </p:nvSpPr>
        <p:spPr>
          <a:xfrm>
            <a:off x="18979365" y="4805321"/>
            <a:ext cx="1349379" cy="29418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Light" panose="000004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Light" panose="000004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Light" panose="000004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solidFill>
                  <a:schemeClr val="accent5"/>
                </a:solidFill>
                <a:latin typeface="Montserrat-Bold" panose="00000800000000000000" pitchFamily="50" charset="0"/>
              </a:rPr>
              <a:t>Goal</a:t>
            </a:r>
            <a:endParaRPr lang="ru-RU" sz="1800" dirty="0">
              <a:solidFill>
                <a:schemeClr val="accent5"/>
              </a:solidFill>
              <a:latin typeface="Montserrat-Bold" panose="00000800000000000000" pitchFamily="50" charset="0"/>
            </a:endParaRPr>
          </a:p>
        </p:txBody>
      </p:sp>
      <p:pic>
        <p:nvPicPr>
          <p:cNvPr id="31" name="Graphic 30" descr="Bullseye">
            <a:extLst>
              <a:ext uri="{FF2B5EF4-FFF2-40B4-BE49-F238E27FC236}">
                <a16:creationId xmlns:a16="http://schemas.microsoft.com/office/drawing/2014/main" id="{766A64A6-2FD6-7DC8-ACAE-69783972FAF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01387" y="1915552"/>
            <a:ext cx="914400" cy="914400"/>
          </a:xfrm>
          <a:prstGeom prst="rect">
            <a:avLst/>
          </a:prstGeom>
        </p:spPr>
      </p:pic>
      <p:sp>
        <p:nvSpPr>
          <p:cNvPr id="7" name="TextBox 6">
            <a:extLst>
              <a:ext uri="{FF2B5EF4-FFF2-40B4-BE49-F238E27FC236}">
                <a16:creationId xmlns:a16="http://schemas.microsoft.com/office/drawing/2014/main" id="{1D2858B7-EA58-9712-2E1D-5424FCB52747}"/>
              </a:ext>
            </a:extLst>
          </p:cNvPr>
          <p:cNvSpPr txBox="1"/>
          <p:nvPr/>
        </p:nvSpPr>
        <p:spPr>
          <a:xfrm>
            <a:off x="2142148" y="2479053"/>
            <a:ext cx="8052403" cy="923330"/>
          </a:xfrm>
          <a:prstGeom prst="rect">
            <a:avLst/>
          </a:prstGeom>
          <a:noFill/>
        </p:spPr>
        <p:txBody>
          <a:bodyPr wrap="square" rtlCol="0">
            <a:spAutoFit/>
          </a:bodyPr>
          <a:lstStyle/>
          <a:p>
            <a:pPr algn="ctr"/>
            <a:r>
              <a:rPr lang="en-US" sz="5400" b="1" dirty="0">
                <a:solidFill>
                  <a:schemeClr val="bg1"/>
                </a:solidFill>
                <a:latin typeface="Montserrat" pitchFamily="2" charset="77"/>
              </a:rPr>
              <a:t>THANKS</a:t>
            </a:r>
            <a:endParaRPr lang="en-US" sz="5400" dirty="0">
              <a:solidFill>
                <a:schemeClr val="bg1"/>
              </a:solidFill>
              <a:latin typeface="Montserrat" pitchFamily="2" charset="77"/>
            </a:endParaRPr>
          </a:p>
        </p:txBody>
      </p:sp>
      <p:sp>
        <p:nvSpPr>
          <p:cNvPr id="15" name="TextBox 14">
            <a:extLst>
              <a:ext uri="{FF2B5EF4-FFF2-40B4-BE49-F238E27FC236}">
                <a16:creationId xmlns:a16="http://schemas.microsoft.com/office/drawing/2014/main" id="{CFF83E85-A71D-30C6-C6E2-0A05655C8660}"/>
              </a:ext>
            </a:extLst>
          </p:cNvPr>
          <p:cNvSpPr txBox="1"/>
          <p:nvPr/>
        </p:nvSpPr>
        <p:spPr>
          <a:xfrm>
            <a:off x="2142148" y="1726747"/>
            <a:ext cx="8052403" cy="923330"/>
          </a:xfrm>
          <a:prstGeom prst="rect">
            <a:avLst/>
          </a:prstGeom>
          <a:noFill/>
        </p:spPr>
        <p:txBody>
          <a:bodyPr wrap="square" rtlCol="0">
            <a:spAutoFit/>
          </a:bodyPr>
          <a:lstStyle/>
          <a:p>
            <a:pPr algn="ctr"/>
            <a:r>
              <a:rPr lang="en-US" sz="5400" b="1" dirty="0">
                <a:ln>
                  <a:solidFill>
                    <a:schemeClr val="bg1"/>
                  </a:solidFill>
                </a:ln>
                <a:noFill/>
                <a:latin typeface="Montserrat" pitchFamily="2" charset="77"/>
              </a:rPr>
              <a:t>THANKS</a:t>
            </a:r>
            <a:endParaRPr lang="en-US" sz="5400" dirty="0">
              <a:ln>
                <a:solidFill>
                  <a:schemeClr val="bg1"/>
                </a:solidFill>
              </a:ln>
              <a:noFill/>
              <a:latin typeface="Montserrat" pitchFamily="2" charset="77"/>
            </a:endParaRPr>
          </a:p>
        </p:txBody>
      </p:sp>
      <p:sp>
        <p:nvSpPr>
          <p:cNvPr id="16" name="TextBox 15">
            <a:extLst>
              <a:ext uri="{FF2B5EF4-FFF2-40B4-BE49-F238E27FC236}">
                <a16:creationId xmlns:a16="http://schemas.microsoft.com/office/drawing/2014/main" id="{CD7B3C40-659A-977A-E1E2-34CBC3021C21}"/>
              </a:ext>
            </a:extLst>
          </p:cNvPr>
          <p:cNvSpPr txBox="1"/>
          <p:nvPr/>
        </p:nvSpPr>
        <p:spPr>
          <a:xfrm>
            <a:off x="2142148" y="3198179"/>
            <a:ext cx="8052403" cy="923330"/>
          </a:xfrm>
          <a:prstGeom prst="rect">
            <a:avLst/>
          </a:prstGeom>
          <a:noFill/>
        </p:spPr>
        <p:txBody>
          <a:bodyPr wrap="square" rtlCol="0">
            <a:spAutoFit/>
          </a:bodyPr>
          <a:lstStyle/>
          <a:p>
            <a:pPr algn="ctr"/>
            <a:r>
              <a:rPr lang="en-US" sz="5400" b="1" dirty="0">
                <a:ln>
                  <a:solidFill>
                    <a:schemeClr val="bg1"/>
                  </a:solidFill>
                </a:ln>
                <a:noFill/>
                <a:latin typeface="Montserrat" pitchFamily="2" charset="77"/>
              </a:rPr>
              <a:t>THANKS</a:t>
            </a:r>
            <a:endParaRPr lang="en-US" sz="5400" dirty="0">
              <a:ln>
                <a:solidFill>
                  <a:schemeClr val="bg1"/>
                </a:solidFill>
              </a:ln>
              <a:noFill/>
              <a:latin typeface="Montserrat" pitchFamily="2" charset="77"/>
            </a:endParaRPr>
          </a:p>
        </p:txBody>
      </p:sp>
    </p:spTree>
    <p:extLst>
      <p:ext uri="{BB962C8B-B14F-4D97-AF65-F5344CB8AC3E}">
        <p14:creationId xmlns:p14="http://schemas.microsoft.com/office/powerpoint/2010/main" val="3685278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9456-724F-EDE3-0848-CA18078DECF6}"/>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2389075F-0FD8-E769-6C86-8A065C3F9C4C}"/>
              </a:ext>
            </a:extLst>
          </p:cNvPr>
          <p:cNvGrpSpPr/>
          <p:nvPr/>
        </p:nvGrpSpPr>
        <p:grpSpPr>
          <a:xfrm>
            <a:off x="12150698" y="-127577"/>
            <a:ext cx="12273144" cy="6985577"/>
            <a:chOff x="12150698" y="-127577"/>
            <a:chExt cx="12273144" cy="6985577"/>
          </a:xfrm>
        </p:grpSpPr>
        <p:pic>
          <p:nvPicPr>
            <p:cNvPr id="51" name="Picture 50">
              <a:extLst>
                <a:ext uri="{FF2B5EF4-FFF2-40B4-BE49-F238E27FC236}">
                  <a16:creationId xmlns:a16="http://schemas.microsoft.com/office/drawing/2014/main" id="{F4C95BE2-8BDA-F11B-2DCC-3EAB9969760E}"/>
                </a:ext>
              </a:extLst>
            </p:cNvPr>
            <p:cNvPicPr>
              <a:picLocks noChangeAspect="1"/>
            </p:cNvPicPr>
            <p:nvPr/>
          </p:nvPicPr>
          <p:blipFill rotWithShape="1">
            <a:blip r:embed="rId2">
              <a:extLst>
                <a:ext uri="{28A0092B-C50C-407E-A947-70E740481C1C}">
                  <a14:useLocalDpi xmlns:a14="http://schemas.microsoft.com/office/drawing/2010/main" val="0"/>
                </a:ext>
              </a:extLst>
            </a:blip>
            <a:srcRect l="12" t="9062" r="-12" b="8051"/>
            <a:stretch/>
          </p:blipFill>
          <p:spPr>
            <a:xfrm>
              <a:off x="12155287" y="-120676"/>
              <a:ext cx="12268555" cy="6978676"/>
            </a:xfrm>
            <a:prstGeom prst="rect">
              <a:avLst/>
            </a:prstGeom>
          </p:spPr>
        </p:pic>
        <p:sp>
          <p:nvSpPr>
            <p:cNvPr id="54" name="Rectangle 53">
              <a:extLst>
                <a:ext uri="{FF2B5EF4-FFF2-40B4-BE49-F238E27FC236}">
                  <a16:creationId xmlns:a16="http://schemas.microsoft.com/office/drawing/2014/main" id="{856861A5-753F-EC5F-E04D-338238CBCD0F}"/>
                </a:ext>
              </a:extLst>
            </p:cNvPr>
            <p:cNvSpPr/>
            <p:nvPr/>
          </p:nvSpPr>
          <p:spPr>
            <a:xfrm>
              <a:off x="12150698" y="-127577"/>
              <a:ext cx="12268555" cy="6978675"/>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64468CDC-BCDB-940E-8609-0A749DD25A3E}"/>
              </a:ext>
            </a:extLst>
          </p:cNvPr>
          <p:cNvGrpSpPr/>
          <p:nvPr/>
        </p:nvGrpSpPr>
        <p:grpSpPr>
          <a:xfrm>
            <a:off x="-10754874" y="-47092"/>
            <a:ext cx="10468624" cy="6873610"/>
            <a:chOff x="12192000" y="-47092"/>
            <a:chExt cx="10468624" cy="6873610"/>
          </a:xfrm>
        </p:grpSpPr>
        <p:pic>
          <p:nvPicPr>
            <p:cNvPr id="10" name="Picture 9">
              <a:extLst>
                <a:ext uri="{FF2B5EF4-FFF2-40B4-BE49-F238E27FC236}">
                  <a16:creationId xmlns:a16="http://schemas.microsoft.com/office/drawing/2014/main" id="{1C7F0385-2E2F-DD46-0857-D1F2304D9909}"/>
                </a:ext>
              </a:extLst>
            </p:cNvPr>
            <p:cNvPicPr>
              <a:picLocks noChangeAspect="1"/>
            </p:cNvPicPr>
            <p:nvPr/>
          </p:nvPicPr>
          <p:blipFill rotWithShape="1">
            <a:blip r:embed="rId3">
              <a:extLst>
                <a:ext uri="{28A0092B-C50C-407E-A947-70E740481C1C}">
                  <a14:useLocalDpi xmlns:a14="http://schemas.microsoft.com/office/drawing/2010/main" val="0"/>
                </a:ext>
              </a:extLst>
            </a:blip>
            <a:srcRect b="1841"/>
            <a:stretch/>
          </p:blipFill>
          <p:spPr>
            <a:xfrm>
              <a:off x="12192000" y="-20064"/>
              <a:ext cx="10452120" cy="6846582"/>
            </a:xfrm>
            <a:prstGeom prst="rect">
              <a:avLst/>
            </a:prstGeom>
          </p:spPr>
        </p:pic>
        <p:sp>
          <p:nvSpPr>
            <p:cNvPr id="12" name="Rectangle 11">
              <a:extLst>
                <a:ext uri="{FF2B5EF4-FFF2-40B4-BE49-F238E27FC236}">
                  <a16:creationId xmlns:a16="http://schemas.microsoft.com/office/drawing/2014/main" id="{7BBB29E0-35E9-447E-ABC9-21F6AAE93CEB}"/>
                </a:ext>
              </a:extLst>
            </p:cNvPr>
            <p:cNvSpPr/>
            <p:nvPr/>
          </p:nvSpPr>
          <p:spPr>
            <a:xfrm>
              <a:off x="12211904" y="-47092"/>
              <a:ext cx="10448720" cy="6846582"/>
            </a:xfrm>
            <a:prstGeom prst="rect">
              <a:avLst/>
            </a:prstGeom>
            <a:solidFill>
              <a:srgbClr val="031828">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grpSp>
        <p:nvGrpSpPr>
          <p:cNvPr id="18" name="Group 17">
            <a:extLst>
              <a:ext uri="{FF2B5EF4-FFF2-40B4-BE49-F238E27FC236}">
                <a16:creationId xmlns:a16="http://schemas.microsoft.com/office/drawing/2014/main" id="{CE2538A6-241A-BD17-7452-32C25931D515}"/>
              </a:ext>
            </a:extLst>
          </p:cNvPr>
          <p:cNvGrpSpPr/>
          <p:nvPr/>
        </p:nvGrpSpPr>
        <p:grpSpPr>
          <a:xfrm>
            <a:off x="12759918" y="5352526"/>
            <a:ext cx="5915279" cy="1158715"/>
            <a:chOff x="601975" y="1239906"/>
            <a:chExt cx="7027661" cy="1158715"/>
          </a:xfrm>
        </p:grpSpPr>
        <p:sp>
          <p:nvSpPr>
            <p:cNvPr id="19" name="TextBox 18">
              <a:extLst>
                <a:ext uri="{FF2B5EF4-FFF2-40B4-BE49-F238E27FC236}">
                  <a16:creationId xmlns:a16="http://schemas.microsoft.com/office/drawing/2014/main" id="{E92ED5DD-F6AE-1281-5433-15B1CC9A5E4A}"/>
                </a:ext>
              </a:extLst>
            </p:cNvPr>
            <p:cNvSpPr txBox="1">
              <a:spLocks noChangeArrowheads="1"/>
            </p:cNvSpPr>
            <p:nvPr/>
          </p:nvSpPr>
          <p:spPr bwMode="auto">
            <a:xfrm>
              <a:off x="2263385" y="1239906"/>
              <a:ext cx="36969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rPr>
                <a:t>STYLES OF LEADERSHIP</a:t>
              </a:r>
              <a:endParaRPr kumimoji="0" lang="ru-RU" sz="1800" b="1" i="0" u="none" strike="noStrike" kern="1200" cap="none" spc="0" normalizeH="0" baseline="0" noProof="0" dirty="0">
                <a:ln>
                  <a:noFill/>
                </a:ln>
                <a:solidFill>
                  <a:srgbClr val="FFFFFF"/>
                </a:solidFill>
                <a:effectLst/>
                <a:uLnTx/>
                <a:uFillTx/>
                <a:latin typeface="Montserrat-Bold" panose="00000800000000000000" pitchFamily="50" charset="0"/>
                <a:ea typeface="+mn-ea"/>
                <a:cs typeface="+mn-cs"/>
              </a:endParaRPr>
            </a:p>
          </p:txBody>
        </p:sp>
        <p:sp>
          <p:nvSpPr>
            <p:cNvPr id="20" name="TextBox 19">
              <a:extLst>
                <a:ext uri="{FF2B5EF4-FFF2-40B4-BE49-F238E27FC236}">
                  <a16:creationId xmlns:a16="http://schemas.microsoft.com/office/drawing/2014/main" id="{16AE75C9-CEAE-2EE1-4A5A-6EB9805732D8}"/>
                </a:ext>
              </a:extLst>
            </p:cNvPr>
            <p:cNvSpPr txBox="1">
              <a:spLocks noChangeArrowheads="1"/>
            </p:cNvSpPr>
            <p:nvPr/>
          </p:nvSpPr>
          <p:spPr bwMode="auto">
            <a:xfrm>
              <a:off x="601975" y="1609238"/>
              <a:ext cx="7027661" cy="789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Lorem ipsum dolor sit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amet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consectetur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adipiscing</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elit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sed do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eiusmod</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tempor</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incididunt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a:t>
              </a:r>
              <a:r>
                <a:rPr kumimoji="0" lang="en-US" sz="1600" b="0" i="0" u="none" strike="noStrike" kern="1200" cap="none" spc="0" normalizeH="0" baseline="0" noProof="0" dirty="0" err="1">
                  <a:ln>
                    <a:noFill/>
                  </a:ln>
                  <a:solidFill>
                    <a:srgbClr val="FFFFFF"/>
                  </a:solidFill>
                  <a:effectLst/>
                  <a:uLnTx/>
                  <a:uFillTx/>
                  <a:latin typeface="Montserrat Light" panose="00000400000000000000" pitchFamily="50" charset="0"/>
                  <a:ea typeface="+mn-ea"/>
                  <a:cs typeface="+mn-cs"/>
                </a:rPr>
                <a:t>ut</a:t>
              </a:r>
              <a:r>
                <a:rPr kumimoji="0" lang="en-US" sz="1600" b="0" i="0" u="none" strike="noStrike" kern="1200" cap="none" spc="0" normalizeH="0" baseline="0" noProof="0" dirty="0">
                  <a:ln>
                    <a:noFill/>
                  </a:ln>
                  <a:solidFill>
                    <a:srgbClr val="FFFFFF"/>
                  </a:solidFill>
                  <a:effectLst/>
                  <a:uLnTx/>
                  <a:uFillTx/>
                  <a:latin typeface="Montserrat Light" panose="00000400000000000000" pitchFamily="50" charset="0"/>
                  <a:ea typeface="+mn-ea"/>
                  <a:cs typeface="+mn-cs"/>
                </a:rPr>
                <a:t> labore</a:t>
              </a:r>
            </a:p>
          </p:txBody>
        </p:sp>
      </p:grpSp>
      <p:sp>
        <p:nvSpPr>
          <p:cNvPr id="53" name="TextBox 52">
            <a:extLst>
              <a:ext uri="{FF2B5EF4-FFF2-40B4-BE49-F238E27FC236}">
                <a16:creationId xmlns:a16="http://schemas.microsoft.com/office/drawing/2014/main" id="{227EA1CA-4DFC-4066-B6F5-8EB9ECE2232C}"/>
              </a:ext>
            </a:extLst>
          </p:cNvPr>
          <p:cNvSpPr txBox="1"/>
          <p:nvPr/>
        </p:nvSpPr>
        <p:spPr>
          <a:xfrm>
            <a:off x="6611134" y="6421241"/>
            <a:ext cx="558769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600" normalizeH="0" baseline="0" noProof="0" dirty="0">
                <a:ln>
                  <a:noFill/>
                </a:ln>
                <a:solidFill>
                  <a:srgbClr val="FFFFFF"/>
                </a:solidFill>
                <a:effectLst/>
                <a:uLnTx/>
                <a:uFillTx/>
                <a:latin typeface="Montserrat Light" pitchFamily="2" charset="77"/>
                <a:ea typeface="+mn-ea"/>
                <a:cs typeface="+mn-cs"/>
              </a:rPr>
              <a:t>WWW.PPTHEMES.COM </a:t>
            </a:r>
          </a:p>
        </p:txBody>
      </p:sp>
      <p:sp>
        <p:nvSpPr>
          <p:cNvPr id="14" name="Rectángulo: esquinas redondeadas 95">
            <a:extLst>
              <a:ext uri="{FF2B5EF4-FFF2-40B4-BE49-F238E27FC236}">
                <a16:creationId xmlns:a16="http://schemas.microsoft.com/office/drawing/2014/main" id="{2A597DD9-FCB2-80D0-36DF-F748406523E0}"/>
              </a:ext>
            </a:extLst>
          </p:cNvPr>
          <p:cNvSpPr/>
          <p:nvPr/>
        </p:nvSpPr>
        <p:spPr>
          <a:xfrm rot="16200000">
            <a:off x="5509198" y="8054026"/>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Rectángulo: esquinas redondeadas 92">
            <a:extLst>
              <a:ext uri="{FF2B5EF4-FFF2-40B4-BE49-F238E27FC236}">
                <a16:creationId xmlns:a16="http://schemas.microsoft.com/office/drawing/2014/main" id="{EE7F81BB-1336-8478-572B-95418DEC3985}"/>
              </a:ext>
            </a:extLst>
          </p:cNvPr>
          <p:cNvSpPr/>
          <p:nvPr/>
        </p:nvSpPr>
        <p:spPr>
          <a:xfrm rot="10800000">
            <a:off x="5618527" y="8639439"/>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Rectángulo: esquinas redondeadas 89">
            <a:extLst>
              <a:ext uri="{FF2B5EF4-FFF2-40B4-BE49-F238E27FC236}">
                <a16:creationId xmlns:a16="http://schemas.microsoft.com/office/drawing/2014/main" id="{4E1F9178-D807-6C3B-658A-5015B4EE63C9}"/>
              </a:ext>
            </a:extLst>
          </p:cNvPr>
          <p:cNvSpPr/>
          <p:nvPr/>
        </p:nvSpPr>
        <p:spPr>
          <a:xfrm rot="5400000">
            <a:off x="6203940" y="8531500"/>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Rectángulo: esquinas redondeadas 80">
            <a:extLst>
              <a:ext uri="{FF2B5EF4-FFF2-40B4-BE49-F238E27FC236}">
                <a16:creationId xmlns:a16="http://schemas.microsoft.com/office/drawing/2014/main" id="{39400052-C72F-2648-D5C5-A7C80D893C26}"/>
              </a:ext>
            </a:extLst>
          </p:cNvPr>
          <p:cNvSpPr/>
          <p:nvPr/>
        </p:nvSpPr>
        <p:spPr>
          <a:xfrm>
            <a:off x="6096000" y="7946087"/>
            <a:ext cx="1057509" cy="1273389"/>
          </a:xfrm>
          <a:prstGeom prst="roundRect">
            <a:avLst>
              <a:gd name="adj" fmla="val 2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Forma libre: forma 83">
            <a:hlinkClick r:id="rId4" action="ppaction://hlinksldjump"/>
            <a:extLst>
              <a:ext uri="{FF2B5EF4-FFF2-40B4-BE49-F238E27FC236}">
                <a16:creationId xmlns:a16="http://schemas.microsoft.com/office/drawing/2014/main" id="{DA172F00-02B8-240F-4C4F-2ED6E51551C8}"/>
              </a:ext>
            </a:extLst>
          </p:cNvPr>
          <p:cNvSpPr/>
          <p:nvPr/>
        </p:nvSpPr>
        <p:spPr>
          <a:xfrm>
            <a:off x="6096000" y="7946087"/>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Forma libre: forma 90">
            <a:hlinkClick r:id="rId5" action="ppaction://hlinksldjump"/>
            <a:extLst>
              <a:ext uri="{FF2B5EF4-FFF2-40B4-BE49-F238E27FC236}">
                <a16:creationId xmlns:a16="http://schemas.microsoft.com/office/drawing/2014/main" id="{BF85AF82-5E33-9AE4-34B3-0F85E3ECF56F}"/>
              </a:ext>
            </a:extLst>
          </p:cNvPr>
          <p:cNvSpPr/>
          <p:nvPr/>
        </p:nvSpPr>
        <p:spPr>
          <a:xfrm rot="5400000">
            <a:off x="6575022" y="816041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Forma libre: forma 93">
            <a:extLst>
              <a:ext uri="{FF2B5EF4-FFF2-40B4-BE49-F238E27FC236}">
                <a16:creationId xmlns:a16="http://schemas.microsoft.com/office/drawing/2014/main" id="{B2EAA34D-9642-9190-8A5F-553153E39D3C}"/>
              </a:ext>
            </a:extLst>
          </p:cNvPr>
          <p:cNvSpPr/>
          <p:nvPr/>
        </p:nvSpPr>
        <p:spPr>
          <a:xfrm rot="10800000">
            <a:off x="6360690" y="8639439"/>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 name="Forma libre: forma 96">
            <a:extLst>
              <a:ext uri="{FF2B5EF4-FFF2-40B4-BE49-F238E27FC236}">
                <a16:creationId xmlns:a16="http://schemas.microsoft.com/office/drawing/2014/main" id="{84D3AE6D-DFC6-999A-EB62-B47809CEDFEE}"/>
              </a:ext>
            </a:extLst>
          </p:cNvPr>
          <p:cNvSpPr/>
          <p:nvPr/>
        </p:nvSpPr>
        <p:spPr>
          <a:xfrm rot="16200000">
            <a:off x="5880279" y="8425108"/>
            <a:ext cx="315346" cy="1273389"/>
          </a:xfrm>
          <a:custGeom>
            <a:avLst/>
            <a:gdLst>
              <a:gd name="connsiteX0" fmla="*/ 1232256 w 1386725"/>
              <a:gd name="connsiteY0" fmla="*/ 0 h 5599697"/>
              <a:gd name="connsiteX1" fmla="*/ 1386725 w 1386725"/>
              <a:gd name="connsiteY1" fmla="*/ 0 h 5599697"/>
              <a:gd name="connsiteX2" fmla="*/ 1386725 w 1386725"/>
              <a:gd name="connsiteY2" fmla="*/ 5599697 h 5599697"/>
              <a:gd name="connsiteX3" fmla="*/ 1232256 w 1386725"/>
              <a:gd name="connsiteY3" fmla="*/ 5599697 h 5599697"/>
              <a:gd name="connsiteX4" fmla="*/ 0 w 1386725"/>
              <a:gd name="connsiteY4" fmla="*/ 4367441 h 5599697"/>
              <a:gd name="connsiteX5" fmla="*/ 0 w 1386725"/>
              <a:gd name="connsiteY5" fmla="*/ 1232256 h 5599697"/>
              <a:gd name="connsiteX6" fmla="*/ 1232256 w 1386725"/>
              <a:gd name="connsiteY6" fmla="*/ 0 h 559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6725" h="5599697">
                <a:moveTo>
                  <a:pt x="1232256" y="0"/>
                </a:moveTo>
                <a:lnTo>
                  <a:pt x="1386725" y="0"/>
                </a:lnTo>
                <a:lnTo>
                  <a:pt x="1386725" y="5599697"/>
                </a:lnTo>
                <a:lnTo>
                  <a:pt x="1232256" y="5599697"/>
                </a:lnTo>
                <a:cubicBezTo>
                  <a:pt x="551700" y="5599697"/>
                  <a:pt x="0" y="5047997"/>
                  <a:pt x="0" y="4367441"/>
                </a:cubicBezTo>
                <a:lnTo>
                  <a:pt x="0" y="1232256"/>
                </a:lnTo>
                <a:cubicBezTo>
                  <a:pt x="0" y="551700"/>
                  <a:pt x="551700" y="0"/>
                  <a:pt x="123225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0" name="Gráfico 116" descr="Aula de clases con relleno sólido">
            <a:extLst>
              <a:ext uri="{FF2B5EF4-FFF2-40B4-BE49-F238E27FC236}">
                <a16:creationId xmlns:a16="http://schemas.microsoft.com/office/drawing/2014/main" id="{9E966CD7-028E-290C-9502-68D0711EB02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1802" y="8904129"/>
            <a:ext cx="281235" cy="281235"/>
          </a:xfrm>
          <a:prstGeom prst="rect">
            <a:avLst/>
          </a:prstGeom>
        </p:spPr>
      </p:pic>
      <p:pic>
        <p:nvPicPr>
          <p:cNvPr id="31" name="Gráfico 117" descr="Rollo de diplomas con relleno sólido">
            <a:extLst>
              <a:ext uri="{FF2B5EF4-FFF2-40B4-BE49-F238E27FC236}">
                <a16:creationId xmlns:a16="http://schemas.microsoft.com/office/drawing/2014/main" id="{D2323B37-94A0-E782-CC93-8DC7A53103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77746" y="9510900"/>
            <a:ext cx="281235" cy="281235"/>
          </a:xfrm>
          <a:prstGeom prst="rect">
            <a:avLst/>
          </a:prstGeom>
        </p:spPr>
      </p:pic>
      <p:pic>
        <p:nvPicPr>
          <p:cNvPr id="32" name="Gráfico 118" descr="Libro abierto con relleno sólido">
            <a:extLst>
              <a:ext uri="{FF2B5EF4-FFF2-40B4-BE49-F238E27FC236}">
                <a16:creationId xmlns:a16="http://schemas.microsoft.com/office/drawing/2014/main" id="{AAC07078-19F3-0702-E97A-B86834FF57F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78957" y="8673626"/>
            <a:ext cx="281235" cy="281235"/>
          </a:xfrm>
          <a:prstGeom prst="rect">
            <a:avLst/>
          </a:prstGeom>
        </p:spPr>
      </p:pic>
      <p:pic>
        <p:nvPicPr>
          <p:cNvPr id="33" name="Gráfico 119" descr="Círculos con flechas con relleno sólido">
            <a:extLst>
              <a:ext uri="{FF2B5EF4-FFF2-40B4-BE49-F238E27FC236}">
                <a16:creationId xmlns:a16="http://schemas.microsoft.com/office/drawing/2014/main" id="{FBDC3B9F-E073-51D3-0890-6006041A735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21143" y="8051159"/>
            <a:ext cx="281235" cy="281235"/>
          </a:xfrm>
          <a:prstGeom prst="rect">
            <a:avLst/>
          </a:prstGeom>
        </p:spPr>
      </p:pic>
      <p:sp>
        <p:nvSpPr>
          <p:cNvPr id="34" name="CuadroTexto 120">
            <a:extLst>
              <a:ext uri="{FF2B5EF4-FFF2-40B4-BE49-F238E27FC236}">
                <a16:creationId xmlns:a16="http://schemas.microsoft.com/office/drawing/2014/main" id="{1E13DC92-E4E3-72BB-DF5E-BE528FD10B6E}"/>
              </a:ext>
            </a:extLst>
          </p:cNvPr>
          <p:cNvSpPr txBox="1"/>
          <p:nvPr/>
        </p:nvSpPr>
        <p:spPr>
          <a:xfrm>
            <a:off x="6535593" y="8125227"/>
            <a:ext cx="519419"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C2077"/>
                </a:solidFill>
                <a:effectLst/>
                <a:uLnTx/>
                <a:uFillTx/>
                <a:latin typeface="Montserrat Black" panose="00000A00000000000000" pitchFamily="50" charset="0"/>
                <a:ea typeface="+mn-ea"/>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7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5" name="CuadroTexto 121">
            <a:extLst>
              <a:ext uri="{FF2B5EF4-FFF2-40B4-BE49-F238E27FC236}">
                <a16:creationId xmlns:a16="http://schemas.microsoft.com/office/drawing/2014/main" id="{3B5186F8-8D1F-76CE-24A2-034FCE5A7B9F}"/>
              </a:ext>
            </a:extLst>
          </p:cNvPr>
          <p:cNvSpPr txBox="1"/>
          <p:nvPr/>
        </p:nvSpPr>
        <p:spPr>
          <a:xfrm>
            <a:off x="6785550" y="9131147"/>
            <a:ext cx="519419" cy="65402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30C4D2"/>
                </a:solidFill>
                <a:effectLst/>
                <a:uLnTx/>
                <a:uFillTx/>
                <a:latin typeface="Montserrat Black" panose="00000A00000000000000" pitchFamily="50"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6" name="CuadroTexto 122">
            <a:extLst>
              <a:ext uri="{FF2B5EF4-FFF2-40B4-BE49-F238E27FC236}">
                <a16:creationId xmlns:a16="http://schemas.microsoft.com/office/drawing/2014/main" id="{83846E78-26B7-3969-10DD-F73527D50F3D}"/>
              </a:ext>
            </a:extLst>
          </p:cNvPr>
          <p:cNvSpPr txBox="1"/>
          <p:nvPr/>
        </p:nvSpPr>
        <p:spPr>
          <a:xfrm>
            <a:off x="5775842" y="9317594"/>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49401"/>
                </a:solidFill>
                <a:effectLst/>
                <a:uLnTx/>
                <a:uFillTx/>
                <a:latin typeface="Montserrat Black" panose="00000A00000000000000" pitchFamily="50" charset="0"/>
                <a:ea typeface="+mn-ea"/>
                <a:cs typeface="+mn-cs"/>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sp>
        <p:nvSpPr>
          <p:cNvPr id="37" name="CuadroTexto 123">
            <a:extLst>
              <a:ext uri="{FF2B5EF4-FFF2-40B4-BE49-F238E27FC236}">
                <a16:creationId xmlns:a16="http://schemas.microsoft.com/office/drawing/2014/main" id="{7AE4E43B-FEFA-94A6-BD6D-918505E28083}"/>
              </a:ext>
            </a:extLst>
          </p:cNvPr>
          <p:cNvSpPr txBox="1"/>
          <p:nvPr/>
        </p:nvSpPr>
        <p:spPr>
          <a:xfrm>
            <a:off x="5529667" y="8404308"/>
            <a:ext cx="519419"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F93043"/>
                </a:solidFill>
                <a:effectLst/>
                <a:uLnTx/>
                <a:uFillTx/>
                <a:latin typeface="Montserrat Black" panose="00000A00000000000000" pitchFamily="50" charset="0"/>
                <a:ea typeface="+mn-ea"/>
                <a:cs typeface="+mn-cs"/>
              </a:rPr>
              <a:t>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TITLE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rPr>
              <a:t>HERE</a:t>
            </a:r>
            <a:endParaRPr kumimoji="0" lang="es-CO" sz="500" b="0" i="0" u="none" strike="noStrike" kern="1200" cap="none" spc="0" normalizeH="0" baseline="0" noProof="0" dirty="0">
              <a:ln>
                <a:noFill/>
              </a:ln>
              <a:solidFill>
                <a:srgbClr val="212745"/>
              </a:solidFill>
              <a:effectLst/>
              <a:uLnTx/>
              <a:uFillTx/>
              <a:latin typeface="Lato" panose="020F0502020204030203" pitchFamily="34" charset="0"/>
              <a:ea typeface="+mn-ea"/>
              <a:cs typeface="+mn-cs"/>
            </a:endParaRPr>
          </a:p>
        </p:txBody>
      </p:sp>
      <p:grpSp>
        <p:nvGrpSpPr>
          <p:cNvPr id="38" name="Grupo 79">
            <a:extLst>
              <a:ext uri="{FF2B5EF4-FFF2-40B4-BE49-F238E27FC236}">
                <a16:creationId xmlns:a16="http://schemas.microsoft.com/office/drawing/2014/main" id="{4B6F3956-55E3-6EC8-FCF1-BD9DE08628AC}"/>
              </a:ext>
            </a:extLst>
          </p:cNvPr>
          <p:cNvGrpSpPr/>
          <p:nvPr/>
        </p:nvGrpSpPr>
        <p:grpSpPr>
          <a:xfrm>
            <a:off x="6096000" y="8635062"/>
            <a:ext cx="580036" cy="580036"/>
            <a:chOff x="9095873" y="4745254"/>
            <a:chExt cx="2550695" cy="2550695"/>
          </a:xfrm>
        </p:grpSpPr>
        <p:sp>
          <p:nvSpPr>
            <p:cNvPr id="40" name="Elipse 78">
              <a:extLst>
                <a:ext uri="{FF2B5EF4-FFF2-40B4-BE49-F238E27FC236}">
                  <a16:creationId xmlns:a16="http://schemas.microsoft.com/office/drawing/2014/main" id="{5A4E574A-02C7-B1C1-5FA1-699B9FAAE0FA}"/>
                </a:ext>
              </a:extLst>
            </p:cNvPr>
            <p:cNvSpPr/>
            <p:nvPr/>
          </p:nvSpPr>
          <p:spPr>
            <a:xfrm>
              <a:off x="9095873" y="4745254"/>
              <a:ext cx="2550695" cy="255069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1" name="Elipse 77">
              <a:extLst>
                <a:ext uri="{FF2B5EF4-FFF2-40B4-BE49-F238E27FC236}">
                  <a16:creationId xmlns:a16="http://schemas.microsoft.com/office/drawing/2014/main" id="{6EC4473B-0287-7F7B-5549-13BF29DBE7F9}"/>
                </a:ext>
              </a:extLst>
            </p:cNvPr>
            <p:cNvSpPr/>
            <p:nvPr/>
          </p:nvSpPr>
          <p:spPr>
            <a:xfrm>
              <a:off x="9432758" y="5101389"/>
              <a:ext cx="1876926" cy="1876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48" name="Gráfico 115" descr="Libros en una estantería con relleno sólido">
            <a:extLst>
              <a:ext uri="{FF2B5EF4-FFF2-40B4-BE49-F238E27FC236}">
                <a16:creationId xmlns:a16="http://schemas.microsoft.com/office/drawing/2014/main" id="{23918703-A443-71B2-9C63-872F2268C3B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37128" y="8771669"/>
            <a:ext cx="281235" cy="281235"/>
          </a:xfrm>
          <a:prstGeom prst="rect">
            <a:avLst/>
          </a:prstGeom>
        </p:spPr>
      </p:pic>
      <p:sp>
        <p:nvSpPr>
          <p:cNvPr id="56" name="TextBox 55">
            <a:extLst>
              <a:ext uri="{FF2B5EF4-FFF2-40B4-BE49-F238E27FC236}">
                <a16:creationId xmlns:a16="http://schemas.microsoft.com/office/drawing/2014/main" id="{917D6943-2CFE-1F48-D3D3-EB2411A58E37}"/>
              </a:ext>
            </a:extLst>
          </p:cNvPr>
          <p:cNvSpPr txBox="1">
            <a:spLocks noChangeArrowheads="1"/>
          </p:cNvSpPr>
          <p:nvPr/>
        </p:nvSpPr>
        <p:spPr bwMode="auto">
          <a:xfrm>
            <a:off x="2923979" y="169930"/>
            <a:ext cx="807739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itchFamily="2" charset="0"/>
              </a:defRPr>
            </a:lvl1pPr>
            <a:lvl2pPr marL="742950" indent="-285750">
              <a:defRPr>
                <a:solidFill>
                  <a:schemeClr val="tx1"/>
                </a:solidFill>
                <a:latin typeface="Open Sans" pitchFamily="2" charset="0"/>
              </a:defRPr>
            </a:lvl2pPr>
            <a:lvl3pPr marL="1143000" indent="-228600">
              <a:defRPr>
                <a:solidFill>
                  <a:schemeClr val="tx1"/>
                </a:solidFill>
                <a:latin typeface="Open Sans" pitchFamily="2" charset="0"/>
              </a:defRPr>
            </a:lvl3pPr>
            <a:lvl4pPr marL="1600200" indent="-228600">
              <a:defRPr>
                <a:solidFill>
                  <a:schemeClr val="tx1"/>
                </a:solidFill>
                <a:latin typeface="Open Sans" pitchFamily="2" charset="0"/>
              </a:defRPr>
            </a:lvl4pPr>
            <a:lvl5pPr marL="2057400" indent="-228600">
              <a:defRPr>
                <a:solidFill>
                  <a:schemeClr val="tx1"/>
                </a:solidFill>
                <a:latin typeface="Open Sans" pitchFamily="2" charset="0"/>
              </a:defRPr>
            </a:lvl5pPr>
            <a:lvl6pPr marL="2514600" indent="-228600" fontAlgn="base">
              <a:spcBef>
                <a:spcPct val="0"/>
              </a:spcBef>
              <a:spcAft>
                <a:spcPct val="0"/>
              </a:spcAft>
              <a:defRPr>
                <a:solidFill>
                  <a:schemeClr val="tx1"/>
                </a:solidFill>
                <a:latin typeface="Open Sans" pitchFamily="2" charset="0"/>
              </a:defRPr>
            </a:lvl6pPr>
            <a:lvl7pPr marL="2971800" indent="-228600" fontAlgn="base">
              <a:spcBef>
                <a:spcPct val="0"/>
              </a:spcBef>
              <a:spcAft>
                <a:spcPct val="0"/>
              </a:spcAft>
              <a:defRPr>
                <a:solidFill>
                  <a:schemeClr val="tx1"/>
                </a:solidFill>
                <a:latin typeface="Open Sans" pitchFamily="2" charset="0"/>
              </a:defRPr>
            </a:lvl7pPr>
            <a:lvl8pPr marL="3429000" indent="-228600" fontAlgn="base">
              <a:spcBef>
                <a:spcPct val="0"/>
              </a:spcBef>
              <a:spcAft>
                <a:spcPct val="0"/>
              </a:spcAft>
              <a:defRPr>
                <a:solidFill>
                  <a:schemeClr val="tx1"/>
                </a:solidFill>
                <a:latin typeface="Open Sans" pitchFamily="2" charset="0"/>
              </a:defRPr>
            </a:lvl8pPr>
            <a:lvl9pPr marL="3886200" indent="-228600" fontAlgn="base">
              <a:spcBef>
                <a:spcPct val="0"/>
              </a:spcBef>
              <a:spcAft>
                <a:spcPct val="0"/>
              </a:spcAft>
              <a:defRPr>
                <a:solidFill>
                  <a:schemeClr val="tx1"/>
                </a:solidFill>
                <a:latin typeface="Open Sans" pitchFamily="2" charset="0"/>
              </a:defRPr>
            </a:lvl9pPr>
          </a:lstStyle>
          <a:p>
            <a:r>
              <a:rPr lang="en-US" sz="1500" b="1" dirty="0">
                <a:latin typeface="Arial" panose="020B0604020202020204" pitchFamily="34" charset="0"/>
                <a:cs typeface="Arial" panose="020B0604020202020204" pitchFamily="34" charset="0"/>
              </a:rPr>
              <a:t>Playlist Manager with Doubly Linked List</a:t>
            </a:r>
          </a:p>
          <a:p>
            <a:r>
              <a:rPr lang="en-US" sz="1500" dirty="0">
                <a:latin typeface="Arial" panose="020B0604020202020204" pitchFamily="34" charset="0"/>
                <a:cs typeface="Arial" panose="020B0604020202020204" pitchFamily="34" charset="0"/>
              </a:rPr>
              <a:t>You are asked to implement a music playlist manager using a Doubly Linked List (DLL). </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Each node in the list represents a </a:t>
            </a:r>
          </a:p>
          <a:p>
            <a:r>
              <a:rPr lang="en-US" sz="1500" dirty="0">
                <a:latin typeface="Arial" panose="020B0604020202020204" pitchFamily="34" charset="0"/>
                <a:cs typeface="Arial" panose="020B0604020202020204" pitchFamily="34" charset="0"/>
              </a:rPr>
              <a:t>song with the following details:</a:t>
            </a:r>
          </a:p>
          <a:p>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ID (Int) UNIQUE</a:t>
            </a:r>
          </a:p>
          <a:p>
            <a:r>
              <a:rPr lang="en-US" sz="1500" b="1" dirty="0">
                <a:latin typeface="Arial" panose="020B0604020202020204" pitchFamily="34" charset="0"/>
                <a:cs typeface="Arial" panose="020B0604020202020204" pitchFamily="34" charset="0"/>
              </a:rPr>
              <a:t>Title (string)</a:t>
            </a:r>
          </a:p>
          <a:p>
            <a:r>
              <a:rPr lang="en-US" sz="1500" b="1" dirty="0">
                <a:latin typeface="Arial" panose="020B0604020202020204" pitchFamily="34" charset="0"/>
                <a:cs typeface="Arial" panose="020B0604020202020204" pitchFamily="34" charset="0"/>
              </a:rPr>
              <a:t>Artist (string)</a:t>
            </a:r>
          </a:p>
          <a:p>
            <a:r>
              <a:rPr lang="en-US" sz="1500" b="1" dirty="0">
                <a:latin typeface="Arial" panose="020B0604020202020204" pitchFamily="34" charset="0"/>
                <a:cs typeface="Arial" panose="020B0604020202020204" pitchFamily="34" charset="0"/>
              </a:rPr>
              <a:t>Duration (float)</a:t>
            </a:r>
            <a:endParaRPr lang="en-US" b="1"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FF88FFCB-FD41-439F-19C5-C3D524B86AE1}"/>
              </a:ext>
            </a:extLst>
          </p:cNvPr>
          <p:cNvSpPr txBox="1"/>
          <p:nvPr/>
        </p:nvSpPr>
        <p:spPr>
          <a:xfrm>
            <a:off x="6261760" y="879168"/>
            <a:ext cx="5693990" cy="5693866"/>
          </a:xfrm>
          <a:prstGeom prst="rect">
            <a:avLst/>
          </a:prstGeom>
          <a:noFill/>
        </p:spPr>
        <p:txBody>
          <a:bodyPr wrap="square" rtlCol="0">
            <a:spAutoFit/>
          </a:bodyPr>
          <a:lstStyle/>
          <a:p>
            <a:pPr>
              <a:buNone/>
            </a:pPr>
            <a:r>
              <a:rPr lang="en-US" sz="1300" dirty="0">
                <a:latin typeface="Arial" panose="020B0604020202020204" pitchFamily="34" charset="0"/>
                <a:cs typeface="Arial" panose="020B0604020202020204" pitchFamily="34" charset="0"/>
              </a:rPr>
              <a:t>Your program should provide the following operations (menu-driven):</a:t>
            </a:r>
          </a:p>
          <a:p>
            <a:pPr>
              <a:buNone/>
            </a:pPr>
            <a:endParaRPr lang="en-US" sz="1300" dirty="0">
              <a:latin typeface="Arial" panose="020B0604020202020204" pitchFamily="34" charset="0"/>
              <a:cs typeface="Arial" panose="020B0604020202020204" pitchFamily="34" charset="0"/>
            </a:endParaRPr>
          </a:p>
          <a:p>
            <a:pPr>
              <a:buFont typeface="+mj-lt"/>
              <a:buAutoNum type="arabicPeriod"/>
            </a:pPr>
            <a:r>
              <a:rPr lang="en-US" sz="1300" b="1" dirty="0">
                <a:latin typeface="Arial" panose="020B0604020202020204" pitchFamily="34" charset="0"/>
                <a:cs typeface="Arial" panose="020B0604020202020204" pitchFamily="34" charset="0"/>
              </a:rPr>
              <a:t>Add Song</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Add a new song at the end of the playlist.</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Prevent duplicates (no two songs should have the same id).</a:t>
            </a:r>
          </a:p>
          <a:p>
            <a:pPr>
              <a:buFont typeface="+mj-lt"/>
              <a:buAutoNum type="arabicPeriod"/>
            </a:pPr>
            <a:r>
              <a:rPr lang="en-US" sz="1300" b="1" dirty="0">
                <a:latin typeface="Arial" panose="020B0604020202020204" pitchFamily="34" charset="0"/>
                <a:cs typeface="Arial" panose="020B0604020202020204" pitchFamily="34" charset="0"/>
              </a:rPr>
              <a:t>Insert at Position</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Insert a song at a specific position in the playlist.</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If position is invalid (greater than list size + 1), display an error.</a:t>
            </a:r>
          </a:p>
          <a:p>
            <a:pPr>
              <a:buFont typeface="+mj-lt"/>
              <a:buAutoNum type="arabicPeriod"/>
            </a:pPr>
            <a:r>
              <a:rPr lang="en-US" sz="1300" b="1" dirty="0">
                <a:latin typeface="Arial" panose="020B0604020202020204" pitchFamily="34" charset="0"/>
                <a:cs typeface="Arial" panose="020B0604020202020204" pitchFamily="34" charset="0"/>
              </a:rPr>
              <a:t>Delete Song</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Remove a song given its id.</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Handle cases where the id does not exist.</a:t>
            </a:r>
          </a:p>
          <a:p>
            <a:pPr>
              <a:buFont typeface="+mj-lt"/>
              <a:buAutoNum type="arabicPeriod"/>
            </a:pPr>
            <a:r>
              <a:rPr lang="en-US" sz="1300" b="1" dirty="0">
                <a:latin typeface="Arial" panose="020B0604020202020204" pitchFamily="34" charset="0"/>
                <a:cs typeface="Arial" panose="020B0604020202020204" pitchFamily="34" charset="0"/>
              </a:rPr>
              <a:t>Update song</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Update title, artist, or duration of a song by id.</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Leave unchanged fields if user skips input.</a:t>
            </a:r>
            <a:endParaRPr lang="en-US" sz="1300" b="1" dirty="0">
              <a:latin typeface="Arial" panose="020B0604020202020204" pitchFamily="34" charset="0"/>
              <a:cs typeface="Arial" panose="020B0604020202020204" pitchFamily="34" charset="0"/>
            </a:endParaRPr>
          </a:p>
          <a:p>
            <a:pPr>
              <a:buFont typeface="+mj-lt"/>
              <a:buAutoNum type="arabicPeriod"/>
            </a:pPr>
            <a:r>
              <a:rPr lang="en-US" sz="1300" b="1" dirty="0">
                <a:latin typeface="Arial" panose="020B0604020202020204" pitchFamily="34" charset="0"/>
                <a:cs typeface="Arial" panose="020B0604020202020204" pitchFamily="34" charset="0"/>
              </a:rPr>
              <a:t>Search Song</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Search by title or artist (user choice).</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Display all matches (case-insensitive).</a:t>
            </a:r>
          </a:p>
          <a:p>
            <a:pPr>
              <a:buFont typeface="+mj-lt"/>
              <a:buAutoNum type="arabicPeriod"/>
            </a:pPr>
            <a:r>
              <a:rPr lang="en-US" sz="1300" b="1" dirty="0">
                <a:latin typeface="Arial" panose="020B0604020202020204" pitchFamily="34" charset="0"/>
                <a:cs typeface="Arial" panose="020B0604020202020204" pitchFamily="34" charset="0"/>
              </a:rPr>
              <a:t>Reverse Playlist</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Reverse the order of the playlist </a:t>
            </a:r>
            <a:r>
              <a:rPr lang="en-US" sz="1300" b="1" dirty="0">
                <a:latin typeface="Arial" panose="020B0604020202020204" pitchFamily="34" charset="0"/>
                <a:cs typeface="Arial" panose="020B0604020202020204" pitchFamily="34" charset="0"/>
              </a:rPr>
              <a:t>in-place</a:t>
            </a:r>
            <a:r>
              <a:rPr lang="en-US" sz="1300" dirty="0">
                <a:latin typeface="Arial" panose="020B0604020202020204" pitchFamily="34" charset="0"/>
                <a:cs typeface="Arial" panose="020B0604020202020204" pitchFamily="34" charset="0"/>
              </a:rPr>
              <a:t> by manipulating pointers (no extra list).</a:t>
            </a:r>
          </a:p>
          <a:p>
            <a:pPr>
              <a:buFont typeface="+mj-lt"/>
              <a:buAutoNum type="arabicPeriod"/>
            </a:pPr>
            <a:r>
              <a:rPr lang="en-PH" sz="1300" b="1" dirty="0">
                <a:latin typeface="Arial" panose="020B0604020202020204" pitchFamily="34" charset="0"/>
                <a:cs typeface="Arial" panose="020B0604020202020204" pitchFamily="34" charset="0"/>
              </a:rPr>
              <a:t>Sort Playlist by Duration</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Sort all songs by duration.</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User chooses Ascending or Descending.</a:t>
            </a: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Sorting must be implemented by swapping DLL nodes, not copying into arrays.</a:t>
            </a:r>
          </a:p>
          <a:p>
            <a:pPr>
              <a:buFont typeface="+mj-lt"/>
              <a:buAutoNum type="arabicPeriod"/>
            </a:pPr>
            <a:r>
              <a:rPr lang="en-US" sz="1300" b="1" dirty="0">
                <a:latin typeface="Arial" panose="020B0604020202020204" pitchFamily="34" charset="0"/>
                <a:cs typeface="Arial" panose="020B0604020202020204" pitchFamily="34" charset="0"/>
              </a:rPr>
              <a:t>Display Playlist</a:t>
            </a:r>
            <a:endParaRPr lang="en-US" sz="13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300" dirty="0">
                <a:latin typeface="Arial" panose="020B0604020202020204" pitchFamily="34" charset="0"/>
                <a:cs typeface="Arial" panose="020B0604020202020204" pitchFamily="34" charset="0"/>
              </a:rPr>
              <a:t>Show all songs in order.</a:t>
            </a:r>
          </a:p>
          <a:p>
            <a:endParaRPr lang="en-PH" sz="13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422D14A1-9BAC-6BA4-37C1-3A9EE7CA6951}"/>
              </a:ext>
            </a:extLst>
          </p:cNvPr>
          <p:cNvPicPr>
            <a:picLocks noChangeAspect="1"/>
          </p:cNvPicPr>
          <p:nvPr/>
        </p:nvPicPr>
        <p:blipFill>
          <a:blip r:embed="rId16"/>
          <a:stretch>
            <a:fillRect/>
          </a:stretch>
        </p:blipFill>
        <p:spPr>
          <a:xfrm>
            <a:off x="416393" y="118848"/>
            <a:ext cx="2126782" cy="6630556"/>
          </a:xfrm>
          <a:prstGeom prst="rect">
            <a:avLst/>
          </a:prstGeom>
        </p:spPr>
      </p:pic>
    </p:spTree>
    <p:extLst>
      <p:ext uri="{BB962C8B-B14F-4D97-AF65-F5344CB8AC3E}">
        <p14:creationId xmlns:p14="http://schemas.microsoft.com/office/powerpoint/2010/main" val="1866766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leadership template">
      <a:dk1>
        <a:srgbClr val="000000"/>
      </a:dk1>
      <a:lt1>
        <a:srgbClr val="FFFFFF"/>
      </a:lt1>
      <a:dk2>
        <a:srgbClr val="212745"/>
      </a:dk2>
      <a:lt2>
        <a:srgbClr val="B4DCFA"/>
      </a:lt2>
      <a:accent1>
        <a:srgbClr val="000B49"/>
      </a:accent1>
      <a:accent2>
        <a:srgbClr val="30C4D2"/>
      </a:accent2>
      <a:accent3>
        <a:srgbClr val="F49401"/>
      </a:accent3>
      <a:accent4>
        <a:srgbClr val="F93043"/>
      </a:accent4>
      <a:accent5>
        <a:srgbClr val="3C2077"/>
      </a:accent5>
      <a:accent6>
        <a:srgbClr val="CDD0CF"/>
      </a:accent6>
      <a:hlink>
        <a:srgbClr val="56C7AA"/>
      </a:hlink>
      <a:folHlink>
        <a:srgbClr val="59A8D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Animated ppt">
      <a:dk1>
        <a:srgbClr val="171717"/>
      </a:dk1>
      <a:lt1>
        <a:srgbClr val="FFFFFF"/>
      </a:lt1>
      <a:dk2>
        <a:srgbClr val="6D316A"/>
      </a:dk2>
      <a:lt2>
        <a:srgbClr val="FFFFFF"/>
      </a:lt2>
      <a:accent1>
        <a:srgbClr val="CD2354"/>
      </a:accent1>
      <a:accent2>
        <a:srgbClr val="ED942B"/>
      </a:accent2>
      <a:accent3>
        <a:srgbClr val="4F5EFD"/>
      </a:accent3>
      <a:accent4>
        <a:srgbClr val="CB3F97"/>
      </a:accent4>
      <a:accent5>
        <a:srgbClr val="5CC4A3"/>
      </a:accent5>
      <a:accent6>
        <a:srgbClr val="6FE5F2"/>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2904</TotalTime>
  <Words>1384</Words>
  <Application>Microsoft Office PowerPoint</Application>
  <PresentationFormat>Widescreen</PresentationFormat>
  <Paragraphs>299</Paragraphs>
  <Slides>24</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24</vt:i4>
      </vt:variant>
    </vt:vector>
  </HeadingPairs>
  <TitlesOfParts>
    <vt:vector size="36" baseType="lpstr">
      <vt:lpstr>Arial</vt:lpstr>
      <vt:lpstr>Calibri</vt:lpstr>
      <vt:lpstr>Lato</vt:lpstr>
      <vt:lpstr>Lato Black</vt:lpstr>
      <vt:lpstr>Montserrat</vt:lpstr>
      <vt:lpstr>Montserrat Black</vt:lpstr>
      <vt:lpstr>Montserrat Light</vt:lpstr>
      <vt:lpstr>Montserrat-Bold</vt:lpstr>
      <vt:lpstr>Raleway Regular</vt:lpstr>
      <vt:lpstr>Wingdings</vt:lpstr>
      <vt:lpstr>Office Theme</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Jolie Nayibe Serrano</dc:creator>
  <cp:lastModifiedBy>ORCULLO Lowell Jay C.</cp:lastModifiedBy>
  <cp:revision>267</cp:revision>
  <dcterms:created xsi:type="dcterms:W3CDTF">2020-04-22T15:34:04Z</dcterms:created>
  <dcterms:modified xsi:type="dcterms:W3CDTF">2025-10-28T04:35:07Z</dcterms:modified>
</cp:coreProperties>
</file>