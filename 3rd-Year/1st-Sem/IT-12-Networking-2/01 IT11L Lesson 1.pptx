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18"/>
  </p:notesMasterIdLst>
  <p:sldIdLst>
    <p:sldId id="256" r:id="rId2"/>
    <p:sldId id="270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</p:sldIdLst>
  <p:sldSz cx="9144000" cy="5143500" type="screen16x9"/>
  <p:notesSz cx="6858000" cy="9144000"/>
  <p:embeddedFontLst>
    <p:embeddedFont>
      <p:font typeface="Arvo" charset="0"/>
      <p:regular r:id="rId19"/>
      <p:bold r:id="rId20"/>
      <p:italic r:id="rId21"/>
      <p:boldItalic r:id="rId22"/>
    </p:embeddedFont>
    <p:embeddedFont>
      <p:font typeface="Roboto Condensed Light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361D0E8-D997-425D-AB2C-E45440580EAB}">
  <a:tblStyle styleId="{E361D0E8-D997-425D-AB2C-E45440580E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804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9213180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398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APIs – Application Programming Interfaces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NETBIOS</a:t>
            </a:r>
            <a:r>
              <a:rPr lang="en-US" baseline="0" dirty="0" smtClean="0"/>
              <a:t> – Network Basic Input/</a:t>
            </a:r>
            <a:r>
              <a:rPr lang="en-US" baseline="0" dirty="0" err="1" smtClean="0"/>
              <a:t>Ouput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200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3" Type="http://schemas.openxmlformats.org/officeDocument/2006/relationships/image" Target="../media/image23.png"/><Relationship Id="rId21" Type="http://schemas.openxmlformats.org/officeDocument/2006/relationships/image" Target="../media/image41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36.png"/><Relationship Id="rId20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10" Type="http://schemas.openxmlformats.org/officeDocument/2006/relationships/image" Target="../media/image30.png"/><Relationship Id="rId19" Type="http://schemas.openxmlformats.org/officeDocument/2006/relationships/image" Target="../media/image39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26" Type="http://schemas.openxmlformats.org/officeDocument/2006/relationships/image" Target="../media/image66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5" Type="http://schemas.openxmlformats.org/officeDocument/2006/relationships/image" Target="../media/image65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Relationship Id="rId27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17" Type="http://schemas.openxmlformats.org/officeDocument/2006/relationships/image" Target="../media/image96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18" Type="http://schemas.openxmlformats.org/officeDocument/2006/relationships/image" Target="../media/image111.png"/><Relationship Id="rId3" Type="http://schemas.openxmlformats.org/officeDocument/2006/relationships/image" Target="../media/image82.png"/><Relationship Id="rId21" Type="http://schemas.openxmlformats.org/officeDocument/2006/relationships/image" Target="../media/image114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09.png"/><Relationship Id="rId20" Type="http://schemas.openxmlformats.org/officeDocument/2006/relationships/image" Target="../media/image1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23" Type="http://schemas.openxmlformats.org/officeDocument/2006/relationships/image" Target="../media/image116.png"/><Relationship Id="rId10" Type="http://schemas.openxmlformats.org/officeDocument/2006/relationships/image" Target="../media/image103.png"/><Relationship Id="rId19" Type="http://schemas.openxmlformats.org/officeDocument/2006/relationships/image" Target="../media/image112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Relationship Id="rId22" Type="http://schemas.openxmlformats.org/officeDocument/2006/relationships/image" Target="../media/image1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5.png"/><Relationship Id="rId18" Type="http://schemas.openxmlformats.org/officeDocument/2006/relationships/image" Target="../media/image130.png"/><Relationship Id="rId3" Type="http://schemas.openxmlformats.org/officeDocument/2006/relationships/image" Target="../media/image117.png"/><Relationship Id="rId21" Type="http://schemas.openxmlformats.org/officeDocument/2006/relationships/image" Target="../media/image133.png"/><Relationship Id="rId7" Type="http://schemas.openxmlformats.org/officeDocument/2006/relationships/image" Target="../media/image120.png"/><Relationship Id="rId12" Type="http://schemas.openxmlformats.org/officeDocument/2006/relationships/image" Target="../media/image124.png"/><Relationship Id="rId17" Type="http://schemas.openxmlformats.org/officeDocument/2006/relationships/image" Target="../media/image12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8.png"/><Relationship Id="rId20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9.png"/><Relationship Id="rId11" Type="http://schemas.openxmlformats.org/officeDocument/2006/relationships/image" Target="../media/image123.png"/><Relationship Id="rId5" Type="http://schemas.openxmlformats.org/officeDocument/2006/relationships/image" Target="../media/image118.png"/><Relationship Id="rId15" Type="http://schemas.openxmlformats.org/officeDocument/2006/relationships/image" Target="../media/image127.png"/><Relationship Id="rId10" Type="http://schemas.openxmlformats.org/officeDocument/2006/relationships/image" Target="../media/image101.png"/><Relationship Id="rId19" Type="http://schemas.openxmlformats.org/officeDocument/2006/relationships/image" Target="../media/image131.png"/><Relationship Id="rId4" Type="http://schemas.openxmlformats.org/officeDocument/2006/relationships/image" Target="../media/image82.png"/><Relationship Id="rId9" Type="http://schemas.openxmlformats.org/officeDocument/2006/relationships/image" Target="../media/image122.png"/><Relationship Id="rId14" Type="http://schemas.openxmlformats.org/officeDocument/2006/relationships/image" Target="../media/image126.png"/><Relationship Id="rId22" Type="http://schemas.openxmlformats.org/officeDocument/2006/relationships/image" Target="../media/image13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145.png"/><Relationship Id="rId3" Type="http://schemas.openxmlformats.org/officeDocument/2006/relationships/image" Target="../media/image135.png"/><Relationship Id="rId7" Type="http://schemas.openxmlformats.org/officeDocument/2006/relationships/image" Target="../media/image139.png"/><Relationship Id="rId12" Type="http://schemas.openxmlformats.org/officeDocument/2006/relationships/image" Target="../media/image144.png"/><Relationship Id="rId17" Type="http://schemas.openxmlformats.org/officeDocument/2006/relationships/image" Target="../media/image14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8.png"/><Relationship Id="rId11" Type="http://schemas.openxmlformats.org/officeDocument/2006/relationships/image" Target="../media/image143.png"/><Relationship Id="rId5" Type="http://schemas.openxmlformats.org/officeDocument/2006/relationships/image" Target="../media/image137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6.png"/><Relationship Id="rId9" Type="http://schemas.openxmlformats.org/officeDocument/2006/relationships/image" Target="../media/image141.png"/><Relationship Id="rId14" Type="http://schemas.openxmlformats.org/officeDocument/2006/relationships/image" Target="../media/image14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3" Type="http://schemas.openxmlformats.org/officeDocument/2006/relationships/image" Target="../media/image150.png"/><Relationship Id="rId7" Type="http://schemas.openxmlformats.org/officeDocument/2006/relationships/image" Target="../media/image15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Relationship Id="rId5" Type="http://schemas.openxmlformats.org/officeDocument/2006/relationships/image" Target="../media/image152.png"/><Relationship Id="rId4" Type="http://schemas.openxmlformats.org/officeDocument/2006/relationships/image" Target="../media/image151.png"/><Relationship Id="rId9" Type="http://schemas.openxmlformats.org/officeDocument/2006/relationships/image" Target="../media/image15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png"/><Relationship Id="rId3" Type="http://schemas.openxmlformats.org/officeDocument/2006/relationships/image" Target="../media/image157.png"/><Relationship Id="rId7" Type="http://schemas.openxmlformats.org/officeDocument/2006/relationships/image" Target="../media/image16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9.png"/><Relationship Id="rId4" Type="http://schemas.openxmlformats.org/officeDocument/2006/relationships/image" Target="../media/image158.png"/><Relationship Id="rId9" Type="http://schemas.openxmlformats.org/officeDocument/2006/relationships/image" Target="../media/image16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png"/><Relationship Id="rId13" Type="http://schemas.openxmlformats.org/officeDocument/2006/relationships/image" Target="../media/image174.png"/><Relationship Id="rId18" Type="http://schemas.openxmlformats.org/officeDocument/2006/relationships/image" Target="../media/image179.png"/><Relationship Id="rId3" Type="http://schemas.openxmlformats.org/officeDocument/2006/relationships/image" Target="../media/image164.png"/><Relationship Id="rId7" Type="http://schemas.openxmlformats.org/officeDocument/2006/relationships/image" Target="../media/image168.png"/><Relationship Id="rId12" Type="http://schemas.openxmlformats.org/officeDocument/2006/relationships/image" Target="../media/image173.png"/><Relationship Id="rId17" Type="http://schemas.openxmlformats.org/officeDocument/2006/relationships/image" Target="../media/image178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7.png"/><Relationship Id="rId11" Type="http://schemas.openxmlformats.org/officeDocument/2006/relationships/image" Target="../media/image172.png"/><Relationship Id="rId5" Type="http://schemas.openxmlformats.org/officeDocument/2006/relationships/image" Target="../media/image166.png"/><Relationship Id="rId15" Type="http://schemas.openxmlformats.org/officeDocument/2006/relationships/image" Target="../media/image176.png"/><Relationship Id="rId10" Type="http://schemas.openxmlformats.org/officeDocument/2006/relationships/image" Target="../media/image171.png"/><Relationship Id="rId19" Type="http://schemas.openxmlformats.org/officeDocument/2006/relationships/image" Target="../media/image180.png"/><Relationship Id="rId4" Type="http://schemas.openxmlformats.org/officeDocument/2006/relationships/image" Target="../media/image165.png"/><Relationship Id="rId9" Type="http://schemas.openxmlformats.org/officeDocument/2006/relationships/image" Target="../media/image170.png"/><Relationship Id="rId14" Type="http://schemas.openxmlformats.org/officeDocument/2006/relationships/image" Target="../media/image17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6.png"/><Relationship Id="rId13" Type="http://schemas.openxmlformats.org/officeDocument/2006/relationships/image" Target="../media/image191.png"/><Relationship Id="rId18" Type="http://schemas.openxmlformats.org/officeDocument/2006/relationships/image" Target="../media/image196.png"/><Relationship Id="rId3" Type="http://schemas.openxmlformats.org/officeDocument/2006/relationships/image" Target="../media/image181.png"/><Relationship Id="rId21" Type="http://schemas.openxmlformats.org/officeDocument/2006/relationships/image" Target="../media/image199.png"/><Relationship Id="rId7" Type="http://schemas.openxmlformats.org/officeDocument/2006/relationships/image" Target="../media/image185.png"/><Relationship Id="rId12" Type="http://schemas.openxmlformats.org/officeDocument/2006/relationships/image" Target="../media/image190.png"/><Relationship Id="rId17" Type="http://schemas.openxmlformats.org/officeDocument/2006/relationships/image" Target="../media/image195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94.png"/><Relationship Id="rId20" Type="http://schemas.openxmlformats.org/officeDocument/2006/relationships/image" Target="../media/image1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4.png"/><Relationship Id="rId11" Type="http://schemas.openxmlformats.org/officeDocument/2006/relationships/image" Target="../media/image189.png"/><Relationship Id="rId24" Type="http://schemas.openxmlformats.org/officeDocument/2006/relationships/image" Target="../media/image202.png"/><Relationship Id="rId5" Type="http://schemas.openxmlformats.org/officeDocument/2006/relationships/image" Target="../media/image183.png"/><Relationship Id="rId15" Type="http://schemas.openxmlformats.org/officeDocument/2006/relationships/image" Target="../media/image193.png"/><Relationship Id="rId23" Type="http://schemas.openxmlformats.org/officeDocument/2006/relationships/image" Target="../media/image201.png"/><Relationship Id="rId10" Type="http://schemas.openxmlformats.org/officeDocument/2006/relationships/image" Target="../media/image188.png"/><Relationship Id="rId19" Type="http://schemas.openxmlformats.org/officeDocument/2006/relationships/image" Target="../media/image197.png"/><Relationship Id="rId4" Type="http://schemas.openxmlformats.org/officeDocument/2006/relationships/image" Target="../media/image182.png"/><Relationship Id="rId9" Type="http://schemas.openxmlformats.org/officeDocument/2006/relationships/image" Target="../media/image187.png"/><Relationship Id="rId14" Type="http://schemas.openxmlformats.org/officeDocument/2006/relationships/image" Target="../media/image192.png"/><Relationship Id="rId22" Type="http://schemas.openxmlformats.org/officeDocument/2006/relationships/image" Target="../media/image20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187289" y="941824"/>
            <a:ext cx="8471971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" sz="3600" dirty="0" smtClean="0"/>
              <a:t>IT11L COMPUTER NETWORK</a:t>
            </a:r>
            <a:r>
              <a:rPr lang="en" dirty="0" smtClean="0">
                <a:solidFill>
                  <a:srgbClr val="FFC000"/>
                </a:solidFill>
              </a:rPr>
              <a:t/>
            </a:r>
            <a:br>
              <a:rPr lang="en" dirty="0" smtClean="0">
                <a:solidFill>
                  <a:srgbClr val="FFC000"/>
                </a:solidFill>
              </a:rPr>
            </a:br>
            <a:r>
              <a:rPr lang="en" sz="3200" dirty="0" smtClean="0">
                <a:solidFill>
                  <a:srgbClr val="FFC000"/>
                </a:solidFill>
              </a:rPr>
              <a:t>LESSON 1</a:t>
            </a:r>
            <a:endParaRPr sz="60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</a:t>
            </a:r>
            <a:r>
              <a:rPr lang="en-US" dirty="0" smtClean="0"/>
              <a:t>NETWORK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" y="1575088"/>
            <a:ext cx="373380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9100" y="1957388"/>
            <a:ext cx="3724275" cy="237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199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</a:t>
            </a:r>
            <a:r>
              <a:rPr lang="en-US" dirty="0" smtClean="0"/>
              <a:t>NETWORK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67284"/>
            <a:ext cx="441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4883" y="2357437"/>
            <a:ext cx="24384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6565" y="1467284"/>
            <a:ext cx="9525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890" y="3929062"/>
            <a:ext cx="9525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3065" y="2333625"/>
            <a:ext cx="13335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856" y="3929062"/>
            <a:ext cx="13335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2177" y="1800225"/>
            <a:ext cx="2952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5968" y="3351069"/>
            <a:ext cx="29527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7627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67284"/>
            <a:ext cx="441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3" y="1927946"/>
            <a:ext cx="5181503" cy="171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0501" y="2359086"/>
            <a:ext cx="348528" cy="3262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1222" y="2347047"/>
            <a:ext cx="388933" cy="336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4746" y="1927946"/>
            <a:ext cx="2630012" cy="1894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6517" y="4706435"/>
            <a:ext cx="2792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NIC – Network Interface Card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080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84156"/>
            <a:ext cx="4419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004" y="1660381"/>
            <a:ext cx="2897332" cy="11143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518" y="2675226"/>
            <a:ext cx="139065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4341" y="2471574"/>
            <a:ext cx="773876" cy="203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8168" y="2701203"/>
            <a:ext cx="419100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7268" y="2924608"/>
            <a:ext cx="1076325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689" y="2656176"/>
            <a:ext cx="1352550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489" y="2650899"/>
            <a:ext cx="4572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5" name="Picture 9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266" y="2950585"/>
            <a:ext cx="457633" cy="457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8390" y="3548495"/>
            <a:ext cx="481383" cy="42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7239" y="2712893"/>
            <a:ext cx="1392465" cy="1142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065" y="3083410"/>
            <a:ext cx="745489" cy="7130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020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75498"/>
            <a:ext cx="5495925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5790" y="2057839"/>
            <a:ext cx="581025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062" y="2086414"/>
            <a:ext cx="5810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324" y="2086414"/>
            <a:ext cx="6381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520" y="2114989"/>
            <a:ext cx="5715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6302" y="2724589"/>
            <a:ext cx="962025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4663" y="1871019"/>
            <a:ext cx="1122480" cy="101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8924" y="2915089"/>
            <a:ext cx="478285" cy="390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3820" y="2686489"/>
            <a:ext cx="933450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74" y="2273232"/>
            <a:ext cx="1635335" cy="1977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041" y="1943539"/>
            <a:ext cx="2571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3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334" y="3310996"/>
            <a:ext cx="3524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2709" y="3404322"/>
            <a:ext cx="1057275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5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354" y="3404322"/>
            <a:ext cx="922108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6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5433" y="3430299"/>
            <a:ext cx="690784" cy="1100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7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520" y="3261755"/>
            <a:ext cx="864119" cy="142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782" y="4690197"/>
            <a:ext cx="3714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9" name="Picture 1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9458" y="4690197"/>
            <a:ext cx="7239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0" name="Picture 20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3767" y="4692795"/>
            <a:ext cx="5524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41" name="Picture 2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7140" y="4656427"/>
            <a:ext cx="5810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6296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350" y="1795950"/>
            <a:ext cx="1857375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6492" y="2174698"/>
            <a:ext cx="176507" cy="2521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698" y="2415075"/>
            <a:ext cx="86677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698" y="2643675"/>
            <a:ext cx="8953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698" y="3005193"/>
            <a:ext cx="21526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6223" y="2425638"/>
            <a:ext cx="1000125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0948" y="2230460"/>
            <a:ext cx="438150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1373" y="1902104"/>
            <a:ext cx="11144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9566" y="2410312"/>
            <a:ext cx="68580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5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6348" y="2197379"/>
            <a:ext cx="4762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3152" y="1653591"/>
            <a:ext cx="10477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7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392" y="2638480"/>
            <a:ext cx="85725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8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733" y="3346678"/>
            <a:ext cx="1584799" cy="11542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9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9298" y="4577728"/>
            <a:ext cx="588506" cy="1855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0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1703" y="3758745"/>
            <a:ext cx="579670" cy="534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1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6202" y="3456059"/>
            <a:ext cx="1060042" cy="110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2" name="Picture 1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414" y="3643892"/>
            <a:ext cx="1078488" cy="9148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3" name="Picture 1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973" y="1386891"/>
            <a:ext cx="215265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4" name="Picture 20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8148" y="4558747"/>
            <a:ext cx="8382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5" name="Picture 2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0053" y="2394168"/>
            <a:ext cx="721302" cy="244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6" name="Picture 22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579" y="2202977"/>
            <a:ext cx="448540" cy="2415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7" name="Picture 23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3052" y="1901292"/>
            <a:ext cx="967652" cy="28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8" name="Picture 24"/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9254" y="2681288"/>
            <a:ext cx="34290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69" name="Picture 25"/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119" y="2909736"/>
            <a:ext cx="58102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70" name="Picture 26"/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8579" y="2628261"/>
            <a:ext cx="4381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058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45636"/>
            <a:ext cx="16192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869066"/>
            <a:ext cx="3062847" cy="1144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312" y="2011399"/>
            <a:ext cx="323849" cy="157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236" y="2220516"/>
            <a:ext cx="655739" cy="157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030394"/>
            <a:ext cx="3936949" cy="19461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450" y="3649685"/>
            <a:ext cx="700086" cy="3733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159" y="4319896"/>
            <a:ext cx="362574" cy="211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7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800" y="4361063"/>
            <a:ext cx="1028832" cy="211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8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227" y="3295004"/>
            <a:ext cx="450055" cy="541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3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2486" y="2067573"/>
            <a:ext cx="3152033" cy="1558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9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898" y="1491854"/>
            <a:ext cx="638605" cy="405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220" y="2811350"/>
            <a:ext cx="670468" cy="405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1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481" y="3385252"/>
            <a:ext cx="895565" cy="1924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2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073" y="2011399"/>
            <a:ext cx="1242146" cy="769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83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351" y="3349038"/>
            <a:ext cx="1257252" cy="187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6351" y="3127676"/>
            <a:ext cx="838168" cy="1719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648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09700"/>
            <a:ext cx="18954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9" y="1819275"/>
            <a:ext cx="928145" cy="1110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0357" y="1785938"/>
            <a:ext cx="943179" cy="11442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3767" y="1900239"/>
            <a:ext cx="1061422" cy="2242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6112" y="2095153"/>
            <a:ext cx="951749" cy="210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4654" y="2315380"/>
            <a:ext cx="922425" cy="180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115" y="1397720"/>
            <a:ext cx="1259464" cy="259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6847" y="1676400"/>
            <a:ext cx="1363690" cy="3751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1301" y="2557157"/>
            <a:ext cx="1356475" cy="35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8532" y="2328412"/>
            <a:ext cx="771092" cy="2096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8090" y="3043940"/>
            <a:ext cx="820016" cy="598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706" y="3031973"/>
            <a:ext cx="820016" cy="598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563" y="3027190"/>
            <a:ext cx="820016" cy="598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5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4894" y="3147781"/>
            <a:ext cx="586407" cy="43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367" y="3126999"/>
            <a:ext cx="586407" cy="43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510" y="3138043"/>
            <a:ext cx="586407" cy="432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6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6850" y="3642148"/>
            <a:ext cx="461678" cy="1235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7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638" y="3642148"/>
            <a:ext cx="500693" cy="12354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8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2950" y="3621366"/>
            <a:ext cx="526703" cy="1248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2477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09700"/>
            <a:ext cx="18954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89" y="1676400"/>
            <a:ext cx="1229659" cy="232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2845" y="2021032"/>
            <a:ext cx="992626" cy="260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289" y="2400301"/>
            <a:ext cx="1237444" cy="1007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5673" y="2641418"/>
            <a:ext cx="414338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815" y="2773310"/>
            <a:ext cx="1201858" cy="12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0425" y="2571751"/>
            <a:ext cx="528637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9588" y="2436904"/>
            <a:ext cx="128425" cy="269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948" y="3082167"/>
            <a:ext cx="1244725" cy="1424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6082" y="3225709"/>
            <a:ext cx="831931" cy="164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233" y="3491564"/>
            <a:ext cx="542925" cy="166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9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667" y="3464721"/>
            <a:ext cx="5143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0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676400"/>
            <a:ext cx="1236518" cy="24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2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977" y="2238020"/>
            <a:ext cx="1771650" cy="118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3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079" y="2238020"/>
            <a:ext cx="544082" cy="1203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4" name="Picture 1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3360" y="2316868"/>
            <a:ext cx="503268" cy="900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5" name="Picture 19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627" y="2695081"/>
            <a:ext cx="697344" cy="1916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6" name="Picture 20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429" y="2018493"/>
            <a:ext cx="1906732" cy="2040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7" name="Picture 2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368" y="2291648"/>
            <a:ext cx="679954" cy="21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8" name="Picture 22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5445" y="2222534"/>
            <a:ext cx="476007" cy="1187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Picture 2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6685" y="2693432"/>
            <a:ext cx="679954" cy="21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" name="Picture 21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3611" y="3074434"/>
            <a:ext cx="679954" cy="217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39" name="Picture 23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3072" y="3404243"/>
            <a:ext cx="1255570" cy="316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8627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600198"/>
            <a:ext cx="797362" cy="2827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36963"/>
            <a:ext cx="189547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4831" y="1638505"/>
            <a:ext cx="855378" cy="244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99" y="2019298"/>
            <a:ext cx="26670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50" y="2343148"/>
            <a:ext cx="2266950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388" y="2009773"/>
            <a:ext cx="28860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5388" y="2285998"/>
            <a:ext cx="24384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9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9599" y="2096956"/>
            <a:ext cx="1201858" cy="12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" name="Picture 7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525" y="2374048"/>
            <a:ext cx="1201858" cy="12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2408" y="2841479"/>
            <a:ext cx="353578" cy="176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728" y="2841479"/>
            <a:ext cx="323272" cy="166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431" y="3012999"/>
            <a:ext cx="813532" cy="694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2605" y="3012999"/>
            <a:ext cx="449518" cy="700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2" name="Picture 1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30" y="3713718"/>
            <a:ext cx="764025" cy="186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3" name="Picture 13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1998" y="3685164"/>
            <a:ext cx="623644" cy="207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4" name="Picture 14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958" y="2633659"/>
            <a:ext cx="653192" cy="813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5" name="Picture 15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3" y="3500071"/>
            <a:ext cx="598517" cy="574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6" name="Picture 16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4121814"/>
            <a:ext cx="829627" cy="84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7" name="Picture 17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5334" y="4074837"/>
            <a:ext cx="929518" cy="888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8" name="Picture 18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179" y="2861425"/>
            <a:ext cx="877463" cy="95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9" name="Picture 19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183" y="4008475"/>
            <a:ext cx="1456459" cy="9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93000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679709"/>
            <a:ext cx="1744373" cy="841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454" y="2521112"/>
            <a:ext cx="1347355" cy="296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3475" y="1908204"/>
            <a:ext cx="4130031" cy="17298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199" y="2354300"/>
            <a:ext cx="994064" cy="1630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457" y="3238500"/>
            <a:ext cx="12573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3505200"/>
            <a:ext cx="1475126" cy="26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88" y="3755401"/>
            <a:ext cx="689585" cy="249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253" y="3994687"/>
            <a:ext cx="1590110" cy="207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5755" y="3195396"/>
            <a:ext cx="357187" cy="203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6" name="Picture 1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958" y="3190009"/>
            <a:ext cx="402648" cy="21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7" name="Picture 13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383" y="3638094"/>
            <a:ext cx="511930" cy="165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8" name="Picture 1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217" y="3604798"/>
            <a:ext cx="588130" cy="1400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9" name="Picture 15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3934" y="2717316"/>
            <a:ext cx="889111" cy="451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0" name="Picture 16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8482" y="2530814"/>
            <a:ext cx="100013" cy="19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81" name="Picture 17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051" y="3266458"/>
            <a:ext cx="470878" cy="365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961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4" y="1465552"/>
            <a:ext cx="2044272" cy="851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520" y="1465552"/>
            <a:ext cx="5745964" cy="2576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3942051"/>
            <a:ext cx="6381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3634" y="3942051"/>
            <a:ext cx="7048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436" y="2313926"/>
            <a:ext cx="1524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973" y="3043238"/>
            <a:ext cx="609600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672" y="3422939"/>
            <a:ext cx="447675" cy="20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926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414463"/>
            <a:ext cx="214312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1518" y="1532226"/>
            <a:ext cx="3287794" cy="8156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5867" y="2491368"/>
            <a:ext cx="3203445" cy="748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305" y="3369401"/>
            <a:ext cx="3181008" cy="956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2" y="3608391"/>
            <a:ext cx="1171435" cy="1062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2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543" y="1543050"/>
            <a:ext cx="1015278" cy="107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23" name="Picture 11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117" y="2347868"/>
            <a:ext cx="2370426" cy="1663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0188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091" y="1376796"/>
            <a:ext cx="1664710" cy="1326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686" y="1433946"/>
            <a:ext cx="17811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6686" y="1757796"/>
            <a:ext cx="1885950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563" y="1433946"/>
            <a:ext cx="16764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775" y="1776845"/>
            <a:ext cx="169545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3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9999" y="2337523"/>
            <a:ext cx="810356" cy="1043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4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4212" y="2318471"/>
            <a:ext cx="832257" cy="1058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356" y="2475049"/>
            <a:ext cx="1494127" cy="3187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6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277" y="2547073"/>
            <a:ext cx="526473" cy="177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7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6675" y="2129271"/>
            <a:ext cx="934316" cy="3391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019" y="2483514"/>
            <a:ext cx="695202" cy="2998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0365" y="3371849"/>
            <a:ext cx="1135391" cy="2076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0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0763" y="3381495"/>
            <a:ext cx="1136938" cy="215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1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756" y="2859509"/>
            <a:ext cx="1742209" cy="480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2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698" y="3926032"/>
            <a:ext cx="4124325" cy="840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3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3019" y="3133724"/>
            <a:ext cx="8096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2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42" y="3140338"/>
            <a:ext cx="809625" cy="23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54" name="Picture 1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2923" y="4183284"/>
            <a:ext cx="662852" cy="2521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778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>
            <a:spLocks noGrp="1"/>
          </p:cNvSpPr>
          <p:nvPr>
            <p:ph type="title"/>
          </p:nvPr>
        </p:nvSpPr>
        <p:spPr>
          <a:xfrm>
            <a:off x="814275" y="378720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COMPUTER NETWORK </a:t>
            </a:r>
            <a:br>
              <a:rPr lang="en-US" dirty="0" smtClean="0"/>
            </a:br>
            <a:r>
              <a:rPr lang="en-US" dirty="0" smtClean="0">
                <a:solidFill>
                  <a:srgbClr val="FFC000"/>
                </a:solidFill>
              </a:rPr>
              <a:t>REVIEW</a:t>
            </a:r>
            <a:endParaRPr dirty="0">
              <a:solidFill>
                <a:srgbClr val="FFC000"/>
              </a:solidFill>
            </a:endParaRPr>
          </a:p>
        </p:txBody>
      </p:sp>
      <p:sp>
        <p:nvSpPr>
          <p:cNvPr id="192" name="Google Shape;192;p12"/>
          <p:cNvSpPr txBox="1">
            <a:spLocks noGrp="1"/>
          </p:cNvSpPr>
          <p:nvPr>
            <p:ph type="sldNum" idx="12"/>
          </p:nvPr>
        </p:nvSpPr>
        <p:spPr>
          <a:xfrm>
            <a:off x="7618000" y="4539515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/>
          </a:p>
        </p:txBody>
      </p:sp>
      <p:grpSp>
        <p:nvGrpSpPr>
          <p:cNvPr id="2" name="Google Shape;194;p12"/>
          <p:cNvGrpSpPr/>
          <p:nvPr/>
        </p:nvGrpSpPr>
        <p:grpSpPr>
          <a:xfrm>
            <a:off x="293683" y="560261"/>
            <a:ext cx="309041" cy="403123"/>
            <a:chOff x="590250" y="244200"/>
            <a:chExt cx="407975" cy="532175"/>
          </a:xfrm>
        </p:grpSpPr>
        <p:sp>
          <p:nvSpPr>
            <p:cNvPr id="195" name="Google Shape;195;p12"/>
            <p:cNvSpPr/>
            <p:nvPr/>
          </p:nvSpPr>
          <p:spPr>
            <a:xfrm>
              <a:off x="623125" y="313625"/>
              <a:ext cx="375100" cy="462750"/>
            </a:xfrm>
            <a:custGeom>
              <a:avLst/>
              <a:gdLst/>
              <a:ahLst/>
              <a:cxnLst/>
              <a:rect l="l" t="t" r="r" b="b"/>
              <a:pathLst>
                <a:path w="15004" h="18510" fill="none" extrusionOk="0">
                  <a:moveTo>
                    <a:pt x="1" y="17536"/>
                  </a:moveTo>
                  <a:lnTo>
                    <a:pt x="1" y="17536"/>
                  </a:lnTo>
                  <a:lnTo>
                    <a:pt x="1" y="17536"/>
                  </a:lnTo>
                  <a:lnTo>
                    <a:pt x="25" y="17682"/>
                  </a:lnTo>
                  <a:lnTo>
                    <a:pt x="49" y="17852"/>
                  </a:lnTo>
                  <a:lnTo>
                    <a:pt x="123" y="18023"/>
                  </a:lnTo>
                  <a:lnTo>
                    <a:pt x="220" y="18193"/>
                  </a:lnTo>
                  <a:lnTo>
                    <a:pt x="293" y="18291"/>
                  </a:lnTo>
                  <a:lnTo>
                    <a:pt x="390" y="18364"/>
                  </a:lnTo>
                  <a:lnTo>
                    <a:pt x="488" y="18412"/>
                  </a:lnTo>
                  <a:lnTo>
                    <a:pt x="610" y="18461"/>
                  </a:lnTo>
                  <a:lnTo>
                    <a:pt x="756" y="18510"/>
                  </a:lnTo>
                  <a:lnTo>
                    <a:pt x="926" y="18510"/>
                  </a:lnTo>
                  <a:lnTo>
                    <a:pt x="14468" y="18510"/>
                  </a:lnTo>
                  <a:lnTo>
                    <a:pt x="14468" y="18510"/>
                  </a:lnTo>
                  <a:lnTo>
                    <a:pt x="14541" y="18510"/>
                  </a:lnTo>
                  <a:lnTo>
                    <a:pt x="14614" y="18485"/>
                  </a:lnTo>
                  <a:lnTo>
                    <a:pt x="14736" y="18412"/>
                  </a:lnTo>
                  <a:lnTo>
                    <a:pt x="14833" y="18291"/>
                  </a:lnTo>
                  <a:lnTo>
                    <a:pt x="14906" y="18144"/>
                  </a:lnTo>
                  <a:lnTo>
                    <a:pt x="14955" y="17974"/>
                  </a:lnTo>
                  <a:lnTo>
                    <a:pt x="14979" y="17779"/>
                  </a:lnTo>
                  <a:lnTo>
                    <a:pt x="15003" y="17438"/>
                  </a:lnTo>
                  <a:lnTo>
                    <a:pt x="15003" y="487"/>
                  </a:lnTo>
                  <a:lnTo>
                    <a:pt x="15003" y="487"/>
                  </a:lnTo>
                  <a:lnTo>
                    <a:pt x="15003" y="341"/>
                  </a:lnTo>
                  <a:lnTo>
                    <a:pt x="14979" y="219"/>
                  </a:lnTo>
                  <a:lnTo>
                    <a:pt x="14955" y="146"/>
                  </a:lnTo>
                  <a:lnTo>
                    <a:pt x="14906" y="73"/>
                  </a:lnTo>
                  <a:lnTo>
                    <a:pt x="14833" y="49"/>
                  </a:lnTo>
                  <a:lnTo>
                    <a:pt x="14736" y="24"/>
                  </a:lnTo>
                  <a:lnTo>
                    <a:pt x="1446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90250" y="269775"/>
              <a:ext cx="377525" cy="462775"/>
            </a:xfrm>
            <a:custGeom>
              <a:avLst/>
              <a:gdLst/>
              <a:ahLst/>
              <a:cxnLst/>
              <a:rect l="l" t="t" r="r" b="b"/>
              <a:pathLst>
                <a:path w="15101" h="18511" fill="none" extrusionOk="0">
                  <a:moveTo>
                    <a:pt x="14321" y="0"/>
                  </a:moveTo>
                  <a:lnTo>
                    <a:pt x="780" y="0"/>
                  </a:lnTo>
                  <a:lnTo>
                    <a:pt x="780" y="0"/>
                  </a:lnTo>
                  <a:lnTo>
                    <a:pt x="634" y="25"/>
                  </a:lnTo>
                  <a:lnTo>
                    <a:pt x="488" y="74"/>
                  </a:lnTo>
                  <a:lnTo>
                    <a:pt x="342" y="122"/>
                  </a:lnTo>
                  <a:lnTo>
                    <a:pt x="220" y="220"/>
                  </a:lnTo>
                  <a:lnTo>
                    <a:pt x="122" y="341"/>
                  </a:lnTo>
                  <a:lnTo>
                    <a:pt x="74" y="488"/>
                  </a:lnTo>
                  <a:lnTo>
                    <a:pt x="25" y="634"/>
                  </a:lnTo>
                  <a:lnTo>
                    <a:pt x="1" y="780"/>
                  </a:lnTo>
                  <a:lnTo>
                    <a:pt x="1" y="17731"/>
                  </a:lnTo>
                  <a:lnTo>
                    <a:pt x="1" y="17731"/>
                  </a:lnTo>
                  <a:lnTo>
                    <a:pt x="25" y="17877"/>
                  </a:lnTo>
                  <a:lnTo>
                    <a:pt x="74" y="18023"/>
                  </a:lnTo>
                  <a:lnTo>
                    <a:pt x="122" y="18169"/>
                  </a:lnTo>
                  <a:lnTo>
                    <a:pt x="220" y="18291"/>
                  </a:lnTo>
                  <a:lnTo>
                    <a:pt x="342" y="18388"/>
                  </a:lnTo>
                  <a:lnTo>
                    <a:pt x="488" y="18437"/>
                  </a:lnTo>
                  <a:lnTo>
                    <a:pt x="634" y="18486"/>
                  </a:lnTo>
                  <a:lnTo>
                    <a:pt x="780" y="18510"/>
                  </a:lnTo>
                  <a:lnTo>
                    <a:pt x="14321" y="18510"/>
                  </a:lnTo>
                  <a:lnTo>
                    <a:pt x="14321" y="18510"/>
                  </a:lnTo>
                  <a:lnTo>
                    <a:pt x="14467" y="18486"/>
                  </a:lnTo>
                  <a:lnTo>
                    <a:pt x="14614" y="18437"/>
                  </a:lnTo>
                  <a:lnTo>
                    <a:pt x="14760" y="18388"/>
                  </a:lnTo>
                  <a:lnTo>
                    <a:pt x="14881" y="18291"/>
                  </a:lnTo>
                  <a:lnTo>
                    <a:pt x="14979" y="18169"/>
                  </a:lnTo>
                  <a:lnTo>
                    <a:pt x="15028" y="18023"/>
                  </a:lnTo>
                  <a:lnTo>
                    <a:pt x="15076" y="17877"/>
                  </a:lnTo>
                  <a:lnTo>
                    <a:pt x="15101" y="17731"/>
                  </a:lnTo>
                  <a:lnTo>
                    <a:pt x="15101" y="780"/>
                  </a:lnTo>
                  <a:lnTo>
                    <a:pt x="15101" y="780"/>
                  </a:lnTo>
                  <a:lnTo>
                    <a:pt x="15076" y="634"/>
                  </a:lnTo>
                  <a:lnTo>
                    <a:pt x="15028" y="488"/>
                  </a:lnTo>
                  <a:lnTo>
                    <a:pt x="14979" y="341"/>
                  </a:lnTo>
                  <a:lnTo>
                    <a:pt x="14881" y="220"/>
                  </a:lnTo>
                  <a:lnTo>
                    <a:pt x="14760" y="122"/>
                  </a:lnTo>
                  <a:lnTo>
                    <a:pt x="14614" y="74"/>
                  </a:lnTo>
                  <a:lnTo>
                    <a:pt x="14467" y="25"/>
                  </a:lnTo>
                  <a:lnTo>
                    <a:pt x="14321" y="0"/>
                  </a:lnTo>
                  <a:lnTo>
                    <a:pt x="14321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2"/>
            <p:cNvSpPr/>
            <p:nvPr/>
          </p:nvSpPr>
          <p:spPr>
            <a:xfrm>
              <a:off x="796650" y="274025"/>
              <a:ext cx="45100" cy="45100"/>
            </a:xfrm>
            <a:custGeom>
              <a:avLst/>
              <a:gdLst/>
              <a:ahLst/>
              <a:cxnLst/>
              <a:rect l="l" t="t" r="r" b="b"/>
              <a:pathLst>
                <a:path w="1804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3" y="25"/>
                  </a:lnTo>
                  <a:lnTo>
                    <a:pt x="1243" y="74"/>
                  </a:lnTo>
                  <a:lnTo>
                    <a:pt x="1414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4" y="1657"/>
                  </a:lnTo>
                  <a:lnTo>
                    <a:pt x="1243" y="1730"/>
                  </a:lnTo>
                  <a:lnTo>
                    <a:pt x="1073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2" y="1779"/>
                  </a:lnTo>
                  <a:lnTo>
                    <a:pt x="561" y="1730"/>
                  </a:lnTo>
                  <a:lnTo>
                    <a:pt x="391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1" y="147"/>
                  </a:lnTo>
                  <a:lnTo>
                    <a:pt x="561" y="74"/>
                  </a:lnTo>
                  <a:lnTo>
                    <a:pt x="732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2"/>
            <p:cNvSpPr/>
            <p:nvPr/>
          </p:nvSpPr>
          <p:spPr>
            <a:xfrm>
              <a:off x="7138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2" y="1"/>
                  </a:move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9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9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9" y="1535"/>
                  </a:lnTo>
                  <a:lnTo>
                    <a:pt x="147" y="1414"/>
                  </a:lnTo>
                  <a:lnTo>
                    <a:pt x="74" y="1243"/>
                  </a:lnTo>
                  <a:lnTo>
                    <a:pt x="25" y="1073"/>
                  </a:lnTo>
                  <a:lnTo>
                    <a:pt x="1" y="902"/>
                  </a:lnTo>
                  <a:lnTo>
                    <a:pt x="1" y="902"/>
                  </a:lnTo>
                  <a:lnTo>
                    <a:pt x="25" y="732"/>
                  </a:lnTo>
                  <a:lnTo>
                    <a:pt x="74" y="561"/>
                  </a:lnTo>
                  <a:lnTo>
                    <a:pt x="147" y="391"/>
                  </a:lnTo>
                  <a:lnTo>
                    <a:pt x="269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2"/>
            <p:cNvSpPr/>
            <p:nvPr/>
          </p:nvSpPr>
          <p:spPr>
            <a:xfrm>
              <a:off x="631050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0" y="902"/>
                  </a:move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7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1" y="74"/>
                  </a:lnTo>
                  <a:lnTo>
                    <a:pt x="731" y="25"/>
                  </a:lnTo>
                  <a:lnTo>
                    <a:pt x="902" y="1"/>
                  </a:lnTo>
                  <a:lnTo>
                    <a:pt x="902" y="1"/>
                  </a:lnTo>
                  <a:lnTo>
                    <a:pt x="1072" y="25"/>
                  </a:lnTo>
                  <a:lnTo>
                    <a:pt x="1243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7" y="391"/>
                  </a:lnTo>
                  <a:lnTo>
                    <a:pt x="1730" y="561"/>
                  </a:lnTo>
                  <a:lnTo>
                    <a:pt x="1778" y="732"/>
                  </a:lnTo>
                  <a:lnTo>
                    <a:pt x="1803" y="902"/>
                  </a:lnTo>
                  <a:lnTo>
                    <a:pt x="1803" y="902"/>
                  </a:lnTo>
                  <a:lnTo>
                    <a:pt x="1778" y="1073"/>
                  </a:lnTo>
                  <a:lnTo>
                    <a:pt x="1730" y="1243"/>
                  </a:lnTo>
                  <a:lnTo>
                    <a:pt x="1657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3" y="1730"/>
                  </a:lnTo>
                  <a:lnTo>
                    <a:pt x="1072" y="1779"/>
                  </a:lnTo>
                  <a:lnTo>
                    <a:pt x="902" y="1803"/>
                  </a:lnTo>
                  <a:lnTo>
                    <a:pt x="902" y="1803"/>
                  </a:lnTo>
                  <a:lnTo>
                    <a:pt x="731" y="1779"/>
                  </a:lnTo>
                  <a:lnTo>
                    <a:pt x="561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7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2"/>
            <p:cNvSpPr/>
            <p:nvPr/>
          </p:nvSpPr>
          <p:spPr>
            <a:xfrm>
              <a:off x="649925" y="590050"/>
              <a:ext cx="133975" cy="25"/>
            </a:xfrm>
            <a:custGeom>
              <a:avLst/>
              <a:gdLst/>
              <a:ahLst/>
              <a:cxnLst/>
              <a:rect l="l" t="t" r="r" b="b"/>
              <a:pathLst>
                <a:path w="5359" h="1" fill="none" extrusionOk="0">
                  <a:moveTo>
                    <a:pt x="5358" y="0"/>
                  </a:moveTo>
                  <a:lnTo>
                    <a:pt x="0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2"/>
            <p:cNvSpPr/>
            <p:nvPr/>
          </p:nvSpPr>
          <p:spPr>
            <a:xfrm>
              <a:off x="649925" y="5346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2"/>
            <p:cNvSpPr/>
            <p:nvPr/>
          </p:nvSpPr>
          <p:spPr>
            <a:xfrm>
              <a:off x="649925" y="4798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649925" y="424425"/>
              <a:ext cx="255750" cy="25"/>
            </a:xfrm>
            <a:custGeom>
              <a:avLst/>
              <a:gdLst/>
              <a:ahLst/>
              <a:cxnLst/>
              <a:rect l="l" t="t" r="r" b="b"/>
              <a:pathLst>
                <a:path w="10230" h="1" fill="none" extrusionOk="0">
                  <a:moveTo>
                    <a:pt x="10229" y="1"/>
                  </a:moveTo>
                  <a:lnTo>
                    <a:pt x="0" y="1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2"/>
            <p:cNvSpPr/>
            <p:nvPr/>
          </p:nvSpPr>
          <p:spPr>
            <a:xfrm>
              <a:off x="879475" y="274025"/>
              <a:ext cx="45075" cy="45100"/>
            </a:xfrm>
            <a:custGeom>
              <a:avLst/>
              <a:gdLst/>
              <a:ahLst/>
              <a:cxnLst/>
              <a:rect l="l" t="t" r="r" b="b"/>
              <a:pathLst>
                <a:path w="1803" h="1804" fill="none" extrusionOk="0">
                  <a:moveTo>
                    <a:pt x="901" y="1803"/>
                  </a:moveTo>
                  <a:lnTo>
                    <a:pt x="901" y="1803"/>
                  </a:lnTo>
                  <a:lnTo>
                    <a:pt x="731" y="1779"/>
                  </a:lnTo>
                  <a:lnTo>
                    <a:pt x="560" y="1730"/>
                  </a:lnTo>
                  <a:lnTo>
                    <a:pt x="390" y="1657"/>
                  </a:lnTo>
                  <a:lnTo>
                    <a:pt x="268" y="1535"/>
                  </a:lnTo>
                  <a:lnTo>
                    <a:pt x="146" y="1414"/>
                  </a:lnTo>
                  <a:lnTo>
                    <a:pt x="73" y="1243"/>
                  </a:lnTo>
                  <a:lnTo>
                    <a:pt x="25" y="1073"/>
                  </a:lnTo>
                  <a:lnTo>
                    <a:pt x="0" y="902"/>
                  </a:lnTo>
                  <a:lnTo>
                    <a:pt x="0" y="902"/>
                  </a:lnTo>
                  <a:lnTo>
                    <a:pt x="25" y="732"/>
                  </a:lnTo>
                  <a:lnTo>
                    <a:pt x="73" y="561"/>
                  </a:lnTo>
                  <a:lnTo>
                    <a:pt x="146" y="391"/>
                  </a:lnTo>
                  <a:lnTo>
                    <a:pt x="268" y="269"/>
                  </a:lnTo>
                  <a:lnTo>
                    <a:pt x="390" y="147"/>
                  </a:lnTo>
                  <a:lnTo>
                    <a:pt x="560" y="74"/>
                  </a:lnTo>
                  <a:lnTo>
                    <a:pt x="731" y="25"/>
                  </a:lnTo>
                  <a:lnTo>
                    <a:pt x="901" y="1"/>
                  </a:lnTo>
                  <a:lnTo>
                    <a:pt x="901" y="1"/>
                  </a:lnTo>
                  <a:lnTo>
                    <a:pt x="1072" y="25"/>
                  </a:lnTo>
                  <a:lnTo>
                    <a:pt x="1242" y="74"/>
                  </a:lnTo>
                  <a:lnTo>
                    <a:pt x="1413" y="147"/>
                  </a:lnTo>
                  <a:lnTo>
                    <a:pt x="1535" y="269"/>
                  </a:lnTo>
                  <a:lnTo>
                    <a:pt x="1656" y="391"/>
                  </a:lnTo>
                  <a:lnTo>
                    <a:pt x="1729" y="561"/>
                  </a:lnTo>
                  <a:lnTo>
                    <a:pt x="1778" y="732"/>
                  </a:lnTo>
                  <a:lnTo>
                    <a:pt x="1802" y="902"/>
                  </a:lnTo>
                  <a:lnTo>
                    <a:pt x="1802" y="902"/>
                  </a:lnTo>
                  <a:lnTo>
                    <a:pt x="1778" y="1073"/>
                  </a:lnTo>
                  <a:lnTo>
                    <a:pt x="1729" y="1243"/>
                  </a:lnTo>
                  <a:lnTo>
                    <a:pt x="1656" y="1414"/>
                  </a:lnTo>
                  <a:lnTo>
                    <a:pt x="1535" y="1535"/>
                  </a:lnTo>
                  <a:lnTo>
                    <a:pt x="1413" y="1657"/>
                  </a:lnTo>
                  <a:lnTo>
                    <a:pt x="1242" y="1730"/>
                  </a:lnTo>
                  <a:lnTo>
                    <a:pt x="1072" y="1779"/>
                  </a:lnTo>
                  <a:lnTo>
                    <a:pt x="901" y="1803"/>
                  </a:lnTo>
                  <a:lnTo>
                    <a:pt x="901" y="180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2"/>
            <p:cNvSpPr/>
            <p:nvPr/>
          </p:nvSpPr>
          <p:spPr>
            <a:xfrm>
              <a:off x="6548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7376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2"/>
            <p:cNvSpPr/>
            <p:nvPr/>
          </p:nvSpPr>
          <p:spPr>
            <a:xfrm>
              <a:off x="820400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1" y="1"/>
                  </a:moveTo>
                  <a:lnTo>
                    <a:pt x="1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2"/>
            <p:cNvSpPr/>
            <p:nvPr/>
          </p:nvSpPr>
          <p:spPr>
            <a:xfrm>
              <a:off x="903225" y="244200"/>
              <a:ext cx="25" cy="51175"/>
            </a:xfrm>
            <a:custGeom>
              <a:avLst/>
              <a:gdLst/>
              <a:ahLst/>
              <a:cxnLst/>
              <a:rect l="l" t="t" r="r" b="b"/>
              <a:pathLst>
                <a:path w="1" h="2047" fill="none" extrusionOk="0">
                  <a:moveTo>
                    <a:pt x="0" y="1"/>
                  </a:moveTo>
                  <a:lnTo>
                    <a:pt x="0" y="2046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683" y="1339561"/>
            <a:ext cx="14859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770" y="1697149"/>
            <a:ext cx="2988965" cy="1894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872" y="2213198"/>
            <a:ext cx="838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1735" y="2046012"/>
            <a:ext cx="1228725" cy="16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8884" y="2639225"/>
            <a:ext cx="1114425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8410" y="3337214"/>
            <a:ext cx="116205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8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5780" y="2840182"/>
            <a:ext cx="15240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520" y="3725140"/>
            <a:ext cx="2209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0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5028" y="3725140"/>
            <a:ext cx="36195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1" name="Picture 11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46" y="4084060"/>
            <a:ext cx="544343" cy="830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2" name="Picture 1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240" y="4084061"/>
            <a:ext cx="278180" cy="902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3" name="Picture 1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6607" y="4084451"/>
            <a:ext cx="447106" cy="923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4" name="Picture 14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497" y="4062108"/>
            <a:ext cx="616962" cy="946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5" name="Picture 15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428" y="4672552"/>
            <a:ext cx="1222664" cy="249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6" name="Picture 16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017" y="3695630"/>
            <a:ext cx="1324192" cy="1196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7" name="Picture 17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884" y="4212129"/>
            <a:ext cx="171660" cy="5347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8" name="Picture 18"/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451" y="3984933"/>
            <a:ext cx="39052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79" name="Picture 19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8821" y="3458440"/>
            <a:ext cx="209550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0" name="Picture 20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913" y="2214564"/>
            <a:ext cx="218971" cy="714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1" name="Picture 21"/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8976" y="2041748"/>
            <a:ext cx="890917" cy="890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2" name="Picture 22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0557" y="2901498"/>
            <a:ext cx="197861" cy="556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83" name="Picture 23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293" y="3623531"/>
            <a:ext cx="479161" cy="269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156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2612</TotalTime>
  <Words>63</Words>
  <Application>Microsoft Office PowerPoint</Application>
  <PresentationFormat>On-screen Show (16:9)</PresentationFormat>
  <Paragraphs>34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Roboto Condensed</vt:lpstr>
      <vt:lpstr>Arvo</vt:lpstr>
      <vt:lpstr>Roboto Condensed Light</vt:lpstr>
      <vt:lpstr>Salerio template</vt:lpstr>
      <vt:lpstr>IT11L COMPUTER NETWORK LESSON 1</vt:lpstr>
      <vt:lpstr>COMPUTER NETWORK REVIEW</vt:lpstr>
      <vt:lpstr>COMPUTER NETWORK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  <vt:lpstr>COMPUTER NETWORK  REVIEW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EMBEDDED SYSTEM FOR EMPLOYEE LOGIN &amp; LOGOUT MANAGEMENT SYSTEM WITH RFID AND CHANGING THE PASSWORD USER MANUALLY Literature Review</dc:title>
  <dc:creator>ERAO</dc:creator>
  <cp:lastModifiedBy>Ando Ariel V</cp:lastModifiedBy>
  <cp:revision>481</cp:revision>
  <dcterms:modified xsi:type="dcterms:W3CDTF">2024-08-21T07:43:15Z</dcterms:modified>
</cp:coreProperties>
</file>