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9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8" r:id="rId54"/>
    <p:sldId id="319" r:id="rId55"/>
    <p:sldId id="317" r:id="rId56"/>
    <p:sldId id="320" r:id="rId57"/>
    <p:sldId id="321" r:id="rId58"/>
  </p:sldIdLst>
  <p:sldSz cx="9144000" cy="5143500" type="screen16x9"/>
  <p:notesSz cx="6858000" cy="9144000"/>
  <p:embeddedFontLst>
    <p:embeddedFont>
      <p:font typeface="Arvo" panose="020B0604020202020204" charset="0"/>
      <p:regular r:id="rId60"/>
      <p:bold r:id="rId61"/>
      <p:italic r:id="rId62"/>
      <p:boldItalic r:id="rId63"/>
    </p:embeddedFont>
    <p:embeddedFont>
      <p:font typeface="Roboto Condensed Light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3073" autoAdjust="0"/>
  </p:normalViewPr>
  <p:slideViewPr>
    <p:cSldViewPr snapToGrid="0">
      <p:cViewPr varScale="1">
        <p:scale>
          <a:sx n="91" d="100"/>
          <a:sy n="91" d="100"/>
        </p:scale>
        <p:origin x="-912" y="-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4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.png"/><Relationship Id="rId9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153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153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3" Type="http://schemas.openxmlformats.org/officeDocument/2006/relationships/image" Target="../media/image189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3" Type="http://schemas.openxmlformats.org/officeDocument/2006/relationships/image" Target="../media/image189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image" Target="../media/image225.png"/><Relationship Id="rId5" Type="http://schemas.openxmlformats.org/officeDocument/2006/relationships/image" Target="../media/image219.png"/><Relationship Id="rId15" Type="http://schemas.openxmlformats.org/officeDocument/2006/relationships/image" Target="../media/image229.png"/><Relationship Id="rId10" Type="http://schemas.openxmlformats.org/officeDocument/2006/relationships/image" Target="../media/image224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image" Target="../media/image239.png"/><Relationship Id="rId3" Type="http://schemas.openxmlformats.org/officeDocument/2006/relationships/image" Target="../media/image217.png"/><Relationship Id="rId7" Type="http://schemas.openxmlformats.org/officeDocument/2006/relationships/image" Target="../media/image233.png"/><Relationship Id="rId12" Type="http://schemas.openxmlformats.org/officeDocument/2006/relationships/image" Target="../media/image238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11" Type="http://schemas.openxmlformats.org/officeDocument/2006/relationships/image" Target="../media/image237.png"/><Relationship Id="rId5" Type="http://schemas.openxmlformats.org/officeDocument/2006/relationships/image" Target="../media/image231.png"/><Relationship Id="rId15" Type="http://schemas.openxmlformats.org/officeDocument/2006/relationships/image" Target="../media/image241.png"/><Relationship Id="rId10" Type="http://schemas.openxmlformats.org/officeDocument/2006/relationships/image" Target="../media/image236.png"/><Relationship Id="rId4" Type="http://schemas.openxmlformats.org/officeDocument/2006/relationships/image" Target="../media/image230.png"/><Relationship Id="rId9" Type="http://schemas.openxmlformats.org/officeDocument/2006/relationships/image" Target="../media/image235.png"/><Relationship Id="rId14" Type="http://schemas.openxmlformats.org/officeDocument/2006/relationships/image" Target="../media/image2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7" Type="http://schemas.openxmlformats.org/officeDocument/2006/relationships/image" Target="../media/image2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1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6.png"/><Relationship Id="rId7" Type="http://schemas.openxmlformats.org/officeDocument/2006/relationships/image" Target="../media/image2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5" Type="http://schemas.openxmlformats.org/officeDocument/2006/relationships/image" Target="../media/image250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7.png"/><Relationship Id="rId4" Type="http://schemas.openxmlformats.org/officeDocument/2006/relationships/image" Target="../media/image25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3" Type="http://schemas.openxmlformats.org/officeDocument/2006/relationships/image" Target="../media/image258.png"/><Relationship Id="rId7" Type="http://schemas.openxmlformats.org/officeDocument/2006/relationships/image" Target="../media/image262.png"/><Relationship Id="rId12" Type="http://schemas.openxmlformats.org/officeDocument/2006/relationships/image" Target="../media/image26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11" Type="http://schemas.openxmlformats.org/officeDocument/2006/relationships/image" Target="../media/image266.png"/><Relationship Id="rId5" Type="http://schemas.openxmlformats.org/officeDocument/2006/relationships/image" Target="../media/image260.png"/><Relationship Id="rId10" Type="http://schemas.openxmlformats.org/officeDocument/2006/relationships/image" Target="../media/image265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3" Type="http://schemas.openxmlformats.org/officeDocument/2006/relationships/image" Target="../media/image268.png"/><Relationship Id="rId7" Type="http://schemas.openxmlformats.org/officeDocument/2006/relationships/image" Target="../media/image27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11" Type="http://schemas.openxmlformats.org/officeDocument/2006/relationships/image" Target="../media/image276.png"/><Relationship Id="rId5" Type="http://schemas.openxmlformats.org/officeDocument/2006/relationships/image" Target="../media/image270.png"/><Relationship Id="rId10" Type="http://schemas.openxmlformats.org/officeDocument/2006/relationships/image" Target="../media/image275.png"/><Relationship Id="rId4" Type="http://schemas.openxmlformats.org/officeDocument/2006/relationships/image" Target="../media/image269.png"/><Relationship Id="rId9" Type="http://schemas.openxmlformats.org/officeDocument/2006/relationships/image" Target="../media/image27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3" Type="http://schemas.openxmlformats.org/officeDocument/2006/relationships/image" Target="../media/image277.png"/><Relationship Id="rId7" Type="http://schemas.openxmlformats.org/officeDocument/2006/relationships/image" Target="../media/image28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9.png"/><Relationship Id="rId10" Type="http://schemas.openxmlformats.org/officeDocument/2006/relationships/image" Target="../media/image284.png"/><Relationship Id="rId4" Type="http://schemas.openxmlformats.org/officeDocument/2006/relationships/image" Target="../media/image278.png"/><Relationship Id="rId9" Type="http://schemas.openxmlformats.org/officeDocument/2006/relationships/image" Target="../media/image28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85.png"/><Relationship Id="rId7" Type="http://schemas.openxmlformats.org/officeDocument/2006/relationships/image" Target="../media/image28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Relationship Id="rId5" Type="http://schemas.openxmlformats.org/officeDocument/2006/relationships/image" Target="../media/image287.png"/><Relationship Id="rId10" Type="http://schemas.openxmlformats.org/officeDocument/2006/relationships/image" Target="../media/image292.png"/><Relationship Id="rId4" Type="http://schemas.openxmlformats.org/officeDocument/2006/relationships/image" Target="../media/image286.png"/><Relationship Id="rId9" Type="http://schemas.openxmlformats.org/officeDocument/2006/relationships/image" Target="../media/image29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dirty="0" smtClean="0"/>
              <a:t>CITIZENSHIP TRAINING</a:t>
            </a:r>
            <a:br>
              <a:rPr lang="en" sz="3200" dirty="0" smtClean="0"/>
            </a:br>
            <a:r>
              <a:rPr lang="en" sz="3200" dirty="0" smtClean="0">
                <a:solidFill>
                  <a:srgbClr val="FFC000"/>
                </a:solidFill>
              </a:rPr>
              <a:t>MODULE 1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OVERVIEW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1367270"/>
            <a:ext cx="8077482" cy="679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65837"/>
            <a:ext cx="8104966" cy="681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05" y="2799918"/>
            <a:ext cx="8055078" cy="1418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OVERVIEW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15" y="1374198"/>
            <a:ext cx="71342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739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1: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HISTORICAL &amp; LEGAL BASES OF NSTP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604098"/>
            <a:ext cx="1114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992" y="1935100"/>
            <a:ext cx="1231851" cy="138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455" y="1149920"/>
            <a:ext cx="1877300" cy="3411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1918423"/>
            <a:ext cx="37909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11" y="2405064"/>
            <a:ext cx="37719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23" y="2907722"/>
            <a:ext cx="3800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44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1: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HISTORICAL &amp; LEGAL BASES OF NSTP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476375"/>
            <a:ext cx="8117714" cy="1007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2514601"/>
            <a:ext cx="8117714" cy="85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3448050"/>
            <a:ext cx="8112952" cy="112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789" y="239484"/>
            <a:ext cx="1082088" cy="1111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610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1: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HISTORICAL &amp; LEGAL BASES OF NSTP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1349086"/>
            <a:ext cx="7739929" cy="103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2462348"/>
            <a:ext cx="7730403" cy="94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3474252"/>
            <a:ext cx="7706591" cy="552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4" y="4168054"/>
            <a:ext cx="7701828" cy="62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60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1: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HISTORICAL &amp; LEGAL BASES OF NSTP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3" y="1470314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808" y="1613189"/>
            <a:ext cx="3813765" cy="177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025" y="3606943"/>
            <a:ext cx="3766734" cy="6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88" y="1824352"/>
            <a:ext cx="2225386" cy="258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2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1: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HISTORICAL &amp; LEGAL BASES OF NSTP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2" y="1511445"/>
            <a:ext cx="3821117" cy="1364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2930670"/>
            <a:ext cx="3796213" cy="1274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4335606"/>
            <a:ext cx="2343082" cy="54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309" y="1475139"/>
            <a:ext cx="3821117" cy="1521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309" y="3012177"/>
            <a:ext cx="18764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309" y="3339380"/>
            <a:ext cx="3821117" cy="12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310" y="4612105"/>
            <a:ext cx="2033882" cy="20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78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1: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HISTORICAL &amp; LEGAL BASES OF NSTP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08" y="1439141"/>
            <a:ext cx="3821117" cy="2123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35" y="3562951"/>
            <a:ext cx="23622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49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2: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1987 PHILIPPINE CONSITUTION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3" y="1446935"/>
            <a:ext cx="1114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644" y="128461"/>
            <a:ext cx="1118212" cy="125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79874"/>
            <a:ext cx="40767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266641"/>
            <a:ext cx="42100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24" y="1526591"/>
            <a:ext cx="4114103" cy="2085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62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2: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1987 PHILIPPINE CONSITUTION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11" y="1315319"/>
            <a:ext cx="1283710" cy="93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715" y="1429618"/>
            <a:ext cx="401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622" y="2297689"/>
            <a:ext cx="29337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127" y="2554864"/>
            <a:ext cx="5029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05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2: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1987 PHILIPPINE CONSITUTION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404939"/>
            <a:ext cx="3811644" cy="211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698298"/>
            <a:ext cx="3811645" cy="113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092" y="26924"/>
            <a:ext cx="1511444" cy="174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216" y="1342288"/>
            <a:ext cx="2071037" cy="261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652" y="1556559"/>
            <a:ext cx="3684875" cy="25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159" y="1772731"/>
            <a:ext cx="1719045" cy="207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160" y="1960256"/>
            <a:ext cx="1702394" cy="25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159" y="2180843"/>
            <a:ext cx="1443685" cy="245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284" y="2400138"/>
            <a:ext cx="2690325" cy="22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261" y="2610830"/>
            <a:ext cx="2760084" cy="22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088" y="2789576"/>
            <a:ext cx="2728912" cy="25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284" y="3016016"/>
            <a:ext cx="2773451" cy="18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9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70" y="3200638"/>
            <a:ext cx="1991157" cy="160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0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401" y="3374891"/>
            <a:ext cx="3151692" cy="254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1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697" y="3590296"/>
            <a:ext cx="3214761" cy="20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2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698" y="3770158"/>
            <a:ext cx="3186111" cy="19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3" name="Picture 19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400" y="3964518"/>
            <a:ext cx="4912517" cy="217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4" name="Picture 20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698" y="4160631"/>
            <a:ext cx="1701727" cy="211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5" name="Picture 2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07" y="4346487"/>
            <a:ext cx="2313275" cy="23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6" name="Picture 2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400" y="4525139"/>
            <a:ext cx="2751209" cy="210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7" name="Picture 2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875" y="4714373"/>
            <a:ext cx="2687998" cy="20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667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2: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1987 PHILIPPINE CONSITUTION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7" y="1351684"/>
            <a:ext cx="3996171" cy="325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7" y="1677552"/>
            <a:ext cx="64960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499" y="1351684"/>
            <a:ext cx="2092902" cy="260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326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3" y="1446935"/>
            <a:ext cx="11144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644" y="128461"/>
            <a:ext cx="1118212" cy="125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61260"/>
            <a:ext cx="5873202" cy="278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05" y="2005444"/>
            <a:ext cx="5786063" cy="278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9" y="2249629"/>
            <a:ext cx="6099765" cy="296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42" y="2685618"/>
            <a:ext cx="8421586" cy="977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42" y="3831647"/>
            <a:ext cx="8421586" cy="93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421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3" y="1983257"/>
            <a:ext cx="1796358" cy="148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654" y="1569568"/>
            <a:ext cx="380047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029" y="3195638"/>
            <a:ext cx="384810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96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10" y="1353076"/>
            <a:ext cx="2491081" cy="264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10" y="1596758"/>
            <a:ext cx="3904244" cy="1576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78808" y="2189611"/>
            <a:ext cx="3348306" cy="1981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510" y="3205737"/>
            <a:ext cx="1784766" cy="243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901" y="3441726"/>
            <a:ext cx="3904245" cy="161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594" y="2201286"/>
            <a:ext cx="2240892" cy="1247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245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69002"/>
            <a:ext cx="36576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54753"/>
            <a:ext cx="3309365" cy="141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40" y="3107287"/>
            <a:ext cx="3345733" cy="1847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2068831"/>
            <a:ext cx="399097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823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3" y="1194819"/>
            <a:ext cx="5601366" cy="3761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734" y="526838"/>
            <a:ext cx="3598293" cy="678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619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67" y="1186416"/>
            <a:ext cx="1050992" cy="222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67" y="1426272"/>
            <a:ext cx="2541934" cy="175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34" y="1571197"/>
            <a:ext cx="5724092" cy="3470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468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11" y="1369002"/>
            <a:ext cx="7001308" cy="2050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773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3: </a:t>
            </a:r>
            <a:r>
              <a:rPr lang="en-US" dirty="0" smtClean="0">
                <a:solidFill>
                  <a:srgbClr val="FFC000"/>
                </a:solidFill>
              </a:rPr>
              <a:t>UNITED NATIONS PRINCIPLE ON HUMAN RIGHTS</a:t>
            </a: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85" y="1351537"/>
            <a:ext cx="7001308" cy="67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58" y="1948729"/>
            <a:ext cx="6970134" cy="103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85" y="3003404"/>
            <a:ext cx="7001307" cy="77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087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644" y="128461"/>
            <a:ext cx="1118212" cy="125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3" y="1388056"/>
            <a:ext cx="12287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3" y="1635706"/>
            <a:ext cx="82677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3" y="2478231"/>
            <a:ext cx="82867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58" y="3439824"/>
            <a:ext cx="82772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464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88056"/>
            <a:ext cx="38766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2988256"/>
            <a:ext cx="38576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859" y="3685734"/>
            <a:ext cx="2149244" cy="124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859" y="1398447"/>
            <a:ext cx="392430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201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23123"/>
            <a:ext cx="38862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401" y="1635704"/>
            <a:ext cx="2356000" cy="66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849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55" y="1418793"/>
            <a:ext cx="68865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156" y="1734850"/>
            <a:ext cx="38957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18" y="2280804"/>
            <a:ext cx="5867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3" y="4109604"/>
            <a:ext cx="50196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4615295"/>
            <a:ext cx="68389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211373"/>
            <a:ext cx="2145723" cy="207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548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49086"/>
            <a:ext cx="3363917" cy="252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713634"/>
            <a:ext cx="28575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3" y="1718829"/>
            <a:ext cx="26193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443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54716"/>
            <a:ext cx="2605381" cy="25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91" y="1628525"/>
            <a:ext cx="4492699" cy="3284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5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58612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936" y="1501487"/>
            <a:ext cx="5861340" cy="310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68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8" y="1371600"/>
            <a:ext cx="723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73" y="1543050"/>
            <a:ext cx="5494413" cy="334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92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10" y="1348654"/>
            <a:ext cx="3486582" cy="347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696504"/>
            <a:ext cx="1564950" cy="1241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845" y="1724240"/>
            <a:ext cx="1584490" cy="1245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16" y="3026068"/>
            <a:ext cx="3838819" cy="44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28" y="3502321"/>
            <a:ext cx="2295956" cy="52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22" y="4028585"/>
            <a:ext cx="4120426" cy="17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45" y="4268065"/>
            <a:ext cx="2447460" cy="564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69" y="4822472"/>
            <a:ext cx="3052883" cy="298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384" y="1430514"/>
            <a:ext cx="2431473" cy="148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702" y="1522578"/>
            <a:ext cx="1918149" cy="4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702" y="2002115"/>
            <a:ext cx="1956436" cy="50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384" y="3026068"/>
            <a:ext cx="1839907" cy="934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1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926" y="3282914"/>
            <a:ext cx="2127919" cy="482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17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1504517"/>
            <a:ext cx="5199468" cy="3527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179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1325276"/>
            <a:ext cx="3721244" cy="51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15404"/>
            <a:ext cx="2168962" cy="15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248332"/>
            <a:ext cx="2678118" cy="250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234" y="2248332"/>
            <a:ext cx="2686566" cy="250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2248332"/>
            <a:ext cx="2713980" cy="250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12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1325276"/>
            <a:ext cx="3721244" cy="51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15404"/>
            <a:ext cx="2168962" cy="15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2331459"/>
            <a:ext cx="2703462" cy="250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66" y="2331460"/>
            <a:ext cx="2697307" cy="252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332" y="2331460"/>
            <a:ext cx="2751859" cy="2532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174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1325276"/>
            <a:ext cx="3721244" cy="51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15404"/>
            <a:ext cx="2168962" cy="15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2331459"/>
            <a:ext cx="2560493" cy="251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2331459"/>
            <a:ext cx="2583835" cy="251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901" y="2331459"/>
            <a:ext cx="2568175" cy="251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824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1325276"/>
            <a:ext cx="3721244" cy="51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15404"/>
            <a:ext cx="2168962" cy="15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2331460"/>
            <a:ext cx="2636258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987" y="2331460"/>
            <a:ext cx="2611697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971" y="2331460"/>
            <a:ext cx="2602056" cy="2554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376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1325276"/>
            <a:ext cx="3721244" cy="51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15404"/>
            <a:ext cx="2168962" cy="15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2331460"/>
            <a:ext cx="2708465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331" y="2331461"/>
            <a:ext cx="2699975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73" y="2331461"/>
            <a:ext cx="2701487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62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1325276"/>
            <a:ext cx="3721244" cy="51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015404"/>
            <a:ext cx="2168962" cy="15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45" y="2331459"/>
            <a:ext cx="2701487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003" y="2331460"/>
            <a:ext cx="2710063" cy="25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01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4: </a:t>
            </a:r>
            <a:r>
              <a:rPr lang="en-US" dirty="0" smtClean="0">
                <a:solidFill>
                  <a:srgbClr val="FFC000"/>
                </a:solidFill>
              </a:rPr>
              <a:t>FLAG HERALDIC CODE OF THE PHILIPPINES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98011"/>
            <a:ext cx="671512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88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644" y="128461"/>
            <a:ext cx="1118212" cy="125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25" y="1388056"/>
            <a:ext cx="75914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69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7" y="1393249"/>
            <a:ext cx="5854261" cy="351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998" y="1701946"/>
            <a:ext cx="1024370" cy="92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908" y="2626540"/>
            <a:ext cx="2863711" cy="944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229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" y="1391084"/>
            <a:ext cx="14478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84" y="1648259"/>
            <a:ext cx="19050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10" y="1895909"/>
            <a:ext cx="31813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660" y="3210359"/>
            <a:ext cx="11430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55" y="3538971"/>
            <a:ext cx="3133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885" y="4192732"/>
            <a:ext cx="8667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987" y="1895909"/>
            <a:ext cx="933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815" y="2112818"/>
            <a:ext cx="209550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032" y="2360471"/>
            <a:ext cx="4733676" cy="711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815" y="3232873"/>
            <a:ext cx="4712893" cy="197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033" y="3553258"/>
            <a:ext cx="4733676" cy="38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033" y="4097482"/>
            <a:ext cx="32099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958" y="214313"/>
            <a:ext cx="1259155" cy="1910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495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" y="1391084"/>
            <a:ext cx="14478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34" y="1648259"/>
            <a:ext cx="15049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20" y="1895909"/>
            <a:ext cx="3325016" cy="67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011" y="2578588"/>
            <a:ext cx="10763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2" y="3028084"/>
            <a:ext cx="3294584" cy="104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022" y="4198361"/>
            <a:ext cx="14287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390" y="189635"/>
            <a:ext cx="1612755" cy="159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087" y="1667309"/>
            <a:ext cx="8001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087" y="1910155"/>
            <a:ext cx="3267318" cy="437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19" y="2359513"/>
            <a:ext cx="15240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088" y="2826238"/>
            <a:ext cx="3267318" cy="83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217" y="3863590"/>
            <a:ext cx="11906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771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" y="1391084"/>
            <a:ext cx="14478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648259"/>
            <a:ext cx="8286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9" y="1905434"/>
            <a:ext cx="26955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499" y="2566555"/>
            <a:ext cx="1209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2899065"/>
            <a:ext cx="25527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024" y="3199102"/>
            <a:ext cx="15811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3675352"/>
            <a:ext cx="27527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599" y="4294477"/>
            <a:ext cx="7429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339" y="1700648"/>
            <a:ext cx="39814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526" y="1905434"/>
            <a:ext cx="32670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476" y="3561052"/>
            <a:ext cx="32861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445" y="777137"/>
            <a:ext cx="1534391" cy="136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875" y="2195946"/>
            <a:ext cx="1761530" cy="1198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13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52117"/>
            <a:ext cx="1276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04" y="1614487"/>
            <a:ext cx="685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1" y="1811914"/>
            <a:ext cx="30861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4" y="3995737"/>
            <a:ext cx="3067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109" y="1614487"/>
            <a:ext cx="3022889" cy="328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488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52117"/>
            <a:ext cx="1276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01" y="1621415"/>
            <a:ext cx="10382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5" y="1908031"/>
            <a:ext cx="35147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165" y="2421948"/>
            <a:ext cx="15144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3" y="2928938"/>
            <a:ext cx="35242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068" y="3793115"/>
            <a:ext cx="13430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570" y="1609292"/>
            <a:ext cx="8096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564" y="1859540"/>
            <a:ext cx="35623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89" y="2540578"/>
            <a:ext cx="16478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802" y="3071812"/>
            <a:ext cx="33813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389" y="3543300"/>
            <a:ext cx="11525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06" y="371855"/>
            <a:ext cx="1840056" cy="130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52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31335"/>
            <a:ext cx="1276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586345"/>
            <a:ext cx="7810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1" y="1775113"/>
            <a:ext cx="32289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691" y="2374321"/>
            <a:ext cx="10763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48" y="2637990"/>
            <a:ext cx="32575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780" y="2986085"/>
            <a:ext cx="9144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04" y="1710170"/>
            <a:ext cx="1710793" cy="139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22" y="3267936"/>
            <a:ext cx="8763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51" y="3509525"/>
            <a:ext cx="30765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226" y="3838137"/>
            <a:ext cx="10287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51" y="4134279"/>
            <a:ext cx="30765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473" y="4439079"/>
            <a:ext cx="16859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20" y="3220314"/>
            <a:ext cx="1840277" cy="154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03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62509"/>
            <a:ext cx="14668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58" y="1619684"/>
            <a:ext cx="7810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18" y="1867334"/>
            <a:ext cx="32099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368" y="2690813"/>
            <a:ext cx="10191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3" y="3209493"/>
            <a:ext cx="31623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068" y="3715616"/>
            <a:ext cx="15144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6" y="274786"/>
            <a:ext cx="1612965" cy="159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679" y="1610159"/>
            <a:ext cx="962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39" y="1914093"/>
            <a:ext cx="26098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739" y="2566555"/>
            <a:ext cx="10477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39" y="2996478"/>
            <a:ext cx="26384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039" y="4430423"/>
            <a:ext cx="13144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796" y="2036836"/>
            <a:ext cx="1764849" cy="117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259" y="2996478"/>
            <a:ext cx="26384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659" y="4430423"/>
            <a:ext cx="13144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85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62509"/>
            <a:ext cx="14668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11" y="1720561"/>
            <a:ext cx="29908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886" y="4144673"/>
            <a:ext cx="11334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64" y="4438217"/>
            <a:ext cx="26955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964" y="4695392"/>
            <a:ext cx="9048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974" y="281837"/>
            <a:ext cx="1633139" cy="1296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144" y="1720561"/>
            <a:ext cx="11334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144" y="1930111"/>
            <a:ext cx="31527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294" y="2482561"/>
            <a:ext cx="8096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144" y="2849273"/>
            <a:ext cx="22669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569" y="3161866"/>
            <a:ext cx="24193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144" y="3577070"/>
            <a:ext cx="3171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3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44" y="4008293"/>
            <a:ext cx="13620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4" name="Picture 1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974" y="1701943"/>
            <a:ext cx="1621888" cy="1998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367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82" y="1620550"/>
            <a:ext cx="27336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62509"/>
            <a:ext cx="14668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07" y="1920587"/>
            <a:ext cx="22288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618" y="3394365"/>
            <a:ext cx="98107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1" y="1564268"/>
            <a:ext cx="3160256" cy="2011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766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 smtClean="0"/>
              <a:t>5: </a:t>
            </a:r>
            <a:r>
              <a:rPr lang="en-US" dirty="0" smtClean="0">
                <a:solidFill>
                  <a:srgbClr val="FFC000"/>
                </a:solidFill>
              </a:rPr>
              <a:t>GOOD CITIZENSHIP VALUES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23" y="1350818"/>
            <a:ext cx="3000375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816" y="2070822"/>
            <a:ext cx="3239268" cy="2345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490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991" y="1507414"/>
            <a:ext cx="930443" cy="104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86" y="1420375"/>
            <a:ext cx="9048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714993"/>
            <a:ext cx="4362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3" y="1943593"/>
            <a:ext cx="52292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77" y="2194034"/>
            <a:ext cx="5029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3" y="2668150"/>
            <a:ext cx="6674675" cy="1543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6793" y="242804"/>
            <a:ext cx="1622636" cy="4131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12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1868214"/>
            <a:ext cx="1717395" cy="1621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813" y="1890554"/>
            <a:ext cx="3535221" cy="83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813" y="2846983"/>
            <a:ext cx="3535221" cy="1030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596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19" y="1341548"/>
            <a:ext cx="37719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39" y="2905290"/>
            <a:ext cx="33623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39" y="3143415"/>
            <a:ext cx="2733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85" y="3398620"/>
            <a:ext cx="2876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85" y="3666305"/>
            <a:ext cx="36766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010" y="237880"/>
            <a:ext cx="675185" cy="1103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865" y="1331040"/>
            <a:ext cx="31051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925" y="1541742"/>
            <a:ext cx="37147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945" y="2475198"/>
            <a:ext cx="37147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825" y="4563143"/>
            <a:ext cx="36671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06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45324"/>
            <a:ext cx="17430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47" y="1612024"/>
            <a:ext cx="6334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1902865"/>
            <a:ext cx="35433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30" y="2171700"/>
            <a:ext cx="29432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39" y="2448910"/>
            <a:ext cx="12668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30" y="2931399"/>
            <a:ext cx="16192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3184637"/>
            <a:ext cx="24860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19" y="3430317"/>
            <a:ext cx="33909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3" y="3716067"/>
            <a:ext cx="29527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436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2" y="1375705"/>
            <a:ext cx="3967574" cy="30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2" y="1678317"/>
            <a:ext cx="37433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7" y="2403585"/>
            <a:ext cx="3733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47" y="3043733"/>
            <a:ext cx="37052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0" y="4064550"/>
            <a:ext cx="37052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81" y="3359370"/>
            <a:ext cx="3695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81" y="4088853"/>
            <a:ext cx="3695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342" y="1375705"/>
            <a:ext cx="2746978" cy="175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06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76" y="1349102"/>
            <a:ext cx="3997872" cy="26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17" y="1632654"/>
            <a:ext cx="344805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2" y="3135695"/>
            <a:ext cx="343852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867" y="1678860"/>
            <a:ext cx="34480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979" y="107991"/>
            <a:ext cx="1596038" cy="1710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304" y="2673244"/>
            <a:ext cx="1458588" cy="27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510" y="2926828"/>
            <a:ext cx="2867682" cy="1129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353" y="2834608"/>
            <a:ext cx="2059083" cy="1522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41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557338" y="4527863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189;p12"/>
          <p:cNvSpPr txBox="1">
            <a:spLocks noGrp="1"/>
          </p:cNvSpPr>
          <p:nvPr>
            <p:ph type="title"/>
          </p:nvPr>
        </p:nvSpPr>
        <p:spPr>
          <a:xfrm>
            <a:off x="642824" y="378720"/>
            <a:ext cx="6226606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LESSON </a:t>
            </a:r>
            <a:r>
              <a:rPr lang="en-US" dirty="0"/>
              <a:t>6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</a:rPr>
              <a:t>VOTER</a:t>
            </a:r>
            <a:r>
              <a:rPr lang="en-US" dirty="0" smtClean="0">
                <a:solidFill>
                  <a:srgbClr val="FFC000"/>
                </a:solidFill>
              </a:rPr>
              <a:t> CITIZENSHIP EDUCATION</a:t>
            </a:r>
            <a:endParaRPr lang="en-US" dirty="0" smtClean="0">
              <a:solidFill>
                <a:srgbClr val="FFC000"/>
              </a:solidFill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24" y="1728788"/>
            <a:ext cx="7192456" cy="69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62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2347</TotalTime>
  <Words>420</Words>
  <Application>Microsoft Office PowerPoint</Application>
  <PresentationFormat>On-screen Show (16:9)</PresentationFormat>
  <Paragraphs>112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Roboto Condensed</vt:lpstr>
      <vt:lpstr>Arvo</vt:lpstr>
      <vt:lpstr>Roboto Condensed Light</vt:lpstr>
      <vt:lpstr>Salerio template</vt:lpstr>
      <vt:lpstr>CITIZENSHIP TRAINING MODULE 1</vt:lpstr>
      <vt:lpstr>OVERVIEW</vt:lpstr>
      <vt:lpstr>OVERVIEW</vt:lpstr>
      <vt:lpstr>LESSON 1:  HISTORICAL &amp; LEGAL BASES OF NSTP</vt:lpstr>
      <vt:lpstr>LESSON 1:  HISTORICAL &amp; LEGAL BASES OF NSTP</vt:lpstr>
      <vt:lpstr>LESSON 1:  HISTORICAL &amp; LEGAL BASES OF NSTP</vt:lpstr>
      <vt:lpstr>LESSON 1:  HISTORICAL &amp; LEGAL BASES OF NSTP</vt:lpstr>
      <vt:lpstr>LESSON 1:  HISTORICAL &amp; LEGAL BASES OF NSTP</vt:lpstr>
      <vt:lpstr>LESSON 1:  HISTORICAL &amp; LEGAL BASES OF NSTP</vt:lpstr>
      <vt:lpstr>LESSON 2:  1987 PHILIPPINE CONSITUTION</vt:lpstr>
      <vt:lpstr>LESSON 2:  1987 PHILIPPINE CONSITUTION</vt:lpstr>
      <vt:lpstr>LESSON 2:  1987 PHILIPPINE CONSITUTION</vt:lpstr>
      <vt:lpstr>LESSON 2:  1987 PHILIPPINE CONSITUTION</vt:lpstr>
      <vt:lpstr>LESSON 3: UNITED NATIONS PRINCIPLE ON HUMAN RIGHTS</vt:lpstr>
      <vt:lpstr>LESSON 3: UNITED NATIONS PRINCIPLE ON HUMAN RIGHTS</vt:lpstr>
      <vt:lpstr>LESSON 3: UNITED NATIONS PRINCIPLE ON HUMAN RIGHTS</vt:lpstr>
      <vt:lpstr>LESSON 3: UNITED NATIONS PRINCIPLE ON HUMAN RIGHTS</vt:lpstr>
      <vt:lpstr>PowerPoint Presentation</vt:lpstr>
      <vt:lpstr>LESSON 3: UNITED NATIONS PRINCIPLE ON HUMAN RIGHTS</vt:lpstr>
      <vt:lpstr>LESSON 3: UNITED NATIONS PRINCIPLE ON HUMAN RIGHTS</vt:lpstr>
      <vt:lpstr>LESSON 3: UNITED NATIONS PRINCIPLE ON HUMAN RIGHTS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4: FLAG HERALDIC CODE OF THE PHILIPPINES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5: GOOD CITIZENSHIP VALUES</vt:lpstr>
      <vt:lpstr>LESSON 6: VOTER CITIZENSHIP EDUCATION</vt:lpstr>
      <vt:lpstr>LESSON 6: VOTER CITIZENSHIP EDUCATION</vt:lpstr>
      <vt:lpstr>LESSON 6: VOTER CITIZENSHIP EDUCATION</vt:lpstr>
      <vt:lpstr>LESSON 6: VOTER CITIZENSHIP EDUCATION</vt:lpstr>
      <vt:lpstr>LESSON 6: VOTER CITIZENSHIP EDUCATION</vt:lpstr>
      <vt:lpstr>LESSON 6: VOTER CITIZENSHIP EDUCATION</vt:lpstr>
      <vt:lpstr>LESSON 6: VOTER CITIZENSHIP EDUCATION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ERAO_2</cp:lastModifiedBy>
  <cp:revision>483</cp:revision>
  <dcterms:modified xsi:type="dcterms:W3CDTF">2023-09-11T08:47:31Z</dcterms:modified>
</cp:coreProperties>
</file>