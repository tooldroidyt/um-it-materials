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12"/>
  </p:notesMasterIdLst>
  <p:sldIdLst>
    <p:sldId id="256" r:id="rId2"/>
    <p:sldId id="257" r:id="rId3"/>
    <p:sldId id="266" r:id="rId4"/>
    <p:sldId id="267" r:id="rId5"/>
    <p:sldId id="258" r:id="rId6"/>
    <p:sldId id="272" r:id="rId7"/>
    <p:sldId id="268" r:id="rId8"/>
    <p:sldId id="269" r:id="rId9"/>
    <p:sldId id="270" r:id="rId10"/>
    <p:sldId id="271" r:id="rId11"/>
  </p:sldIdLst>
  <p:sldSz cx="9144000" cy="5143500" type="screen16x9"/>
  <p:notesSz cx="6858000" cy="9144000"/>
  <p:embeddedFontLst>
    <p:embeddedFont>
      <p:font typeface="Roboto Condensed Light" charset="0"/>
      <p:regular r:id="rId13"/>
      <p:bold r:id="rId14"/>
      <p:italic r:id="rId15"/>
      <p:boldItalic r:id="rId16"/>
    </p:embeddedFont>
    <p:embeddedFont>
      <p:font typeface="Arvo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361D0E8-D997-425D-AB2C-E45440580EAB}">
  <a:tblStyle styleId="{E361D0E8-D997-425D-AB2C-E45440580E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-654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213180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5398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0" y="1107079"/>
            <a:ext cx="7511143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 smtClean="0"/>
              <a:t>  IT8 </a:t>
            </a:r>
            <a:r>
              <a:rPr lang="en" sz="4400" dirty="0" smtClean="0">
                <a:solidFill>
                  <a:srgbClr val="FFC000"/>
                </a:solidFill>
              </a:rPr>
              <a:t>CALCULUS 2</a:t>
            </a:r>
            <a:endParaRPr sz="36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IT8</a:t>
            </a:r>
            <a:r>
              <a:rPr lang="en" dirty="0" smtClean="0"/>
              <a:t>– Calculus 2 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  <p:grpSp>
        <p:nvGrpSpPr>
          <p:cNvPr id="194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6" name="Picture 2" descr="C:\Users\ERAO_2\Desktop\CEE10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3955" y="1422611"/>
            <a:ext cx="7762875" cy="29813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707180" y="392575"/>
            <a:ext cx="5866611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IT8– CALCULUS 2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APPLICATIONS OF INTEGRAL CACLULUS</a:t>
            </a:r>
            <a:r>
              <a:rPr lang="en-US" dirty="0" smtClean="0">
                <a:solidFill>
                  <a:srgbClr val="FFC000"/>
                </a:solidFill>
              </a:rPr>
              <a:t> 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  <p:grpSp>
        <p:nvGrpSpPr>
          <p:cNvPr id="194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8965" y="1830936"/>
            <a:ext cx="1566991" cy="431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249" y="2275028"/>
            <a:ext cx="5257800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19" y="1469813"/>
            <a:ext cx="234315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19" y="1746038"/>
            <a:ext cx="3543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19" y="2731232"/>
            <a:ext cx="4467225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109" y="2890761"/>
            <a:ext cx="1149694" cy="380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249" y="3384209"/>
            <a:ext cx="48387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9843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707180" y="392575"/>
            <a:ext cx="5866611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IT8– CALCULUS 2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APPLICATIONS OF INTEGRAL CACLULUS</a:t>
            </a:r>
            <a:r>
              <a:rPr lang="en-US" dirty="0" smtClean="0">
                <a:solidFill>
                  <a:srgbClr val="FFC000"/>
                </a:solidFill>
              </a:rPr>
              <a:t> 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  <p:grpSp>
        <p:nvGrpSpPr>
          <p:cNvPr id="194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81897"/>
            <a:ext cx="3609975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2494392"/>
            <a:ext cx="3228975" cy="96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3765594"/>
            <a:ext cx="3400425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407" y="1381897"/>
            <a:ext cx="2857500" cy="97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407" y="2494392"/>
            <a:ext cx="3438525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7578" y="3556044"/>
            <a:ext cx="3695700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5828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 smtClean="0"/>
              <a:t>IT8</a:t>
            </a:r>
            <a:r>
              <a:rPr lang="en" dirty="0" smtClean="0"/>
              <a:t>– Calculus 2 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82" y="1426691"/>
            <a:ext cx="7481759" cy="1008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82" y="2498124"/>
            <a:ext cx="7481760" cy="1101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82" y="3809613"/>
            <a:ext cx="7572375" cy="532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 smtClean="0"/>
              <a:t>IT8</a:t>
            </a:r>
            <a:r>
              <a:rPr lang="en" dirty="0" smtClean="0"/>
              <a:t>– Calculus 2 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33" y="1357313"/>
            <a:ext cx="7867650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4431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 smtClean="0"/>
              <a:t>IT8</a:t>
            </a:r>
            <a:r>
              <a:rPr lang="en" dirty="0" smtClean="0"/>
              <a:t>– Calculus 2 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21" y="1354738"/>
            <a:ext cx="7060212" cy="523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159" y="2009775"/>
            <a:ext cx="131445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63" y="2568274"/>
            <a:ext cx="3981450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63" y="3188686"/>
            <a:ext cx="421005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39" y="3734185"/>
            <a:ext cx="2943225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2692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 smtClean="0"/>
              <a:t>IT8</a:t>
            </a:r>
            <a:r>
              <a:rPr lang="en" dirty="0" smtClean="0"/>
              <a:t>– Calculus 2 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065" y="1409572"/>
            <a:ext cx="5236432" cy="256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1361" y="1194863"/>
            <a:ext cx="2408153" cy="568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065" y="1728263"/>
            <a:ext cx="5549470" cy="235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243" y="2036290"/>
            <a:ext cx="6859666" cy="492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4315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 smtClean="0"/>
              <a:t>IT8</a:t>
            </a:r>
            <a:r>
              <a:rPr lang="en" dirty="0" smtClean="0"/>
              <a:t>– Calculus 2 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13" y="1448187"/>
            <a:ext cx="2913362" cy="310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952" y="1784246"/>
            <a:ext cx="1949419" cy="356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944" y="2173256"/>
            <a:ext cx="1983294" cy="431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57" y="2624140"/>
            <a:ext cx="1423783" cy="462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1" name="Picture 1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2382" y="1778103"/>
            <a:ext cx="1647825" cy="35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2" name="Picture 1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999" y="2177110"/>
            <a:ext cx="14287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4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843" y="2441101"/>
            <a:ext cx="571500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5" name="Picture 1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343" y="2431576"/>
            <a:ext cx="4191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6" name="Picture 16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402" y="2778467"/>
            <a:ext cx="485775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7" name="Picture 17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6294" y="2722474"/>
            <a:ext cx="2667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8" name="Picture 1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6944" y="1758834"/>
            <a:ext cx="1080316" cy="282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9" name="Picture 19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977" y="1587603"/>
            <a:ext cx="1038225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40" name="Picture 20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1914" y="2096147"/>
            <a:ext cx="113347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1914" y="2506624"/>
            <a:ext cx="120015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1914" y="3247599"/>
            <a:ext cx="1304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1914" y="3808198"/>
            <a:ext cx="108585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1914" y="4375322"/>
            <a:ext cx="1781175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6133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 smtClean="0"/>
              <a:t>IT8</a:t>
            </a:r>
            <a:r>
              <a:rPr lang="en" dirty="0" smtClean="0"/>
              <a:t>– Calculus 2 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13" y="1448187"/>
            <a:ext cx="2913362" cy="310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758834"/>
            <a:ext cx="1657350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15" y="2130309"/>
            <a:ext cx="1914525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618" y="2710360"/>
            <a:ext cx="260985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15" y="3399010"/>
            <a:ext cx="1733550" cy="61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72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49</Words>
  <Application>Microsoft Office PowerPoint</Application>
  <PresentationFormat>On-screen Show (16:9)</PresentationFormat>
  <Paragraphs>19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Roboto Condensed</vt:lpstr>
      <vt:lpstr>Roboto Condensed Light</vt:lpstr>
      <vt:lpstr>Arvo</vt:lpstr>
      <vt:lpstr>Salerio template</vt:lpstr>
      <vt:lpstr>  IT8 CALCULUS 2</vt:lpstr>
      <vt:lpstr>IT8– Calculus 2 </vt:lpstr>
      <vt:lpstr>IT8– CALCULUS 2 APPLICATIONS OF INTEGRAL CACLULUS </vt:lpstr>
      <vt:lpstr>IT8– CALCULUS 2 APPLICATIONS OF INTEGRAL CACLULUS </vt:lpstr>
      <vt:lpstr>IT8– Calculus 2 </vt:lpstr>
      <vt:lpstr>IT8– Calculus 2 </vt:lpstr>
      <vt:lpstr>IT8– Calculus 2 </vt:lpstr>
      <vt:lpstr>IT8– Calculus 2 </vt:lpstr>
      <vt:lpstr>IT8– Calculus 2 </vt:lpstr>
      <vt:lpstr>IT8– Calculus 2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 FOR EMPLOYEE LOGIN &amp; LOGOUT MANAGEMENT SYSTEM WITH RFID AND CHANGING THE PASSWORD USER MANUALLY Literature Review</dc:title>
  <dc:creator>ERAO</dc:creator>
  <cp:lastModifiedBy>Ando Ariel V</cp:lastModifiedBy>
  <cp:revision>151</cp:revision>
  <dcterms:modified xsi:type="dcterms:W3CDTF">2026-01-26T02:22:50Z</dcterms:modified>
</cp:coreProperties>
</file>