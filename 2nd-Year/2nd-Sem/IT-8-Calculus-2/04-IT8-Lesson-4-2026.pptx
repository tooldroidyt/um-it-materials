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embeddedFontLst>
    <p:embeddedFont>
      <p:font typeface="Roboto Condensed Light" charset="0"/>
      <p:regular r:id="rId6"/>
      <p:bold r:id="rId7"/>
      <p:italic r:id="rId8"/>
      <p:boldItalic r:id="rId9"/>
    </p:embeddedFont>
    <p:embeddedFont>
      <p:font typeface="Arvo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E361D0E8-D997-425D-AB2C-E45440580EAB}">
  <a:tblStyle styleId="{E361D0E8-D997-425D-AB2C-E45440580EA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25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-762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viewProps" Target="viewProp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213180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5398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6" y="4278349"/>
            <a:ext cx="5480829" cy="432996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6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83" name="Google Shape;83;p6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84" name="Google Shape;84;p6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87" name="Google Shape;87;p6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88" name="Google Shape;88;p6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90" name="Google Shape;90;p6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91" name="Google Shape;91;p6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92;p6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93" name="Google Shape;93;p6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6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96" name="Google Shape;96;p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1" name="Google Shape;101;p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0" y="1107079"/>
            <a:ext cx="7511143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 smtClean="0"/>
              <a:t>  </a:t>
            </a:r>
            <a:r>
              <a:rPr lang="en" sz="4000" dirty="0" smtClean="0">
                <a:solidFill>
                  <a:schemeClr val="bg1"/>
                </a:solidFill>
              </a:rPr>
              <a:t>IT8 </a:t>
            </a:r>
            <a:r>
              <a:rPr lang="en" sz="4400" dirty="0" smtClean="0">
                <a:solidFill>
                  <a:schemeClr val="bg1"/>
                </a:solidFill>
              </a:rPr>
              <a:t>CALCULUS 2</a:t>
            </a:r>
            <a:br>
              <a:rPr lang="en" sz="4400" dirty="0" smtClean="0">
                <a:solidFill>
                  <a:schemeClr val="bg1"/>
                </a:solidFill>
              </a:rPr>
            </a:br>
            <a:r>
              <a:rPr lang="en" sz="4400" dirty="0">
                <a:solidFill>
                  <a:schemeClr val="bg1"/>
                </a:solidFill>
              </a:rPr>
              <a:t> </a:t>
            </a:r>
            <a:r>
              <a:rPr lang="en" sz="4400" dirty="0" smtClean="0">
                <a:solidFill>
                  <a:schemeClr val="bg1"/>
                </a:solidFill>
              </a:rPr>
              <a:t> </a:t>
            </a:r>
            <a:r>
              <a:rPr lang="en" sz="2800" dirty="0" smtClean="0">
                <a:solidFill>
                  <a:srgbClr val="FFC000"/>
                </a:solidFill>
              </a:rPr>
              <a:t>LESSON 4</a:t>
            </a:r>
            <a:endParaRPr sz="28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IT8 CALCULUS 2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EXPONENTIAL </a:t>
            </a:r>
            <a:r>
              <a:rPr lang="en-US" dirty="0" smtClean="0">
                <a:solidFill>
                  <a:srgbClr val="FFC000"/>
                </a:solidFill>
              </a:rPr>
              <a:t>FUNCTIONS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/>
          </a:p>
        </p:txBody>
      </p:sp>
      <p:grpSp>
        <p:nvGrpSpPr>
          <p:cNvPr id="194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83" y="1360273"/>
            <a:ext cx="4898939" cy="445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83" y="1897533"/>
            <a:ext cx="2876550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275" y="2571750"/>
            <a:ext cx="149542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096" y="3249697"/>
            <a:ext cx="2704843" cy="266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844" y="3530402"/>
            <a:ext cx="757139" cy="555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56" y="4082515"/>
            <a:ext cx="612156" cy="2335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82" y="4272885"/>
            <a:ext cx="781304" cy="273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416" y="4593522"/>
            <a:ext cx="660483" cy="314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8494" y="3636968"/>
            <a:ext cx="596046" cy="418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10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714" y="3617661"/>
            <a:ext cx="1038225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714" y="4034633"/>
            <a:ext cx="1219200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633" y="4507700"/>
            <a:ext cx="1219200" cy="48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7866" y="4479125"/>
            <a:ext cx="1047750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9049" y="3446454"/>
            <a:ext cx="1038225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4" name="Picture 15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1560" y="3924778"/>
            <a:ext cx="564164" cy="247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" name="Picture 16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5441" y="4164712"/>
            <a:ext cx="842382" cy="255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6" name="Picture 17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8477" y="4386704"/>
            <a:ext cx="749643" cy="363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18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9140" y="3419936"/>
            <a:ext cx="762000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19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0803" y="3451085"/>
            <a:ext cx="1009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20"/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1141" y="3908384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5" name="Picture 21"/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1140" y="4382060"/>
            <a:ext cx="904875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IT8 CALCULUS 2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EXPONENTIAL </a:t>
            </a:r>
            <a:r>
              <a:rPr lang="en-US" dirty="0" smtClean="0">
                <a:solidFill>
                  <a:srgbClr val="FFC000"/>
                </a:solidFill>
              </a:rPr>
              <a:t>FUNCTIONS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  <p:grpSp>
        <p:nvGrpSpPr>
          <p:cNvPr id="194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095" y="1437373"/>
            <a:ext cx="2704843" cy="266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284" y="1791215"/>
            <a:ext cx="1311232" cy="36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2291793"/>
            <a:ext cx="1282833" cy="348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047" y="2790825"/>
            <a:ext cx="1893029" cy="352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095" y="3168088"/>
            <a:ext cx="1510865" cy="547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0314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784</TotalTime>
  <Words>12</Words>
  <Application>Microsoft Office PowerPoint</Application>
  <PresentationFormat>On-screen Show (16:9)</PresentationFormat>
  <Paragraphs>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Roboto Condensed Light</vt:lpstr>
      <vt:lpstr>Arvo</vt:lpstr>
      <vt:lpstr>Roboto Condensed</vt:lpstr>
      <vt:lpstr>Salerio template</vt:lpstr>
      <vt:lpstr>  IT8 CALCULUS 2   LESSON 4</vt:lpstr>
      <vt:lpstr>IT8 CALCULUS 2 EXPONENTIAL FUNCTIONS</vt:lpstr>
      <vt:lpstr>IT8 CALCULUS 2 EXPONENTIAL FUNCTIONS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SYSTEM FOR EMPLOYEE LOGIN &amp; LOGOUT MANAGEMENT SYSTEM WITH RFID AND CHANGING THE PASSWORD USER MANUALLY Literature Review</dc:title>
  <dc:creator>ERAO</dc:creator>
  <cp:lastModifiedBy>Ando Ariel V</cp:lastModifiedBy>
  <cp:revision>181</cp:revision>
  <dcterms:modified xsi:type="dcterms:W3CDTF">2026-02-16T01:42:35Z</dcterms:modified>
</cp:coreProperties>
</file>