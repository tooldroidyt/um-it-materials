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57" r:id="rId1"/>
  </p:sldMasterIdLst>
  <p:notesMasterIdLst>
    <p:notesMasterId r:id="rId8"/>
  </p:notesMasterIdLst>
  <p:sldIdLst>
    <p:sldId id="256" r:id="rId2"/>
    <p:sldId id="258" r:id="rId3"/>
    <p:sldId id="259" r:id="rId4"/>
    <p:sldId id="260" r:id="rId5"/>
    <p:sldId id="261" r:id="rId6"/>
    <p:sldId id="262" r:id="rId7"/>
  </p:sldIdLst>
  <p:sldSz cx="9144000" cy="5143500" type="screen16x9"/>
  <p:notesSz cx="6858000" cy="9144000"/>
  <p:embeddedFontLst>
    <p:embeddedFont>
      <p:font typeface="Arvo" charset="0"/>
      <p:regular r:id="rId9"/>
      <p:bold r:id="rId10"/>
      <p:italic r:id="rId11"/>
      <p:boldItalic r:id="rId12"/>
    </p:embeddedFont>
    <p:embeddedFont>
      <p:font typeface="Roboto Condensed Light" charset="0"/>
      <p:regular r:id="rId13"/>
      <p:bold r:id="rId14"/>
      <p:italic r:id="rId15"/>
      <p:boldItalic r:id="rId1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=""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E361D0E8-D997-425D-AB2C-E45440580EAB}">
  <a:tblStyle styleId="{E361D0E8-D997-425D-AB2C-E45440580EAB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425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-762" y="-9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font" Target="fonts/font5.fntdata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4.fntdata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8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3.fntdata"/><Relationship Id="rId5" Type="http://schemas.openxmlformats.org/officeDocument/2006/relationships/slide" Target="slides/slide4.xml"/><Relationship Id="rId15" Type="http://schemas.openxmlformats.org/officeDocument/2006/relationships/font" Target="fonts/font7.fntdata"/><Relationship Id="rId10" Type="http://schemas.openxmlformats.org/officeDocument/2006/relationships/font" Target="fonts/font2.fntdata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14" Type="http://schemas.openxmlformats.org/officeDocument/2006/relationships/font" Target="fonts/font6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175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92131804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35f391192_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2" name="Google Shape;182;g35f391192_0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6539841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606f1c2d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3606f1c2d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520039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606f1c2d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3606f1c2d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520039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606f1c2d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3606f1c2d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520039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606f1c2d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3606f1c2d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520039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606f1c2d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3606f1c2d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520039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7544483" y="657775"/>
            <a:ext cx="1299300" cy="432900"/>
          </a:xfrm>
          <a:prstGeom prst="triangle">
            <a:avLst>
              <a:gd name="adj" fmla="val 32425"/>
            </a:avLst>
          </a:prstGeom>
          <a:solidFill>
            <a:srgbClr val="26324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Arvo"/>
              <a:ea typeface="Arvo"/>
              <a:cs typeface="Arvo"/>
              <a:sym typeface="Arvo"/>
            </a:endParaRPr>
          </a:p>
        </p:txBody>
      </p:sp>
      <p:grpSp>
        <p:nvGrpSpPr>
          <p:cNvPr id="11" name="Google Shape;11;p2"/>
          <p:cNvGrpSpPr/>
          <p:nvPr/>
        </p:nvGrpSpPr>
        <p:grpSpPr>
          <a:xfrm>
            <a:off x="0" y="-7088"/>
            <a:ext cx="8661398" cy="5150588"/>
            <a:chOff x="0" y="-7088"/>
            <a:chExt cx="8661398" cy="5150588"/>
          </a:xfrm>
        </p:grpSpPr>
        <p:sp>
          <p:nvSpPr>
            <p:cNvPr id="12" name="Google Shape;12;p2"/>
            <p:cNvSpPr/>
            <p:nvPr/>
          </p:nvSpPr>
          <p:spPr>
            <a:xfrm>
              <a:off x="0" y="0"/>
              <a:ext cx="3525000" cy="5143500"/>
            </a:xfrm>
            <a:prstGeom prst="rect">
              <a:avLst/>
            </a:prstGeom>
            <a:solidFill>
              <a:srgbClr val="C7D3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10800000" flipH="1">
              <a:off x="3517898" y="-7088"/>
              <a:ext cx="5143500" cy="5143500"/>
            </a:xfrm>
            <a:prstGeom prst="rtTriangle">
              <a:avLst/>
            </a:prstGeom>
            <a:solidFill>
              <a:srgbClr val="C7D3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rvo"/>
                <a:ea typeface="Arvo"/>
                <a:cs typeface="Arvo"/>
                <a:sym typeface="Arvo"/>
              </a:endParaRPr>
            </a:p>
          </p:txBody>
        </p:sp>
      </p:grpSp>
      <p:grpSp>
        <p:nvGrpSpPr>
          <p:cNvPr id="14" name="Google Shape;14;p2"/>
          <p:cNvGrpSpPr/>
          <p:nvPr/>
        </p:nvGrpSpPr>
        <p:grpSpPr>
          <a:xfrm rot="10800000" flipH="1">
            <a:off x="1" y="1090763"/>
            <a:ext cx="8847502" cy="2961975"/>
            <a:chOff x="-8178042" y="-4493254"/>
            <a:chExt cx="19483598" cy="6522736"/>
          </a:xfrm>
        </p:grpSpPr>
        <p:sp>
          <p:nvSpPr>
            <p:cNvPr id="15" name="Google Shape;15;p2"/>
            <p:cNvSpPr/>
            <p:nvPr/>
          </p:nvSpPr>
          <p:spPr>
            <a:xfrm>
              <a:off x="-8178042" y="-4493118"/>
              <a:ext cx="12968400" cy="6522600"/>
            </a:xfrm>
            <a:prstGeom prst="rect">
              <a:avLst/>
            </a:prstGeom>
            <a:solidFill>
              <a:srgbClr val="3F537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rvo"/>
                <a:ea typeface="Arvo"/>
                <a:cs typeface="Arvo"/>
                <a:sym typeface="Arvo"/>
              </a:endParaRPr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4782955" y="-4493254"/>
              <a:ext cx="6522600" cy="6522600"/>
            </a:xfrm>
            <a:prstGeom prst="rtTriangle">
              <a:avLst/>
            </a:prstGeom>
            <a:solidFill>
              <a:srgbClr val="3F537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rvo"/>
                <a:ea typeface="Arvo"/>
                <a:cs typeface="Arvo"/>
                <a:sym typeface="Arvo"/>
              </a:endParaRPr>
            </a:p>
          </p:txBody>
        </p:sp>
      </p:grpSp>
      <p:grpSp>
        <p:nvGrpSpPr>
          <p:cNvPr id="17" name="Google Shape;17;p2"/>
          <p:cNvGrpSpPr/>
          <p:nvPr/>
        </p:nvGrpSpPr>
        <p:grpSpPr>
          <a:xfrm>
            <a:off x="3677236" y="4278349"/>
            <a:ext cx="5480829" cy="432996"/>
            <a:chOff x="5582265" y="4646738"/>
            <a:chExt cx="5480829" cy="432996"/>
          </a:xfrm>
        </p:grpSpPr>
        <p:sp>
          <p:nvSpPr>
            <p:cNvPr id="18" name="Google Shape;18;p2"/>
            <p:cNvSpPr/>
            <p:nvPr/>
          </p:nvSpPr>
          <p:spPr>
            <a:xfrm rot="10800000">
              <a:off x="5582265" y="4948334"/>
              <a:ext cx="394200" cy="131400"/>
            </a:xfrm>
            <a:prstGeom prst="triangle">
              <a:avLst>
                <a:gd name="adj" fmla="val 32425"/>
              </a:avLst>
            </a:prstGeom>
            <a:solidFill>
              <a:srgbClr val="D26F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9" name="Google Shape;19;p2"/>
            <p:cNvGrpSpPr/>
            <p:nvPr/>
          </p:nvGrpSpPr>
          <p:grpSpPr>
            <a:xfrm flipH="1">
              <a:off x="5585232" y="4646738"/>
              <a:ext cx="5477861" cy="304551"/>
              <a:chOff x="-24158748" y="330075"/>
              <a:chExt cx="30568423" cy="1699506"/>
            </a:xfrm>
          </p:grpSpPr>
          <p:sp>
            <p:nvSpPr>
              <p:cNvPr id="20" name="Google Shape;20;p2"/>
              <p:cNvSpPr/>
              <p:nvPr/>
            </p:nvSpPr>
            <p:spPr>
              <a:xfrm>
                <a:off x="-24158748" y="330081"/>
                <a:ext cx="28908000" cy="1699500"/>
              </a:xfrm>
              <a:prstGeom prst="rect">
                <a:avLst/>
              </a:prstGeom>
              <a:solidFill>
                <a:srgbClr val="FF98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" name="Google Shape;21;p2"/>
              <p:cNvSpPr/>
              <p:nvPr/>
            </p:nvSpPr>
            <p:spPr>
              <a:xfrm>
                <a:off x="4710175" y="330075"/>
                <a:ext cx="1699500" cy="1699500"/>
              </a:xfrm>
              <a:prstGeom prst="rtTriangle">
                <a:avLst/>
              </a:prstGeom>
              <a:solidFill>
                <a:srgbClr val="FF98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22" name="Google Shape;22;p2"/>
          <p:cNvSpPr txBox="1">
            <a:spLocks noGrp="1"/>
          </p:cNvSpPr>
          <p:nvPr>
            <p:ph type="ctrTitle"/>
          </p:nvPr>
        </p:nvSpPr>
        <p:spPr>
          <a:xfrm>
            <a:off x="685800" y="1090750"/>
            <a:ext cx="5367900" cy="2961900"/>
          </a:xfrm>
          <a:prstGeom prst="rect">
            <a:avLst/>
          </a:prstGeom>
        </p:spPr>
        <p:txBody>
          <a:bodyPr spcFirstLastPara="1" wrap="square" lIns="91425" tIns="91425" rIns="91425" bIns="91425" anchor="ctr" anchorCtr="0"/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2 columns" type="twoColTx">
  <p:cSld name="TITLE_AND_TWO_COLUMNS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2" name="Google Shape;82;p6"/>
          <p:cNvGrpSpPr/>
          <p:nvPr/>
        </p:nvGrpSpPr>
        <p:grpSpPr>
          <a:xfrm>
            <a:off x="-4" y="40"/>
            <a:ext cx="7072430" cy="1327315"/>
            <a:chOff x="-4" y="40"/>
            <a:chExt cx="7072430" cy="1327315"/>
          </a:xfrm>
        </p:grpSpPr>
        <p:sp>
          <p:nvSpPr>
            <p:cNvPr id="83" name="Google Shape;83;p6"/>
            <p:cNvSpPr/>
            <p:nvPr/>
          </p:nvSpPr>
          <p:spPr>
            <a:xfrm>
              <a:off x="6292649" y="126425"/>
              <a:ext cx="779700" cy="259800"/>
            </a:xfrm>
            <a:prstGeom prst="triangle">
              <a:avLst>
                <a:gd name="adj" fmla="val 32425"/>
              </a:avLst>
            </a:prstGeom>
            <a:solidFill>
              <a:srgbClr val="263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rvo"/>
                <a:ea typeface="Arvo"/>
                <a:cs typeface="Arvo"/>
                <a:sym typeface="Arvo"/>
              </a:endParaRPr>
            </a:p>
          </p:txBody>
        </p:sp>
        <p:grpSp>
          <p:nvGrpSpPr>
            <p:cNvPr id="84" name="Google Shape;84;p6"/>
            <p:cNvGrpSpPr/>
            <p:nvPr/>
          </p:nvGrpSpPr>
          <p:grpSpPr>
            <a:xfrm rot="10800000" flipH="1">
              <a:off x="3" y="40"/>
              <a:ext cx="6756168" cy="1327315"/>
              <a:chOff x="-2168138" y="330075"/>
              <a:chExt cx="8650663" cy="1699506"/>
            </a:xfrm>
          </p:grpSpPr>
          <p:sp>
            <p:nvSpPr>
              <p:cNvPr id="85" name="Google Shape;85;p6"/>
              <p:cNvSpPr/>
              <p:nvPr/>
            </p:nvSpPr>
            <p:spPr>
              <a:xfrm>
                <a:off x="-2168138" y="330081"/>
                <a:ext cx="6958200" cy="1699500"/>
              </a:xfrm>
              <a:prstGeom prst="rect">
                <a:avLst/>
              </a:prstGeom>
              <a:solidFill>
                <a:srgbClr val="C7D3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rvo"/>
                  <a:ea typeface="Arvo"/>
                  <a:cs typeface="Arvo"/>
                  <a:sym typeface="Arvo"/>
                </a:endParaRPr>
              </a:p>
            </p:txBody>
          </p:sp>
          <p:sp>
            <p:nvSpPr>
              <p:cNvPr id="86" name="Google Shape;86;p6"/>
              <p:cNvSpPr/>
              <p:nvPr/>
            </p:nvSpPr>
            <p:spPr>
              <a:xfrm>
                <a:off x="4783025" y="330075"/>
                <a:ext cx="1699500" cy="1699500"/>
              </a:xfrm>
              <a:prstGeom prst="rtTriangle">
                <a:avLst/>
              </a:prstGeom>
              <a:solidFill>
                <a:srgbClr val="C7D3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rvo"/>
                  <a:ea typeface="Arvo"/>
                  <a:cs typeface="Arvo"/>
                  <a:sym typeface="Arvo"/>
                </a:endParaRPr>
              </a:p>
            </p:txBody>
          </p:sp>
        </p:grpSp>
        <p:grpSp>
          <p:nvGrpSpPr>
            <p:cNvPr id="87" name="Google Shape;87;p6"/>
            <p:cNvGrpSpPr/>
            <p:nvPr/>
          </p:nvGrpSpPr>
          <p:grpSpPr>
            <a:xfrm rot="10800000" flipH="1">
              <a:off x="-4" y="381007"/>
              <a:ext cx="7072430" cy="771744"/>
              <a:chOff x="-9092084" y="330075"/>
              <a:chExt cx="15574609" cy="1699501"/>
            </a:xfrm>
          </p:grpSpPr>
          <p:sp>
            <p:nvSpPr>
              <p:cNvPr id="88" name="Google Shape;88;p6"/>
              <p:cNvSpPr/>
              <p:nvPr/>
            </p:nvSpPr>
            <p:spPr>
              <a:xfrm>
                <a:off x="-9092084" y="330076"/>
                <a:ext cx="13882200" cy="1699500"/>
              </a:xfrm>
              <a:prstGeom prst="rect">
                <a:avLst/>
              </a:prstGeom>
              <a:solidFill>
                <a:srgbClr val="3F537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rvo"/>
                  <a:ea typeface="Arvo"/>
                  <a:cs typeface="Arvo"/>
                  <a:sym typeface="Arvo"/>
                </a:endParaRPr>
              </a:p>
            </p:txBody>
          </p:sp>
          <p:sp>
            <p:nvSpPr>
              <p:cNvPr id="89" name="Google Shape;89;p6"/>
              <p:cNvSpPr/>
              <p:nvPr/>
            </p:nvSpPr>
            <p:spPr>
              <a:xfrm>
                <a:off x="4783025" y="330075"/>
                <a:ext cx="1699500" cy="1699500"/>
              </a:xfrm>
              <a:prstGeom prst="rtTriangle">
                <a:avLst/>
              </a:prstGeom>
              <a:solidFill>
                <a:srgbClr val="3F537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rvo"/>
                  <a:ea typeface="Arvo"/>
                  <a:cs typeface="Arvo"/>
                  <a:sym typeface="Arvo"/>
                </a:endParaRPr>
              </a:p>
            </p:txBody>
          </p:sp>
        </p:grpSp>
      </p:grpSp>
      <p:grpSp>
        <p:nvGrpSpPr>
          <p:cNvPr id="90" name="Google Shape;90;p6"/>
          <p:cNvGrpSpPr/>
          <p:nvPr/>
        </p:nvGrpSpPr>
        <p:grpSpPr>
          <a:xfrm>
            <a:off x="6946842" y="4472723"/>
            <a:ext cx="2202830" cy="670795"/>
            <a:chOff x="5575242" y="4472723"/>
            <a:chExt cx="2202830" cy="670795"/>
          </a:xfrm>
        </p:grpSpPr>
        <p:sp>
          <p:nvSpPr>
            <p:cNvPr id="91" name="Google Shape;91;p6"/>
            <p:cNvSpPr/>
            <p:nvPr/>
          </p:nvSpPr>
          <p:spPr>
            <a:xfrm rot="10800000">
              <a:off x="5575242" y="4948334"/>
              <a:ext cx="394200" cy="131400"/>
            </a:xfrm>
            <a:prstGeom prst="triangle">
              <a:avLst>
                <a:gd name="adj" fmla="val 32425"/>
              </a:avLst>
            </a:prstGeom>
            <a:solidFill>
              <a:srgbClr val="D26F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92" name="Google Shape;92;p6"/>
            <p:cNvGrpSpPr/>
            <p:nvPr/>
          </p:nvGrpSpPr>
          <p:grpSpPr>
            <a:xfrm flipH="1">
              <a:off x="5734850" y="4472723"/>
              <a:ext cx="2040837" cy="670795"/>
              <a:chOff x="1297954" y="330075"/>
              <a:chExt cx="5169293" cy="1699506"/>
            </a:xfrm>
          </p:grpSpPr>
          <p:sp>
            <p:nvSpPr>
              <p:cNvPr id="93" name="Google Shape;93;p6"/>
              <p:cNvSpPr/>
              <p:nvPr/>
            </p:nvSpPr>
            <p:spPr>
              <a:xfrm>
                <a:off x="1297954" y="330081"/>
                <a:ext cx="3476700" cy="1699500"/>
              </a:xfrm>
              <a:prstGeom prst="rect">
                <a:avLst/>
              </a:prstGeom>
              <a:solidFill>
                <a:srgbClr val="C7D3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" name="Google Shape;94;p6"/>
              <p:cNvSpPr/>
              <p:nvPr/>
            </p:nvSpPr>
            <p:spPr>
              <a:xfrm>
                <a:off x="4767747" y="330075"/>
                <a:ext cx="1699500" cy="1699500"/>
              </a:xfrm>
              <a:prstGeom prst="rtTriangle">
                <a:avLst/>
              </a:prstGeom>
              <a:solidFill>
                <a:srgbClr val="C7D3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95" name="Google Shape;95;p6"/>
            <p:cNvGrpSpPr/>
            <p:nvPr/>
          </p:nvGrpSpPr>
          <p:grpSpPr>
            <a:xfrm flipH="1">
              <a:off x="5578209" y="4646738"/>
              <a:ext cx="2199863" cy="304563"/>
              <a:chOff x="-5827153" y="330075"/>
              <a:chExt cx="12276019" cy="1699569"/>
            </a:xfrm>
          </p:grpSpPr>
          <p:sp>
            <p:nvSpPr>
              <p:cNvPr id="96" name="Google Shape;96;p6"/>
              <p:cNvSpPr/>
              <p:nvPr/>
            </p:nvSpPr>
            <p:spPr>
              <a:xfrm>
                <a:off x="-5827153" y="330144"/>
                <a:ext cx="10612200" cy="1699500"/>
              </a:xfrm>
              <a:prstGeom prst="rect">
                <a:avLst/>
              </a:prstGeom>
              <a:solidFill>
                <a:srgbClr val="FF98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" name="Google Shape;97;p6"/>
              <p:cNvSpPr/>
              <p:nvPr/>
            </p:nvSpPr>
            <p:spPr>
              <a:xfrm>
                <a:off x="4749366" y="330075"/>
                <a:ext cx="1699500" cy="1699500"/>
              </a:xfrm>
              <a:prstGeom prst="rtTriangle">
                <a:avLst/>
              </a:prstGeom>
              <a:solidFill>
                <a:srgbClr val="FF98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98" name="Google Shape;98;p6"/>
          <p:cNvSpPr txBox="1">
            <a:spLocks noGrp="1"/>
          </p:cNvSpPr>
          <p:nvPr>
            <p:ph type="title"/>
          </p:nvPr>
        </p:nvSpPr>
        <p:spPr>
          <a:xfrm>
            <a:off x="814275" y="392575"/>
            <a:ext cx="5258400" cy="766200"/>
          </a:xfrm>
          <a:prstGeom prst="rect">
            <a:avLst/>
          </a:prstGeom>
        </p:spPr>
        <p:txBody>
          <a:bodyPr spcFirstLastPara="1" wrap="square" lIns="91425" tIns="91425" rIns="91425" bIns="91425" anchor="ctr" anchorCtr="0"/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>
            <a:endParaRPr/>
          </a:p>
        </p:txBody>
      </p:sp>
      <p:sp>
        <p:nvSpPr>
          <p:cNvPr id="99" name="Google Shape;99;p6"/>
          <p:cNvSpPr txBox="1">
            <a:spLocks noGrp="1"/>
          </p:cNvSpPr>
          <p:nvPr>
            <p:ph type="body" idx="1"/>
          </p:nvPr>
        </p:nvSpPr>
        <p:spPr>
          <a:xfrm>
            <a:off x="814275" y="1537988"/>
            <a:ext cx="3378300" cy="27243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457200" lvl="0" indent="-355600">
              <a:spcBef>
                <a:spcPts val="600"/>
              </a:spcBef>
              <a:spcAft>
                <a:spcPts val="0"/>
              </a:spcAft>
              <a:buSzPts val="2000"/>
              <a:buChar char="▰"/>
              <a:defRPr sz="2000"/>
            </a:lvl1pPr>
            <a:lvl2pPr marL="914400" lvl="1" indent="-355600">
              <a:spcBef>
                <a:spcPts val="1000"/>
              </a:spcBef>
              <a:spcAft>
                <a:spcPts val="0"/>
              </a:spcAft>
              <a:buSzPts val="2000"/>
              <a:buChar char="▻"/>
              <a:defRPr sz="2000"/>
            </a:lvl2pPr>
            <a:lvl3pPr marL="1371600" lvl="2" indent="-355600">
              <a:spcBef>
                <a:spcPts val="1000"/>
              </a:spcBef>
              <a:spcAft>
                <a:spcPts val="0"/>
              </a:spcAft>
              <a:buSzPts val="2000"/>
              <a:buChar char="▻"/>
              <a:defRPr sz="2000"/>
            </a:lvl3pPr>
            <a:lvl4pPr marL="1828800" lvl="3" indent="-355600">
              <a:spcBef>
                <a:spcPts val="1000"/>
              </a:spcBef>
              <a:spcAft>
                <a:spcPts val="0"/>
              </a:spcAft>
              <a:buSzPts val="2000"/>
              <a:buChar char="▻"/>
              <a:defRPr sz="2000"/>
            </a:lvl4pPr>
            <a:lvl5pPr marL="2286000" lvl="4" indent="-355600">
              <a:spcBef>
                <a:spcPts val="1000"/>
              </a:spcBef>
              <a:spcAft>
                <a:spcPts val="0"/>
              </a:spcAft>
              <a:buSzPts val="2000"/>
              <a:buChar char="▻"/>
              <a:defRPr sz="2000"/>
            </a:lvl5pPr>
            <a:lvl6pPr marL="2743200" lvl="5" indent="-355600">
              <a:spcBef>
                <a:spcPts val="1000"/>
              </a:spcBef>
              <a:spcAft>
                <a:spcPts val="0"/>
              </a:spcAft>
              <a:buSzPts val="2000"/>
              <a:buChar char="▻"/>
              <a:defRPr sz="2000"/>
            </a:lvl6pPr>
            <a:lvl7pPr marL="3200400" lvl="6" indent="-355600">
              <a:spcBef>
                <a:spcPts val="1000"/>
              </a:spcBef>
              <a:spcAft>
                <a:spcPts val="0"/>
              </a:spcAft>
              <a:buSzPts val="2000"/>
              <a:buChar char="▻"/>
              <a:defRPr sz="2000"/>
            </a:lvl7pPr>
            <a:lvl8pPr marL="3657600" lvl="7" indent="-355600">
              <a:spcBef>
                <a:spcPts val="1000"/>
              </a:spcBef>
              <a:spcAft>
                <a:spcPts val="0"/>
              </a:spcAft>
              <a:buSzPts val="2000"/>
              <a:buChar char="▻"/>
              <a:defRPr sz="2000"/>
            </a:lvl8pPr>
            <a:lvl9pPr marL="4114800" lvl="8" indent="-355600">
              <a:spcBef>
                <a:spcPts val="1000"/>
              </a:spcBef>
              <a:spcAft>
                <a:spcPts val="1000"/>
              </a:spcAft>
              <a:buSzPts val="2000"/>
              <a:buChar char="▻"/>
              <a:defRPr sz="2000"/>
            </a:lvl9pPr>
          </a:lstStyle>
          <a:p>
            <a:endParaRPr/>
          </a:p>
        </p:txBody>
      </p:sp>
      <p:sp>
        <p:nvSpPr>
          <p:cNvPr id="100" name="Google Shape;100;p6"/>
          <p:cNvSpPr txBox="1">
            <a:spLocks noGrp="1"/>
          </p:cNvSpPr>
          <p:nvPr>
            <p:ph type="body" idx="2"/>
          </p:nvPr>
        </p:nvSpPr>
        <p:spPr>
          <a:xfrm>
            <a:off x="4396123" y="1537988"/>
            <a:ext cx="3378300" cy="27243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457200" lvl="0" indent="-355600">
              <a:spcBef>
                <a:spcPts val="600"/>
              </a:spcBef>
              <a:spcAft>
                <a:spcPts val="0"/>
              </a:spcAft>
              <a:buSzPts val="2000"/>
              <a:buChar char="▰"/>
              <a:defRPr sz="2000"/>
            </a:lvl1pPr>
            <a:lvl2pPr marL="914400" lvl="1" indent="-355600">
              <a:spcBef>
                <a:spcPts val="1000"/>
              </a:spcBef>
              <a:spcAft>
                <a:spcPts val="0"/>
              </a:spcAft>
              <a:buSzPts val="2000"/>
              <a:buChar char="▻"/>
              <a:defRPr sz="2000"/>
            </a:lvl2pPr>
            <a:lvl3pPr marL="1371600" lvl="2" indent="-355600">
              <a:spcBef>
                <a:spcPts val="1000"/>
              </a:spcBef>
              <a:spcAft>
                <a:spcPts val="0"/>
              </a:spcAft>
              <a:buSzPts val="2000"/>
              <a:buChar char="▻"/>
              <a:defRPr sz="2000"/>
            </a:lvl3pPr>
            <a:lvl4pPr marL="1828800" lvl="3" indent="-355600">
              <a:spcBef>
                <a:spcPts val="1000"/>
              </a:spcBef>
              <a:spcAft>
                <a:spcPts val="0"/>
              </a:spcAft>
              <a:buSzPts val="2000"/>
              <a:buChar char="▻"/>
              <a:defRPr sz="2000"/>
            </a:lvl4pPr>
            <a:lvl5pPr marL="2286000" lvl="4" indent="-355600">
              <a:spcBef>
                <a:spcPts val="1000"/>
              </a:spcBef>
              <a:spcAft>
                <a:spcPts val="0"/>
              </a:spcAft>
              <a:buSzPts val="2000"/>
              <a:buChar char="▻"/>
              <a:defRPr sz="2000"/>
            </a:lvl5pPr>
            <a:lvl6pPr marL="2743200" lvl="5" indent="-355600">
              <a:spcBef>
                <a:spcPts val="1000"/>
              </a:spcBef>
              <a:spcAft>
                <a:spcPts val="0"/>
              </a:spcAft>
              <a:buSzPts val="2000"/>
              <a:buChar char="▻"/>
              <a:defRPr sz="2000"/>
            </a:lvl6pPr>
            <a:lvl7pPr marL="3200400" lvl="6" indent="-355600">
              <a:spcBef>
                <a:spcPts val="1000"/>
              </a:spcBef>
              <a:spcAft>
                <a:spcPts val="0"/>
              </a:spcAft>
              <a:buSzPts val="2000"/>
              <a:buChar char="▻"/>
              <a:defRPr sz="2000"/>
            </a:lvl7pPr>
            <a:lvl8pPr marL="3657600" lvl="7" indent="-355600">
              <a:spcBef>
                <a:spcPts val="1000"/>
              </a:spcBef>
              <a:spcAft>
                <a:spcPts val="0"/>
              </a:spcAft>
              <a:buSzPts val="2000"/>
              <a:buChar char="▻"/>
              <a:defRPr sz="2000"/>
            </a:lvl8pPr>
            <a:lvl9pPr marL="4114800" lvl="8" indent="-355600">
              <a:spcBef>
                <a:spcPts val="1000"/>
              </a:spcBef>
              <a:spcAft>
                <a:spcPts val="1000"/>
              </a:spcAft>
              <a:buSzPts val="2000"/>
              <a:buChar char="▻"/>
              <a:defRPr sz="2000"/>
            </a:lvl9pPr>
          </a:lstStyle>
          <a:p>
            <a:endParaRPr/>
          </a:p>
        </p:txBody>
      </p:sp>
      <p:sp>
        <p:nvSpPr>
          <p:cNvPr id="101" name="Google Shape;101;p6"/>
          <p:cNvSpPr txBox="1">
            <a:spLocks noGrp="1"/>
          </p:cNvSpPr>
          <p:nvPr>
            <p:ph type="sldNum" idx="12"/>
          </p:nvPr>
        </p:nvSpPr>
        <p:spPr>
          <a:xfrm>
            <a:off x="7618000" y="4636500"/>
            <a:ext cx="1487400" cy="31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814275" y="392575"/>
            <a:ext cx="5258400" cy="76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Roboto Condensed"/>
              <a:buNone/>
              <a:defRPr sz="2000" b="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Roboto Condensed"/>
              <a:buNone/>
              <a:defRPr sz="2000" b="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Roboto Condensed"/>
              <a:buNone/>
              <a:defRPr sz="2000" b="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Roboto Condensed"/>
              <a:buNone/>
              <a:defRPr sz="2000" b="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Roboto Condensed"/>
              <a:buNone/>
              <a:defRPr sz="2000" b="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Roboto Condensed"/>
              <a:buNone/>
              <a:defRPr sz="2000" b="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Roboto Condensed"/>
              <a:buNone/>
              <a:defRPr sz="2000" b="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Roboto Condensed"/>
              <a:buNone/>
              <a:defRPr sz="2000" b="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Roboto Condensed"/>
              <a:buNone/>
              <a:defRPr sz="2000" b="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814275" y="1327350"/>
            <a:ext cx="6132600" cy="314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marL="457200" lvl="0" indent="-381000">
              <a:spcBef>
                <a:spcPts val="600"/>
              </a:spcBef>
              <a:spcAft>
                <a:spcPts val="0"/>
              </a:spcAft>
              <a:buClr>
                <a:srgbClr val="C7D3E6"/>
              </a:buClr>
              <a:buSzPts val="2400"/>
              <a:buFont typeface="Roboto Condensed Light"/>
              <a:buChar char="▰"/>
              <a:defRPr sz="2400">
                <a:solidFill>
                  <a:srgbClr val="263248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1pPr>
            <a:lvl2pPr marL="914400" lvl="1" indent="-381000">
              <a:spcBef>
                <a:spcPts val="1000"/>
              </a:spcBef>
              <a:spcAft>
                <a:spcPts val="0"/>
              </a:spcAft>
              <a:buClr>
                <a:srgbClr val="C7D3E6"/>
              </a:buClr>
              <a:buSzPts val="2400"/>
              <a:buFont typeface="Roboto Condensed Light"/>
              <a:buChar char="▻"/>
              <a:defRPr sz="2400">
                <a:solidFill>
                  <a:srgbClr val="263248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2pPr>
            <a:lvl3pPr marL="1371600" lvl="2" indent="-381000">
              <a:spcBef>
                <a:spcPts val="1000"/>
              </a:spcBef>
              <a:spcAft>
                <a:spcPts val="0"/>
              </a:spcAft>
              <a:buClr>
                <a:srgbClr val="C7D3E6"/>
              </a:buClr>
              <a:buSzPts val="2400"/>
              <a:buFont typeface="Roboto Condensed Light"/>
              <a:buChar char="▻"/>
              <a:defRPr sz="2400">
                <a:solidFill>
                  <a:srgbClr val="263248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3pPr>
            <a:lvl4pPr marL="1828800" lvl="3" indent="-381000">
              <a:spcBef>
                <a:spcPts val="1000"/>
              </a:spcBef>
              <a:spcAft>
                <a:spcPts val="0"/>
              </a:spcAft>
              <a:buClr>
                <a:srgbClr val="C7D3E6"/>
              </a:buClr>
              <a:buSzPts val="2400"/>
              <a:buFont typeface="Roboto Condensed Light"/>
              <a:buChar char="▻"/>
              <a:defRPr sz="2400">
                <a:solidFill>
                  <a:srgbClr val="263248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4pPr>
            <a:lvl5pPr marL="2286000" lvl="4" indent="-381000">
              <a:spcBef>
                <a:spcPts val="1000"/>
              </a:spcBef>
              <a:spcAft>
                <a:spcPts val="0"/>
              </a:spcAft>
              <a:buClr>
                <a:srgbClr val="C7D3E6"/>
              </a:buClr>
              <a:buSzPts val="2400"/>
              <a:buFont typeface="Roboto Condensed Light"/>
              <a:buChar char="▻"/>
              <a:defRPr sz="2400">
                <a:solidFill>
                  <a:srgbClr val="263248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5pPr>
            <a:lvl6pPr marL="2743200" lvl="5" indent="-381000">
              <a:spcBef>
                <a:spcPts val="1000"/>
              </a:spcBef>
              <a:spcAft>
                <a:spcPts val="0"/>
              </a:spcAft>
              <a:buClr>
                <a:srgbClr val="C7D3E6"/>
              </a:buClr>
              <a:buSzPts val="2400"/>
              <a:buFont typeface="Roboto Condensed Light"/>
              <a:buChar char="▻"/>
              <a:defRPr sz="2400">
                <a:solidFill>
                  <a:srgbClr val="263248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6pPr>
            <a:lvl7pPr marL="3200400" lvl="6" indent="-381000">
              <a:spcBef>
                <a:spcPts val="1000"/>
              </a:spcBef>
              <a:spcAft>
                <a:spcPts val="0"/>
              </a:spcAft>
              <a:buClr>
                <a:srgbClr val="C7D3E6"/>
              </a:buClr>
              <a:buSzPts val="2400"/>
              <a:buFont typeface="Roboto Condensed Light"/>
              <a:buChar char="▻"/>
              <a:defRPr sz="2400">
                <a:solidFill>
                  <a:srgbClr val="263248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7pPr>
            <a:lvl8pPr marL="3657600" lvl="7" indent="-381000">
              <a:spcBef>
                <a:spcPts val="1000"/>
              </a:spcBef>
              <a:spcAft>
                <a:spcPts val="0"/>
              </a:spcAft>
              <a:buClr>
                <a:srgbClr val="C7D3E6"/>
              </a:buClr>
              <a:buSzPts val="2400"/>
              <a:buFont typeface="Roboto Condensed Light"/>
              <a:buChar char="▻"/>
              <a:defRPr sz="2400">
                <a:solidFill>
                  <a:srgbClr val="263248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8pPr>
            <a:lvl9pPr marL="4114800" lvl="8" indent="-381000">
              <a:spcBef>
                <a:spcPts val="1000"/>
              </a:spcBef>
              <a:spcAft>
                <a:spcPts val="1000"/>
              </a:spcAft>
              <a:buClr>
                <a:srgbClr val="C7D3E6"/>
              </a:buClr>
              <a:buSzPts val="2400"/>
              <a:buFont typeface="Roboto Condensed Light"/>
              <a:buChar char="▻"/>
              <a:defRPr sz="2400">
                <a:solidFill>
                  <a:srgbClr val="263248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7618000" y="4636500"/>
            <a:ext cx="1487400" cy="3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 sz="1200" b="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lvl="1" algn="r">
              <a:buNone/>
              <a:defRPr sz="1200" b="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2pPr>
            <a:lvl3pPr lvl="2" algn="r">
              <a:buNone/>
              <a:defRPr sz="1200" b="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3pPr>
            <a:lvl4pPr lvl="3" algn="r">
              <a:buNone/>
              <a:defRPr sz="1200" b="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4pPr>
            <a:lvl5pPr lvl="4" algn="r">
              <a:buNone/>
              <a:defRPr sz="1200" b="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5pPr>
            <a:lvl6pPr lvl="5" algn="r">
              <a:buNone/>
              <a:defRPr sz="1200" b="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6pPr>
            <a:lvl7pPr lvl="6" algn="r">
              <a:buNone/>
              <a:defRPr sz="1200" b="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7pPr>
            <a:lvl8pPr lvl="7" algn="r">
              <a:buNone/>
              <a:defRPr sz="1200" b="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8pPr>
            <a:lvl9pPr lvl="8" algn="r">
              <a:buNone/>
              <a:defRPr sz="1200" b="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2" r:id="rId2"/>
  </p:sldLayoutIdLst>
  <p:transition>
    <p:fade thruBlk="1"/>
  </p:transition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13" Type="http://schemas.openxmlformats.org/officeDocument/2006/relationships/image" Target="../media/image16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12" Type="http://schemas.openxmlformats.org/officeDocument/2006/relationships/image" Target="../media/image1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11" Type="http://schemas.openxmlformats.org/officeDocument/2006/relationships/image" Target="../media/image14.png"/><Relationship Id="rId5" Type="http://schemas.openxmlformats.org/officeDocument/2006/relationships/image" Target="../media/image8.png"/><Relationship Id="rId10" Type="http://schemas.openxmlformats.org/officeDocument/2006/relationships/image" Target="../media/image13.png"/><Relationship Id="rId4" Type="http://schemas.openxmlformats.org/officeDocument/2006/relationships/image" Target="../media/image7.png"/><Relationship Id="rId9" Type="http://schemas.openxmlformats.org/officeDocument/2006/relationships/image" Target="../media/image1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13" Type="http://schemas.openxmlformats.org/officeDocument/2006/relationships/image" Target="../media/image31.png"/><Relationship Id="rId18" Type="http://schemas.openxmlformats.org/officeDocument/2006/relationships/image" Target="../media/image36.png"/><Relationship Id="rId26" Type="http://schemas.openxmlformats.org/officeDocument/2006/relationships/image" Target="../media/image44.png"/><Relationship Id="rId3" Type="http://schemas.openxmlformats.org/officeDocument/2006/relationships/image" Target="../media/image21.png"/><Relationship Id="rId21" Type="http://schemas.openxmlformats.org/officeDocument/2006/relationships/image" Target="../media/image39.png"/><Relationship Id="rId7" Type="http://schemas.openxmlformats.org/officeDocument/2006/relationships/image" Target="../media/image25.png"/><Relationship Id="rId12" Type="http://schemas.openxmlformats.org/officeDocument/2006/relationships/image" Target="../media/image30.png"/><Relationship Id="rId17" Type="http://schemas.openxmlformats.org/officeDocument/2006/relationships/image" Target="../media/image35.png"/><Relationship Id="rId25" Type="http://schemas.openxmlformats.org/officeDocument/2006/relationships/image" Target="../media/image43.png"/><Relationship Id="rId2" Type="http://schemas.openxmlformats.org/officeDocument/2006/relationships/notesSlide" Target="../notesSlides/notesSlide5.xml"/><Relationship Id="rId16" Type="http://schemas.openxmlformats.org/officeDocument/2006/relationships/image" Target="../media/image34.png"/><Relationship Id="rId20" Type="http://schemas.openxmlformats.org/officeDocument/2006/relationships/image" Target="../media/image3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11" Type="http://schemas.openxmlformats.org/officeDocument/2006/relationships/image" Target="../media/image29.png"/><Relationship Id="rId24" Type="http://schemas.openxmlformats.org/officeDocument/2006/relationships/image" Target="../media/image42.png"/><Relationship Id="rId5" Type="http://schemas.openxmlformats.org/officeDocument/2006/relationships/image" Target="../media/image23.png"/><Relationship Id="rId15" Type="http://schemas.openxmlformats.org/officeDocument/2006/relationships/image" Target="../media/image33.png"/><Relationship Id="rId23" Type="http://schemas.openxmlformats.org/officeDocument/2006/relationships/image" Target="../media/image41.png"/><Relationship Id="rId10" Type="http://schemas.openxmlformats.org/officeDocument/2006/relationships/image" Target="../media/image28.png"/><Relationship Id="rId19" Type="http://schemas.openxmlformats.org/officeDocument/2006/relationships/image" Target="../media/image37.png"/><Relationship Id="rId4" Type="http://schemas.openxmlformats.org/officeDocument/2006/relationships/image" Target="../media/image22.png"/><Relationship Id="rId9" Type="http://schemas.openxmlformats.org/officeDocument/2006/relationships/image" Target="../media/image27.png"/><Relationship Id="rId14" Type="http://schemas.openxmlformats.org/officeDocument/2006/relationships/image" Target="../media/image32.png"/><Relationship Id="rId22" Type="http://schemas.openxmlformats.org/officeDocument/2006/relationships/image" Target="../media/image40.png"/><Relationship Id="rId27" Type="http://schemas.openxmlformats.org/officeDocument/2006/relationships/image" Target="../media/image45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0.png"/><Relationship Id="rId3" Type="http://schemas.openxmlformats.org/officeDocument/2006/relationships/image" Target="../media/image21.png"/><Relationship Id="rId7" Type="http://schemas.openxmlformats.org/officeDocument/2006/relationships/image" Target="../media/image4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8.png"/><Relationship Id="rId5" Type="http://schemas.openxmlformats.org/officeDocument/2006/relationships/image" Target="../media/image47.png"/><Relationship Id="rId4" Type="http://schemas.openxmlformats.org/officeDocument/2006/relationships/image" Target="../media/image4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11"/>
          <p:cNvSpPr txBox="1">
            <a:spLocks noGrp="1"/>
          </p:cNvSpPr>
          <p:nvPr>
            <p:ph type="ctrTitle"/>
          </p:nvPr>
        </p:nvSpPr>
        <p:spPr>
          <a:xfrm>
            <a:off x="0" y="1107079"/>
            <a:ext cx="7511143" cy="2961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 dirty="0" smtClean="0"/>
              <a:t>  </a:t>
            </a:r>
            <a:r>
              <a:rPr lang="en" sz="4000" dirty="0" smtClean="0">
                <a:solidFill>
                  <a:schemeClr val="bg1"/>
                </a:solidFill>
              </a:rPr>
              <a:t>IT8 </a:t>
            </a:r>
            <a:r>
              <a:rPr lang="en" sz="4400" dirty="0" smtClean="0">
                <a:solidFill>
                  <a:schemeClr val="bg1"/>
                </a:solidFill>
              </a:rPr>
              <a:t>CALCULUS 2</a:t>
            </a:r>
            <a:br>
              <a:rPr lang="en" sz="4400" dirty="0" smtClean="0">
                <a:solidFill>
                  <a:schemeClr val="bg1"/>
                </a:solidFill>
              </a:rPr>
            </a:br>
            <a:r>
              <a:rPr lang="en" sz="4400" dirty="0">
                <a:solidFill>
                  <a:schemeClr val="bg1"/>
                </a:solidFill>
              </a:rPr>
              <a:t> </a:t>
            </a:r>
            <a:r>
              <a:rPr lang="en" sz="4400" dirty="0" smtClean="0">
                <a:solidFill>
                  <a:schemeClr val="bg1"/>
                </a:solidFill>
              </a:rPr>
              <a:t> </a:t>
            </a:r>
            <a:r>
              <a:rPr lang="en" sz="2800" dirty="0" smtClean="0">
                <a:solidFill>
                  <a:srgbClr val="FFC000"/>
                </a:solidFill>
              </a:rPr>
              <a:t>LESSON 6</a:t>
            </a:r>
            <a:endParaRPr sz="2800" dirty="0">
              <a:solidFill>
                <a:srgbClr val="FFC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2"/>
          <p:cNvSpPr txBox="1">
            <a:spLocks noGrp="1"/>
          </p:cNvSpPr>
          <p:nvPr>
            <p:ph type="title"/>
          </p:nvPr>
        </p:nvSpPr>
        <p:spPr>
          <a:xfrm>
            <a:off x="814275" y="392575"/>
            <a:ext cx="5258400" cy="766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smtClean="0"/>
              <a:t>IT8 CALCULUS 2</a:t>
            </a:r>
            <a:br>
              <a:rPr lang="en-US" dirty="0" smtClean="0"/>
            </a:br>
            <a:r>
              <a:rPr lang="en-US" dirty="0" smtClean="0">
                <a:solidFill>
                  <a:srgbClr val="FFC000"/>
                </a:solidFill>
              </a:rPr>
              <a:t>DEFINITE INTEGRALS</a:t>
            </a:r>
            <a:endParaRPr dirty="0">
              <a:solidFill>
                <a:srgbClr val="FFC000"/>
              </a:solidFill>
            </a:endParaRPr>
          </a:p>
        </p:txBody>
      </p:sp>
      <p:sp>
        <p:nvSpPr>
          <p:cNvPr id="192" name="Google Shape;192;p12"/>
          <p:cNvSpPr txBox="1">
            <a:spLocks noGrp="1"/>
          </p:cNvSpPr>
          <p:nvPr>
            <p:ph type="sldNum" idx="12"/>
          </p:nvPr>
        </p:nvSpPr>
        <p:spPr>
          <a:xfrm>
            <a:off x="7618000" y="4636500"/>
            <a:ext cx="1487400" cy="31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2</a:t>
            </a:fld>
            <a:endParaRPr/>
          </a:p>
        </p:txBody>
      </p:sp>
      <p:grpSp>
        <p:nvGrpSpPr>
          <p:cNvPr id="194" name="Google Shape;194;p12"/>
          <p:cNvGrpSpPr/>
          <p:nvPr/>
        </p:nvGrpSpPr>
        <p:grpSpPr>
          <a:xfrm>
            <a:off x="293683" y="574116"/>
            <a:ext cx="309041" cy="403123"/>
            <a:chOff x="590250" y="244200"/>
            <a:chExt cx="407975" cy="532175"/>
          </a:xfrm>
        </p:grpSpPr>
        <p:sp>
          <p:nvSpPr>
            <p:cNvPr id="195" name="Google Shape;195;p12"/>
            <p:cNvSpPr/>
            <p:nvPr/>
          </p:nvSpPr>
          <p:spPr>
            <a:xfrm>
              <a:off x="623125" y="313625"/>
              <a:ext cx="375100" cy="462750"/>
            </a:xfrm>
            <a:custGeom>
              <a:avLst/>
              <a:gdLst/>
              <a:ahLst/>
              <a:cxnLst/>
              <a:rect l="l" t="t" r="r" b="b"/>
              <a:pathLst>
                <a:path w="15004" h="18510" fill="none" extrusionOk="0">
                  <a:moveTo>
                    <a:pt x="1" y="17536"/>
                  </a:moveTo>
                  <a:lnTo>
                    <a:pt x="1" y="17536"/>
                  </a:lnTo>
                  <a:lnTo>
                    <a:pt x="1" y="17536"/>
                  </a:lnTo>
                  <a:lnTo>
                    <a:pt x="25" y="17682"/>
                  </a:lnTo>
                  <a:lnTo>
                    <a:pt x="49" y="17852"/>
                  </a:lnTo>
                  <a:lnTo>
                    <a:pt x="123" y="18023"/>
                  </a:lnTo>
                  <a:lnTo>
                    <a:pt x="220" y="18193"/>
                  </a:lnTo>
                  <a:lnTo>
                    <a:pt x="293" y="18291"/>
                  </a:lnTo>
                  <a:lnTo>
                    <a:pt x="390" y="18364"/>
                  </a:lnTo>
                  <a:lnTo>
                    <a:pt x="488" y="18412"/>
                  </a:lnTo>
                  <a:lnTo>
                    <a:pt x="610" y="18461"/>
                  </a:lnTo>
                  <a:lnTo>
                    <a:pt x="756" y="18510"/>
                  </a:lnTo>
                  <a:lnTo>
                    <a:pt x="926" y="18510"/>
                  </a:lnTo>
                  <a:lnTo>
                    <a:pt x="14468" y="18510"/>
                  </a:lnTo>
                  <a:lnTo>
                    <a:pt x="14468" y="18510"/>
                  </a:lnTo>
                  <a:lnTo>
                    <a:pt x="14541" y="18510"/>
                  </a:lnTo>
                  <a:lnTo>
                    <a:pt x="14614" y="18485"/>
                  </a:lnTo>
                  <a:lnTo>
                    <a:pt x="14736" y="18412"/>
                  </a:lnTo>
                  <a:lnTo>
                    <a:pt x="14833" y="18291"/>
                  </a:lnTo>
                  <a:lnTo>
                    <a:pt x="14906" y="18144"/>
                  </a:lnTo>
                  <a:lnTo>
                    <a:pt x="14955" y="17974"/>
                  </a:lnTo>
                  <a:lnTo>
                    <a:pt x="14979" y="17779"/>
                  </a:lnTo>
                  <a:lnTo>
                    <a:pt x="15003" y="17438"/>
                  </a:lnTo>
                  <a:lnTo>
                    <a:pt x="15003" y="487"/>
                  </a:lnTo>
                  <a:lnTo>
                    <a:pt x="15003" y="487"/>
                  </a:lnTo>
                  <a:lnTo>
                    <a:pt x="15003" y="341"/>
                  </a:lnTo>
                  <a:lnTo>
                    <a:pt x="14979" y="219"/>
                  </a:lnTo>
                  <a:lnTo>
                    <a:pt x="14955" y="146"/>
                  </a:lnTo>
                  <a:lnTo>
                    <a:pt x="14906" y="73"/>
                  </a:lnTo>
                  <a:lnTo>
                    <a:pt x="14833" y="49"/>
                  </a:lnTo>
                  <a:lnTo>
                    <a:pt x="14736" y="24"/>
                  </a:lnTo>
                  <a:lnTo>
                    <a:pt x="14468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" name="Google Shape;196;p12"/>
            <p:cNvSpPr/>
            <p:nvPr/>
          </p:nvSpPr>
          <p:spPr>
            <a:xfrm>
              <a:off x="590250" y="269775"/>
              <a:ext cx="377525" cy="462775"/>
            </a:xfrm>
            <a:custGeom>
              <a:avLst/>
              <a:gdLst/>
              <a:ahLst/>
              <a:cxnLst/>
              <a:rect l="l" t="t" r="r" b="b"/>
              <a:pathLst>
                <a:path w="15101" h="18511" fill="none" extrusionOk="0">
                  <a:moveTo>
                    <a:pt x="14321" y="0"/>
                  </a:moveTo>
                  <a:lnTo>
                    <a:pt x="780" y="0"/>
                  </a:lnTo>
                  <a:lnTo>
                    <a:pt x="780" y="0"/>
                  </a:lnTo>
                  <a:lnTo>
                    <a:pt x="634" y="25"/>
                  </a:lnTo>
                  <a:lnTo>
                    <a:pt x="488" y="74"/>
                  </a:lnTo>
                  <a:lnTo>
                    <a:pt x="342" y="122"/>
                  </a:lnTo>
                  <a:lnTo>
                    <a:pt x="220" y="220"/>
                  </a:lnTo>
                  <a:lnTo>
                    <a:pt x="122" y="341"/>
                  </a:lnTo>
                  <a:lnTo>
                    <a:pt x="74" y="488"/>
                  </a:lnTo>
                  <a:lnTo>
                    <a:pt x="25" y="634"/>
                  </a:lnTo>
                  <a:lnTo>
                    <a:pt x="1" y="780"/>
                  </a:lnTo>
                  <a:lnTo>
                    <a:pt x="1" y="17731"/>
                  </a:lnTo>
                  <a:lnTo>
                    <a:pt x="1" y="17731"/>
                  </a:lnTo>
                  <a:lnTo>
                    <a:pt x="25" y="17877"/>
                  </a:lnTo>
                  <a:lnTo>
                    <a:pt x="74" y="18023"/>
                  </a:lnTo>
                  <a:lnTo>
                    <a:pt x="122" y="18169"/>
                  </a:lnTo>
                  <a:lnTo>
                    <a:pt x="220" y="18291"/>
                  </a:lnTo>
                  <a:lnTo>
                    <a:pt x="342" y="18388"/>
                  </a:lnTo>
                  <a:lnTo>
                    <a:pt x="488" y="18437"/>
                  </a:lnTo>
                  <a:lnTo>
                    <a:pt x="634" y="18486"/>
                  </a:lnTo>
                  <a:lnTo>
                    <a:pt x="780" y="18510"/>
                  </a:lnTo>
                  <a:lnTo>
                    <a:pt x="14321" y="18510"/>
                  </a:lnTo>
                  <a:lnTo>
                    <a:pt x="14321" y="18510"/>
                  </a:lnTo>
                  <a:lnTo>
                    <a:pt x="14467" y="18486"/>
                  </a:lnTo>
                  <a:lnTo>
                    <a:pt x="14614" y="18437"/>
                  </a:lnTo>
                  <a:lnTo>
                    <a:pt x="14760" y="18388"/>
                  </a:lnTo>
                  <a:lnTo>
                    <a:pt x="14881" y="18291"/>
                  </a:lnTo>
                  <a:lnTo>
                    <a:pt x="14979" y="18169"/>
                  </a:lnTo>
                  <a:lnTo>
                    <a:pt x="15028" y="18023"/>
                  </a:lnTo>
                  <a:lnTo>
                    <a:pt x="15076" y="17877"/>
                  </a:lnTo>
                  <a:lnTo>
                    <a:pt x="15101" y="17731"/>
                  </a:lnTo>
                  <a:lnTo>
                    <a:pt x="15101" y="780"/>
                  </a:lnTo>
                  <a:lnTo>
                    <a:pt x="15101" y="780"/>
                  </a:lnTo>
                  <a:lnTo>
                    <a:pt x="15076" y="634"/>
                  </a:lnTo>
                  <a:lnTo>
                    <a:pt x="15028" y="488"/>
                  </a:lnTo>
                  <a:lnTo>
                    <a:pt x="14979" y="341"/>
                  </a:lnTo>
                  <a:lnTo>
                    <a:pt x="14881" y="220"/>
                  </a:lnTo>
                  <a:lnTo>
                    <a:pt x="14760" y="122"/>
                  </a:lnTo>
                  <a:lnTo>
                    <a:pt x="14614" y="74"/>
                  </a:lnTo>
                  <a:lnTo>
                    <a:pt x="14467" y="25"/>
                  </a:lnTo>
                  <a:lnTo>
                    <a:pt x="14321" y="0"/>
                  </a:lnTo>
                  <a:lnTo>
                    <a:pt x="14321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" name="Google Shape;197;p12"/>
            <p:cNvSpPr/>
            <p:nvPr/>
          </p:nvSpPr>
          <p:spPr>
            <a:xfrm>
              <a:off x="796650" y="274025"/>
              <a:ext cx="45100" cy="45100"/>
            </a:xfrm>
            <a:custGeom>
              <a:avLst/>
              <a:gdLst/>
              <a:ahLst/>
              <a:cxnLst/>
              <a:rect l="l" t="t" r="r" b="b"/>
              <a:pathLst>
                <a:path w="1804" h="1804" fill="none" extrusionOk="0">
                  <a:moveTo>
                    <a:pt x="902" y="1"/>
                  </a:moveTo>
                  <a:lnTo>
                    <a:pt x="902" y="1"/>
                  </a:lnTo>
                  <a:lnTo>
                    <a:pt x="1073" y="25"/>
                  </a:lnTo>
                  <a:lnTo>
                    <a:pt x="1243" y="74"/>
                  </a:lnTo>
                  <a:lnTo>
                    <a:pt x="1414" y="147"/>
                  </a:lnTo>
                  <a:lnTo>
                    <a:pt x="1535" y="269"/>
                  </a:lnTo>
                  <a:lnTo>
                    <a:pt x="1657" y="391"/>
                  </a:lnTo>
                  <a:lnTo>
                    <a:pt x="1730" y="561"/>
                  </a:lnTo>
                  <a:lnTo>
                    <a:pt x="1779" y="732"/>
                  </a:lnTo>
                  <a:lnTo>
                    <a:pt x="1803" y="902"/>
                  </a:lnTo>
                  <a:lnTo>
                    <a:pt x="1803" y="902"/>
                  </a:lnTo>
                  <a:lnTo>
                    <a:pt x="1779" y="1073"/>
                  </a:lnTo>
                  <a:lnTo>
                    <a:pt x="1730" y="1243"/>
                  </a:lnTo>
                  <a:lnTo>
                    <a:pt x="1657" y="1414"/>
                  </a:lnTo>
                  <a:lnTo>
                    <a:pt x="1535" y="1535"/>
                  </a:lnTo>
                  <a:lnTo>
                    <a:pt x="1414" y="1657"/>
                  </a:lnTo>
                  <a:lnTo>
                    <a:pt x="1243" y="1730"/>
                  </a:lnTo>
                  <a:lnTo>
                    <a:pt x="1073" y="1779"/>
                  </a:lnTo>
                  <a:lnTo>
                    <a:pt x="902" y="1803"/>
                  </a:lnTo>
                  <a:lnTo>
                    <a:pt x="902" y="1803"/>
                  </a:lnTo>
                  <a:lnTo>
                    <a:pt x="732" y="1779"/>
                  </a:lnTo>
                  <a:lnTo>
                    <a:pt x="561" y="1730"/>
                  </a:lnTo>
                  <a:lnTo>
                    <a:pt x="391" y="1657"/>
                  </a:lnTo>
                  <a:lnTo>
                    <a:pt x="269" y="1535"/>
                  </a:lnTo>
                  <a:lnTo>
                    <a:pt x="147" y="1414"/>
                  </a:lnTo>
                  <a:lnTo>
                    <a:pt x="74" y="1243"/>
                  </a:lnTo>
                  <a:lnTo>
                    <a:pt x="25" y="1073"/>
                  </a:lnTo>
                  <a:lnTo>
                    <a:pt x="1" y="902"/>
                  </a:lnTo>
                  <a:lnTo>
                    <a:pt x="1" y="902"/>
                  </a:lnTo>
                  <a:lnTo>
                    <a:pt x="25" y="732"/>
                  </a:lnTo>
                  <a:lnTo>
                    <a:pt x="74" y="561"/>
                  </a:lnTo>
                  <a:lnTo>
                    <a:pt x="147" y="391"/>
                  </a:lnTo>
                  <a:lnTo>
                    <a:pt x="269" y="269"/>
                  </a:lnTo>
                  <a:lnTo>
                    <a:pt x="391" y="147"/>
                  </a:lnTo>
                  <a:lnTo>
                    <a:pt x="561" y="74"/>
                  </a:lnTo>
                  <a:lnTo>
                    <a:pt x="732" y="25"/>
                  </a:lnTo>
                  <a:lnTo>
                    <a:pt x="902" y="1"/>
                  </a:lnTo>
                  <a:lnTo>
                    <a:pt x="902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" name="Google Shape;198;p12"/>
            <p:cNvSpPr/>
            <p:nvPr/>
          </p:nvSpPr>
          <p:spPr>
            <a:xfrm>
              <a:off x="713850" y="274025"/>
              <a:ext cx="45075" cy="45100"/>
            </a:xfrm>
            <a:custGeom>
              <a:avLst/>
              <a:gdLst/>
              <a:ahLst/>
              <a:cxnLst/>
              <a:rect l="l" t="t" r="r" b="b"/>
              <a:pathLst>
                <a:path w="1803" h="1804" fill="none" extrusionOk="0">
                  <a:moveTo>
                    <a:pt x="902" y="1"/>
                  </a:moveTo>
                  <a:lnTo>
                    <a:pt x="902" y="1"/>
                  </a:lnTo>
                  <a:lnTo>
                    <a:pt x="1072" y="25"/>
                  </a:lnTo>
                  <a:lnTo>
                    <a:pt x="1243" y="74"/>
                  </a:lnTo>
                  <a:lnTo>
                    <a:pt x="1413" y="147"/>
                  </a:lnTo>
                  <a:lnTo>
                    <a:pt x="1535" y="269"/>
                  </a:lnTo>
                  <a:lnTo>
                    <a:pt x="1657" y="391"/>
                  </a:lnTo>
                  <a:lnTo>
                    <a:pt x="1730" y="561"/>
                  </a:lnTo>
                  <a:lnTo>
                    <a:pt x="1779" y="732"/>
                  </a:lnTo>
                  <a:lnTo>
                    <a:pt x="1803" y="902"/>
                  </a:lnTo>
                  <a:lnTo>
                    <a:pt x="1803" y="902"/>
                  </a:lnTo>
                  <a:lnTo>
                    <a:pt x="1779" y="1073"/>
                  </a:lnTo>
                  <a:lnTo>
                    <a:pt x="1730" y="1243"/>
                  </a:lnTo>
                  <a:lnTo>
                    <a:pt x="1657" y="1414"/>
                  </a:lnTo>
                  <a:lnTo>
                    <a:pt x="1535" y="1535"/>
                  </a:lnTo>
                  <a:lnTo>
                    <a:pt x="1413" y="1657"/>
                  </a:lnTo>
                  <a:lnTo>
                    <a:pt x="1243" y="1730"/>
                  </a:lnTo>
                  <a:lnTo>
                    <a:pt x="1072" y="1779"/>
                  </a:lnTo>
                  <a:lnTo>
                    <a:pt x="902" y="1803"/>
                  </a:lnTo>
                  <a:lnTo>
                    <a:pt x="902" y="1803"/>
                  </a:lnTo>
                  <a:lnTo>
                    <a:pt x="731" y="1779"/>
                  </a:lnTo>
                  <a:lnTo>
                    <a:pt x="561" y="1730"/>
                  </a:lnTo>
                  <a:lnTo>
                    <a:pt x="390" y="1657"/>
                  </a:lnTo>
                  <a:lnTo>
                    <a:pt x="269" y="1535"/>
                  </a:lnTo>
                  <a:lnTo>
                    <a:pt x="147" y="1414"/>
                  </a:lnTo>
                  <a:lnTo>
                    <a:pt x="74" y="1243"/>
                  </a:lnTo>
                  <a:lnTo>
                    <a:pt x="25" y="1073"/>
                  </a:lnTo>
                  <a:lnTo>
                    <a:pt x="1" y="902"/>
                  </a:lnTo>
                  <a:lnTo>
                    <a:pt x="1" y="902"/>
                  </a:lnTo>
                  <a:lnTo>
                    <a:pt x="25" y="732"/>
                  </a:lnTo>
                  <a:lnTo>
                    <a:pt x="74" y="561"/>
                  </a:lnTo>
                  <a:lnTo>
                    <a:pt x="147" y="391"/>
                  </a:lnTo>
                  <a:lnTo>
                    <a:pt x="269" y="269"/>
                  </a:lnTo>
                  <a:lnTo>
                    <a:pt x="390" y="147"/>
                  </a:lnTo>
                  <a:lnTo>
                    <a:pt x="561" y="74"/>
                  </a:lnTo>
                  <a:lnTo>
                    <a:pt x="731" y="25"/>
                  </a:lnTo>
                  <a:lnTo>
                    <a:pt x="902" y="1"/>
                  </a:lnTo>
                  <a:lnTo>
                    <a:pt x="902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" name="Google Shape;199;p12"/>
            <p:cNvSpPr/>
            <p:nvPr/>
          </p:nvSpPr>
          <p:spPr>
            <a:xfrm>
              <a:off x="631050" y="274025"/>
              <a:ext cx="45075" cy="45100"/>
            </a:xfrm>
            <a:custGeom>
              <a:avLst/>
              <a:gdLst/>
              <a:ahLst/>
              <a:cxnLst/>
              <a:rect l="l" t="t" r="r" b="b"/>
              <a:pathLst>
                <a:path w="1803" h="1804" fill="none" extrusionOk="0">
                  <a:moveTo>
                    <a:pt x="0" y="902"/>
                  </a:moveTo>
                  <a:lnTo>
                    <a:pt x="0" y="902"/>
                  </a:lnTo>
                  <a:lnTo>
                    <a:pt x="25" y="732"/>
                  </a:lnTo>
                  <a:lnTo>
                    <a:pt x="73" y="561"/>
                  </a:lnTo>
                  <a:lnTo>
                    <a:pt x="147" y="391"/>
                  </a:lnTo>
                  <a:lnTo>
                    <a:pt x="268" y="269"/>
                  </a:lnTo>
                  <a:lnTo>
                    <a:pt x="390" y="147"/>
                  </a:lnTo>
                  <a:lnTo>
                    <a:pt x="561" y="74"/>
                  </a:lnTo>
                  <a:lnTo>
                    <a:pt x="731" y="25"/>
                  </a:lnTo>
                  <a:lnTo>
                    <a:pt x="902" y="1"/>
                  </a:lnTo>
                  <a:lnTo>
                    <a:pt x="902" y="1"/>
                  </a:lnTo>
                  <a:lnTo>
                    <a:pt x="1072" y="25"/>
                  </a:lnTo>
                  <a:lnTo>
                    <a:pt x="1243" y="74"/>
                  </a:lnTo>
                  <a:lnTo>
                    <a:pt x="1413" y="147"/>
                  </a:lnTo>
                  <a:lnTo>
                    <a:pt x="1535" y="269"/>
                  </a:lnTo>
                  <a:lnTo>
                    <a:pt x="1657" y="391"/>
                  </a:lnTo>
                  <a:lnTo>
                    <a:pt x="1730" y="561"/>
                  </a:lnTo>
                  <a:lnTo>
                    <a:pt x="1778" y="732"/>
                  </a:lnTo>
                  <a:lnTo>
                    <a:pt x="1803" y="902"/>
                  </a:lnTo>
                  <a:lnTo>
                    <a:pt x="1803" y="902"/>
                  </a:lnTo>
                  <a:lnTo>
                    <a:pt x="1778" y="1073"/>
                  </a:lnTo>
                  <a:lnTo>
                    <a:pt x="1730" y="1243"/>
                  </a:lnTo>
                  <a:lnTo>
                    <a:pt x="1657" y="1414"/>
                  </a:lnTo>
                  <a:lnTo>
                    <a:pt x="1535" y="1535"/>
                  </a:lnTo>
                  <a:lnTo>
                    <a:pt x="1413" y="1657"/>
                  </a:lnTo>
                  <a:lnTo>
                    <a:pt x="1243" y="1730"/>
                  </a:lnTo>
                  <a:lnTo>
                    <a:pt x="1072" y="1779"/>
                  </a:lnTo>
                  <a:lnTo>
                    <a:pt x="902" y="1803"/>
                  </a:lnTo>
                  <a:lnTo>
                    <a:pt x="902" y="1803"/>
                  </a:lnTo>
                  <a:lnTo>
                    <a:pt x="731" y="1779"/>
                  </a:lnTo>
                  <a:lnTo>
                    <a:pt x="561" y="1730"/>
                  </a:lnTo>
                  <a:lnTo>
                    <a:pt x="390" y="1657"/>
                  </a:lnTo>
                  <a:lnTo>
                    <a:pt x="268" y="1535"/>
                  </a:lnTo>
                  <a:lnTo>
                    <a:pt x="147" y="1414"/>
                  </a:lnTo>
                  <a:lnTo>
                    <a:pt x="73" y="1243"/>
                  </a:lnTo>
                  <a:lnTo>
                    <a:pt x="25" y="1073"/>
                  </a:lnTo>
                  <a:lnTo>
                    <a:pt x="0" y="902"/>
                  </a:lnTo>
                  <a:lnTo>
                    <a:pt x="0" y="902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" name="Google Shape;200;p12"/>
            <p:cNvSpPr/>
            <p:nvPr/>
          </p:nvSpPr>
          <p:spPr>
            <a:xfrm>
              <a:off x="649925" y="590050"/>
              <a:ext cx="133975" cy="25"/>
            </a:xfrm>
            <a:custGeom>
              <a:avLst/>
              <a:gdLst/>
              <a:ahLst/>
              <a:cxnLst/>
              <a:rect l="l" t="t" r="r" b="b"/>
              <a:pathLst>
                <a:path w="5359" h="1" fill="none" extrusionOk="0">
                  <a:moveTo>
                    <a:pt x="5358" y="0"/>
                  </a:moveTo>
                  <a:lnTo>
                    <a:pt x="0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" name="Google Shape;201;p12"/>
            <p:cNvSpPr/>
            <p:nvPr/>
          </p:nvSpPr>
          <p:spPr>
            <a:xfrm>
              <a:off x="649925" y="534625"/>
              <a:ext cx="255750" cy="25"/>
            </a:xfrm>
            <a:custGeom>
              <a:avLst/>
              <a:gdLst/>
              <a:ahLst/>
              <a:cxnLst/>
              <a:rect l="l" t="t" r="r" b="b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" name="Google Shape;202;p12"/>
            <p:cNvSpPr/>
            <p:nvPr/>
          </p:nvSpPr>
          <p:spPr>
            <a:xfrm>
              <a:off x="649925" y="479825"/>
              <a:ext cx="255750" cy="25"/>
            </a:xfrm>
            <a:custGeom>
              <a:avLst/>
              <a:gdLst/>
              <a:ahLst/>
              <a:cxnLst/>
              <a:rect l="l" t="t" r="r" b="b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" name="Google Shape;203;p12"/>
            <p:cNvSpPr/>
            <p:nvPr/>
          </p:nvSpPr>
          <p:spPr>
            <a:xfrm>
              <a:off x="649925" y="424425"/>
              <a:ext cx="255750" cy="25"/>
            </a:xfrm>
            <a:custGeom>
              <a:avLst/>
              <a:gdLst/>
              <a:ahLst/>
              <a:cxnLst/>
              <a:rect l="l" t="t" r="r" b="b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" name="Google Shape;204;p12"/>
            <p:cNvSpPr/>
            <p:nvPr/>
          </p:nvSpPr>
          <p:spPr>
            <a:xfrm>
              <a:off x="879475" y="274025"/>
              <a:ext cx="45075" cy="45100"/>
            </a:xfrm>
            <a:custGeom>
              <a:avLst/>
              <a:gdLst/>
              <a:ahLst/>
              <a:cxnLst/>
              <a:rect l="l" t="t" r="r" b="b"/>
              <a:pathLst>
                <a:path w="1803" h="1804" fill="none" extrusionOk="0">
                  <a:moveTo>
                    <a:pt x="901" y="1803"/>
                  </a:moveTo>
                  <a:lnTo>
                    <a:pt x="901" y="1803"/>
                  </a:lnTo>
                  <a:lnTo>
                    <a:pt x="731" y="1779"/>
                  </a:lnTo>
                  <a:lnTo>
                    <a:pt x="560" y="1730"/>
                  </a:lnTo>
                  <a:lnTo>
                    <a:pt x="390" y="1657"/>
                  </a:lnTo>
                  <a:lnTo>
                    <a:pt x="268" y="1535"/>
                  </a:lnTo>
                  <a:lnTo>
                    <a:pt x="146" y="1414"/>
                  </a:lnTo>
                  <a:lnTo>
                    <a:pt x="73" y="1243"/>
                  </a:lnTo>
                  <a:lnTo>
                    <a:pt x="25" y="1073"/>
                  </a:lnTo>
                  <a:lnTo>
                    <a:pt x="0" y="902"/>
                  </a:lnTo>
                  <a:lnTo>
                    <a:pt x="0" y="902"/>
                  </a:lnTo>
                  <a:lnTo>
                    <a:pt x="25" y="732"/>
                  </a:lnTo>
                  <a:lnTo>
                    <a:pt x="73" y="561"/>
                  </a:lnTo>
                  <a:lnTo>
                    <a:pt x="146" y="391"/>
                  </a:lnTo>
                  <a:lnTo>
                    <a:pt x="268" y="269"/>
                  </a:lnTo>
                  <a:lnTo>
                    <a:pt x="390" y="147"/>
                  </a:lnTo>
                  <a:lnTo>
                    <a:pt x="560" y="74"/>
                  </a:lnTo>
                  <a:lnTo>
                    <a:pt x="731" y="25"/>
                  </a:lnTo>
                  <a:lnTo>
                    <a:pt x="901" y="1"/>
                  </a:lnTo>
                  <a:lnTo>
                    <a:pt x="901" y="1"/>
                  </a:lnTo>
                  <a:lnTo>
                    <a:pt x="1072" y="25"/>
                  </a:lnTo>
                  <a:lnTo>
                    <a:pt x="1242" y="74"/>
                  </a:lnTo>
                  <a:lnTo>
                    <a:pt x="1413" y="147"/>
                  </a:lnTo>
                  <a:lnTo>
                    <a:pt x="1535" y="269"/>
                  </a:lnTo>
                  <a:lnTo>
                    <a:pt x="1656" y="391"/>
                  </a:lnTo>
                  <a:lnTo>
                    <a:pt x="1729" y="561"/>
                  </a:lnTo>
                  <a:lnTo>
                    <a:pt x="1778" y="732"/>
                  </a:lnTo>
                  <a:lnTo>
                    <a:pt x="1802" y="902"/>
                  </a:lnTo>
                  <a:lnTo>
                    <a:pt x="1802" y="902"/>
                  </a:lnTo>
                  <a:lnTo>
                    <a:pt x="1778" y="1073"/>
                  </a:lnTo>
                  <a:lnTo>
                    <a:pt x="1729" y="1243"/>
                  </a:lnTo>
                  <a:lnTo>
                    <a:pt x="1656" y="1414"/>
                  </a:lnTo>
                  <a:lnTo>
                    <a:pt x="1535" y="1535"/>
                  </a:lnTo>
                  <a:lnTo>
                    <a:pt x="1413" y="1657"/>
                  </a:lnTo>
                  <a:lnTo>
                    <a:pt x="1242" y="1730"/>
                  </a:lnTo>
                  <a:lnTo>
                    <a:pt x="1072" y="1779"/>
                  </a:lnTo>
                  <a:lnTo>
                    <a:pt x="901" y="1803"/>
                  </a:lnTo>
                  <a:lnTo>
                    <a:pt x="901" y="1803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" name="Google Shape;205;p12"/>
            <p:cNvSpPr/>
            <p:nvPr/>
          </p:nvSpPr>
          <p:spPr>
            <a:xfrm>
              <a:off x="654800" y="244200"/>
              <a:ext cx="25" cy="51175"/>
            </a:xfrm>
            <a:custGeom>
              <a:avLst/>
              <a:gdLst/>
              <a:ahLst/>
              <a:cxnLst/>
              <a:rect l="l" t="t" r="r" b="b"/>
              <a:pathLst>
                <a:path w="1" h="2047" fill="none" extrusionOk="0">
                  <a:moveTo>
                    <a:pt x="0" y="1"/>
                  </a:moveTo>
                  <a:lnTo>
                    <a:pt x="0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" name="Google Shape;206;p12"/>
            <p:cNvSpPr/>
            <p:nvPr/>
          </p:nvSpPr>
          <p:spPr>
            <a:xfrm>
              <a:off x="737600" y="244200"/>
              <a:ext cx="25" cy="51175"/>
            </a:xfrm>
            <a:custGeom>
              <a:avLst/>
              <a:gdLst/>
              <a:ahLst/>
              <a:cxnLst/>
              <a:rect l="l" t="t" r="r" b="b"/>
              <a:pathLst>
                <a:path w="1" h="2047" fill="none" extrusionOk="0">
                  <a:moveTo>
                    <a:pt x="1" y="1"/>
                  </a:moveTo>
                  <a:lnTo>
                    <a:pt x="1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" name="Google Shape;207;p12"/>
            <p:cNvSpPr/>
            <p:nvPr/>
          </p:nvSpPr>
          <p:spPr>
            <a:xfrm>
              <a:off x="820400" y="244200"/>
              <a:ext cx="25" cy="51175"/>
            </a:xfrm>
            <a:custGeom>
              <a:avLst/>
              <a:gdLst/>
              <a:ahLst/>
              <a:cxnLst/>
              <a:rect l="l" t="t" r="r" b="b"/>
              <a:pathLst>
                <a:path w="1" h="2047" fill="none" extrusionOk="0">
                  <a:moveTo>
                    <a:pt x="1" y="1"/>
                  </a:moveTo>
                  <a:lnTo>
                    <a:pt x="1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" name="Google Shape;208;p12"/>
            <p:cNvSpPr/>
            <p:nvPr/>
          </p:nvSpPr>
          <p:spPr>
            <a:xfrm>
              <a:off x="903225" y="244200"/>
              <a:ext cx="25" cy="51175"/>
            </a:xfrm>
            <a:custGeom>
              <a:avLst/>
              <a:gdLst/>
              <a:ahLst/>
              <a:cxnLst/>
              <a:rect l="l" t="t" r="r" b="b"/>
              <a:pathLst>
                <a:path w="1" h="2047" fill="none" extrusionOk="0">
                  <a:moveTo>
                    <a:pt x="0" y="1"/>
                  </a:moveTo>
                  <a:lnTo>
                    <a:pt x="0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0659" y="1443166"/>
            <a:ext cx="7356390" cy="47652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0878" y="1961632"/>
            <a:ext cx="7415599" cy="8706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9116" y="2843208"/>
            <a:ext cx="7415599" cy="5318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5592" y="3374786"/>
            <a:ext cx="7415599" cy="74548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30" name="Picture 6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94146" y="4120269"/>
            <a:ext cx="3221767" cy="6066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3941926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0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2"/>
          <p:cNvSpPr txBox="1">
            <a:spLocks noGrp="1"/>
          </p:cNvSpPr>
          <p:nvPr>
            <p:ph type="title"/>
          </p:nvPr>
        </p:nvSpPr>
        <p:spPr>
          <a:xfrm>
            <a:off x="814275" y="392575"/>
            <a:ext cx="5258400" cy="766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smtClean="0"/>
              <a:t>IT8 CALCULUS 2</a:t>
            </a:r>
            <a:br>
              <a:rPr lang="en-US" dirty="0" smtClean="0"/>
            </a:br>
            <a:r>
              <a:rPr lang="en-US" dirty="0" smtClean="0">
                <a:solidFill>
                  <a:srgbClr val="FFC000"/>
                </a:solidFill>
              </a:rPr>
              <a:t>DEFINITE INTEGRALS</a:t>
            </a:r>
            <a:endParaRPr dirty="0">
              <a:solidFill>
                <a:srgbClr val="FFC000"/>
              </a:solidFill>
            </a:endParaRPr>
          </a:p>
        </p:txBody>
      </p:sp>
      <p:sp>
        <p:nvSpPr>
          <p:cNvPr id="192" name="Google Shape;192;p12"/>
          <p:cNvSpPr txBox="1">
            <a:spLocks noGrp="1"/>
          </p:cNvSpPr>
          <p:nvPr>
            <p:ph type="sldNum" idx="12"/>
          </p:nvPr>
        </p:nvSpPr>
        <p:spPr>
          <a:xfrm>
            <a:off x="7618000" y="4636500"/>
            <a:ext cx="1487400" cy="31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3</a:t>
            </a:fld>
            <a:endParaRPr/>
          </a:p>
        </p:txBody>
      </p:sp>
      <p:grpSp>
        <p:nvGrpSpPr>
          <p:cNvPr id="194" name="Google Shape;194;p12"/>
          <p:cNvGrpSpPr/>
          <p:nvPr/>
        </p:nvGrpSpPr>
        <p:grpSpPr>
          <a:xfrm>
            <a:off x="293683" y="574116"/>
            <a:ext cx="309041" cy="403123"/>
            <a:chOff x="590250" y="244200"/>
            <a:chExt cx="407975" cy="532175"/>
          </a:xfrm>
        </p:grpSpPr>
        <p:sp>
          <p:nvSpPr>
            <p:cNvPr id="195" name="Google Shape;195;p12"/>
            <p:cNvSpPr/>
            <p:nvPr/>
          </p:nvSpPr>
          <p:spPr>
            <a:xfrm>
              <a:off x="623125" y="313625"/>
              <a:ext cx="375100" cy="462750"/>
            </a:xfrm>
            <a:custGeom>
              <a:avLst/>
              <a:gdLst/>
              <a:ahLst/>
              <a:cxnLst/>
              <a:rect l="l" t="t" r="r" b="b"/>
              <a:pathLst>
                <a:path w="15004" h="18510" fill="none" extrusionOk="0">
                  <a:moveTo>
                    <a:pt x="1" y="17536"/>
                  </a:moveTo>
                  <a:lnTo>
                    <a:pt x="1" y="17536"/>
                  </a:lnTo>
                  <a:lnTo>
                    <a:pt x="1" y="17536"/>
                  </a:lnTo>
                  <a:lnTo>
                    <a:pt x="25" y="17682"/>
                  </a:lnTo>
                  <a:lnTo>
                    <a:pt x="49" y="17852"/>
                  </a:lnTo>
                  <a:lnTo>
                    <a:pt x="123" y="18023"/>
                  </a:lnTo>
                  <a:lnTo>
                    <a:pt x="220" y="18193"/>
                  </a:lnTo>
                  <a:lnTo>
                    <a:pt x="293" y="18291"/>
                  </a:lnTo>
                  <a:lnTo>
                    <a:pt x="390" y="18364"/>
                  </a:lnTo>
                  <a:lnTo>
                    <a:pt x="488" y="18412"/>
                  </a:lnTo>
                  <a:lnTo>
                    <a:pt x="610" y="18461"/>
                  </a:lnTo>
                  <a:lnTo>
                    <a:pt x="756" y="18510"/>
                  </a:lnTo>
                  <a:lnTo>
                    <a:pt x="926" y="18510"/>
                  </a:lnTo>
                  <a:lnTo>
                    <a:pt x="14468" y="18510"/>
                  </a:lnTo>
                  <a:lnTo>
                    <a:pt x="14468" y="18510"/>
                  </a:lnTo>
                  <a:lnTo>
                    <a:pt x="14541" y="18510"/>
                  </a:lnTo>
                  <a:lnTo>
                    <a:pt x="14614" y="18485"/>
                  </a:lnTo>
                  <a:lnTo>
                    <a:pt x="14736" y="18412"/>
                  </a:lnTo>
                  <a:lnTo>
                    <a:pt x="14833" y="18291"/>
                  </a:lnTo>
                  <a:lnTo>
                    <a:pt x="14906" y="18144"/>
                  </a:lnTo>
                  <a:lnTo>
                    <a:pt x="14955" y="17974"/>
                  </a:lnTo>
                  <a:lnTo>
                    <a:pt x="14979" y="17779"/>
                  </a:lnTo>
                  <a:lnTo>
                    <a:pt x="15003" y="17438"/>
                  </a:lnTo>
                  <a:lnTo>
                    <a:pt x="15003" y="487"/>
                  </a:lnTo>
                  <a:lnTo>
                    <a:pt x="15003" y="487"/>
                  </a:lnTo>
                  <a:lnTo>
                    <a:pt x="15003" y="341"/>
                  </a:lnTo>
                  <a:lnTo>
                    <a:pt x="14979" y="219"/>
                  </a:lnTo>
                  <a:lnTo>
                    <a:pt x="14955" y="146"/>
                  </a:lnTo>
                  <a:lnTo>
                    <a:pt x="14906" y="73"/>
                  </a:lnTo>
                  <a:lnTo>
                    <a:pt x="14833" y="49"/>
                  </a:lnTo>
                  <a:lnTo>
                    <a:pt x="14736" y="24"/>
                  </a:lnTo>
                  <a:lnTo>
                    <a:pt x="14468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" name="Google Shape;196;p12"/>
            <p:cNvSpPr/>
            <p:nvPr/>
          </p:nvSpPr>
          <p:spPr>
            <a:xfrm>
              <a:off x="590250" y="269775"/>
              <a:ext cx="377525" cy="462775"/>
            </a:xfrm>
            <a:custGeom>
              <a:avLst/>
              <a:gdLst/>
              <a:ahLst/>
              <a:cxnLst/>
              <a:rect l="l" t="t" r="r" b="b"/>
              <a:pathLst>
                <a:path w="15101" h="18511" fill="none" extrusionOk="0">
                  <a:moveTo>
                    <a:pt x="14321" y="0"/>
                  </a:moveTo>
                  <a:lnTo>
                    <a:pt x="780" y="0"/>
                  </a:lnTo>
                  <a:lnTo>
                    <a:pt x="780" y="0"/>
                  </a:lnTo>
                  <a:lnTo>
                    <a:pt x="634" y="25"/>
                  </a:lnTo>
                  <a:lnTo>
                    <a:pt x="488" y="74"/>
                  </a:lnTo>
                  <a:lnTo>
                    <a:pt x="342" y="122"/>
                  </a:lnTo>
                  <a:lnTo>
                    <a:pt x="220" y="220"/>
                  </a:lnTo>
                  <a:lnTo>
                    <a:pt x="122" y="341"/>
                  </a:lnTo>
                  <a:lnTo>
                    <a:pt x="74" y="488"/>
                  </a:lnTo>
                  <a:lnTo>
                    <a:pt x="25" y="634"/>
                  </a:lnTo>
                  <a:lnTo>
                    <a:pt x="1" y="780"/>
                  </a:lnTo>
                  <a:lnTo>
                    <a:pt x="1" y="17731"/>
                  </a:lnTo>
                  <a:lnTo>
                    <a:pt x="1" y="17731"/>
                  </a:lnTo>
                  <a:lnTo>
                    <a:pt x="25" y="17877"/>
                  </a:lnTo>
                  <a:lnTo>
                    <a:pt x="74" y="18023"/>
                  </a:lnTo>
                  <a:lnTo>
                    <a:pt x="122" y="18169"/>
                  </a:lnTo>
                  <a:lnTo>
                    <a:pt x="220" y="18291"/>
                  </a:lnTo>
                  <a:lnTo>
                    <a:pt x="342" y="18388"/>
                  </a:lnTo>
                  <a:lnTo>
                    <a:pt x="488" y="18437"/>
                  </a:lnTo>
                  <a:lnTo>
                    <a:pt x="634" y="18486"/>
                  </a:lnTo>
                  <a:lnTo>
                    <a:pt x="780" y="18510"/>
                  </a:lnTo>
                  <a:lnTo>
                    <a:pt x="14321" y="18510"/>
                  </a:lnTo>
                  <a:lnTo>
                    <a:pt x="14321" y="18510"/>
                  </a:lnTo>
                  <a:lnTo>
                    <a:pt x="14467" y="18486"/>
                  </a:lnTo>
                  <a:lnTo>
                    <a:pt x="14614" y="18437"/>
                  </a:lnTo>
                  <a:lnTo>
                    <a:pt x="14760" y="18388"/>
                  </a:lnTo>
                  <a:lnTo>
                    <a:pt x="14881" y="18291"/>
                  </a:lnTo>
                  <a:lnTo>
                    <a:pt x="14979" y="18169"/>
                  </a:lnTo>
                  <a:lnTo>
                    <a:pt x="15028" y="18023"/>
                  </a:lnTo>
                  <a:lnTo>
                    <a:pt x="15076" y="17877"/>
                  </a:lnTo>
                  <a:lnTo>
                    <a:pt x="15101" y="17731"/>
                  </a:lnTo>
                  <a:lnTo>
                    <a:pt x="15101" y="780"/>
                  </a:lnTo>
                  <a:lnTo>
                    <a:pt x="15101" y="780"/>
                  </a:lnTo>
                  <a:lnTo>
                    <a:pt x="15076" y="634"/>
                  </a:lnTo>
                  <a:lnTo>
                    <a:pt x="15028" y="488"/>
                  </a:lnTo>
                  <a:lnTo>
                    <a:pt x="14979" y="341"/>
                  </a:lnTo>
                  <a:lnTo>
                    <a:pt x="14881" y="220"/>
                  </a:lnTo>
                  <a:lnTo>
                    <a:pt x="14760" y="122"/>
                  </a:lnTo>
                  <a:lnTo>
                    <a:pt x="14614" y="74"/>
                  </a:lnTo>
                  <a:lnTo>
                    <a:pt x="14467" y="25"/>
                  </a:lnTo>
                  <a:lnTo>
                    <a:pt x="14321" y="0"/>
                  </a:lnTo>
                  <a:lnTo>
                    <a:pt x="14321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" name="Google Shape;197;p12"/>
            <p:cNvSpPr/>
            <p:nvPr/>
          </p:nvSpPr>
          <p:spPr>
            <a:xfrm>
              <a:off x="796650" y="274025"/>
              <a:ext cx="45100" cy="45100"/>
            </a:xfrm>
            <a:custGeom>
              <a:avLst/>
              <a:gdLst/>
              <a:ahLst/>
              <a:cxnLst/>
              <a:rect l="l" t="t" r="r" b="b"/>
              <a:pathLst>
                <a:path w="1804" h="1804" fill="none" extrusionOk="0">
                  <a:moveTo>
                    <a:pt x="902" y="1"/>
                  </a:moveTo>
                  <a:lnTo>
                    <a:pt x="902" y="1"/>
                  </a:lnTo>
                  <a:lnTo>
                    <a:pt x="1073" y="25"/>
                  </a:lnTo>
                  <a:lnTo>
                    <a:pt x="1243" y="74"/>
                  </a:lnTo>
                  <a:lnTo>
                    <a:pt x="1414" y="147"/>
                  </a:lnTo>
                  <a:lnTo>
                    <a:pt x="1535" y="269"/>
                  </a:lnTo>
                  <a:lnTo>
                    <a:pt x="1657" y="391"/>
                  </a:lnTo>
                  <a:lnTo>
                    <a:pt x="1730" y="561"/>
                  </a:lnTo>
                  <a:lnTo>
                    <a:pt x="1779" y="732"/>
                  </a:lnTo>
                  <a:lnTo>
                    <a:pt x="1803" y="902"/>
                  </a:lnTo>
                  <a:lnTo>
                    <a:pt x="1803" y="902"/>
                  </a:lnTo>
                  <a:lnTo>
                    <a:pt x="1779" y="1073"/>
                  </a:lnTo>
                  <a:lnTo>
                    <a:pt x="1730" y="1243"/>
                  </a:lnTo>
                  <a:lnTo>
                    <a:pt x="1657" y="1414"/>
                  </a:lnTo>
                  <a:lnTo>
                    <a:pt x="1535" y="1535"/>
                  </a:lnTo>
                  <a:lnTo>
                    <a:pt x="1414" y="1657"/>
                  </a:lnTo>
                  <a:lnTo>
                    <a:pt x="1243" y="1730"/>
                  </a:lnTo>
                  <a:lnTo>
                    <a:pt x="1073" y="1779"/>
                  </a:lnTo>
                  <a:lnTo>
                    <a:pt x="902" y="1803"/>
                  </a:lnTo>
                  <a:lnTo>
                    <a:pt x="902" y="1803"/>
                  </a:lnTo>
                  <a:lnTo>
                    <a:pt x="732" y="1779"/>
                  </a:lnTo>
                  <a:lnTo>
                    <a:pt x="561" y="1730"/>
                  </a:lnTo>
                  <a:lnTo>
                    <a:pt x="391" y="1657"/>
                  </a:lnTo>
                  <a:lnTo>
                    <a:pt x="269" y="1535"/>
                  </a:lnTo>
                  <a:lnTo>
                    <a:pt x="147" y="1414"/>
                  </a:lnTo>
                  <a:lnTo>
                    <a:pt x="74" y="1243"/>
                  </a:lnTo>
                  <a:lnTo>
                    <a:pt x="25" y="1073"/>
                  </a:lnTo>
                  <a:lnTo>
                    <a:pt x="1" y="902"/>
                  </a:lnTo>
                  <a:lnTo>
                    <a:pt x="1" y="902"/>
                  </a:lnTo>
                  <a:lnTo>
                    <a:pt x="25" y="732"/>
                  </a:lnTo>
                  <a:lnTo>
                    <a:pt x="74" y="561"/>
                  </a:lnTo>
                  <a:lnTo>
                    <a:pt x="147" y="391"/>
                  </a:lnTo>
                  <a:lnTo>
                    <a:pt x="269" y="269"/>
                  </a:lnTo>
                  <a:lnTo>
                    <a:pt x="391" y="147"/>
                  </a:lnTo>
                  <a:lnTo>
                    <a:pt x="561" y="74"/>
                  </a:lnTo>
                  <a:lnTo>
                    <a:pt x="732" y="25"/>
                  </a:lnTo>
                  <a:lnTo>
                    <a:pt x="902" y="1"/>
                  </a:lnTo>
                  <a:lnTo>
                    <a:pt x="902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" name="Google Shape;198;p12"/>
            <p:cNvSpPr/>
            <p:nvPr/>
          </p:nvSpPr>
          <p:spPr>
            <a:xfrm>
              <a:off x="713850" y="274025"/>
              <a:ext cx="45075" cy="45100"/>
            </a:xfrm>
            <a:custGeom>
              <a:avLst/>
              <a:gdLst/>
              <a:ahLst/>
              <a:cxnLst/>
              <a:rect l="l" t="t" r="r" b="b"/>
              <a:pathLst>
                <a:path w="1803" h="1804" fill="none" extrusionOk="0">
                  <a:moveTo>
                    <a:pt x="902" y="1"/>
                  </a:moveTo>
                  <a:lnTo>
                    <a:pt x="902" y="1"/>
                  </a:lnTo>
                  <a:lnTo>
                    <a:pt x="1072" y="25"/>
                  </a:lnTo>
                  <a:lnTo>
                    <a:pt x="1243" y="74"/>
                  </a:lnTo>
                  <a:lnTo>
                    <a:pt x="1413" y="147"/>
                  </a:lnTo>
                  <a:lnTo>
                    <a:pt x="1535" y="269"/>
                  </a:lnTo>
                  <a:lnTo>
                    <a:pt x="1657" y="391"/>
                  </a:lnTo>
                  <a:lnTo>
                    <a:pt x="1730" y="561"/>
                  </a:lnTo>
                  <a:lnTo>
                    <a:pt x="1779" y="732"/>
                  </a:lnTo>
                  <a:lnTo>
                    <a:pt x="1803" y="902"/>
                  </a:lnTo>
                  <a:lnTo>
                    <a:pt x="1803" y="902"/>
                  </a:lnTo>
                  <a:lnTo>
                    <a:pt x="1779" y="1073"/>
                  </a:lnTo>
                  <a:lnTo>
                    <a:pt x="1730" y="1243"/>
                  </a:lnTo>
                  <a:lnTo>
                    <a:pt x="1657" y="1414"/>
                  </a:lnTo>
                  <a:lnTo>
                    <a:pt x="1535" y="1535"/>
                  </a:lnTo>
                  <a:lnTo>
                    <a:pt x="1413" y="1657"/>
                  </a:lnTo>
                  <a:lnTo>
                    <a:pt x="1243" y="1730"/>
                  </a:lnTo>
                  <a:lnTo>
                    <a:pt x="1072" y="1779"/>
                  </a:lnTo>
                  <a:lnTo>
                    <a:pt x="902" y="1803"/>
                  </a:lnTo>
                  <a:lnTo>
                    <a:pt x="902" y="1803"/>
                  </a:lnTo>
                  <a:lnTo>
                    <a:pt x="731" y="1779"/>
                  </a:lnTo>
                  <a:lnTo>
                    <a:pt x="561" y="1730"/>
                  </a:lnTo>
                  <a:lnTo>
                    <a:pt x="390" y="1657"/>
                  </a:lnTo>
                  <a:lnTo>
                    <a:pt x="269" y="1535"/>
                  </a:lnTo>
                  <a:lnTo>
                    <a:pt x="147" y="1414"/>
                  </a:lnTo>
                  <a:lnTo>
                    <a:pt x="74" y="1243"/>
                  </a:lnTo>
                  <a:lnTo>
                    <a:pt x="25" y="1073"/>
                  </a:lnTo>
                  <a:lnTo>
                    <a:pt x="1" y="902"/>
                  </a:lnTo>
                  <a:lnTo>
                    <a:pt x="1" y="902"/>
                  </a:lnTo>
                  <a:lnTo>
                    <a:pt x="25" y="732"/>
                  </a:lnTo>
                  <a:lnTo>
                    <a:pt x="74" y="561"/>
                  </a:lnTo>
                  <a:lnTo>
                    <a:pt x="147" y="391"/>
                  </a:lnTo>
                  <a:lnTo>
                    <a:pt x="269" y="269"/>
                  </a:lnTo>
                  <a:lnTo>
                    <a:pt x="390" y="147"/>
                  </a:lnTo>
                  <a:lnTo>
                    <a:pt x="561" y="74"/>
                  </a:lnTo>
                  <a:lnTo>
                    <a:pt x="731" y="25"/>
                  </a:lnTo>
                  <a:lnTo>
                    <a:pt x="902" y="1"/>
                  </a:lnTo>
                  <a:lnTo>
                    <a:pt x="902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" name="Google Shape;199;p12"/>
            <p:cNvSpPr/>
            <p:nvPr/>
          </p:nvSpPr>
          <p:spPr>
            <a:xfrm>
              <a:off x="631050" y="274025"/>
              <a:ext cx="45075" cy="45100"/>
            </a:xfrm>
            <a:custGeom>
              <a:avLst/>
              <a:gdLst/>
              <a:ahLst/>
              <a:cxnLst/>
              <a:rect l="l" t="t" r="r" b="b"/>
              <a:pathLst>
                <a:path w="1803" h="1804" fill="none" extrusionOk="0">
                  <a:moveTo>
                    <a:pt x="0" y="902"/>
                  </a:moveTo>
                  <a:lnTo>
                    <a:pt x="0" y="902"/>
                  </a:lnTo>
                  <a:lnTo>
                    <a:pt x="25" y="732"/>
                  </a:lnTo>
                  <a:lnTo>
                    <a:pt x="73" y="561"/>
                  </a:lnTo>
                  <a:lnTo>
                    <a:pt x="147" y="391"/>
                  </a:lnTo>
                  <a:lnTo>
                    <a:pt x="268" y="269"/>
                  </a:lnTo>
                  <a:lnTo>
                    <a:pt x="390" y="147"/>
                  </a:lnTo>
                  <a:lnTo>
                    <a:pt x="561" y="74"/>
                  </a:lnTo>
                  <a:lnTo>
                    <a:pt x="731" y="25"/>
                  </a:lnTo>
                  <a:lnTo>
                    <a:pt x="902" y="1"/>
                  </a:lnTo>
                  <a:lnTo>
                    <a:pt x="902" y="1"/>
                  </a:lnTo>
                  <a:lnTo>
                    <a:pt x="1072" y="25"/>
                  </a:lnTo>
                  <a:lnTo>
                    <a:pt x="1243" y="74"/>
                  </a:lnTo>
                  <a:lnTo>
                    <a:pt x="1413" y="147"/>
                  </a:lnTo>
                  <a:lnTo>
                    <a:pt x="1535" y="269"/>
                  </a:lnTo>
                  <a:lnTo>
                    <a:pt x="1657" y="391"/>
                  </a:lnTo>
                  <a:lnTo>
                    <a:pt x="1730" y="561"/>
                  </a:lnTo>
                  <a:lnTo>
                    <a:pt x="1778" y="732"/>
                  </a:lnTo>
                  <a:lnTo>
                    <a:pt x="1803" y="902"/>
                  </a:lnTo>
                  <a:lnTo>
                    <a:pt x="1803" y="902"/>
                  </a:lnTo>
                  <a:lnTo>
                    <a:pt x="1778" y="1073"/>
                  </a:lnTo>
                  <a:lnTo>
                    <a:pt x="1730" y="1243"/>
                  </a:lnTo>
                  <a:lnTo>
                    <a:pt x="1657" y="1414"/>
                  </a:lnTo>
                  <a:lnTo>
                    <a:pt x="1535" y="1535"/>
                  </a:lnTo>
                  <a:lnTo>
                    <a:pt x="1413" y="1657"/>
                  </a:lnTo>
                  <a:lnTo>
                    <a:pt x="1243" y="1730"/>
                  </a:lnTo>
                  <a:lnTo>
                    <a:pt x="1072" y="1779"/>
                  </a:lnTo>
                  <a:lnTo>
                    <a:pt x="902" y="1803"/>
                  </a:lnTo>
                  <a:lnTo>
                    <a:pt x="902" y="1803"/>
                  </a:lnTo>
                  <a:lnTo>
                    <a:pt x="731" y="1779"/>
                  </a:lnTo>
                  <a:lnTo>
                    <a:pt x="561" y="1730"/>
                  </a:lnTo>
                  <a:lnTo>
                    <a:pt x="390" y="1657"/>
                  </a:lnTo>
                  <a:lnTo>
                    <a:pt x="268" y="1535"/>
                  </a:lnTo>
                  <a:lnTo>
                    <a:pt x="147" y="1414"/>
                  </a:lnTo>
                  <a:lnTo>
                    <a:pt x="73" y="1243"/>
                  </a:lnTo>
                  <a:lnTo>
                    <a:pt x="25" y="1073"/>
                  </a:lnTo>
                  <a:lnTo>
                    <a:pt x="0" y="902"/>
                  </a:lnTo>
                  <a:lnTo>
                    <a:pt x="0" y="902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" name="Google Shape;200;p12"/>
            <p:cNvSpPr/>
            <p:nvPr/>
          </p:nvSpPr>
          <p:spPr>
            <a:xfrm>
              <a:off x="649925" y="590050"/>
              <a:ext cx="133975" cy="25"/>
            </a:xfrm>
            <a:custGeom>
              <a:avLst/>
              <a:gdLst/>
              <a:ahLst/>
              <a:cxnLst/>
              <a:rect l="l" t="t" r="r" b="b"/>
              <a:pathLst>
                <a:path w="5359" h="1" fill="none" extrusionOk="0">
                  <a:moveTo>
                    <a:pt x="5358" y="0"/>
                  </a:moveTo>
                  <a:lnTo>
                    <a:pt x="0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" name="Google Shape;201;p12"/>
            <p:cNvSpPr/>
            <p:nvPr/>
          </p:nvSpPr>
          <p:spPr>
            <a:xfrm>
              <a:off x="649925" y="534625"/>
              <a:ext cx="255750" cy="25"/>
            </a:xfrm>
            <a:custGeom>
              <a:avLst/>
              <a:gdLst/>
              <a:ahLst/>
              <a:cxnLst/>
              <a:rect l="l" t="t" r="r" b="b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" name="Google Shape;202;p12"/>
            <p:cNvSpPr/>
            <p:nvPr/>
          </p:nvSpPr>
          <p:spPr>
            <a:xfrm>
              <a:off x="649925" y="479825"/>
              <a:ext cx="255750" cy="25"/>
            </a:xfrm>
            <a:custGeom>
              <a:avLst/>
              <a:gdLst/>
              <a:ahLst/>
              <a:cxnLst/>
              <a:rect l="l" t="t" r="r" b="b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" name="Google Shape;203;p12"/>
            <p:cNvSpPr/>
            <p:nvPr/>
          </p:nvSpPr>
          <p:spPr>
            <a:xfrm>
              <a:off x="649925" y="424425"/>
              <a:ext cx="255750" cy="25"/>
            </a:xfrm>
            <a:custGeom>
              <a:avLst/>
              <a:gdLst/>
              <a:ahLst/>
              <a:cxnLst/>
              <a:rect l="l" t="t" r="r" b="b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" name="Google Shape;204;p12"/>
            <p:cNvSpPr/>
            <p:nvPr/>
          </p:nvSpPr>
          <p:spPr>
            <a:xfrm>
              <a:off x="879475" y="274025"/>
              <a:ext cx="45075" cy="45100"/>
            </a:xfrm>
            <a:custGeom>
              <a:avLst/>
              <a:gdLst/>
              <a:ahLst/>
              <a:cxnLst/>
              <a:rect l="l" t="t" r="r" b="b"/>
              <a:pathLst>
                <a:path w="1803" h="1804" fill="none" extrusionOk="0">
                  <a:moveTo>
                    <a:pt x="901" y="1803"/>
                  </a:moveTo>
                  <a:lnTo>
                    <a:pt x="901" y="1803"/>
                  </a:lnTo>
                  <a:lnTo>
                    <a:pt x="731" y="1779"/>
                  </a:lnTo>
                  <a:lnTo>
                    <a:pt x="560" y="1730"/>
                  </a:lnTo>
                  <a:lnTo>
                    <a:pt x="390" y="1657"/>
                  </a:lnTo>
                  <a:lnTo>
                    <a:pt x="268" y="1535"/>
                  </a:lnTo>
                  <a:lnTo>
                    <a:pt x="146" y="1414"/>
                  </a:lnTo>
                  <a:lnTo>
                    <a:pt x="73" y="1243"/>
                  </a:lnTo>
                  <a:lnTo>
                    <a:pt x="25" y="1073"/>
                  </a:lnTo>
                  <a:lnTo>
                    <a:pt x="0" y="902"/>
                  </a:lnTo>
                  <a:lnTo>
                    <a:pt x="0" y="902"/>
                  </a:lnTo>
                  <a:lnTo>
                    <a:pt x="25" y="732"/>
                  </a:lnTo>
                  <a:lnTo>
                    <a:pt x="73" y="561"/>
                  </a:lnTo>
                  <a:lnTo>
                    <a:pt x="146" y="391"/>
                  </a:lnTo>
                  <a:lnTo>
                    <a:pt x="268" y="269"/>
                  </a:lnTo>
                  <a:lnTo>
                    <a:pt x="390" y="147"/>
                  </a:lnTo>
                  <a:lnTo>
                    <a:pt x="560" y="74"/>
                  </a:lnTo>
                  <a:lnTo>
                    <a:pt x="731" y="25"/>
                  </a:lnTo>
                  <a:lnTo>
                    <a:pt x="901" y="1"/>
                  </a:lnTo>
                  <a:lnTo>
                    <a:pt x="901" y="1"/>
                  </a:lnTo>
                  <a:lnTo>
                    <a:pt x="1072" y="25"/>
                  </a:lnTo>
                  <a:lnTo>
                    <a:pt x="1242" y="74"/>
                  </a:lnTo>
                  <a:lnTo>
                    <a:pt x="1413" y="147"/>
                  </a:lnTo>
                  <a:lnTo>
                    <a:pt x="1535" y="269"/>
                  </a:lnTo>
                  <a:lnTo>
                    <a:pt x="1656" y="391"/>
                  </a:lnTo>
                  <a:lnTo>
                    <a:pt x="1729" y="561"/>
                  </a:lnTo>
                  <a:lnTo>
                    <a:pt x="1778" y="732"/>
                  </a:lnTo>
                  <a:lnTo>
                    <a:pt x="1802" y="902"/>
                  </a:lnTo>
                  <a:lnTo>
                    <a:pt x="1802" y="902"/>
                  </a:lnTo>
                  <a:lnTo>
                    <a:pt x="1778" y="1073"/>
                  </a:lnTo>
                  <a:lnTo>
                    <a:pt x="1729" y="1243"/>
                  </a:lnTo>
                  <a:lnTo>
                    <a:pt x="1656" y="1414"/>
                  </a:lnTo>
                  <a:lnTo>
                    <a:pt x="1535" y="1535"/>
                  </a:lnTo>
                  <a:lnTo>
                    <a:pt x="1413" y="1657"/>
                  </a:lnTo>
                  <a:lnTo>
                    <a:pt x="1242" y="1730"/>
                  </a:lnTo>
                  <a:lnTo>
                    <a:pt x="1072" y="1779"/>
                  </a:lnTo>
                  <a:lnTo>
                    <a:pt x="901" y="1803"/>
                  </a:lnTo>
                  <a:lnTo>
                    <a:pt x="901" y="1803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" name="Google Shape;205;p12"/>
            <p:cNvSpPr/>
            <p:nvPr/>
          </p:nvSpPr>
          <p:spPr>
            <a:xfrm>
              <a:off x="654800" y="244200"/>
              <a:ext cx="25" cy="51175"/>
            </a:xfrm>
            <a:custGeom>
              <a:avLst/>
              <a:gdLst/>
              <a:ahLst/>
              <a:cxnLst/>
              <a:rect l="l" t="t" r="r" b="b"/>
              <a:pathLst>
                <a:path w="1" h="2047" fill="none" extrusionOk="0">
                  <a:moveTo>
                    <a:pt x="0" y="1"/>
                  </a:moveTo>
                  <a:lnTo>
                    <a:pt x="0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" name="Google Shape;206;p12"/>
            <p:cNvSpPr/>
            <p:nvPr/>
          </p:nvSpPr>
          <p:spPr>
            <a:xfrm>
              <a:off x="737600" y="244200"/>
              <a:ext cx="25" cy="51175"/>
            </a:xfrm>
            <a:custGeom>
              <a:avLst/>
              <a:gdLst/>
              <a:ahLst/>
              <a:cxnLst/>
              <a:rect l="l" t="t" r="r" b="b"/>
              <a:pathLst>
                <a:path w="1" h="2047" fill="none" extrusionOk="0">
                  <a:moveTo>
                    <a:pt x="1" y="1"/>
                  </a:moveTo>
                  <a:lnTo>
                    <a:pt x="1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" name="Google Shape;207;p12"/>
            <p:cNvSpPr/>
            <p:nvPr/>
          </p:nvSpPr>
          <p:spPr>
            <a:xfrm>
              <a:off x="820400" y="244200"/>
              <a:ext cx="25" cy="51175"/>
            </a:xfrm>
            <a:custGeom>
              <a:avLst/>
              <a:gdLst/>
              <a:ahLst/>
              <a:cxnLst/>
              <a:rect l="l" t="t" r="r" b="b"/>
              <a:pathLst>
                <a:path w="1" h="2047" fill="none" extrusionOk="0">
                  <a:moveTo>
                    <a:pt x="1" y="1"/>
                  </a:moveTo>
                  <a:lnTo>
                    <a:pt x="1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" name="Google Shape;208;p12"/>
            <p:cNvSpPr/>
            <p:nvPr/>
          </p:nvSpPr>
          <p:spPr>
            <a:xfrm>
              <a:off x="903225" y="244200"/>
              <a:ext cx="25" cy="51175"/>
            </a:xfrm>
            <a:custGeom>
              <a:avLst/>
              <a:gdLst/>
              <a:ahLst/>
              <a:cxnLst/>
              <a:rect l="l" t="t" r="r" b="b"/>
              <a:pathLst>
                <a:path w="1" h="2047" fill="none" extrusionOk="0">
                  <a:moveTo>
                    <a:pt x="0" y="1"/>
                  </a:moveTo>
                  <a:lnTo>
                    <a:pt x="0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2057" name="Picture 9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3683" y="1376234"/>
            <a:ext cx="3240349" cy="2532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8" name="Picture 10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8586" y="1854415"/>
            <a:ext cx="1666733" cy="2657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9" name="Picture 11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1661" y="2078936"/>
            <a:ext cx="1462425" cy="6219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60" name="Picture 12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4329" y="2820688"/>
            <a:ext cx="1300960" cy="20908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61" name="Picture 13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6608" y="3069881"/>
            <a:ext cx="2116506" cy="5436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62" name="Picture 14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8734" y="3790689"/>
            <a:ext cx="1296556" cy="2301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63" name="Picture 15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8887" y="4064598"/>
            <a:ext cx="2717351" cy="5014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64" name="Picture 16"/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56160" y="1854415"/>
            <a:ext cx="1667775" cy="2459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65" name="Picture 17"/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56160" y="2078936"/>
            <a:ext cx="2227434" cy="5473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66" name="Picture 18"/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56160" y="2730750"/>
            <a:ext cx="1503018" cy="2093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67" name="Picture 19"/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78544" y="2940909"/>
            <a:ext cx="3697759" cy="6035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6652003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2"/>
          <p:cNvSpPr txBox="1">
            <a:spLocks noGrp="1"/>
          </p:cNvSpPr>
          <p:nvPr>
            <p:ph type="title"/>
          </p:nvPr>
        </p:nvSpPr>
        <p:spPr>
          <a:xfrm>
            <a:off x="814275" y="392575"/>
            <a:ext cx="5258400" cy="766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smtClean="0"/>
              <a:t>IT8 CALCULUS 2</a:t>
            </a:r>
            <a:br>
              <a:rPr lang="en-US" dirty="0" smtClean="0"/>
            </a:br>
            <a:r>
              <a:rPr lang="en-US" dirty="0" smtClean="0">
                <a:solidFill>
                  <a:srgbClr val="FFC000"/>
                </a:solidFill>
              </a:rPr>
              <a:t>DEFINITE INTEGRALS</a:t>
            </a:r>
            <a:endParaRPr dirty="0">
              <a:solidFill>
                <a:srgbClr val="FFC000"/>
              </a:solidFill>
            </a:endParaRPr>
          </a:p>
        </p:txBody>
      </p:sp>
      <p:sp>
        <p:nvSpPr>
          <p:cNvPr id="192" name="Google Shape;192;p12"/>
          <p:cNvSpPr txBox="1">
            <a:spLocks noGrp="1"/>
          </p:cNvSpPr>
          <p:nvPr>
            <p:ph type="sldNum" idx="12"/>
          </p:nvPr>
        </p:nvSpPr>
        <p:spPr>
          <a:xfrm>
            <a:off x="7618000" y="4636500"/>
            <a:ext cx="1487400" cy="31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4</a:t>
            </a:fld>
            <a:endParaRPr/>
          </a:p>
        </p:txBody>
      </p:sp>
      <p:grpSp>
        <p:nvGrpSpPr>
          <p:cNvPr id="194" name="Google Shape;194;p12"/>
          <p:cNvGrpSpPr/>
          <p:nvPr/>
        </p:nvGrpSpPr>
        <p:grpSpPr>
          <a:xfrm>
            <a:off x="293683" y="574116"/>
            <a:ext cx="309041" cy="403123"/>
            <a:chOff x="590250" y="244200"/>
            <a:chExt cx="407975" cy="532175"/>
          </a:xfrm>
        </p:grpSpPr>
        <p:sp>
          <p:nvSpPr>
            <p:cNvPr id="195" name="Google Shape;195;p12"/>
            <p:cNvSpPr/>
            <p:nvPr/>
          </p:nvSpPr>
          <p:spPr>
            <a:xfrm>
              <a:off x="623125" y="313625"/>
              <a:ext cx="375100" cy="462750"/>
            </a:xfrm>
            <a:custGeom>
              <a:avLst/>
              <a:gdLst/>
              <a:ahLst/>
              <a:cxnLst/>
              <a:rect l="l" t="t" r="r" b="b"/>
              <a:pathLst>
                <a:path w="15004" h="18510" fill="none" extrusionOk="0">
                  <a:moveTo>
                    <a:pt x="1" y="17536"/>
                  </a:moveTo>
                  <a:lnTo>
                    <a:pt x="1" y="17536"/>
                  </a:lnTo>
                  <a:lnTo>
                    <a:pt x="1" y="17536"/>
                  </a:lnTo>
                  <a:lnTo>
                    <a:pt x="25" y="17682"/>
                  </a:lnTo>
                  <a:lnTo>
                    <a:pt x="49" y="17852"/>
                  </a:lnTo>
                  <a:lnTo>
                    <a:pt x="123" y="18023"/>
                  </a:lnTo>
                  <a:lnTo>
                    <a:pt x="220" y="18193"/>
                  </a:lnTo>
                  <a:lnTo>
                    <a:pt x="293" y="18291"/>
                  </a:lnTo>
                  <a:lnTo>
                    <a:pt x="390" y="18364"/>
                  </a:lnTo>
                  <a:lnTo>
                    <a:pt x="488" y="18412"/>
                  </a:lnTo>
                  <a:lnTo>
                    <a:pt x="610" y="18461"/>
                  </a:lnTo>
                  <a:lnTo>
                    <a:pt x="756" y="18510"/>
                  </a:lnTo>
                  <a:lnTo>
                    <a:pt x="926" y="18510"/>
                  </a:lnTo>
                  <a:lnTo>
                    <a:pt x="14468" y="18510"/>
                  </a:lnTo>
                  <a:lnTo>
                    <a:pt x="14468" y="18510"/>
                  </a:lnTo>
                  <a:lnTo>
                    <a:pt x="14541" y="18510"/>
                  </a:lnTo>
                  <a:lnTo>
                    <a:pt x="14614" y="18485"/>
                  </a:lnTo>
                  <a:lnTo>
                    <a:pt x="14736" y="18412"/>
                  </a:lnTo>
                  <a:lnTo>
                    <a:pt x="14833" y="18291"/>
                  </a:lnTo>
                  <a:lnTo>
                    <a:pt x="14906" y="18144"/>
                  </a:lnTo>
                  <a:lnTo>
                    <a:pt x="14955" y="17974"/>
                  </a:lnTo>
                  <a:lnTo>
                    <a:pt x="14979" y="17779"/>
                  </a:lnTo>
                  <a:lnTo>
                    <a:pt x="15003" y="17438"/>
                  </a:lnTo>
                  <a:lnTo>
                    <a:pt x="15003" y="487"/>
                  </a:lnTo>
                  <a:lnTo>
                    <a:pt x="15003" y="487"/>
                  </a:lnTo>
                  <a:lnTo>
                    <a:pt x="15003" y="341"/>
                  </a:lnTo>
                  <a:lnTo>
                    <a:pt x="14979" y="219"/>
                  </a:lnTo>
                  <a:lnTo>
                    <a:pt x="14955" y="146"/>
                  </a:lnTo>
                  <a:lnTo>
                    <a:pt x="14906" y="73"/>
                  </a:lnTo>
                  <a:lnTo>
                    <a:pt x="14833" y="49"/>
                  </a:lnTo>
                  <a:lnTo>
                    <a:pt x="14736" y="24"/>
                  </a:lnTo>
                  <a:lnTo>
                    <a:pt x="14468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" name="Google Shape;196;p12"/>
            <p:cNvSpPr/>
            <p:nvPr/>
          </p:nvSpPr>
          <p:spPr>
            <a:xfrm>
              <a:off x="590250" y="269775"/>
              <a:ext cx="377525" cy="462775"/>
            </a:xfrm>
            <a:custGeom>
              <a:avLst/>
              <a:gdLst/>
              <a:ahLst/>
              <a:cxnLst/>
              <a:rect l="l" t="t" r="r" b="b"/>
              <a:pathLst>
                <a:path w="15101" h="18511" fill="none" extrusionOk="0">
                  <a:moveTo>
                    <a:pt x="14321" y="0"/>
                  </a:moveTo>
                  <a:lnTo>
                    <a:pt x="780" y="0"/>
                  </a:lnTo>
                  <a:lnTo>
                    <a:pt x="780" y="0"/>
                  </a:lnTo>
                  <a:lnTo>
                    <a:pt x="634" y="25"/>
                  </a:lnTo>
                  <a:lnTo>
                    <a:pt x="488" y="74"/>
                  </a:lnTo>
                  <a:lnTo>
                    <a:pt x="342" y="122"/>
                  </a:lnTo>
                  <a:lnTo>
                    <a:pt x="220" y="220"/>
                  </a:lnTo>
                  <a:lnTo>
                    <a:pt x="122" y="341"/>
                  </a:lnTo>
                  <a:lnTo>
                    <a:pt x="74" y="488"/>
                  </a:lnTo>
                  <a:lnTo>
                    <a:pt x="25" y="634"/>
                  </a:lnTo>
                  <a:lnTo>
                    <a:pt x="1" y="780"/>
                  </a:lnTo>
                  <a:lnTo>
                    <a:pt x="1" y="17731"/>
                  </a:lnTo>
                  <a:lnTo>
                    <a:pt x="1" y="17731"/>
                  </a:lnTo>
                  <a:lnTo>
                    <a:pt x="25" y="17877"/>
                  </a:lnTo>
                  <a:lnTo>
                    <a:pt x="74" y="18023"/>
                  </a:lnTo>
                  <a:lnTo>
                    <a:pt x="122" y="18169"/>
                  </a:lnTo>
                  <a:lnTo>
                    <a:pt x="220" y="18291"/>
                  </a:lnTo>
                  <a:lnTo>
                    <a:pt x="342" y="18388"/>
                  </a:lnTo>
                  <a:lnTo>
                    <a:pt x="488" y="18437"/>
                  </a:lnTo>
                  <a:lnTo>
                    <a:pt x="634" y="18486"/>
                  </a:lnTo>
                  <a:lnTo>
                    <a:pt x="780" y="18510"/>
                  </a:lnTo>
                  <a:lnTo>
                    <a:pt x="14321" y="18510"/>
                  </a:lnTo>
                  <a:lnTo>
                    <a:pt x="14321" y="18510"/>
                  </a:lnTo>
                  <a:lnTo>
                    <a:pt x="14467" y="18486"/>
                  </a:lnTo>
                  <a:lnTo>
                    <a:pt x="14614" y="18437"/>
                  </a:lnTo>
                  <a:lnTo>
                    <a:pt x="14760" y="18388"/>
                  </a:lnTo>
                  <a:lnTo>
                    <a:pt x="14881" y="18291"/>
                  </a:lnTo>
                  <a:lnTo>
                    <a:pt x="14979" y="18169"/>
                  </a:lnTo>
                  <a:lnTo>
                    <a:pt x="15028" y="18023"/>
                  </a:lnTo>
                  <a:lnTo>
                    <a:pt x="15076" y="17877"/>
                  </a:lnTo>
                  <a:lnTo>
                    <a:pt x="15101" y="17731"/>
                  </a:lnTo>
                  <a:lnTo>
                    <a:pt x="15101" y="780"/>
                  </a:lnTo>
                  <a:lnTo>
                    <a:pt x="15101" y="780"/>
                  </a:lnTo>
                  <a:lnTo>
                    <a:pt x="15076" y="634"/>
                  </a:lnTo>
                  <a:lnTo>
                    <a:pt x="15028" y="488"/>
                  </a:lnTo>
                  <a:lnTo>
                    <a:pt x="14979" y="341"/>
                  </a:lnTo>
                  <a:lnTo>
                    <a:pt x="14881" y="220"/>
                  </a:lnTo>
                  <a:lnTo>
                    <a:pt x="14760" y="122"/>
                  </a:lnTo>
                  <a:lnTo>
                    <a:pt x="14614" y="74"/>
                  </a:lnTo>
                  <a:lnTo>
                    <a:pt x="14467" y="25"/>
                  </a:lnTo>
                  <a:lnTo>
                    <a:pt x="14321" y="0"/>
                  </a:lnTo>
                  <a:lnTo>
                    <a:pt x="14321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" name="Google Shape;197;p12"/>
            <p:cNvSpPr/>
            <p:nvPr/>
          </p:nvSpPr>
          <p:spPr>
            <a:xfrm>
              <a:off x="796650" y="274025"/>
              <a:ext cx="45100" cy="45100"/>
            </a:xfrm>
            <a:custGeom>
              <a:avLst/>
              <a:gdLst/>
              <a:ahLst/>
              <a:cxnLst/>
              <a:rect l="l" t="t" r="r" b="b"/>
              <a:pathLst>
                <a:path w="1804" h="1804" fill="none" extrusionOk="0">
                  <a:moveTo>
                    <a:pt x="902" y="1"/>
                  </a:moveTo>
                  <a:lnTo>
                    <a:pt x="902" y="1"/>
                  </a:lnTo>
                  <a:lnTo>
                    <a:pt x="1073" y="25"/>
                  </a:lnTo>
                  <a:lnTo>
                    <a:pt x="1243" y="74"/>
                  </a:lnTo>
                  <a:lnTo>
                    <a:pt x="1414" y="147"/>
                  </a:lnTo>
                  <a:lnTo>
                    <a:pt x="1535" y="269"/>
                  </a:lnTo>
                  <a:lnTo>
                    <a:pt x="1657" y="391"/>
                  </a:lnTo>
                  <a:lnTo>
                    <a:pt x="1730" y="561"/>
                  </a:lnTo>
                  <a:lnTo>
                    <a:pt x="1779" y="732"/>
                  </a:lnTo>
                  <a:lnTo>
                    <a:pt x="1803" y="902"/>
                  </a:lnTo>
                  <a:lnTo>
                    <a:pt x="1803" y="902"/>
                  </a:lnTo>
                  <a:lnTo>
                    <a:pt x="1779" y="1073"/>
                  </a:lnTo>
                  <a:lnTo>
                    <a:pt x="1730" y="1243"/>
                  </a:lnTo>
                  <a:lnTo>
                    <a:pt x="1657" y="1414"/>
                  </a:lnTo>
                  <a:lnTo>
                    <a:pt x="1535" y="1535"/>
                  </a:lnTo>
                  <a:lnTo>
                    <a:pt x="1414" y="1657"/>
                  </a:lnTo>
                  <a:lnTo>
                    <a:pt x="1243" y="1730"/>
                  </a:lnTo>
                  <a:lnTo>
                    <a:pt x="1073" y="1779"/>
                  </a:lnTo>
                  <a:lnTo>
                    <a:pt x="902" y="1803"/>
                  </a:lnTo>
                  <a:lnTo>
                    <a:pt x="902" y="1803"/>
                  </a:lnTo>
                  <a:lnTo>
                    <a:pt x="732" y="1779"/>
                  </a:lnTo>
                  <a:lnTo>
                    <a:pt x="561" y="1730"/>
                  </a:lnTo>
                  <a:lnTo>
                    <a:pt x="391" y="1657"/>
                  </a:lnTo>
                  <a:lnTo>
                    <a:pt x="269" y="1535"/>
                  </a:lnTo>
                  <a:lnTo>
                    <a:pt x="147" y="1414"/>
                  </a:lnTo>
                  <a:lnTo>
                    <a:pt x="74" y="1243"/>
                  </a:lnTo>
                  <a:lnTo>
                    <a:pt x="25" y="1073"/>
                  </a:lnTo>
                  <a:lnTo>
                    <a:pt x="1" y="902"/>
                  </a:lnTo>
                  <a:lnTo>
                    <a:pt x="1" y="902"/>
                  </a:lnTo>
                  <a:lnTo>
                    <a:pt x="25" y="732"/>
                  </a:lnTo>
                  <a:lnTo>
                    <a:pt x="74" y="561"/>
                  </a:lnTo>
                  <a:lnTo>
                    <a:pt x="147" y="391"/>
                  </a:lnTo>
                  <a:lnTo>
                    <a:pt x="269" y="269"/>
                  </a:lnTo>
                  <a:lnTo>
                    <a:pt x="391" y="147"/>
                  </a:lnTo>
                  <a:lnTo>
                    <a:pt x="561" y="74"/>
                  </a:lnTo>
                  <a:lnTo>
                    <a:pt x="732" y="25"/>
                  </a:lnTo>
                  <a:lnTo>
                    <a:pt x="902" y="1"/>
                  </a:lnTo>
                  <a:lnTo>
                    <a:pt x="902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" name="Google Shape;198;p12"/>
            <p:cNvSpPr/>
            <p:nvPr/>
          </p:nvSpPr>
          <p:spPr>
            <a:xfrm>
              <a:off x="713850" y="274025"/>
              <a:ext cx="45075" cy="45100"/>
            </a:xfrm>
            <a:custGeom>
              <a:avLst/>
              <a:gdLst/>
              <a:ahLst/>
              <a:cxnLst/>
              <a:rect l="l" t="t" r="r" b="b"/>
              <a:pathLst>
                <a:path w="1803" h="1804" fill="none" extrusionOk="0">
                  <a:moveTo>
                    <a:pt x="902" y="1"/>
                  </a:moveTo>
                  <a:lnTo>
                    <a:pt x="902" y="1"/>
                  </a:lnTo>
                  <a:lnTo>
                    <a:pt x="1072" y="25"/>
                  </a:lnTo>
                  <a:lnTo>
                    <a:pt x="1243" y="74"/>
                  </a:lnTo>
                  <a:lnTo>
                    <a:pt x="1413" y="147"/>
                  </a:lnTo>
                  <a:lnTo>
                    <a:pt x="1535" y="269"/>
                  </a:lnTo>
                  <a:lnTo>
                    <a:pt x="1657" y="391"/>
                  </a:lnTo>
                  <a:lnTo>
                    <a:pt x="1730" y="561"/>
                  </a:lnTo>
                  <a:lnTo>
                    <a:pt x="1779" y="732"/>
                  </a:lnTo>
                  <a:lnTo>
                    <a:pt x="1803" y="902"/>
                  </a:lnTo>
                  <a:lnTo>
                    <a:pt x="1803" y="902"/>
                  </a:lnTo>
                  <a:lnTo>
                    <a:pt x="1779" y="1073"/>
                  </a:lnTo>
                  <a:lnTo>
                    <a:pt x="1730" y="1243"/>
                  </a:lnTo>
                  <a:lnTo>
                    <a:pt x="1657" y="1414"/>
                  </a:lnTo>
                  <a:lnTo>
                    <a:pt x="1535" y="1535"/>
                  </a:lnTo>
                  <a:lnTo>
                    <a:pt x="1413" y="1657"/>
                  </a:lnTo>
                  <a:lnTo>
                    <a:pt x="1243" y="1730"/>
                  </a:lnTo>
                  <a:lnTo>
                    <a:pt x="1072" y="1779"/>
                  </a:lnTo>
                  <a:lnTo>
                    <a:pt x="902" y="1803"/>
                  </a:lnTo>
                  <a:lnTo>
                    <a:pt x="902" y="1803"/>
                  </a:lnTo>
                  <a:lnTo>
                    <a:pt x="731" y="1779"/>
                  </a:lnTo>
                  <a:lnTo>
                    <a:pt x="561" y="1730"/>
                  </a:lnTo>
                  <a:lnTo>
                    <a:pt x="390" y="1657"/>
                  </a:lnTo>
                  <a:lnTo>
                    <a:pt x="269" y="1535"/>
                  </a:lnTo>
                  <a:lnTo>
                    <a:pt x="147" y="1414"/>
                  </a:lnTo>
                  <a:lnTo>
                    <a:pt x="74" y="1243"/>
                  </a:lnTo>
                  <a:lnTo>
                    <a:pt x="25" y="1073"/>
                  </a:lnTo>
                  <a:lnTo>
                    <a:pt x="1" y="902"/>
                  </a:lnTo>
                  <a:lnTo>
                    <a:pt x="1" y="902"/>
                  </a:lnTo>
                  <a:lnTo>
                    <a:pt x="25" y="732"/>
                  </a:lnTo>
                  <a:lnTo>
                    <a:pt x="74" y="561"/>
                  </a:lnTo>
                  <a:lnTo>
                    <a:pt x="147" y="391"/>
                  </a:lnTo>
                  <a:lnTo>
                    <a:pt x="269" y="269"/>
                  </a:lnTo>
                  <a:lnTo>
                    <a:pt x="390" y="147"/>
                  </a:lnTo>
                  <a:lnTo>
                    <a:pt x="561" y="74"/>
                  </a:lnTo>
                  <a:lnTo>
                    <a:pt x="731" y="25"/>
                  </a:lnTo>
                  <a:lnTo>
                    <a:pt x="902" y="1"/>
                  </a:lnTo>
                  <a:lnTo>
                    <a:pt x="902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" name="Google Shape;199;p12"/>
            <p:cNvSpPr/>
            <p:nvPr/>
          </p:nvSpPr>
          <p:spPr>
            <a:xfrm>
              <a:off x="631050" y="274025"/>
              <a:ext cx="45075" cy="45100"/>
            </a:xfrm>
            <a:custGeom>
              <a:avLst/>
              <a:gdLst/>
              <a:ahLst/>
              <a:cxnLst/>
              <a:rect l="l" t="t" r="r" b="b"/>
              <a:pathLst>
                <a:path w="1803" h="1804" fill="none" extrusionOk="0">
                  <a:moveTo>
                    <a:pt x="0" y="902"/>
                  </a:moveTo>
                  <a:lnTo>
                    <a:pt x="0" y="902"/>
                  </a:lnTo>
                  <a:lnTo>
                    <a:pt x="25" y="732"/>
                  </a:lnTo>
                  <a:lnTo>
                    <a:pt x="73" y="561"/>
                  </a:lnTo>
                  <a:lnTo>
                    <a:pt x="147" y="391"/>
                  </a:lnTo>
                  <a:lnTo>
                    <a:pt x="268" y="269"/>
                  </a:lnTo>
                  <a:lnTo>
                    <a:pt x="390" y="147"/>
                  </a:lnTo>
                  <a:lnTo>
                    <a:pt x="561" y="74"/>
                  </a:lnTo>
                  <a:lnTo>
                    <a:pt x="731" y="25"/>
                  </a:lnTo>
                  <a:lnTo>
                    <a:pt x="902" y="1"/>
                  </a:lnTo>
                  <a:lnTo>
                    <a:pt x="902" y="1"/>
                  </a:lnTo>
                  <a:lnTo>
                    <a:pt x="1072" y="25"/>
                  </a:lnTo>
                  <a:lnTo>
                    <a:pt x="1243" y="74"/>
                  </a:lnTo>
                  <a:lnTo>
                    <a:pt x="1413" y="147"/>
                  </a:lnTo>
                  <a:lnTo>
                    <a:pt x="1535" y="269"/>
                  </a:lnTo>
                  <a:lnTo>
                    <a:pt x="1657" y="391"/>
                  </a:lnTo>
                  <a:lnTo>
                    <a:pt x="1730" y="561"/>
                  </a:lnTo>
                  <a:lnTo>
                    <a:pt x="1778" y="732"/>
                  </a:lnTo>
                  <a:lnTo>
                    <a:pt x="1803" y="902"/>
                  </a:lnTo>
                  <a:lnTo>
                    <a:pt x="1803" y="902"/>
                  </a:lnTo>
                  <a:lnTo>
                    <a:pt x="1778" y="1073"/>
                  </a:lnTo>
                  <a:lnTo>
                    <a:pt x="1730" y="1243"/>
                  </a:lnTo>
                  <a:lnTo>
                    <a:pt x="1657" y="1414"/>
                  </a:lnTo>
                  <a:lnTo>
                    <a:pt x="1535" y="1535"/>
                  </a:lnTo>
                  <a:lnTo>
                    <a:pt x="1413" y="1657"/>
                  </a:lnTo>
                  <a:lnTo>
                    <a:pt x="1243" y="1730"/>
                  </a:lnTo>
                  <a:lnTo>
                    <a:pt x="1072" y="1779"/>
                  </a:lnTo>
                  <a:lnTo>
                    <a:pt x="902" y="1803"/>
                  </a:lnTo>
                  <a:lnTo>
                    <a:pt x="902" y="1803"/>
                  </a:lnTo>
                  <a:lnTo>
                    <a:pt x="731" y="1779"/>
                  </a:lnTo>
                  <a:lnTo>
                    <a:pt x="561" y="1730"/>
                  </a:lnTo>
                  <a:lnTo>
                    <a:pt x="390" y="1657"/>
                  </a:lnTo>
                  <a:lnTo>
                    <a:pt x="268" y="1535"/>
                  </a:lnTo>
                  <a:lnTo>
                    <a:pt x="147" y="1414"/>
                  </a:lnTo>
                  <a:lnTo>
                    <a:pt x="73" y="1243"/>
                  </a:lnTo>
                  <a:lnTo>
                    <a:pt x="25" y="1073"/>
                  </a:lnTo>
                  <a:lnTo>
                    <a:pt x="0" y="902"/>
                  </a:lnTo>
                  <a:lnTo>
                    <a:pt x="0" y="902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" name="Google Shape;200;p12"/>
            <p:cNvSpPr/>
            <p:nvPr/>
          </p:nvSpPr>
          <p:spPr>
            <a:xfrm>
              <a:off x="649925" y="590050"/>
              <a:ext cx="133975" cy="25"/>
            </a:xfrm>
            <a:custGeom>
              <a:avLst/>
              <a:gdLst/>
              <a:ahLst/>
              <a:cxnLst/>
              <a:rect l="l" t="t" r="r" b="b"/>
              <a:pathLst>
                <a:path w="5359" h="1" fill="none" extrusionOk="0">
                  <a:moveTo>
                    <a:pt x="5358" y="0"/>
                  </a:moveTo>
                  <a:lnTo>
                    <a:pt x="0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" name="Google Shape;201;p12"/>
            <p:cNvSpPr/>
            <p:nvPr/>
          </p:nvSpPr>
          <p:spPr>
            <a:xfrm>
              <a:off x="649925" y="534625"/>
              <a:ext cx="255750" cy="25"/>
            </a:xfrm>
            <a:custGeom>
              <a:avLst/>
              <a:gdLst/>
              <a:ahLst/>
              <a:cxnLst/>
              <a:rect l="l" t="t" r="r" b="b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" name="Google Shape;202;p12"/>
            <p:cNvSpPr/>
            <p:nvPr/>
          </p:nvSpPr>
          <p:spPr>
            <a:xfrm>
              <a:off x="649925" y="479825"/>
              <a:ext cx="255750" cy="25"/>
            </a:xfrm>
            <a:custGeom>
              <a:avLst/>
              <a:gdLst/>
              <a:ahLst/>
              <a:cxnLst/>
              <a:rect l="l" t="t" r="r" b="b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" name="Google Shape;203;p12"/>
            <p:cNvSpPr/>
            <p:nvPr/>
          </p:nvSpPr>
          <p:spPr>
            <a:xfrm>
              <a:off x="649925" y="424425"/>
              <a:ext cx="255750" cy="25"/>
            </a:xfrm>
            <a:custGeom>
              <a:avLst/>
              <a:gdLst/>
              <a:ahLst/>
              <a:cxnLst/>
              <a:rect l="l" t="t" r="r" b="b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" name="Google Shape;204;p12"/>
            <p:cNvSpPr/>
            <p:nvPr/>
          </p:nvSpPr>
          <p:spPr>
            <a:xfrm>
              <a:off x="879475" y="274025"/>
              <a:ext cx="45075" cy="45100"/>
            </a:xfrm>
            <a:custGeom>
              <a:avLst/>
              <a:gdLst/>
              <a:ahLst/>
              <a:cxnLst/>
              <a:rect l="l" t="t" r="r" b="b"/>
              <a:pathLst>
                <a:path w="1803" h="1804" fill="none" extrusionOk="0">
                  <a:moveTo>
                    <a:pt x="901" y="1803"/>
                  </a:moveTo>
                  <a:lnTo>
                    <a:pt x="901" y="1803"/>
                  </a:lnTo>
                  <a:lnTo>
                    <a:pt x="731" y="1779"/>
                  </a:lnTo>
                  <a:lnTo>
                    <a:pt x="560" y="1730"/>
                  </a:lnTo>
                  <a:lnTo>
                    <a:pt x="390" y="1657"/>
                  </a:lnTo>
                  <a:lnTo>
                    <a:pt x="268" y="1535"/>
                  </a:lnTo>
                  <a:lnTo>
                    <a:pt x="146" y="1414"/>
                  </a:lnTo>
                  <a:lnTo>
                    <a:pt x="73" y="1243"/>
                  </a:lnTo>
                  <a:lnTo>
                    <a:pt x="25" y="1073"/>
                  </a:lnTo>
                  <a:lnTo>
                    <a:pt x="0" y="902"/>
                  </a:lnTo>
                  <a:lnTo>
                    <a:pt x="0" y="902"/>
                  </a:lnTo>
                  <a:lnTo>
                    <a:pt x="25" y="732"/>
                  </a:lnTo>
                  <a:lnTo>
                    <a:pt x="73" y="561"/>
                  </a:lnTo>
                  <a:lnTo>
                    <a:pt x="146" y="391"/>
                  </a:lnTo>
                  <a:lnTo>
                    <a:pt x="268" y="269"/>
                  </a:lnTo>
                  <a:lnTo>
                    <a:pt x="390" y="147"/>
                  </a:lnTo>
                  <a:lnTo>
                    <a:pt x="560" y="74"/>
                  </a:lnTo>
                  <a:lnTo>
                    <a:pt x="731" y="25"/>
                  </a:lnTo>
                  <a:lnTo>
                    <a:pt x="901" y="1"/>
                  </a:lnTo>
                  <a:lnTo>
                    <a:pt x="901" y="1"/>
                  </a:lnTo>
                  <a:lnTo>
                    <a:pt x="1072" y="25"/>
                  </a:lnTo>
                  <a:lnTo>
                    <a:pt x="1242" y="74"/>
                  </a:lnTo>
                  <a:lnTo>
                    <a:pt x="1413" y="147"/>
                  </a:lnTo>
                  <a:lnTo>
                    <a:pt x="1535" y="269"/>
                  </a:lnTo>
                  <a:lnTo>
                    <a:pt x="1656" y="391"/>
                  </a:lnTo>
                  <a:lnTo>
                    <a:pt x="1729" y="561"/>
                  </a:lnTo>
                  <a:lnTo>
                    <a:pt x="1778" y="732"/>
                  </a:lnTo>
                  <a:lnTo>
                    <a:pt x="1802" y="902"/>
                  </a:lnTo>
                  <a:lnTo>
                    <a:pt x="1802" y="902"/>
                  </a:lnTo>
                  <a:lnTo>
                    <a:pt x="1778" y="1073"/>
                  </a:lnTo>
                  <a:lnTo>
                    <a:pt x="1729" y="1243"/>
                  </a:lnTo>
                  <a:lnTo>
                    <a:pt x="1656" y="1414"/>
                  </a:lnTo>
                  <a:lnTo>
                    <a:pt x="1535" y="1535"/>
                  </a:lnTo>
                  <a:lnTo>
                    <a:pt x="1413" y="1657"/>
                  </a:lnTo>
                  <a:lnTo>
                    <a:pt x="1242" y="1730"/>
                  </a:lnTo>
                  <a:lnTo>
                    <a:pt x="1072" y="1779"/>
                  </a:lnTo>
                  <a:lnTo>
                    <a:pt x="901" y="1803"/>
                  </a:lnTo>
                  <a:lnTo>
                    <a:pt x="901" y="1803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" name="Google Shape;205;p12"/>
            <p:cNvSpPr/>
            <p:nvPr/>
          </p:nvSpPr>
          <p:spPr>
            <a:xfrm>
              <a:off x="654800" y="244200"/>
              <a:ext cx="25" cy="51175"/>
            </a:xfrm>
            <a:custGeom>
              <a:avLst/>
              <a:gdLst/>
              <a:ahLst/>
              <a:cxnLst/>
              <a:rect l="l" t="t" r="r" b="b"/>
              <a:pathLst>
                <a:path w="1" h="2047" fill="none" extrusionOk="0">
                  <a:moveTo>
                    <a:pt x="0" y="1"/>
                  </a:moveTo>
                  <a:lnTo>
                    <a:pt x="0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" name="Google Shape;206;p12"/>
            <p:cNvSpPr/>
            <p:nvPr/>
          </p:nvSpPr>
          <p:spPr>
            <a:xfrm>
              <a:off x="737600" y="244200"/>
              <a:ext cx="25" cy="51175"/>
            </a:xfrm>
            <a:custGeom>
              <a:avLst/>
              <a:gdLst/>
              <a:ahLst/>
              <a:cxnLst/>
              <a:rect l="l" t="t" r="r" b="b"/>
              <a:pathLst>
                <a:path w="1" h="2047" fill="none" extrusionOk="0">
                  <a:moveTo>
                    <a:pt x="1" y="1"/>
                  </a:moveTo>
                  <a:lnTo>
                    <a:pt x="1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" name="Google Shape;207;p12"/>
            <p:cNvSpPr/>
            <p:nvPr/>
          </p:nvSpPr>
          <p:spPr>
            <a:xfrm>
              <a:off x="820400" y="244200"/>
              <a:ext cx="25" cy="51175"/>
            </a:xfrm>
            <a:custGeom>
              <a:avLst/>
              <a:gdLst/>
              <a:ahLst/>
              <a:cxnLst/>
              <a:rect l="l" t="t" r="r" b="b"/>
              <a:pathLst>
                <a:path w="1" h="2047" fill="none" extrusionOk="0">
                  <a:moveTo>
                    <a:pt x="1" y="1"/>
                  </a:moveTo>
                  <a:lnTo>
                    <a:pt x="1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" name="Google Shape;208;p12"/>
            <p:cNvSpPr/>
            <p:nvPr/>
          </p:nvSpPr>
          <p:spPr>
            <a:xfrm>
              <a:off x="903225" y="244200"/>
              <a:ext cx="25" cy="51175"/>
            </a:xfrm>
            <a:custGeom>
              <a:avLst/>
              <a:gdLst/>
              <a:ahLst/>
              <a:cxnLst/>
              <a:rect l="l" t="t" r="r" b="b"/>
              <a:pathLst>
                <a:path w="1" h="2047" fill="none" extrusionOk="0">
                  <a:moveTo>
                    <a:pt x="0" y="1"/>
                  </a:moveTo>
                  <a:lnTo>
                    <a:pt x="0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57393" y="1537179"/>
            <a:ext cx="1552575" cy="13668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32167" y="3303296"/>
            <a:ext cx="1603026" cy="14184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6" name="Picture 4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3540" y="1514026"/>
            <a:ext cx="3369919" cy="13899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7" name="Picture 5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3684" y="3353445"/>
            <a:ext cx="3289776" cy="9893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1410049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2"/>
          <p:cNvSpPr txBox="1">
            <a:spLocks noGrp="1"/>
          </p:cNvSpPr>
          <p:nvPr>
            <p:ph type="title"/>
          </p:nvPr>
        </p:nvSpPr>
        <p:spPr>
          <a:xfrm>
            <a:off x="814275" y="392575"/>
            <a:ext cx="5258400" cy="766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smtClean="0"/>
              <a:t>IT8 CALCULUS 2</a:t>
            </a:r>
            <a:br>
              <a:rPr lang="en-US" dirty="0" smtClean="0"/>
            </a:br>
            <a:r>
              <a:rPr lang="en-US" dirty="0" smtClean="0">
                <a:solidFill>
                  <a:srgbClr val="FFC000"/>
                </a:solidFill>
              </a:rPr>
              <a:t>DEFINITE INTEGRALS</a:t>
            </a:r>
            <a:endParaRPr dirty="0">
              <a:solidFill>
                <a:srgbClr val="FFC000"/>
              </a:solidFill>
            </a:endParaRPr>
          </a:p>
        </p:txBody>
      </p:sp>
      <p:sp>
        <p:nvSpPr>
          <p:cNvPr id="192" name="Google Shape;192;p12"/>
          <p:cNvSpPr txBox="1">
            <a:spLocks noGrp="1"/>
          </p:cNvSpPr>
          <p:nvPr>
            <p:ph type="sldNum" idx="12"/>
          </p:nvPr>
        </p:nvSpPr>
        <p:spPr>
          <a:xfrm>
            <a:off x="7618000" y="4636500"/>
            <a:ext cx="1487400" cy="31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5</a:t>
            </a:fld>
            <a:endParaRPr/>
          </a:p>
        </p:txBody>
      </p:sp>
      <p:grpSp>
        <p:nvGrpSpPr>
          <p:cNvPr id="194" name="Google Shape;194;p12"/>
          <p:cNvGrpSpPr/>
          <p:nvPr/>
        </p:nvGrpSpPr>
        <p:grpSpPr>
          <a:xfrm>
            <a:off x="293683" y="574116"/>
            <a:ext cx="309041" cy="403123"/>
            <a:chOff x="590250" y="244200"/>
            <a:chExt cx="407975" cy="532175"/>
          </a:xfrm>
        </p:grpSpPr>
        <p:sp>
          <p:nvSpPr>
            <p:cNvPr id="195" name="Google Shape;195;p12"/>
            <p:cNvSpPr/>
            <p:nvPr/>
          </p:nvSpPr>
          <p:spPr>
            <a:xfrm>
              <a:off x="623125" y="313625"/>
              <a:ext cx="375100" cy="462750"/>
            </a:xfrm>
            <a:custGeom>
              <a:avLst/>
              <a:gdLst/>
              <a:ahLst/>
              <a:cxnLst/>
              <a:rect l="l" t="t" r="r" b="b"/>
              <a:pathLst>
                <a:path w="15004" h="18510" fill="none" extrusionOk="0">
                  <a:moveTo>
                    <a:pt x="1" y="17536"/>
                  </a:moveTo>
                  <a:lnTo>
                    <a:pt x="1" y="17536"/>
                  </a:lnTo>
                  <a:lnTo>
                    <a:pt x="1" y="17536"/>
                  </a:lnTo>
                  <a:lnTo>
                    <a:pt x="25" y="17682"/>
                  </a:lnTo>
                  <a:lnTo>
                    <a:pt x="49" y="17852"/>
                  </a:lnTo>
                  <a:lnTo>
                    <a:pt x="123" y="18023"/>
                  </a:lnTo>
                  <a:lnTo>
                    <a:pt x="220" y="18193"/>
                  </a:lnTo>
                  <a:lnTo>
                    <a:pt x="293" y="18291"/>
                  </a:lnTo>
                  <a:lnTo>
                    <a:pt x="390" y="18364"/>
                  </a:lnTo>
                  <a:lnTo>
                    <a:pt x="488" y="18412"/>
                  </a:lnTo>
                  <a:lnTo>
                    <a:pt x="610" y="18461"/>
                  </a:lnTo>
                  <a:lnTo>
                    <a:pt x="756" y="18510"/>
                  </a:lnTo>
                  <a:lnTo>
                    <a:pt x="926" y="18510"/>
                  </a:lnTo>
                  <a:lnTo>
                    <a:pt x="14468" y="18510"/>
                  </a:lnTo>
                  <a:lnTo>
                    <a:pt x="14468" y="18510"/>
                  </a:lnTo>
                  <a:lnTo>
                    <a:pt x="14541" y="18510"/>
                  </a:lnTo>
                  <a:lnTo>
                    <a:pt x="14614" y="18485"/>
                  </a:lnTo>
                  <a:lnTo>
                    <a:pt x="14736" y="18412"/>
                  </a:lnTo>
                  <a:lnTo>
                    <a:pt x="14833" y="18291"/>
                  </a:lnTo>
                  <a:lnTo>
                    <a:pt x="14906" y="18144"/>
                  </a:lnTo>
                  <a:lnTo>
                    <a:pt x="14955" y="17974"/>
                  </a:lnTo>
                  <a:lnTo>
                    <a:pt x="14979" y="17779"/>
                  </a:lnTo>
                  <a:lnTo>
                    <a:pt x="15003" y="17438"/>
                  </a:lnTo>
                  <a:lnTo>
                    <a:pt x="15003" y="487"/>
                  </a:lnTo>
                  <a:lnTo>
                    <a:pt x="15003" y="487"/>
                  </a:lnTo>
                  <a:lnTo>
                    <a:pt x="15003" y="341"/>
                  </a:lnTo>
                  <a:lnTo>
                    <a:pt x="14979" y="219"/>
                  </a:lnTo>
                  <a:lnTo>
                    <a:pt x="14955" y="146"/>
                  </a:lnTo>
                  <a:lnTo>
                    <a:pt x="14906" y="73"/>
                  </a:lnTo>
                  <a:lnTo>
                    <a:pt x="14833" y="49"/>
                  </a:lnTo>
                  <a:lnTo>
                    <a:pt x="14736" y="24"/>
                  </a:lnTo>
                  <a:lnTo>
                    <a:pt x="14468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" name="Google Shape;196;p12"/>
            <p:cNvSpPr/>
            <p:nvPr/>
          </p:nvSpPr>
          <p:spPr>
            <a:xfrm>
              <a:off x="590250" y="269775"/>
              <a:ext cx="377525" cy="462775"/>
            </a:xfrm>
            <a:custGeom>
              <a:avLst/>
              <a:gdLst/>
              <a:ahLst/>
              <a:cxnLst/>
              <a:rect l="l" t="t" r="r" b="b"/>
              <a:pathLst>
                <a:path w="15101" h="18511" fill="none" extrusionOk="0">
                  <a:moveTo>
                    <a:pt x="14321" y="0"/>
                  </a:moveTo>
                  <a:lnTo>
                    <a:pt x="780" y="0"/>
                  </a:lnTo>
                  <a:lnTo>
                    <a:pt x="780" y="0"/>
                  </a:lnTo>
                  <a:lnTo>
                    <a:pt x="634" y="25"/>
                  </a:lnTo>
                  <a:lnTo>
                    <a:pt x="488" y="74"/>
                  </a:lnTo>
                  <a:lnTo>
                    <a:pt x="342" y="122"/>
                  </a:lnTo>
                  <a:lnTo>
                    <a:pt x="220" y="220"/>
                  </a:lnTo>
                  <a:lnTo>
                    <a:pt x="122" y="341"/>
                  </a:lnTo>
                  <a:lnTo>
                    <a:pt x="74" y="488"/>
                  </a:lnTo>
                  <a:lnTo>
                    <a:pt x="25" y="634"/>
                  </a:lnTo>
                  <a:lnTo>
                    <a:pt x="1" y="780"/>
                  </a:lnTo>
                  <a:lnTo>
                    <a:pt x="1" y="17731"/>
                  </a:lnTo>
                  <a:lnTo>
                    <a:pt x="1" y="17731"/>
                  </a:lnTo>
                  <a:lnTo>
                    <a:pt x="25" y="17877"/>
                  </a:lnTo>
                  <a:lnTo>
                    <a:pt x="74" y="18023"/>
                  </a:lnTo>
                  <a:lnTo>
                    <a:pt x="122" y="18169"/>
                  </a:lnTo>
                  <a:lnTo>
                    <a:pt x="220" y="18291"/>
                  </a:lnTo>
                  <a:lnTo>
                    <a:pt x="342" y="18388"/>
                  </a:lnTo>
                  <a:lnTo>
                    <a:pt x="488" y="18437"/>
                  </a:lnTo>
                  <a:lnTo>
                    <a:pt x="634" y="18486"/>
                  </a:lnTo>
                  <a:lnTo>
                    <a:pt x="780" y="18510"/>
                  </a:lnTo>
                  <a:lnTo>
                    <a:pt x="14321" y="18510"/>
                  </a:lnTo>
                  <a:lnTo>
                    <a:pt x="14321" y="18510"/>
                  </a:lnTo>
                  <a:lnTo>
                    <a:pt x="14467" y="18486"/>
                  </a:lnTo>
                  <a:lnTo>
                    <a:pt x="14614" y="18437"/>
                  </a:lnTo>
                  <a:lnTo>
                    <a:pt x="14760" y="18388"/>
                  </a:lnTo>
                  <a:lnTo>
                    <a:pt x="14881" y="18291"/>
                  </a:lnTo>
                  <a:lnTo>
                    <a:pt x="14979" y="18169"/>
                  </a:lnTo>
                  <a:lnTo>
                    <a:pt x="15028" y="18023"/>
                  </a:lnTo>
                  <a:lnTo>
                    <a:pt x="15076" y="17877"/>
                  </a:lnTo>
                  <a:lnTo>
                    <a:pt x="15101" y="17731"/>
                  </a:lnTo>
                  <a:lnTo>
                    <a:pt x="15101" y="780"/>
                  </a:lnTo>
                  <a:lnTo>
                    <a:pt x="15101" y="780"/>
                  </a:lnTo>
                  <a:lnTo>
                    <a:pt x="15076" y="634"/>
                  </a:lnTo>
                  <a:lnTo>
                    <a:pt x="15028" y="488"/>
                  </a:lnTo>
                  <a:lnTo>
                    <a:pt x="14979" y="341"/>
                  </a:lnTo>
                  <a:lnTo>
                    <a:pt x="14881" y="220"/>
                  </a:lnTo>
                  <a:lnTo>
                    <a:pt x="14760" y="122"/>
                  </a:lnTo>
                  <a:lnTo>
                    <a:pt x="14614" y="74"/>
                  </a:lnTo>
                  <a:lnTo>
                    <a:pt x="14467" y="25"/>
                  </a:lnTo>
                  <a:lnTo>
                    <a:pt x="14321" y="0"/>
                  </a:lnTo>
                  <a:lnTo>
                    <a:pt x="14321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" name="Google Shape;197;p12"/>
            <p:cNvSpPr/>
            <p:nvPr/>
          </p:nvSpPr>
          <p:spPr>
            <a:xfrm>
              <a:off x="796650" y="274025"/>
              <a:ext cx="45100" cy="45100"/>
            </a:xfrm>
            <a:custGeom>
              <a:avLst/>
              <a:gdLst/>
              <a:ahLst/>
              <a:cxnLst/>
              <a:rect l="l" t="t" r="r" b="b"/>
              <a:pathLst>
                <a:path w="1804" h="1804" fill="none" extrusionOk="0">
                  <a:moveTo>
                    <a:pt x="902" y="1"/>
                  </a:moveTo>
                  <a:lnTo>
                    <a:pt x="902" y="1"/>
                  </a:lnTo>
                  <a:lnTo>
                    <a:pt x="1073" y="25"/>
                  </a:lnTo>
                  <a:lnTo>
                    <a:pt x="1243" y="74"/>
                  </a:lnTo>
                  <a:lnTo>
                    <a:pt x="1414" y="147"/>
                  </a:lnTo>
                  <a:lnTo>
                    <a:pt x="1535" y="269"/>
                  </a:lnTo>
                  <a:lnTo>
                    <a:pt x="1657" y="391"/>
                  </a:lnTo>
                  <a:lnTo>
                    <a:pt x="1730" y="561"/>
                  </a:lnTo>
                  <a:lnTo>
                    <a:pt x="1779" y="732"/>
                  </a:lnTo>
                  <a:lnTo>
                    <a:pt x="1803" y="902"/>
                  </a:lnTo>
                  <a:lnTo>
                    <a:pt x="1803" y="902"/>
                  </a:lnTo>
                  <a:lnTo>
                    <a:pt x="1779" y="1073"/>
                  </a:lnTo>
                  <a:lnTo>
                    <a:pt x="1730" y="1243"/>
                  </a:lnTo>
                  <a:lnTo>
                    <a:pt x="1657" y="1414"/>
                  </a:lnTo>
                  <a:lnTo>
                    <a:pt x="1535" y="1535"/>
                  </a:lnTo>
                  <a:lnTo>
                    <a:pt x="1414" y="1657"/>
                  </a:lnTo>
                  <a:lnTo>
                    <a:pt x="1243" y="1730"/>
                  </a:lnTo>
                  <a:lnTo>
                    <a:pt x="1073" y="1779"/>
                  </a:lnTo>
                  <a:lnTo>
                    <a:pt x="902" y="1803"/>
                  </a:lnTo>
                  <a:lnTo>
                    <a:pt x="902" y="1803"/>
                  </a:lnTo>
                  <a:lnTo>
                    <a:pt x="732" y="1779"/>
                  </a:lnTo>
                  <a:lnTo>
                    <a:pt x="561" y="1730"/>
                  </a:lnTo>
                  <a:lnTo>
                    <a:pt x="391" y="1657"/>
                  </a:lnTo>
                  <a:lnTo>
                    <a:pt x="269" y="1535"/>
                  </a:lnTo>
                  <a:lnTo>
                    <a:pt x="147" y="1414"/>
                  </a:lnTo>
                  <a:lnTo>
                    <a:pt x="74" y="1243"/>
                  </a:lnTo>
                  <a:lnTo>
                    <a:pt x="25" y="1073"/>
                  </a:lnTo>
                  <a:lnTo>
                    <a:pt x="1" y="902"/>
                  </a:lnTo>
                  <a:lnTo>
                    <a:pt x="1" y="902"/>
                  </a:lnTo>
                  <a:lnTo>
                    <a:pt x="25" y="732"/>
                  </a:lnTo>
                  <a:lnTo>
                    <a:pt x="74" y="561"/>
                  </a:lnTo>
                  <a:lnTo>
                    <a:pt x="147" y="391"/>
                  </a:lnTo>
                  <a:lnTo>
                    <a:pt x="269" y="269"/>
                  </a:lnTo>
                  <a:lnTo>
                    <a:pt x="391" y="147"/>
                  </a:lnTo>
                  <a:lnTo>
                    <a:pt x="561" y="74"/>
                  </a:lnTo>
                  <a:lnTo>
                    <a:pt x="732" y="25"/>
                  </a:lnTo>
                  <a:lnTo>
                    <a:pt x="902" y="1"/>
                  </a:lnTo>
                  <a:lnTo>
                    <a:pt x="902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" name="Google Shape;198;p12"/>
            <p:cNvSpPr/>
            <p:nvPr/>
          </p:nvSpPr>
          <p:spPr>
            <a:xfrm>
              <a:off x="713850" y="274025"/>
              <a:ext cx="45075" cy="45100"/>
            </a:xfrm>
            <a:custGeom>
              <a:avLst/>
              <a:gdLst/>
              <a:ahLst/>
              <a:cxnLst/>
              <a:rect l="l" t="t" r="r" b="b"/>
              <a:pathLst>
                <a:path w="1803" h="1804" fill="none" extrusionOk="0">
                  <a:moveTo>
                    <a:pt x="902" y="1"/>
                  </a:moveTo>
                  <a:lnTo>
                    <a:pt x="902" y="1"/>
                  </a:lnTo>
                  <a:lnTo>
                    <a:pt x="1072" y="25"/>
                  </a:lnTo>
                  <a:lnTo>
                    <a:pt x="1243" y="74"/>
                  </a:lnTo>
                  <a:lnTo>
                    <a:pt x="1413" y="147"/>
                  </a:lnTo>
                  <a:lnTo>
                    <a:pt x="1535" y="269"/>
                  </a:lnTo>
                  <a:lnTo>
                    <a:pt x="1657" y="391"/>
                  </a:lnTo>
                  <a:lnTo>
                    <a:pt x="1730" y="561"/>
                  </a:lnTo>
                  <a:lnTo>
                    <a:pt x="1779" y="732"/>
                  </a:lnTo>
                  <a:lnTo>
                    <a:pt x="1803" y="902"/>
                  </a:lnTo>
                  <a:lnTo>
                    <a:pt x="1803" y="902"/>
                  </a:lnTo>
                  <a:lnTo>
                    <a:pt x="1779" y="1073"/>
                  </a:lnTo>
                  <a:lnTo>
                    <a:pt x="1730" y="1243"/>
                  </a:lnTo>
                  <a:lnTo>
                    <a:pt x="1657" y="1414"/>
                  </a:lnTo>
                  <a:lnTo>
                    <a:pt x="1535" y="1535"/>
                  </a:lnTo>
                  <a:lnTo>
                    <a:pt x="1413" y="1657"/>
                  </a:lnTo>
                  <a:lnTo>
                    <a:pt x="1243" y="1730"/>
                  </a:lnTo>
                  <a:lnTo>
                    <a:pt x="1072" y="1779"/>
                  </a:lnTo>
                  <a:lnTo>
                    <a:pt x="902" y="1803"/>
                  </a:lnTo>
                  <a:lnTo>
                    <a:pt x="902" y="1803"/>
                  </a:lnTo>
                  <a:lnTo>
                    <a:pt x="731" y="1779"/>
                  </a:lnTo>
                  <a:lnTo>
                    <a:pt x="561" y="1730"/>
                  </a:lnTo>
                  <a:lnTo>
                    <a:pt x="390" y="1657"/>
                  </a:lnTo>
                  <a:lnTo>
                    <a:pt x="269" y="1535"/>
                  </a:lnTo>
                  <a:lnTo>
                    <a:pt x="147" y="1414"/>
                  </a:lnTo>
                  <a:lnTo>
                    <a:pt x="74" y="1243"/>
                  </a:lnTo>
                  <a:lnTo>
                    <a:pt x="25" y="1073"/>
                  </a:lnTo>
                  <a:lnTo>
                    <a:pt x="1" y="902"/>
                  </a:lnTo>
                  <a:lnTo>
                    <a:pt x="1" y="902"/>
                  </a:lnTo>
                  <a:lnTo>
                    <a:pt x="25" y="732"/>
                  </a:lnTo>
                  <a:lnTo>
                    <a:pt x="74" y="561"/>
                  </a:lnTo>
                  <a:lnTo>
                    <a:pt x="147" y="391"/>
                  </a:lnTo>
                  <a:lnTo>
                    <a:pt x="269" y="269"/>
                  </a:lnTo>
                  <a:lnTo>
                    <a:pt x="390" y="147"/>
                  </a:lnTo>
                  <a:lnTo>
                    <a:pt x="561" y="74"/>
                  </a:lnTo>
                  <a:lnTo>
                    <a:pt x="731" y="25"/>
                  </a:lnTo>
                  <a:lnTo>
                    <a:pt x="902" y="1"/>
                  </a:lnTo>
                  <a:lnTo>
                    <a:pt x="902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" name="Google Shape;199;p12"/>
            <p:cNvSpPr/>
            <p:nvPr/>
          </p:nvSpPr>
          <p:spPr>
            <a:xfrm>
              <a:off x="631050" y="274025"/>
              <a:ext cx="45075" cy="45100"/>
            </a:xfrm>
            <a:custGeom>
              <a:avLst/>
              <a:gdLst/>
              <a:ahLst/>
              <a:cxnLst/>
              <a:rect l="l" t="t" r="r" b="b"/>
              <a:pathLst>
                <a:path w="1803" h="1804" fill="none" extrusionOk="0">
                  <a:moveTo>
                    <a:pt x="0" y="902"/>
                  </a:moveTo>
                  <a:lnTo>
                    <a:pt x="0" y="902"/>
                  </a:lnTo>
                  <a:lnTo>
                    <a:pt x="25" y="732"/>
                  </a:lnTo>
                  <a:lnTo>
                    <a:pt x="73" y="561"/>
                  </a:lnTo>
                  <a:lnTo>
                    <a:pt x="147" y="391"/>
                  </a:lnTo>
                  <a:lnTo>
                    <a:pt x="268" y="269"/>
                  </a:lnTo>
                  <a:lnTo>
                    <a:pt x="390" y="147"/>
                  </a:lnTo>
                  <a:lnTo>
                    <a:pt x="561" y="74"/>
                  </a:lnTo>
                  <a:lnTo>
                    <a:pt x="731" y="25"/>
                  </a:lnTo>
                  <a:lnTo>
                    <a:pt x="902" y="1"/>
                  </a:lnTo>
                  <a:lnTo>
                    <a:pt x="902" y="1"/>
                  </a:lnTo>
                  <a:lnTo>
                    <a:pt x="1072" y="25"/>
                  </a:lnTo>
                  <a:lnTo>
                    <a:pt x="1243" y="74"/>
                  </a:lnTo>
                  <a:lnTo>
                    <a:pt x="1413" y="147"/>
                  </a:lnTo>
                  <a:lnTo>
                    <a:pt x="1535" y="269"/>
                  </a:lnTo>
                  <a:lnTo>
                    <a:pt x="1657" y="391"/>
                  </a:lnTo>
                  <a:lnTo>
                    <a:pt x="1730" y="561"/>
                  </a:lnTo>
                  <a:lnTo>
                    <a:pt x="1778" y="732"/>
                  </a:lnTo>
                  <a:lnTo>
                    <a:pt x="1803" y="902"/>
                  </a:lnTo>
                  <a:lnTo>
                    <a:pt x="1803" y="902"/>
                  </a:lnTo>
                  <a:lnTo>
                    <a:pt x="1778" y="1073"/>
                  </a:lnTo>
                  <a:lnTo>
                    <a:pt x="1730" y="1243"/>
                  </a:lnTo>
                  <a:lnTo>
                    <a:pt x="1657" y="1414"/>
                  </a:lnTo>
                  <a:lnTo>
                    <a:pt x="1535" y="1535"/>
                  </a:lnTo>
                  <a:lnTo>
                    <a:pt x="1413" y="1657"/>
                  </a:lnTo>
                  <a:lnTo>
                    <a:pt x="1243" y="1730"/>
                  </a:lnTo>
                  <a:lnTo>
                    <a:pt x="1072" y="1779"/>
                  </a:lnTo>
                  <a:lnTo>
                    <a:pt x="902" y="1803"/>
                  </a:lnTo>
                  <a:lnTo>
                    <a:pt x="902" y="1803"/>
                  </a:lnTo>
                  <a:lnTo>
                    <a:pt x="731" y="1779"/>
                  </a:lnTo>
                  <a:lnTo>
                    <a:pt x="561" y="1730"/>
                  </a:lnTo>
                  <a:lnTo>
                    <a:pt x="390" y="1657"/>
                  </a:lnTo>
                  <a:lnTo>
                    <a:pt x="268" y="1535"/>
                  </a:lnTo>
                  <a:lnTo>
                    <a:pt x="147" y="1414"/>
                  </a:lnTo>
                  <a:lnTo>
                    <a:pt x="73" y="1243"/>
                  </a:lnTo>
                  <a:lnTo>
                    <a:pt x="25" y="1073"/>
                  </a:lnTo>
                  <a:lnTo>
                    <a:pt x="0" y="902"/>
                  </a:lnTo>
                  <a:lnTo>
                    <a:pt x="0" y="902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" name="Google Shape;200;p12"/>
            <p:cNvSpPr/>
            <p:nvPr/>
          </p:nvSpPr>
          <p:spPr>
            <a:xfrm>
              <a:off x="649925" y="590050"/>
              <a:ext cx="133975" cy="25"/>
            </a:xfrm>
            <a:custGeom>
              <a:avLst/>
              <a:gdLst/>
              <a:ahLst/>
              <a:cxnLst/>
              <a:rect l="l" t="t" r="r" b="b"/>
              <a:pathLst>
                <a:path w="5359" h="1" fill="none" extrusionOk="0">
                  <a:moveTo>
                    <a:pt x="5358" y="0"/>
                  </a:moveTo>
                  <a:lnTo>
                    <a:pt x="0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" name="Google Shape;201;p12"/>
            <p:cNvSpPr/>
            <p:nvPr/>
          </p:nvSpPr>
          <p:spPr>
            <a:xfrm>
              <a:off x="649925" y="534625"/>
              <a:ext cx="255750" cy="25"/>
            </a:xfrm>
            <a:custGeom>
              <a:avLst/>
              <a:gdLst/>
              <a:ahLst/>
              <a:cxnLst/>
              <a:rect l="l" t="t" r="r" b="b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" name="Google Shape;202;p12"/>
            <p:cNvSpPr/>
            <p:nvPr/>
          </p:nvSpPr>
          <p:spPr>
            <a:xfrm>
              <a:off x="649925" y="479825"/>
              <a:ext cx="255750" cy="25"/>
            </a:xfrm>
            <a:custGeom>
              <a:avLst/>
              <a:gdLst/>
              <a:ahLst/>
              <a:cxnLst/>
              <a:rect l="l" t="t" r="r" b="b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" name="Google Shape;203;p12"/>
            <p:cNvSpPr/>
            <p:nvPr/>
          </p:nvSpPr>
          <p:spPr>
            <a:xfrm>
              <a:off x="649925" y="424425"/>
              <a:ext cx="255750" cy="25"/>
            </a:xfrm>
            <a:custGeom>
              <a:avLst/>
              <a:gdLst/>
              <a:ahLst/>
              <a:cxnLst/>
              <a:rect l="l" t="t" r="r" b="b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" name="Google Shape;204;p12"/>
            <p:cNvSpPr/>
            <p:nvPr/>
          </p:nvSpPr>
          <p:spPr>
            <a:xfrm>
              <a:off x="879475" y="274025"/>
              <a:ext cx="45075" cy="45100"/>
            </a:xfrm>
            <a:custGeom>
              <a:avLst/>
              <a:gdLst/>
              <a:ahLst/>
              <a:cxnLst/>
              <a:rect l="l" t="t" r="r" b="b"/>
              <a:pathLst>
                <a:path w="1803" h="1804" fill="none" extrusionOk="0">
                  <a:moveTo>
                    <a:pt x="901" y="1803"/>
                  </a:moveTo>
                  <a:lnTo>
                    <a:pt x="901" y="1803"/>
                  </a:lnTo>
                  <a:lnTo>
                    <a:pt x="731" y="1779"/>
                  </a:lnTo>
                  <a:lnTo>
                    <a:pt x="560" y="1730"/>
                  </a:lnTo>
                  <a:lnTo>
                    <a:pt x="390" y="1657"/>
                  </a:lnTo>
                  <a:lnTo>
                    <a:pt x="268" y="1535"/>
                  </a:lnTo>
                  <a:lnTo>
                    <a:pt x="146" y="1414"/>
                  </a:lnTo>
                  <a:lnTo>
                    <a:pt x="73" y="1243"/>
                  </a:lnTo>
                  <a:lnTo>
                    <a:pt x="25" y="1073"/>
                  </a:lnTo>
                  <a:lnTo>
                    <a:pt x="0" y="902"/>
                  </a:lnTo>
                  <a:lnTo>
                    <a:pt x="0" y="902"/>
                  </a:lnTo>
                  <a:lnTo>
                    <a:pt x="25" y="732"/>
                  </a:lnTo>
                  <a:lnTo>
                    <a:pt x="73" y="561"/>
                  </a:lnTo>
                  <a:lnTo>
                    <a:pt x="146" y="391"/>
                  </a:lnTo>
                  <a:lnTo>
                    <a:pt x="268" y="269"/>
                  </a:lnTo>
                  <a:lnTo>
                    <a:pt x="390" y="147"/>
                  </a:lnTo>
                  <a:lnTo>
                    <a:pt x="560" y="74"/>
                  </a:lnTo>
                  <a:lnTo>
                    <a:pt x="731" y="25"/>
                  </a:lnTo>
                  <a:lnTo>
                    <a:pt x="901" y="1"/>
                  </a:lnTo>
                  <a:lnTo>
                    <a:pt x="901" y="1"/>
                  </a:lnTo>
                  <a:lnTo>
                    <a:pt x="1072" y="25"/>
                  </a:lnTo>
                  <a:lnTo>
                    <a:pt x="1242" y="74"/>
                  </a:lnTo>
                  <a:lnTo>
                    <a:pt x="1413" y="147"/>
                  </a:lnTo>
                  <a:lnTo>
                    <a:pt x="1535" y="269"/>
                  </a:lnTo>
                  <a:lnTo>
                    <a:pt x="1656" y="391"/>
                  </a:lnTo>
                  <a:lnTo>
                    <a:pt x="1729" y="561"/>
                  </a:lnTo>
                  <a:lnTo>
                    <a:pt x="1778" y="732"/>
                  </a:lnTo>
                  <a:lnTo>
                    <a:pt x="1802" y="902"/>
                  </a:lnTo>
                  <a:lnTo>
                    <a:pt x="1802" y="902"/>
                  </a:lnTo>
                  <a:lnTo>
                    <a:pt x="1778" y="1073"/>
                  </a:lnTo>
                  <a:lnTo>
                    <a:pt x="1729" y="1243"/>
                  </a:lnTo>
                  <a:lnTo>
                    <a:pt x="1656" y="1414"/>
                  </a:lnTo>
                  <a:lnTo>
                    <a:pt x="1535" y="1535"/>
                  </a:lnTo>
                  <a:lnTo>
                    <a:pt x="1413" y="1657"/>
                  </a:lnTo>
                  <a:lnTo>
                    <a:pt x="1242" y="1730"/>
                  </a:lnTo>
                  <a:lnTo>
                    <a:pt x="1072" y="1779"/>
                  </a:lnTo>
                  <a:lnTo>
                    <a:pt x="901" y="1803"/>
                  </a:lnTo>
                  <a:lnTo>
                    <a:pt x="901" y="1803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" name="Google Shape;205;p12"/>
            <p:cNvSpPr/>
            <p:nvPr/>
          </p:nvSpPr>
          <p:spPr>
            <a:xfrm>
              <a:off x="654800" y="244200"/>
              <a:ext cx="25" cy="51175"/>
            </a:xfrm>
            <a:custGeom>
              <a:avLst/>
              <a:gdLst/>
              <a:ahLst/>
              <a:cxnLst/>
              <a:rect l="l" t="t" r="r" b="b"/>
              <a:pathLst>
                <a:path w="1" h="2047" fill="none" extrusionOk="0">
                  <a:moveTo>
                    <a:pt x="0" y="1"/>
                  </a:moveTo>
                  <a:lnTo>
                    <a:pt x="0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" name="Google Shape;206;p12"/>
            <p:cNvSpPr/>
            <p:nvPr/>
          </p:nvSpPr>
          <p:spPr>
            <a:xfrm>
              <a:off x="737600" y="244200"/>
              <a:ext cx="25" cy="51175"/>
            </a:xfrm>
            <a:custGeom>
              <a:avLst/>
              <a:gdLst/>
              <a:ahLst/>
              <a:cxnLst/>
              <a:rect l="l" t="t" r="r" b="b"/>
              <a:pathLst>
                <a:path w="1" h="2047" fill="none" extrusionOk="0">
                  <a:moveTo>
                    <a:pt x="1" y="1"/>
                  </a:moveTo>
                  <a:lnTo>
                    <a:pt x="1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" name="Google Shape;207;p12"/>
            <p:cNvSpPr/>
            <p:nvPr/>
          </p:nvSpPr>
          <p:spPr>
            <a:xfrm>
              <a:off x="820400" y="244200"/>
              <a:ext cx="25" cy="51175"/>
            </a:xfrm>
            <a:custGeom>
              <a:avLst/>
              <a:gdLst/>
              <a:ahLst/>
              <a:cxnLst/>
              <a:rect l="l" t="t" r="r" b="b"/>
              <a:pathLst>
                <a:path w="1" h="2047" fill="none" extrusionOk="0">
                  <a:moveTo>
                    <a:pt x="1" y="1"/>
                  </a:moveTo>
                  <a:lnTo>
                    <a:pt x="1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" name="Google Shape;208;p12"/>
            <p:cNvSpPr/>
            <p:nvPr/>
          </p:nvSpPr>
          <p:spPr>
            <a:xfrm>
              <a:off x="903225" y="244200"/>
              <a:ext cx="25" cy="51175"/>
            </a:xfrm>
            <a:custGeom>
              <a:avLst/>
              <a:gdLst/>
              <a:ahLst/>
              <a:cxnLst/>
              <a:rect l="l" t="t" r="r" b="b"/>
              <a:pathLst>
                <a:path w="1" h="2047" fill="none" extrusionOk="0">
                  <a:moveTo>
                    <a:pt x="0" y="1"/>
                  </a:moveTo>
                  <a:lnTo>
                    <a:pt x="0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8969" y="1512288"/>
            <a:ext cx="771525" cy="257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6119" y="1769463"/>
            <a:ext cx="1428750" cy="619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100" name="Picture 4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8041" y="2428875"/>
            <a:ext cx="981075" cy="285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101" name="Picture 5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1661" y="2954809"/>
            <a:ext cx="852825" cy="2649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102" name="Picture 6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7609" y="2915836"/>
            <a:ext cx="895350" cy="342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103" name="Picture 7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4366" y="3280348"/>
            <a:ext cx="1832190" cy="2566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104" name="Picture 8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2600" y="3632385"/>
            <a:ext cx="866775" cy="247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105" name="Picture 9"/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8444" y="3896511"/>
            <a:ext cx="523875" cy="238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106" name="Picture 10"/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04070" y="1746294"/>
            <a:ext cx="1066800" cy="590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107" name="Picture 11"/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01791" y="2250475"/>
            <a:ext cx="866775" cy="276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108" name="Picture 12"/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44641" y="2571750"/>
            <a:ext cx="923925" cy="390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109" name="Picture 13"/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44641" y="2973243"/>
            <a:ext cx="2066925" cy="295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110" name="Picture 14"/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86975" y="3294633"/>
            <a:ext cx="125730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111" name="Picture 15"/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19927" y="3632385"/>
            <a:ext cx="428625" cy="247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112" name="Picture 16"/>
          <p:cNvPicPr>
            <a:picLocks noChangeAspect="1" noChangeArrowheads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39431" y="1669065"/>
            <a:ext cx="800100" cy="657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113" name="Picture 17"/>
          <p:cNvPicPr>
            <a:picLocks noChangeAspect="1" noChangeArrowheads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91175" y="2374300"/>
            <a:ext cx="1567506" cy="23439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114" name="Picture 18"/>
          <p:cNvPicPr>
            <a:picLocks noChangeAspect="1" noChangeArrowheads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39432" y="2655236"/>
            <a:ext cx="2113520" cy="4786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115" name="Picture 19"/>
          <p:cNvPicPr>
            <a:picLocks noChangeAspect="1" noChangeArrowheads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39431" y="3187542"/>
            <a:ext cx="1166169" cy="4997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116" name="Picture 20"/>
          <p:cNvPicPr>
            <a:picLocks noChangeAspect="1" noChangeArrowheads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58632" y="3221895"/>
            <a:ext cx="597758" cy="4198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117" name="Picture 21"/>
          <p:cNvPicPr>
            <a:picLocks noChangeAspect="1" noChangeArrowheads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19975" y="3356819"/>
            <a:ext cx="274165" cy="150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118" name="Picture 22"/>
          <p:cNvPicPr>
            <a:picLocks noChangeAspect="1" noChangeArrowheads="1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85887" y="3680636"/>
            <a:ext cx="1272746" cy="5245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119" name="Picture 23"/>
          <p:cNvPicPr>
            <a:picLocks noChangeAspect="1" noChangeArrowheads="1"/>
          </p:cNvPicPr>
          <p:nvPr/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60690" y="3750387"/>
            <a:ext cx="659285" cy="3700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120" name="Picture 24"/>
          <p:cNvPicPr>
            <a:picLocks noChangeAspect="1" noChangeArrowheads="1"/>
          </p:cNvPicPr>
          <p:nvPr/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28213" y="3830352"/>
            <a:ext cx="267190" cy="2099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121" name="Picture 25"/>
          <p:cNvPicPr>
            <a:picLocks noChangeAspect="1" noChangeArrowheads="1"/>
          </p:cNvPicPr>
          <p:nvPr/>
        </p:nvPicPr>
        <p:blipFill>
          <a:blip r:embed="rId2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39431" y="4282388"/>
            <a:ext cx="495300" cy="285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122" name="Picture 26"/>
          <p:cNvPicPr>
            <a:picLocks noChangeAspect="1" noChangeArrowheads="1"/>
          </p:cNvPicPr>
          <p:nvPr/>
        </p:nvPicPr>
        <p:blipFill>
          <a:blip r:embed="rId2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22260" y="4330272"/>
            <a:ext cx="723383" cy="1569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1130369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2"/>
          <p:cNvSpPr txBox="1">
            <a:spLocks noGrp="1"/>
          </p:cNvSpPr>
          <p:nvPr>
            <p:ph type="title"/>
          </p:nvPr>
        </p:nvSpPr>
        <p:spPr>
          <a:xfrm>
            <a:off x="814275" y="392575"/>
            <a:ext cx="5258400" cy="766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smtClean="0"/>
              <a:t>IT8 CALCULUS 2</a:t>
            </a:r>
            <a:br>
              <a:rPr lang="en-US" dirty="0" smtClean="0"/>
            </a:br>
            <a:r>
              <a:rPr lang="en-US" dirty="0" smtClean="0">
                <a:solidFill>
                  <a:srgbClr val="FFC000"/>
                </a:solidFill>
              </a:rPr>
              <a:t>DEFINITE INTEGRALS</a:t>
            </a:r>
            <a:endParaRPr dirty="0">
              <a:solidFill>
                <a:srgbClr val="FFC000"/>
              </a:solidFill>
            </a:endParaRPr>
          </a:p>
        </p:txBody>
      </p:sp>
      <p:sp>
        <p:nvSpPr>
          <p:cNvPr id="192" name="Google Shape;192;p12"/>
          <p:cNvSpPr txBox="1">
            <a:spLocks noGrp="1"/>
          </p:cNvSpPr>
          <p:nvPr>
            <p:ph type="sldNum" idx="12"/>
          </p:nvPr>
        </p:nvSpPr>
        <p:spPr>
          <a:xfrm>
            <a:off x="7618000" y="4636500"/>
            <a:ext cx="1487400" cy="31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6</a:t>
            </a:fld>
            <a:endParaRPr/>
          </a:p>
        </p:txBody>
      </p:sp>
      <p:grpSp>
        <p:nvGrpSpPr>
          <p:cNvPr id="194" name="Google Shape;194;p12"/>
          <p:cNvGrpSpPr/>
          <p:nvPr/>
        </p:nvGrpSpPr>
        <p:grpSpPr>
          <a:xfrm>
            <a:off x="293683" y="574116"/>
            <a:ext cx="309041" cy="403123"/>
            <a:chOff x="590250" y="244200"/>
            <a:chExt cx="407975" cy="532175"/>
          </a:xfrm>
        </p:grpSpPr>
        <p:sp>
          <p:nvSpPr>
            <p:cNvPr id="195" name="Google Shape;195;p12"/>
            <p:cNvSpPr/>
            <p:nvPr/>
          </p:nvSpPr>
          <p:spPr>
            <a:xfrm>
              <a:off x="623125" y="313625"/>
              <a:ext cx="375100" cy="462750"/>
            </a:xfrm>
            <a:custGeom>
              <a:avLst/>
              <a:gdLst/>
              <a:ahLst/>
              <a:cxnLst/>
              <a:rect l="l" t="t" r="r" b="b"/>
              <a:pathLst>
                <a:path w="15004" h="18510" fill="none" extrusionOk="0">
                  <a:moveTo>
                    <a:pt x="1" y="17536"/>
                  </a:moveTo>
                  <a:lnTo>
                    <a:pt x="1" y="17536"/>
                  </a:lnTo>
                  <a:lnTo>
                    <a:pt x="1" y="17536"/>
                  </a:lnTo>
                  <a:lnTo>
                    <a:pt x="25" y="17682"/>
                  </a:lnTo>
                  <a:lnTo>
                    <a:pt x="49" y="17852"/>
                  </a:lnTo>
                  <a:lnTo>
                    <a:pt x="123" y="18023"/>
                  </a:lnTo>
                  <a:lnTo>
                    <a:pt x="220" y="18193"/>
                  </a:lnTo>
                  <a:lnTo>
                    <a:pt x="293" y="18291"/>
                  </a:lnTo>
                  <a:lnTo>
                    <a:pt x="390" y="18364"/>
                  </a:lnTo>
                  <a:lnTo>
                    <a:pt x="488" y="18412"/>
                  </a:lnTo>
                  <a:lnTo>
                    <a:pt x="610" y="18461"/>
                  </a:lnTo>
                  <a:lnTo>
                    <a:pt x="756" y="18510"/>
                  </a:lnTo>
                  <a:lnTo>
                    <a:pt x="926" y="18510"/>
                  </a:lnTo>
                  <a:lnTo>
                    <a:pt x="14468" y="18510"/>
                  </a:lnTo>
                  <a:lnTo>
                    <a:pt x="14468" y="18510"/>
                  </a:lnTo>
                  <a:lnTo>
                    <a:pt x="14541" y="18510"/>
                  </a:lnTo>
                  <a:lnTo>
                    <a:pt x="14614" y="18485"/>
                  </a:lnTo>
                  <a:lnTo>
                    <a:pt x="14736" y="18412"/>
                  </a:lnTo>
                  <a:lnTo>
                    <a:pt x="14833" y="18291"/>
                  </a:lnTo>
                  <a:lnTo>
                    <a:pt x="14906" y="18144"/>
                  </a:lnTo>
                  <a:lnTo>
                    <a:pt x="14955" y="17974"/>
                  </a:lnTo>
                  <a:lnTo>
                    <a:pt x="14979" y="17779"/>
                  </a:lnTo>
                  <a:lnTo>
                    <a:pt x="15003" y="17438"/>
                  </a:lnTo>
                  <a:lnTo>
                    <a:pt x="15003" y="487"/>
                  </a:lnTo>
                  <a:lnTo>
                    <a:pt x="15003" y="487"/>
                  </a:lnTo>
                  <a:lnTo>
                    <a:pt x="15003" y="341"/>
                  </a:lnTo>
                  <a:lnTo>
                    <a:pt x="14979" y="219"/>
                  </a:lnTo>
                  <a:lnTo>
                    <a:pt x="14955" y="146"/>
                  </a:lnTo>
                  <a:lnTo>
                    <a:pt x="14906" y="73"/>
                  </a:lnTo>
                  <a:lnTo>
                    <a:pt x="14833" y="49"/>
                  </a:lnTo>
                  <a:lnTo>
                    <a:pt x="14736" y="24"/>
                  </a:lnTo>
                  <a:lnTo>
                    <a:pt x="14468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" name="Google Shape;196;p12"/>
            <p:cNvSpPr/>
            <p:nvPr/>
          </p:nvSpPr>
          <p:spPr>
            <a:xfrm>
              <a:off x="590250" y="269775"/>
              <a:ext cx="377525" cy="462775"/>
            </a:xfrm>
            <a:custGeom>
              <a:avLst/>
              <a:gdLst/>
              <a:ahLst/>
              <a:cxnLst/>
              <a:rect l="l" t="t" r="r" b="b"/>
              <a:pathLst>
                <a:path w="15101" h="18511" fill="none" extrusionOk="0">
                  <a:moveTo>
                    <a:pt x="14321" y="0"/>
                  </a:moveTo>
                  <a:lnTo>
                    <a:pt x="780" y="0"/>
                  </a:lnTo>
                  <a:lnTo>
                    <a:pt x="780" y="0"/>
                  </a:lnTo>
                  <a:lnTo>
                    <a:pt x="634" y="25"/>
                  </a:lnTo>
                  <a:lnTo>
                    <a:pt x="488" y="74"/>
                  </a:lnTo>
                  <a:lnTo>
                    <a:pt x="342" y="122"/>
                  </a:lnTo>
                  <a:lnTo>
                    <a:pt x="220" y="220"/>
                  </a:lnTo>
                  <a:lnTo>
                    <a:pt x="122" y="341"/>
                  </a:lnTo>
                  <a:lnTo>
                    <a:pt x="74" y="488"/>
                  </a:lnTo>
                  <a:lnTo>
                    <a:pt x="25" y="634"/>
                  </a:lnTo>
                  <a:lnTo>
                    <a:pt x="1" y="780"/>
                  </a:lnTo>
                  <a:lnTo>
                    <a:pt x="1" y="17731"/>
                  </a:lnTo>
                  <a:lnTo>
                    <a:pt x="1" y="17731"/>
                  </a:lnTo>
                  <a:lnTo>
                    <a:pt x="25" y="17877"/>
                  </a:lnTo>
                  <a:lnTo>
                    <a:pt x="74" y="18023"/>
                  </a:lnTo>
                  <a:lnTo>
                    <a:pt x="122" y="18169"/>
                  </a:lnTo>
                  <a:lnTo>
                    <a:pt x="220" y="18291"/>
                  </a:lnTo>
                  <a:lnTo>
                    <a:pt x="342" y="18388"/>
                  </a:lnTo>
                  <a:lnTo>
                    <a:pt x="488" y="18437"/>
                  </a:lnTo>
                  <a:lnTo>
                    <a:pt x="634" y="18486"/>
                  </a:lnTo>
                  <a:lnTo>
                    <a:pt x="780" y="18510"/>
                  </a:lnTo>
                  <a:lnTo>
                    <a:pt x="14321" y="18510"/>
                  </a:lnTo>
                  <a:lnTo>
                    <a:pt x="14321" y="18510"/>
                  </a:lnTo>
                  <a:lnTo>
                    <a:pt x="14467" y="18486"/>
                  </a:lnTo>
                  <a:lnTo>
                    <a:pt x="14614" y="18437"/>
                  </a:lnTo>
                  <a:lnTo>
                    <a:pt x="14760" y="18388"/>
                  </a:lnTo>
                  <a:lnTo>
                    <a:pt x="14881" y="18291"/>
                  </a:lnTo>
                  <a:lnTo>
                    <a:pt x="14979" y="18169"/>
                  </a:lnTo>
                  <a:lnTo>
                    <a:pt x="15028" y="18023"/>
                  </a:lnTo>
                  <a:lnTo>
                    <a:pt x="15076" y="17877"/>
                  </a:lnTo>
                  <a:lnTo>
                    <a:pt x="15101" y="17731"/>
                  </a:lnTo>
                  <a:lnTo>
                    <a:pt x="15101" y="780"/>
                  </a:lnTo>
                  <a:lnTo>
                    <a:pt x="15101" y="780"/>
                  </a:lnTo>
                  <a:lnTo>
                    <a:pt x="15076" y="634"/>
                  </a:lnTo>
                  <a:lnTo>
                    <a:pt x="15028" y="488"/>
                  </a:lnTo>
                  <a:lnTo>
                    <a:pt x="14979" y="341"/>
                  </a:lnTo>
                  <a:lnTo>
                    <a:pt x="14881" y="220"/>
                  </a:lnTo>
                  <a:lnTo>
                    <a:pt x="14760" y="122"/>
                  </a:lnTo>
                  <a:lnTo>
                    <a:pt x="14614" y="74"/>
                  </a:lnTo>
                  <a:lnTo>
                    <a:pt x="14467" y="25"/>
                  </a:lnTo>
                  <a:lnTo>
                    <a:pt x="14321" y="0"/>
                  </a:lnTo>
                  <a:lnTo>
                    <a:pt x="14321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" name="Google Shape;197;p12"/>
            <p:cNvSpPr/>
            <p:nvPr/>
          </p:nvSpPr>
          <p:spPr>
            <a:xfrm>
              <a:off x="796650" y="274025"/>
              <a:ext cx="45100" cy="45100"/>
            </a:xfrm>
            <a:custGeom>
              <a:avLst/>
              <a:gdLst/>
              <a:ahLst/>
              <a:cxnLst/>
              <a:rect l="l" t="t" r="r" b="b"/>
              <a:pathLst>
                <a:path w="1804" h="1804" fill="none" extrusionOk="0">
                  <a:moveTo>
                    <a:pt x="902" y="1"/>
                  </a:moveTo>
                  <a:lnTo>
                    <a:pt x="902" y="1"/>
                  </a:lnTo>
                  <a:lnTo>
                    <a:pt x="1073" y="25"/>
                  </a:lnTo>
                  <a:lnTo>
                    <a:pt x="1243" y="74"/>
                  </a:lnTo>
                  <a:lnTo>
                    <a:pt x="1414" y="147"/>
                  </a:lnTo>
                  <a:lnTo>
                    <a:pt x="1535" y="269"/>
                  </a:lnTo>
                  <a:lnTo>
                    <a:pt x="1657" y="391"/>
                  </a:lnTo>
                  <a:lnTo>
                    <a:pt x="1730" y="561"/>
                  </a:lnTo>
                  <a:lnTo>
                    <a:pt x="1779" y="732"/>
                  </a:lnTo>
                  <a:lnTo>
                    <a:pt x="1803" y="902"/>
                  </a:lnTo>
                  <a:lnTo>
                    <a:pt x="1803" y="902"/>
                  </a:lnTo>
                  <a:lnTo>
                    <a:pt x="1779" y="1073"/>
                  </a:lnTo>
                  <a:lnTo>
                    <a:pt x="1730" y="1243"/>
                  </a:lnTo>
                  <a:lnTo>
                    <a:pt x="1657" y="1414"/>
                  </a:lnTo>
                  <a:lnTo>
                    <a:pt x="1535" y="1535"/>
                  </a:lnTo>
                  <a:lnTo>
                    <a:pt x="1414" y="1657"/>
                  </a:lnTo>
                  <a:lnTo>
                    <a:pt x="1243" y="1730"/>
                  </a:lnTo>
                  <a:lnTo>
                    <a:pt x="1073" y="1779"/>
                  </a:lnTo>
                  <a:lnTo>
                    <a:pt x="902" y="1803"/>
                  </a:lnTo>
                  <a:lnTo>
                    <a:pt x="902" y="1803"/>
                  </a:lnTo>
                  <a:lnTo>
                    <a:pt x="732" y="1779"/>
                  </a:lnTo>
                  <a:lnTo>
                    <a:pt x="561" y="1730"/>
                  </a:lnTo>
                  <a:lnTo>
                    <a:pt x="391" y="1657"/>
                  </a:lnTo>
                  <a:lnTo>
                    <a:pt x="269" y="1535"/>
                  </a:lnTo>
                  <a:lnTo>
                    <a:pt x="147" y="1414"/>
                  </a:lnTo>
                  <a:lnTo>
                    <a:pt x="74" y="1243"/>
                  </a:lnTo>
                  <a:lnTo>
                    <a:pt x="25" y="1073"/>
                  </a:lnTo>
                  <a:lnTo>
                    <a:pt x="1" y="902"/>
                  </a:lnTo>
                  <a:lnTo>
                    <a:pt x="1" y="902"/>
                  </a:lnTo>
                  <a:lnTo>
                    <a:pt x="25" y="732"/>
                  </a:lnTo>
                  <a:lnTo>
                    <a:pt x="74" y="561"/>
                  </a:lnTo>
                  <a:lnTo>
                    <a:pt x="147" y="391"/>
                  </a:lnTo>
                  <a:lnTo>
                    <a:pt x="269" y="269"/>
                  </a:lnTo>
                  <a:lnTo>
                    <a:pt x="391" y="147"/>
                  </a:lnTo>
                  <a:lnTo>
                    <a:pt x="561" y="74"/>
                  </a:lnTo>
                  <a:lnTo>
                    <a:pt x="732" y="25"/>
                  </a:lnTo>
                  <a:lnTo>
                    <a:pt x="902" y="1"/>
                  </a:lnTo>
                  <a:lnTo>
                    <a:pt x="902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" name="Google Shape;198;p12"/>
            <p:cNvSpPr/>
            <p:nvPr/>
          </p:nvSpPr>
          <p:spPr>
            <a:xfrm>
              <a:off x="713850" y="274025"/>
              <a:ext cx="45075" cy="45100"/>
            </a:xfrm>
            <a:custGeom>
              <a:avLst/>
              <a:gdLst/>
              <a:ahLst/>
              <a:cxnLst/>
              <a:rect l="l" t="t" r="r" b="b"/>
              <a:pathLst>
                <a:path w="1803" h="1804" fill="none" extrusionOk="0">
                  <a:moveTo>
                    <a:pt x="902" y="1"/>
                  </a:moveTo>
                  <a:lnTo>
                    <a:pt x="902" y="1"/>
                  </a:lnTo>
                  <a:lnTo>
                    <a:pt x="1072" y="25"/>
                  </a:lnTo>
                  <a:lnTo>
                    <a:pt x="1243" y="74"/>
                  </a:lnTo>
                  <a:lnTo>
                    <a:pt x="1413" y="147"/>
                  </a:lnTo>
                  <a:lnTo>
                    <a:pt x="1535" y="269"/>
                  </a:lnTo>
                  <a:lnTo>
                    <a:pt x="1657" y="391"/>
                  </a:lnTo>
                  <a:lnTo>
                    <a:pt x="1730" y="561"/>
                  </a:lnTo>
                  <a:lnTo>
                    <a:pt x="1779" y="732"/>
                  </a:lnTo>
                  <a:lnTo>
                    <a:pt x="1803" y="902"/>
                  </a:lnTo>
                  <a:lnTo>
                    <a:pt x="1803" y="902"/>
                  </a:lnTo>
                  <a:lnTo>
                    <a:pt x="1779" y="1073"/>
                  </a:lnTo>
                  <a:lnTo>
                    <a:pt x="1730" y="1243"/>
                  </a:lnTo>
                  <a:lnTo>
                    <a:pt x="1657" y="1414"/>
                  </a:lnTo>
                  <a:lnTo>
                    <a:pt x="1535" y="1535"/>
                  </a:lnTo>
                  <a:lnTo>
                    <a:pt x="1413" y="1657"/>
                  </a:lnTo>
                  <a:lnTo>
                    <a:pt x="1243" y="1730"/>
                  </a:lnTo>
                  <a:lnTo>
                    <a:pt x="1072" y="1779"/>
                  </a:lnTo>
                  <a:lnTo>
                    <a:pt x="902" y="1803"/>
                  </a:lnTo>
                  <a:lnTo>
                    <a:pt x="902" y="1803"/>
                  </a:lnTo>
                  <a:lnTo>
                    <a:pt x="731" y="1779"/>
                  </a:lnTo>
                  <a:lnTo>
                    <a:pt x="561" y="1730"/>
                  </a:lnTo>
                  <a:lnTo>
                    <a:pt x="390" y="1657"/>
                  </a:lnTo>
                  <a:lnTo>
                    <a:pt x="269" y="1535"/>
                  </a:lnTo>
                  <a:lnTo>
                    <a:pt x="147" y="1414"/>
                  </a:lnTo>
                  <a:lnTo>
                    <a:pt x="74" y="1243"/>
                  </a:lnTo>
                  <a:lnTo>
                    <a:pt x="25" y="1073"/>
                  </a:lnTo>
                  <a:lnTo>
                    <a:pt x="1" y="902"/>
                  </a:lnTo>
                  <a:lnTo>
                    <a:pt x="1" y="902"/>
                  </a:lnTo>
                  <a:lnTo>
                    <a:pt x="25" y="732"/>
                  </a:lnTo>
                  <a:lnTo>
                    <a:pt x="74" y="561"/>
                  </a:lnTo>
                  <a:lnTo>
                    <a:pt x="147" y="391"/>
                  </a:lnTo>
                  <a:lnTo>
                    <a:pt x="269" y="269"/>
                  </a:lnTo>
                  <a:lnTo>
                    <a:pt x="390" y="147"/>
                  </a:lnTo>
                  <a:lnTo>
                    <a:pt x="561" y="74"/>
                  </a:lnTo>
                  <a:lnTo>
                    <a:pt x="731" y="25"/>
                  </a:lnTo>
                  <a:lnTo>
                    <a:pt x="902" y="1"/>
                  </a:lnTo>
                  <a:lnTo>
                    <a:pt x="902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" name="Google Shape;199;p12"/>
            <p:cNvSpPr/>
            <p:nvPr/>
          </p:nvSpPr>
          <p:spPr>
            <a:xfrm>
              <a:off x="631050" y="274025"/>
              <a:ext cx="45075" cy="45100"/>
            </a:xfrm>
            <a:custGeom>
              <a:avLst/>
              <a:gdLst/>
              <a:ahLst/>
              <a:cxnLst/>
              <a:rect l="l" t="t" r="r" b="b"/>
              <a:pathLst>
                <a:path w="1803" h="1804" fill="none" extrusionOk="0">
                  <a:moveTo>
                    <a:pt x="0" y="902"/>
                  </a:moveTo>
                  <a:lnTo>
                    <a:pt x="0" y="902"/>
                  </a:lnTo>
                  <a:lnTo>
                    <a:pt x="25" y="732"/>
                  </a:lnTo>
                  <a:lnTo>
                    <a:pt x="73" y="561"/>
                  </a:lnTo>
                  <a:lnTo>
                    <a:pt x="147" y="391"/>
                  </a:lnTo>
                  <a:lnTo>
                    <a:pt x="268" y="269"/>
                  </a:lnTo>
                  <a:lnTo>
                    <a:pt x="390" y="147"/>
                  </a:lnTo>
                  <a:lnTo>
                    <a:pt x="561" y="74"/>
                  </a:lnTo>
                  <a:lnTo>
                    <a:pt x="731" y="25"/>
                  </a:lnTo>
                  <a:lnTo>
                    <a:pt x="902" y="1"/>
                  </a:lnTo>
                  <a:lnTo>
                    <a:pt x="902" y="1"/>
                  </a:lnTo>
                  <a:lnTo>
                    <a:pt x="1072" y="25"/>
                  </a:lnTo>
                  <a:lnTo>
                    <a:pt x="1243" y="74"/>
                  </a:lnTo>
                  <a:lnTo>
                    <a:pt x="1413" y="147"/>
                  </a:lnTo>
                  <a:lnTo>
                    <a:pt x="1535" y="269"/>
                  </a:lnTo>
                  <a:lnTo>
                    <a:pt x="1657" y="391"/>
                  </a:lnTo>
                  <a:lnTo>
                    <a:pt x="1730" y="561"/>
                  </a:lnTo>
                  <a:lnTo>
                    <a:pt x="1778" y="732"/>
                  </a:lnTo>
                  <a:lnTo>
                    <a:pt x="1803" y="902"/>
                  </a:lnTo>
                  <a:lnTo>
                    <a:pt x="1803" y="902"/>
                  </a:lnTo>
                  <a:lnTo>
                    <a:pt x="1778" y="1073"/>
                  </a:lnTo>
                  <a:lnTo>
                    <a:pt x="1730" y="1243"/>
                  </a:lnTo>
                  <a:lnTo>
                    <a:pt x="1657" y="1414"/>
                  </a:lnTo>
                  <a:lnTo>
                    <a:pt x="1535" y="1535"/>
                  </a:lnTo>
                  <a:lnTo>
                    <a:pt x="1413" y="1657"/>
                  </a:lnTo>
                  <a:lnTo>
                    <a:pt x="1243" y="1730"/>
                  </a:lnTo>
                  <a:lnTo>
                    <a:pt x="1072" y="1779"/>
                  </a:lnTo>
                  <a:lnTo>
                    <a:pt x="902" y="1803"/>
                  </a:lnTo>
                  <a:lnTo>
                    <a:pt x="902" y="1803"/>
                  </a:lnTo>
                  <a:lnTo>
                    <a:pt x="731" y="1779"/>
                  </a:lnTo>
                  <a:lnTo>
                    <a:pt x="561" y="1730"/>
                  </a:lnTo>
                  <a:lnTo>
                    <a:pt x="390" y="1657"/>
                  </a:lnTo>
                  <a:lnTo>
                    <a:pt x="268" y="1535"/>
                  </a:lnTo>
                  <a:lnTo>
                    <a:pt x="147" y="1414"/>
                  </a:lnTo>
                  <a:lnTo>
                    <a:pt x="73" y="1243"/>
                  </a:lnTo>
                  <a:lnTo>
                    <a:pt x="25" y="1073"/>
                  </a:lnTo>
                  <a:lnTo>
                    <a:pt x="0" y="902"/>
                  </a:lnTo>
                  <a:lnTo>
                    <a:pt x="0" y="902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" name="Google Shape;200;p12"/>
            <p:cNvSpPr/>
            <p:nvPr/>
          </p:nvSpPr>
          <p:spPr>
            <a:xfrm>
              <a:off x="649925" y="590050"/>
              <a:ext cx="133975" cy="25"/>
            </a:xfrm>
            <a:custGeom>
              <a:avLst/>
              <a:gdLst/>
              <a:ahLst/>
              <a:cxnLst/>
              <a:rect l="l" t="t" r="r" b="b"/>
              <a:pathLst>
                <a:path w="5359" h="1" fill="none" extrusionOk="0">
                  <a:moveTo>
                    <a:pt x="5358" y="0"/>
                  </a:moveTo>
                  <a:lnTo>
                    <a:pt x="0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" name="Google Shape;201;p12"/>
            <p:cNvSpPr/>
            <p:nvPr/>
          </p:nvSpPr>
          <p:spPr>
            <a:xfrm>
              <a:off x="649925" y="534625"/>
              <a:ext cx="255750" cy="25"/>
            </a:xfrm>
            <a:custGeom>
              <a:avLst/>
              <a:gdLst/>
              <a:ahLst/>
              <a:cxnLst/>
              <a:rect l="l" t="t" r="r" b="b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" name="Google Shape;202;p12"/>
            <p:cNvSpPr/>
            <p:nvPr/>
          </p:nvSpPr>
          <p:spPr>
            <a:xfrm>
              <a:off x="649925" y="479825"/>
              <a:ext cx="255750" cy="25"/>
            </a:xfrm>
            <a:custGeom>
              <a:avLst/>
              <a:gdLst/>
              <a:ahLst/>
              <a:cxnLst/>
              <a:rect l="l" t="t" r="r" b="b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" name="Google Shape;203;p12"/>
            <p:cNvSpPr/>
            <p:nvPr/>
          </p:nvSpPr>
          <p:spPr>
            <a:xfrm>
              <a:off x="649925" y="424425"/>
              <a:ext cx="255750" cy="25"/>
            </a:xfrm>
            <a:custGeom>
              <a:avLst/>
              <a:gdLst/>
              <a:ahLst/>
              <a:cxnLst/>
              <a:rect l="l" t="t" r="r" b="b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" name="Google Shape;204;p12"/>
            <p:cNvSpPr/>
            <p:nvPr/>
          </p:nvSpPr>
          <p:spPr>
            <a:xfrm>
              <a:off x="879475" y="274025"/>
              <a:ext cx="45075" cy="45100"/>
            </a:xfrm>
            <a:custGeom>
              <a:avLst/>
              <a:gdLst/>
              <a:ahLst/>
              <a:cxnLst/>
              <a:rect l="l" t="t" r="r" b="b"/>
              <a:pathLst>
                <a:path w="1803" h="1804" fill="none" extrusionOk="0">
                  <a:moveTo>
                    <a:pt x="901" y="1803"/>
                  </a:moveTo>
                  <a:lnTo>
                    <a:pt x="901" y="1803"/>
                  </a:lnTo>
                  <a:lnTo>
                    <a:pt x="731" y="1779"/>
                  </a:lnTo>
                  <a:lnTo>
                    <a:pt x="560" y="1730"/>
                  </a:lnTo>
                  <a:lnTo>
                    <a:pt x="390" y="1657"/>
                  </a:lnTo>
                  <a:lnTo>
                    <a:pt x="268" y="1535"/>
                  </a:lnTo>
                  <a:lnTo>
                    <a:pt x="146" y="1414"/>
                  </a:lnTo>
                  <a:lnTo>
                    <a:pt x="73" y="1243"/>
                  </a:lnTo>
                  <a:lnTo>
                    <a:pt x="25" y="1073"/>
                  </a:lnTo>
                  <a:lnTo>
                    <a:pt x="0" y="902"/>
                  </a:lnTo>
                  <a:lnTo>
                    <a:pt x="0" y="902"/>
                  </a:lnTo>
                  <a:lnTo>
                    <a:pt x="25" y="732"/>
                  </a:lnTo>
                  <a:lnTo>
                    <a:pt x="73" y="561"/>
                  </a:lnTo>
                  <a:lnTo>
                    <a:pt x="146" y="391"/>
                  </a:lnTo>
                  <a:lnTo>
                    <a:pt x="268" y="269"/>
                  </a:lnTo>
                  <a:lnTo>
                    <a:pt x="390" y="147"/>
                  </a:lnTo>
                  <a:lnTo>
                    <a:pt x="560" y="74"/>
                  </a:lnTo>
                  <a:lnTo>
                    <a:pt x="731" y="25"/>
                  </a:lnTo>
                  <a:lnTo>
                    <a:pt x="901" y="1"/>
                  </a:lnTo>
                  <a:lnTo>
                    <a:pt x="901" y="1"/>
                  </a:lnTo>
                  <a:lnTo>
                    <a:pt x="1072" y="25"/>
                  </a:lnTo>
                  <a:lnTo>
                    <a:pt x="1242" y="74"/>
                  </a:lnTo>
                  <a:lnTo>
                    <a:pt x="1413" y="147"/>
                  </a:lnTo>
                  <a:lnTo>
                    <a:pt x="1535" y="269"/>
                  </a:lnTo>
                  <a:lnTo>
                    <a:pt x="1656" y="391"/>
                  </a:lnTo>
                  <a:lnTo>
                    <a:pt x="1729" y="561"/>
                  </a:lnTo>
                  <a:lnTo>
                    <a:pt x="1778" y="732"/>
                  </a:lnTo>
                  <a:lnTo>
                    <a:pt x="1802" y="902"/>
                  </a:lnTo>
                  <a:lnTo>
                    <a:pt x="1802" y="902"/>
                  </a:lnTo>
                  <a:lnTo>
                    <a:pt x="1778" y="1073"/>
                  </a:lnTo>
                  <a:lnTo>
                    <a:pt x="1729" y="1243"/>
                  </a:lnTo>
                  <a:lnTo>
                    <a:pt x="1656" y="1414"/>
                  </a:lnTo>
                  <a:lnTo>
                    <a:pt x="1535" y="1535"/>
                  </a:lnTo>
                  <a:lnTo>
                    <a:pt x="1413" y="1657"/>
                  </a:lnTo>
                  <a:lnTo>
                    <a:pt x="1242" y="1730"/>
                  </a:lnTo>
                  <a:lnTo>
                    <a:pt x="1072" y="1779"/>
                  </a:lnTo>
                  <a:lnTo>
                    <a:pt x="901" y="1803"/>
                  </a:lnTo>
                  <a:lnTo>
                    <a:pt x="901" y="1803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" name="Google Shape;205;p12"/>
            <p:cNvSpPr/>
            <p:nvPr/>
          </p:nvSpPr>
          <p:spPr>
            <a:xfrm>
              <a:off x="654800" y="244200"/>
              <a:ext cx="25" cy="51175"/>
            </a:xfrm>
            <a:custGeom>
              <a:avLst/>
              <a:gdLst/>
              <a:ahLst/>
              <a:cxnLst/>
              <a:rect l="l" t="t" r="r" b="b"/>
              <a:pathLst>
                <a:path w="1" h="2047" fill="none" extrusionOk="0">
                  <a:moveTo>
                    <a:pt x="0" y="1"/>
                  </a:moveTo>
                  <a:lnTo>
                    <a:pt x="0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" name="Google Shape;206;p12"/>
            <p:cNvSpPr/>
            <p:nvPr/>
          </p:nvSpPr>
          <p:spPr>
            <a:xfrm>
              <a:off x="737600" y="244200"/>
              <a:ext cx="25" cy="51175"/>
            </a:xfrm>
            <a:custGeom>
              <a:avLst/>
              <a:gdLst/>
              <a:ahLst/>
              <a:cxnLst/>
              <a:rect l="l" t="t" r="r" b="b"/>
              <a:pathLst>
                <a:path w="1" h="2047" fill="none" extrusionOk="0">
                  <a:moveTo>
                    <a:pt x="1" y="1"/>
                  </a:moveTo>
                  <a:lnTo>
                    <a:pt x="1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" name="Google Shape;207;p12"/>
            <p:cNvSpPr/>
            <p:nvPr/>
          </p:nvSpPr>
          <p:spPr>
            <a:xfrm>
              <a:off x="820400" y="244200"/>
              <a:ext cx="25" cy="51175"/>
            </a:xfrm>
            <a:custGeom>
              <a:avLst/>
              <a:gdLst/>
              <a:ahLst/>
              <a:cxnLst/>
              <a:rect l="l" t="t" r="r" b="b"/>
              <a:pathLst>
                <a:path w="1" h="2047" fill="none" extrusionOk="0">
                  <a:moveTo>
                    <a:pt x="1" y="1"/>
                  </a:moveTo>
                  <a:lnTo>
                    <a:pt x="1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" name="Google Shape;208;p12"/>
            <p:cNvSpPr/>
            <p:nvPr/>
          </p:nvSpPr>
          <p:spPr>
            <a:xfrm>
              <a:off x="903225" y="244200"/>
              <a:ext cx="25" cy="51175"/>
            </a:xfrm>
            <a:custGeom>
              <a:avLst/>
              <a:gdLst/>
              <a:ahLst/>
              <a:cxnLst/>
              <a:rect l="l" t="t" r="r" b="b"/>
              <a:pathLst>
                <a:path w="1" h="2047" fill="none" extrusionOk="0">
                  <a:moveTo>
                    <a:pt x="0" y="1"/>
                  </a:moveTo>
                  <a:lnTo>
                    <a:pt x="0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8969" y="1512288"/>
            <a:ext cx="771525" cy="257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8969" y="1769463"/>
            <a:ext cx="1952625" cy="581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124" name="Picture 4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79088" y="1731362"/>
            <a:ext cx="904875" cy="657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125" name="Picture 5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63160" y="1769463"/>
            <a:ext cx="1285875" cy="657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126" name="Picture 6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43808" y="1736125"/>
            <a:ext cx="857250" cy="723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127" name="Picture 7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54758" y="1746294"/>
            <a:ext cx="1666875" cy="657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5123044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Salerio template">
  <a:themeElements>
    <a:clrScheme name="Custom 347">
      <a:dk1>
        <a:srgbClr val="000000"/>
      </a:dk1>
      <a:lt1>
        <a:srgbClr val="FFFFFF"/>
      </a:lt1>
      <a:dk2>
        <a:srgbClr val="666666"/>
      </a:dk2>
      <a:lt2>
        <a:srgbClr val="CCCCCC"/>
      </a:lt2>
      <a:accent1>
        <a:srgbClr val="3A81BA"/>
      </a:accent1>
      <a:accent2>
        <a:srgbClr val="D89F39"/>
      </a:accent2>
      <a:accent3>
        <a:srgbClr val="8BAB42"/>
      </a:accent3>
      <a:accent4>
        <a:srgbClr val="57A7B5"/>
      </a:accent4>
      <a:accent5>
        <a:srgbClr val="8B81D2"/>
      </a:accent5>
      <a:accent6>
        <a:srgbClr val="963334"/>
      </a:accent6>
      <a:hlink>
        <a:srgbClr val="1155CC"/>
      </a:hlink>
      <a:folHlink>
        <a:srgbClr val="6611C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1072</TotalTime>
  <Words>24</Words>
  <Application>Microsoft Office PowerPoint</Application>
  <PresentationFormat>On-screen Show (16:9)</PresentationFormat>
  <Paragraphs>11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Arial</vt:lpstr>
      <vt:lpstr>Arvo</vt:lpstr>
      <vt:lpstr>Roboto Condensed Light</vt:lpstr>
      <vt:lpstr>Roboto Condensed</vt:lpstr>
      <vt:lpstr>Salerio template</vt:lpstr>
      <vt:lpstr>  IT8 CALCULUS 2   LESSON 6</vt:lpstr>
      <vt:lpstr>IT8 CALCULUS 2 DEFINITE INTEGRALS</vt:lpstr>
      <vt:lpstr>IT8 CALCULUS 2 DEFINITE INTEGRALS</vt:lpstr>
      <vt:lpstr>IT8 CALCULUS 2 DEFINITE INTEGRALS</vt:lpstr>
      <vt:lpstr>IT8 CALCULUS 2 DEFINITE INTEGRALS</vt:lpstr>
      <vt:lpstr>IT8 CALCULUS 2 DEFINITE INTEGRALS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EMBEDDED SYSTEM FOR EMPLOYEE LOGIN &amp; LOGOUT MANAGEMENT SYSTEM WITH RFID AND CHANGING THE PASSWORD USER MANUALLY Literature Review</dc:title>
  <dc:creator>ERAO</dc:creator>
  <cp:lastModifiedBy>Ando Ariel V</cp:lastModifiedBy>
  <cp:revision>235</cp:revision>
  <dcterms:modified xsi:type="dcterms:W3CDTF">2026-03-09T02:44:12Z</dcterms:modified>
</cp:coreProperties>
</file>