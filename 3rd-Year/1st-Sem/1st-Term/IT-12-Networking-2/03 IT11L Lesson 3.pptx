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25"/>
  </p:notesMasterIdLst>
  <p:sldIdLst>
    <p:sldId id="256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4" r:id="rId16"/>
    <p:sldId id="283" r:id="rId17"/>
    <p:sldId id="285" r:id="rId18"/>
    <p:sldId id="286" r:id="rId19"/>
    <p:sldId id="287" r:id="rId20"/>
    <p:sldId id="288" r:id="rId21"/>
    <p:sldId id="289" r:id="rId22"/>
    <p:sldId id="290" r:id="rId23"/>
    <p:sldId id="291" r:id="rId24"/>
  </p:sldIdLst>
  <p:sldSz cx="9144000" cy="5143500" type="screen16x9"/>
  <p:notesSz cx="6858000" cy="9144000"/>
  <p:embeddedFontLst>
    <p:embeddedFont>
      <p:font typeface="Arvo" panose="020B0604020202020204" charset="0"/>
      <p:regular r:id="rId26"/>
      <p:bold r:id="rId27"/>
      <p:italic r:id="rId28"/>
      <p:boldItalic r:id="rId29"/>
    </p:embeddedFont>
    <p:embeddedFont>
      <p:font typeface="Roboto Condensed Light" panose="020B060402020202020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361D0E8-D997-425D-AB2C-E45440580EAB}">
  <a:tblStyle styleId="{E361D0E8-D997-425D-AB2C-E45440580EA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00" autoAdjust="0"/>
    <p:restoredTop sz="94660"/>
  </p:normalViewPr>
  <p:slideViewPr>
    <p:cSldViewPr snapToGrid="0">
      <p:cViewPr>
        <p:scale>
          <a:sx n="100" d="100"/>
          <a:sy n="100" d="100"/>
        </p:scale>
        <p:origin x="-642" y="1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213180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5398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83" name="Google Shape;83;p6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84" name="Google Shape;84;p6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7" name="Google Shape;87;p6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90" name="Google Shape;90;p6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91" name="Google Shape;91;p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92;p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93" name="Google Shape;93;p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96" name="Google Shape;96;p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1" name="Google Shape;101;p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7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9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33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66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01.png"/><Relationship Id="rId7" Type="http://schemas.openxmlformats.org/officeDocument/2006/relationships/image" Target="../media/image10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11" Type="http://schemas.openxmlformats.org/officeDocument/2006/relationships/image" Target="../media/image109.png"/><Relationship Id="rId5" Type="http://schemas.openxmlformats.org/officeDocument/2006/relationships/image" Target="../media/image103.png"/><Relationship Id="rId10" Type="http://schemas.openxmlformats.org/officeDocument/2006/relationships/image" Target="../media/image108.png"/><Relationship Id="rId4" Type="http://schemas.openxmlformats.org/officeDocument/2006/relationships/image" Target="../media/image102.png"/><Relationship Id="rId9" Type="http://schemas.openxmlformats.org/officeDocument/2006/relationships/image" Target="../media/image10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0.png"/><Relationship Id="rId7" Type="http://schemas.openxmlformats.org/officeDocument/2006/relationships/image" Target="../media/image1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187289" y="941824"/>
            <a:ext cx="8471971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3600" dirty="0" smtClean="0"/>
              <a:t>IT11L COMPUTER NETWORK</a:t>
            </a:r>
            <a:r>
              <a:rPr lang="en" dirty="0" smtClean="0">
                <a:solidFill>
                  <a:srgbClr val="FFC000"/>
                </a:solidFill>
              </a:rPr>
              <a:t/>
            </a:r>
            <a:br>
              <a:rPr lang="en" dirty="0" smtClean="0">
                <a:solidFill>
                  <a:srgbClr val="FFC000"/>
                </a:solidFill>
              </a:rPr>
            </a:br>
            <a:r>
              <a:rPr lang="en" sz="3200" dirty="0" smtClean="0">
                <a:solidFill>
                  <a:srgbClr val="FFC000"/>
                </a:solidFill>
              </a:rPr>
              <a:t>LESSON 3</a:t>
            </a:r>
            <a:endParaRPr sz="60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585673" y="378720"/>
            <a:ext cx="575278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VIRTUAL LOCAL AREA NETWORK (VLAN)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520" y="1328738"/>
            <a:ext cx="3514725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520" y="2262188"/>
            <a:ext cx="351472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084" y="2960976"/>
            <a:ext cx="3476625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901" y="1375063"/>
            <a:ext cx="3514725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199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585673" y="378720"/>
            <a:ext cx="575278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LOCAL AREA NETWORK (LAN)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BROADCAST DOMAIN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9" y="1399310"/>
            <a:ext cx="6399067" cy="356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3574" y="1316183"/>
            <a:ext cx="3572307" cy="370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1411" y="1805442"/>
            <a:ext cx="2555161" cy="591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1486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585673" y="378720"/>
            <a:ext cx="575278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LOCAL AREA NETWORK (LAN)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BROADCAST DOMAIN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66" y="1696750"/>
            <a:ext cx="5650325" cy="29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2489" y="1520241"/>
            <a:ext cx="1012679" cy="161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898" y="1498525"/>
            <a:ext cx="517380" cy="17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772" y="1332667"/>
            <a:ext cx="2820760" cy="340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Arrow Connector 3"/>
          <p:cNvCxnSpPr/>
          <p:nvPr/>
        </p:nvCxnSpPr>
        <p:spPr>
          <a:xfrm>
            <a:off x="1724891" y="2275609"/>
            <a:ext cx="1174173" cy="52993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3005628" y="2400300"/>
            <a:ext cx="0" cy="40524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3298898" y="2400300"/>
            <a:ext cx="0" cy="40524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3429000" y="2275609"/>
            <a:ext cx="1174173" cy="52993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1631373" y="2982191"/>
            <a:ext cx="1117456" cy="10391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1558636" y="3191525"/>
            <a:ext cx="1267691" cy="29982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3429000" y="2712027"/>
            <a:ext cx="1309255" cy="322119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3429000" y="3086101"/>
            <a:ext cx="1309255" cy="105424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2389909" y="3341435"/>
            <a:ext cx="509155" cy="752583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3429000" y="3341435"/>
            <a:ext cx="587086" cy="752583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772" y="1776845"/>
            <a:ext cx="2820760" cy="505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772" y="2400300"/>
            <a:ext cx="2820760" cy="470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773" y="2982192"/>
            <a:ext cx="2820760" cy="334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2436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585673" y="378720"/>
            <a:ext cx="575278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LOCAL AREA NETWORK (LAN)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BROADCAST DOMAIN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36" y="1365107"/>
            <a:ext cx="6229007" cy="340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958232"/>
            <a:ext cx="838926" cy="123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8025" y="4227459"/>
            <a:ext cx="965055" cy="133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1737" y="1821150"/>
            <a:ext cx="965055" cy="137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7591" y="2341418"/>
            <a:ext cx="362154" cy="547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769" y="2202873"/>
            <a:ext cx="163657" cy="218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185" y="2515466"/>
            <a:ext cx="282286" cy="141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6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382" y="2165813"/>
            <a:ext cx="284018" cy="163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9502" y="2430174"/>
            <a:ext cx="287048" cy="14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8" name="Picture 1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6471" y="1354127"/>
            <a:ext cx="1131243" cy="535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Arrow Connector 3"/>
          <p:cNvCxnSpPr/>
          <p:nvPr/>
        </p:nvCxnSpPr>
        <p:spPr>
          <a:xfrm>
            <a:off x="2047009" y="2311977"/>
            <a:ext cx="966355" cy="472787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3136027" y="2341418"/>
            <a:ext cx="0" cy="44334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9" name="Picture 1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3080" y="1334272"/>
            <a:ext cx="1152928" cy="531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Arrow Connector 7"/>
          <p:cNvCxnSpPr/>
          <p:nvPr/>
        </p:nvCxnSpPr>
        <p:spPr>
          <a:xfrm>
            <a:off x="3581309" y="2341418"/>
            <a:ext cx="0" cy="44334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3678382" y="2247468"/>
            <a:ext cx="1297626" cy="53729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5563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585673" y="378720"/>
            <a:ext cx="575278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LOCAL AREA NETWORK (LAN)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BROADCAST DOMAIN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36" y="1365107"/>
            <a:ext cx="6229007" cy="340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958232"/>
            <a:ext cx="838926" cy="123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8025" y="4227459"/>
            <a:ext cx="965055" cy="133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1737" y="1821150"/>
            <a:ext cx="965055" cy="137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7591" y="2341418"/>
            <a:ext cx="362154" cy="547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769" y="2202873"/>
            <a:ext cx="163657" cy="218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185" y="2515466"/>
            <a:ext cx="282286" cy="141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6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382" y="2165813"/>
            <a:ext cx="284018" cy="163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9502" y="2430174"/>
            <a:ext cx="287048" cy="14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6471" y="1333934"/>
            <a:ext cx="1428750" cy="61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5" name="Straight Arrow Connector 34"/>
          <p:cNvCxnSpPr/>
          <p:nvPr/>
        </p:nvCxnSpPr>
        <p:spPr>
          <a:xfrm>
            <a:off x="1724891" y="2192481"/>
            <a:ext cx="1174173" cy="52993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3099146" y="2354868"/>
            <a:ext cx="0" cy="40524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V="1">
            <a:off x="3667990" y="2250498"/>
            <a:ext cx="1174173" cy="52993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 flipV="1">
            <a:off x="1724891" y="2963357"/>
            <a:ext cx="1374255" cy="10391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1778172" y="3191525"/>
            <a:ext cx="1267691" cy="29982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3641797" y="2760113"/>
            <a:ext cx="1309255" cy="2286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3429000" y="3086101"/>
            <a:ext cx="1522052" cy="105424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2536708" y="3341435"/>
            <a:ext cx="509155" cy="752583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3667989" y="3341435"/>
            <a:ext cx="587086" cy="752583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3641797" y="2383414"/>
            <a:ext cx="0" cy="40524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0543" y="1594707"/>
            <a:ext cx="2582862" cy="452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9370" y="2120698"/>
            <a:ext cx="1828275" cy="19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0544" y="2383414"/>
            <a:ext cx="2582862" cy="703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7712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585673" y="378720"/>
            <a:ext cx="575278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VIRTUAL LOCAL AREA NETWORK (VLAN)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36" y="1365107"/>
            <a:ext cx="6229007" cy="340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958232"/>
            <a:ext cx="838926" cy="123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8025" y="4227459"/>
            <a:ext cx="965055" cy="133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1737" y="1821150"/>
            <a:ext cx="965055" cy="137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7591" y="2341418"/>
            <a:ext cx="362154" cy="547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769" y="2202873"/>
            <a:ext cx="163657" cy="218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185" y="2515466"/>
            <a:ext cx="282286" cy="141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6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382" y="2165813"/>
            <a:ext cx="284018" cy="163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9502" y="2430174"/>
            <a:ext cx="287048" cy="14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7679" y="1549053"/>
            <a:ext cx="2626735" cy="465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934" y="3575773"/>
            <a:ext cx="579293" cy="179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7391" y="3572152"/>
            <a:ext cx="541410" cy="169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1032" y="4423336"/>
            <a:ext cx="570668" cy="182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0544" y="2133168"/>
            <a:ext cx="2503684" cy="202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7680" y="2430174"/>
            <a:ext cx="2700050" cy="45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764" y="1337398"/>
            <a:ext cx="1277526" cy="552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Arrow Connector 3"/>
          <p:cNvCxnSpPr/>
          <p:nvPr/>
        </p:nvCxnSpPr>
        <p:spPr>
          <a:xfrm>
            <a:off x="1724891" y="2165813"/>
            <a:ext cx="1296141" cy="58777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3104854" y="2341418"/>
            <a:ext cx="0" cy="412173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 flipV="1">
            <a:off x="1724891" y="2982191"/>
            <a:ext cx="1133134" cy="8507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1818409" y="3210791"/>
            <a:ext cx="1202623" cy="259773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2471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585673" y="378720"/>
            <a:ext cx="575278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VIRTUAL LOCAL AREA NETWORK (VLAN)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459923"/>
            <a:ext cx="60579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724" y="2831523"/>
            <a:ext cx="5330630" cy="212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31" y="3334615"/>
            <a:ext cx="3862681" cy="1022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216" y="4613032"/>
            <a:ext cx="4394904" cy="184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216" y="3083692"/>
            <a:ext cx="4063711" cy="155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4263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585673" y="378720"/>
            <a:ext cx="575278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VIRTUAL LOCAL AREA NETWORK (VLAN)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579" y="1400365"/>
            <a:ext cx="4063711" cy="155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" y="3338513"/>
            <a:ext cx="4629150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2431" y="3728604"/>
            <a:ext cx="891887" cy="575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2429" y="1978303"/>
            <a:ext cx="891887" cy="553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2930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585673" y="378720"/>
            <a:ext cx="575278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VIRTUAL LOCAL AREA NETWORK (VLAN)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42" y="1354714"/>
            <a:ext cx="210502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42" y="1669039"/>
            <a:ext cx="3495675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6351" y="1376793"/>
            <a:ext cx="3524250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301" y="2298121"/>
            <a:ext cx="348615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6351" y="3592659"/>
            <a:ext cx="346710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5248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585673" y="378720"/>
            <a:ext cx="575278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VIRTUAL LOCAL AREA NETWORK (VLAN)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22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09" y="1404070"/>
            <a:ext cx="3486150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34" y="3446319"/>
            <a:ext cx="3514725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3795" y="1404070"/>
            <a:ext cx="34671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3320" y="2054802"/>
            <a:ext cx="3457575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3320" y="2844512"/>
            <a:ext cx="344805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8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3320" y="3919105"/>
            <a:ext cx="34766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014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585673" y="378720"/>
            <a:ext cx="575278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WIRELESS NETWORK SECURITY PRINCIPLES, PROTOCOLS, &amp; STANDARDS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119" y="1424420"/>
            <a:ext cx="347662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119" y="2081213"/>
            <a:ext cx="352425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3141086"/>
            <a:ext cx="3495675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8974" y="1424420"/>
            <a:ext cx="3514725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8974" y="2271713"/>
            <a:ext cx="3505200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8024" y="3141086"/>
            <a:ext cx="349567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2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7548" y="4033838"/>
            <a:ext cx="3457575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4170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585673" y="378720"/>
            <a:ext cx="575278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WIRELESS NETWORK SECURITY PRINCIPLES, PROTOCOLS, &amp; STANDARDS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8" y="1345623"/>
            <a:ext cx="28860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8" y="1589809"/>
            <a:ext cx="345757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342567"/>
              </p:ext>
            </p:extLst>
          </p:nvPr>
        </p:nvGraphicFramePr>
        <p:xfrm>
          <a:off x="3925888" y="1459923"/>
          <a:ext cx="4677785" cy="2956213"/>
        </p:xfrm>
        <a:graphic>
          <a:graphicData uri="http://schemas.openxmlformats.org/drawingml/2006/table">
            <a:tbl>
              <a:tblPr firstRow="1" firstCol="1" bandRow="1">
                <a:tableStyleId>{E361D0E8-D997-425D-AB2C-E45440580EAB}</a:tableStyleId>
              </a:tblPr>
              <a:tblGrid>
                <a:gridCol w="1067578"/>
                <a:gridCol w="1189570"/>
                <a:gridCol w="2420637"/>
              </a:tblGrid>
              <a:tr h="26834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</a:rPr>
                        <a:t>TCP/IP</a:t>
                      </a:r>
                      <a:endParaRPr lang="en-US" sz="10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</a:rPr>
                        <a:t>OSI</a:t>
                      </a:r>
                      <a:endParaRPr lang="en-US" sz="10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</a:rPr>
                        <a:t>Security Protocols</a:t>
                      </a:r>
                      <a:endParaRPr lang="en-US" sz="10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68786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</a:rPr>
                        <a:t>Application</a:t>
                      </a:r>
                      <a:endParaRPr lang="en-US" sz="11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</a:rPr>
                        <a:t>Application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</a:rPr>
                        <a:t>Presentation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</a:rPr>
                        <a:t>Session</a:t>
                      </a:r>
                      <a:endParaRPr lang="en-US" sz="11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b="1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Remote Authentication Dial-In User Service (RADIUS)</a:t>
                      </a:r>
                      <a:endParaRPr lang="en-US" sz="1100" b="0" i="0" u="none" strike="noStrike" cap="none" dirty="0" smtClean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b="1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Terminal Access Controller Access Control System (TACACS+) </a:t>
                      </a:r>
                      <a:endParaRPr lang="en-US" sz="1100" b="0" i="0" u="none" strike="noStrike" cap="none" dirty="0" smtClean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b="1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Pretty Good Privacy (PGP) </a:t>
                      </a:r>
                      <a:endParaRPr lang="en-US" sz="1100" b="0" i="0" u="none" strike="noStrike" cap="none" dirty="0" smtClean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b="1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Secure / Multipurpose Internet Mail Extension (S/MIME)</a:t>
                      </a:r>
                      <a:endParaRPr lang="en-US" sz="1100" b="0" i="0" u="none" strike="noStrike" cap="none" dirty="0" smtClean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b="1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Secure HTTP (S-HTTP)</a:t>
                      </a:r>
                      <a:endParaRPr lang="en-US" sz="1100" b="0" i="0" u="none" strike="noStrike" cap="none" dirty="0" smtClean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b="1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Hypertext Transfer Protocol over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b="1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Secure Socket Layer (HTTPS)</a:t>
                      </a:r>
                      <a:endParaRPr lang="en-US" sz="1100" b="0" i="0" u="none" strike="noStrike" cap="none" dirty="0" smtClean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b="1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Secure Electronic Transactions (SET)</a:t>
                      </a:r>
                      <a:endParaRPr lang="en-US" sz="1100" b="0" i="0" u="none" strike="noStrike" cap="none" dirty="0" smtClean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b="1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Kerberos </a:t>
                      </a:r>
                      <a:endParaRPr lang="en-US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4391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585673" y="378720"/>
            <a:ext cx="6324282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SECURITY PROTOCOLS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APPLICATION-LEVEL SECURITY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850018"/>
            <a:ext cx="3257550" cy="258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339995"/>
            <a:ext cx="37338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7483" y="1590243"/>
            <a:ext cx="177165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7483" y="1842655"/>
            <a:ext cx="3209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7483" y="3041505"/>
            <a:ext cx="3228975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1153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585673" y="378720"/>
            <a:ext cx="6324282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SECURITY PROTOCOLS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APPLICATION-LEVEL SECURITY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586" y="2079717"/>
            <a:ext cx="4293678" cy="1095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44" y="1378961"/>
            <a:ext cx="667702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589" y="3316235"/>
            <a:ext cx="4293678" cy="110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7948" y="3498885"/>
            <a:ext cx="321945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7211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585673" y="378720"/>
            <a:ext cx="6324282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SECURITY PROTOCOLS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APPLICATION-LEVEL SECURITY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339995"/>
            <a:ext cx="37338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865168"/>
            <a:ext cx="320040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599" y="1636568"/>
            <a:ext cx="17430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2886075"/>
            <a:ext cx="319087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3072" y="1865168"/>
            <a:ext cx="3190875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3608244"/>
            <a:ext cx="318135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4846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585673" y="378720"/>
            <a:ext cx="6324282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SECURITY PROTOCOLS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APPLICATION-LEVEL SECURITY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394979"/>
            <a:ext cx="3038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795029"/>
            <a:ext cx="31527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26" y="2757920"/>
            <a:ext cx="3181350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494" y="1595004"/>
            <a:ext cx="4973348" cy="27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4664" y="3461345"/>
            <a:ext cx="1072428" cy="16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927" y="2900461"/>
            <a:ext cx="1107064" cy="178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6" name="Picture 10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3317" y="664762"/>
            <a:ext cx="1533525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3329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585673" y="378720"/>
            <a:ext cx="6324282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SECURITY PROTOCOLS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APPLICATION-LEVEL SECURITY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392816"/>
            <a:ext cx="187642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717531"/>
            <a:ext cx="3209925" cy="235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9861" y="1717531"/>
            <a:ext cx="318135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6663" y="2108056"/>
            <a:ext cx="1590675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1445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585673" y="378720"/>
            <a:ext cx="6324282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SECURITY PROTOCOLS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APPLICATION-LEVEL SECURITY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33" y="2563437"/>
            <a:ext cx="1740231" cy="989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364672"/>
            <a:ext cx="24765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783772"/>
            <a:ext cx="31908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4183" y="1333499"/>
            <a:ext cx="321945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2758" y="4287980"/>
            <a:ext cx="3190875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0117" y="2728206"/>
            <a:ext cx="1602032" cy="1173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540" y="3855345"/>
            <a:ext cx="1850043" cy="107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580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585673" y="378720"/>
            <a:ext cx="6324282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SECURITY PROTOCOLS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APPLICATION-LEVEL SECURITY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1338263"/>
            <a:ext cx="164782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1576388"/>
            <a:ext cx="2769467" cy="318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013" y="1576388"/>
            <a:ext cx="2769467" cy="1195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688" y="2828632"/>
            <a:ext cx="2615594" cy="1562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5319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585673" y="378720"/>
            <a:ext cx="6324282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SECURITY PROTOCOLS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APPLICATION-LEVEL SECURITY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319213"/>
            <a:ext cx="260985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557338"/>
            <a:ext cx="3181350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539" y="3100388"/>
            <a:ext cx="317182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3600450"/>
            <a:ext cx="317182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8" y="1557338"/>
            <a:ext cx="3190875" cy="139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0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9944" y="519029"/>
            <a:ext cx="1734994" cy="1204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1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8" y="2957513"/>
            <a:ext cx="3219450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2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363" y="4062413"/>
            <a:ext cx="234315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3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363" y="4321543"/>
            <a:ext cx="1252537" cy="641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4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585673" y="378720"/>
            <a:ext cx="6324282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SECURITY PROTOCOLS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APPLICATION-LEVEL SECURITY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774" y="1357313"/>
            <a:ext cx="7239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774" y="1595438"/>
            <a:ext cx="322897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874" y="3043238"/>
            <a:ext cx="319087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6175" y="1595438"/>
            <a:ext cx="238125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3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4275" y="1985963"/>
            <a:ext cx="113347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6172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585673" y="378720"/>
            <a:ext cx="6324282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SECURITY PROTOCOLS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APPLICATION-LEVEL SECURITY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774" y="1357313"/>
            <a:ext cx="7239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4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586" y="1677072"/>
            <a:ext cx="1147761" cy="121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824" y="1357313"/>
            <a:ext cx="6130210" cy="305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3229" y="2592532"/>
            <a:ext cx="1066800" cy="166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300" y="2617758"/>
            <a:ext cx="981075" cy="141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Arrow Connector 3"/>
          <p:cNvCxnSpPr/>
          <p:nvPr/>
        </p:nvCxnSpPr>
        <p:spPr>
          <a:xfrm flipH="1">
            <a:off x="3303229" y="3028950"/>
            <a:ext cx="868721" cy="504825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7589" y="3281362"/>
            <a:ext cx="512404" cy="131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 flipV="1">
            <a:off x="3303229" y="3624263"/>
            <a:ext cx="2830871" cy="23813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9993" y="3565681"/>
            <a:ext cx="1108255" cy="130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Straight Arrow Connector 9"/>
          <p:cNvCxnSpPr/>
          <p:nvPr/>
        </p:nvCxnSpPr>
        <p:spPr>
          <a:xfrm>
            <a:off x="5411607" y="2883694"/>
            <a:ext cx="798693" cy="463361"/>
          </a:xfrm>
          <a:prstGeom prst="straightConnector1">
            <a:avLst/>
          </a:prstGeom>
          <a:ln w="2222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3303229" y="3839240"/>
            <a:ext cx="2830871" cy="0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7592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3055</TotalTime>
  <Words>211</Words>
  <Application>Microsoft Office PowerPoint</Application>
  <PresentationFormat>On-screen Show (16:9)</PresentationFormat>
  <Paragraphs>61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Times New Roman</vt:lpstr>
      <vt:lpstr>Arvo</vt:lpstr>
      <vt:lpstr>Roboto Condensed Light</vt:lpstr>
      <vt:lpstr>Roboto Condensed</vt:lpstr>
      <vt:lpstr>Salerio template</vt:lpstr>
      <vt:lpstr>IT11L COMPUTER NETWORK LESSON 3</vt:lpstr>
      <vt:lpstr>VIRTUAL LOCAL AREA NETWORK (VLAN)</vt:lpstr>
      <vt:lpstr>LOCAL AREA NETWORK (LAN) BROADCAST DOMAIN</vt:lpstr>
      <vt:lpstr>LOCAL AREA NETWORK (LAN) BROADCAST DOMAIN</vt:lpstr>
      <vt:lpstr>LOCAL AREA NETWORK (LAN) BROADCAST DOMAIN</vt:lpstr>
      <vt:lpstr>LOCAL AREA NETWORK (LAN) BROADCAST DOMAIN</vt:lpstr>
      <vt:lpstr>VIRTUAL LOCAL AREA NETWORK (VLAN)</vt:lpstr>
      <vt:lpstr>VIRTUAL LOCAL AREA NETWORK (VLAN)</vt:lpstr>
      <vt:lpstr>VIRTUAL LOCAL AREA NETWORK (VLAN)</vt:lpstr>
      <vt:lpstr>VIRTUAL LOCAL AREA NETWORK (VLAN)</vt:lpstr>
      <vt:lpstr>VIRTUAL LOCAL AREA NETWORK (VLAN)</vt:lpstr>
      <vt:lpstr>WIRELESS NETWORK SECURITY PRINCIPLES, PROTOCOLS, &amp; STANDARDS</vt:lpstr>
      <vt:lpstr>WIRELESS NETWORK SECURITY PRINCIPLES, PROTOCOLS, &amp; STANDARDS</vt:lpstr>
      <vt:lpstr>COMPUTER NETWORK SECURITY PROTOCOLS APPLICATION-LEVEL SECURITY</vt:lpstr>
      <vt:lpstr>COMPUTER NETWORK SECURITY PROTOCOLS APPLICATION-LEVEL SECURITY</vt:lpstr>
      <vt:lpstr>COMPUTER NETWORK SECURITY PROTOCOLS APPLICATION-LEVEL SECURITY</vt:lpstr>
      <vt:lpstr>COMPUTER NETWORK SECURITY PROTOCOLS APPLICATION-LEVEL SECURITY</vt:lpstr>
      <vt:lpstr>COMPUTER NETWORK SECURITY PROTOCOLS APPLICATION-LEVEL SECURITY</vt:lpstr>
      <vt:lpstr>COMPUTER NETWORK SECURITY PROTOCOLS APPLICATION-LEVEL SECURITY</vt:lpstr>
      <vt:lpstr>COMPUTER NETWORK SECURITY PROTOCOLS APPLICATION-LEVEL SECURITY</vt:lpstr>
      <vt:lpstr>COMPUTER NETWORK SECURITY PROTOCOLS APPLICATION-LEVEL SECURITY</vt:lpstr>
      <vt:lpstr>COMPUTER NETWORK SECURITY PROTOCOLS APPLICATION-LEVEL SECURITY</vt:lpstr>
      <vt:lpstr>COMPUTER NETWORK SECURITY PROTOCOLS APPLICATION-LEVEL SECURITY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SYSTEM FOR EMPLOYEE LOGIN &amp; LOGOUT MANAGEMENT SYSTEM WITH RFID AND CHANGING THE PASSWORD USER MANUALLY Literature Review</dc:title>
  <dc:creator>ERAO</dc:creator>
  <cp:lastModifiedBy>ERAO_2</cp:lastModifiedBy>
  <cp:revision>595</cp:revision>
  <dcterms:modified xsi:type="dcterms:W3CDTF">2023-09-21T00:57:45Z</dcterms:modified>
</cp:coreProperties>
</file>