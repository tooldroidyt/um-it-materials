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4" r:id="rId1"/>
  </p:sldMasterIdLst>
  <p:notesMasterIdLst>
    <p:notesMasterId r:id="rId49"/>
  </p:notesMasterIdLst>
  <p:sldIdLst>
    <p:sldId id="256" r:id="rId2"/>
    <p:sldId id="259" r:id="rId3"/>
    <p:sldId id="367" r:id="rId4"/>
    <p:sldId id="261" r:id="rId5"/>
    <p:sldId id="368" r:id="rId6"/>
    <p:sldId id="369" r:id="rId7"/>
    <p:sldId id="370" r:id="rId8"/>
    <p:sldId id="371" r:id="rId9"/>
    <p:sldId id="372" r:id="rId10"/>
    <p:sldId id="373" r:id="rId11"/>
    <p:sldId id="374" r:id="rId12"/>
    <p:sldId id="375" r:id="rId13"/>
    <p:sldId id="376" r:id="rId14"/>
    <p:sldId id="377" r:id="rId15"/>
    <p:sldId id="378" r:id="rId16"/>
    <p:sldId id="379" r:id="rId17"/>
    <p:sldId id="380" r:id="rId18"/>
    <p:sldId id="381" r:id="rId19"/>
    <p:sldId id="382" r:id="rId20"/>
    <p:sldId id="383" r:id="rId21"/>
    <p:sldId id="384" r:id="rId22"/>
    <p:sldId id="385" r:id="rId23"/>
    <p:sldId id="386" r:id="rId24"/>
    <p:sldId id="387" r:id="rId25"/>
    <p:sldId id="388" r:id="rId26"/>
    <p:sldId id="389" r:id="rId27"/>
    <p:sldId id="390" r:id="rId28"/>
    <p:sldId id="391" r:id="rId29"/>
    <p:sldId id="392" r:id="rId30"/>
    <p:sldId id="393" r:id="rId31"/>
    <p:sldId id="394" r:id="rId32"/>
    <p:sldId id="395" r:id="rId33"/>
    <p:sldId id="396" r:id="rId34"/>
    <p:sldId id="397" r:id="rId35"/>
    <p:sldId id="398" r:id="rId36"/>
    <p:sldId id="399" r:id="rId37"/>
    <p:sldId id="400" r:id="rId38"/>
    <p:sldId id="401" r:id="rId39"/>
    <p:sldId id="402" r:id="rId40"/>
    <p:sldId id="403" r:id="rId41"/>
    <p:sldId id="404" r:id="rId42"/>
    <p:sldId id="405" r:id="rId43"/>
    <p:sldId id="406" r:id="rId44"/>
    <p:sldId id="407" r:id="rId45"/>
    <p:sldId id="408" r:id="rId46"/>
    <p:sldId id="409" r:id="rId47"/>
    <p:sldId id="410" r:id="rId48"/>
  </p:sldIdLst>
  <p:sldSz cx="9144000" cy="5143500" type="screen16x9"/>
  <p:notesSz cx="6858000" cy="9144000"/>
  <p:embeddedFontLst>
    <p:embeddedFont>
      <p:font typeface="Anonymous Pro" panose="020B0604020202020204" charset="0"/>
      <p:regular r:id="rId50"/>
      <p:bold r:id="rId51"/>
      <p:italic r:id="rId52"/>
      <p:boldItalic r:id="rId53"/>
    </p:embeddedFont>
    <p:embeddedFont>
      <p:font typeface="Coming Soon" panose="020B0604020202020204" charset="0"/>
      <p:regular r:id="rId54"/>
    </p:embeddedFont>
    <p:embeddedFont>
      <p:font typeface="Concert One" pitchFamily="2" charset="0"/>
      <p:regular r:id="rId55"/>
    </p:embeddedFont>
    <p:embeddedFont>
      <p:font typeface="Dreaming Outloud Script Pro" panose="020F0502020204030204" pitchFamily="66" charset="0"/>
      <p:regular r:id="rId56"/>
      <p:italic r:id="rId57"/>
    </p:embeddedFont>
    <p:embeddedFont>
      <p:font typeface="Oxygen" panose="02000503000000000000" pitchFamily="2" charset="0"/>
      <p:regular r:id="rId58"/>
      <p:bold r:id="rId59"/>
    </p:embeddedFont>
    <p:embeddedFont>
      <p:font typeface="Roboto Mono Medium" panose="00000009000000000000" pitchFamily="49" charset="0"/>
      <p:regular r:id="rId60"/>
      <p:bold r:id="rId61"/>
      <p:italic r:id="rId62"/>
      <p:boldItalic r:id="rId6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F8F8"/>
    <a:srgbClr val="9A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0F83E44-E57C-4BD2-BE22-66859416706D}">
  <a:tblStyle styleId="{70F83E44-E57C-4BD2-BE22-66859416706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73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font" Target="fonts/font1.fntdata"/><Relationship Id="rId55" Type="http://schemas.openxmlformats.org/officeDocument/2006/relationships/font" Target="fonts/font6.fntdata"/><Relationship Id="rId63" Type="http://schemas.openxmlformats.org/officeDocument/2006/relationships/font" Target="fonts/font14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4.fntdata"/><Relationship Id="rId58" Type="http://schemas.openxmlformats.org/officeDocument/2006/relationships/font" Target="fonts/font9.fntdata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font" Target="fonts/font12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7.fntdata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font" Target="fonts/font2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10.fntdata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5.fntdata"/><Relationship Id="rId62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Relationship Id="rId57" Type="http://schemas.openxmlformats.org/officeDocument/2006/relationships/font" Target="fonts/font8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3.fntdata"/><Relationship Id="rId60" Type="http://schemas.openxmlformats.org/officeDocument/2006/relationships/font" Target="fonts/font11.fntdata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853034354b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853034354b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853034354b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853034354b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863517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853034354b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853034354b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853034354b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853034354b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259206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853034354b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853034354b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292657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853034354b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853034354b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381787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853034354b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853034354b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815960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853034354b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853034354b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468170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853034354b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853034354b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213475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853034354b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853034354b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3636456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853034354b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853034354b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7938143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853034354b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853034354b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0125026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853034354b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853034354b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1712662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853034354b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853034354b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1471652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853034354b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853034354b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8413674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853034354b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853034354b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5358104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853034354b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853034354b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8817500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853034354b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853034354b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0729052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853034354b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853034354b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4228721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853034354b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853034354b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9292232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853034354b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853034354b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9874103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853034354b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853034354b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0362204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853034354b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853034354b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7400085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853034354b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853034354b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0193544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853034354b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853034354b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3821327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853034354b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853034354b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4527417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853034354b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853034354b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7013169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853034354b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853034354b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3527668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853034354b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853034354b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5440168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853034354b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853034354b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015192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853034354b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853034354b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269725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853034354b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853034354b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2507636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853034354b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853034354b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0016511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853034354b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853034354b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0909363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853034354b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853034354b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1493645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853034354b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853034354b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3051572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853034354b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853034354b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6790045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853034354b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853034354b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4092655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853034354b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853034354b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1821047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853034354b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853034354b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0998926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853034354b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853034354b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7221013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853034354b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853034354b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2676644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853034354b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853034354b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42147223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853034354b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853034354b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43074734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853034354b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853034354b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20997634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853034354b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853034354b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398255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 amt="28000"/>
          </a:blip>
          <a:srcRect t="3044" b="39510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;p2"/>
          <p:cNvPicPr preferRelativeResize="0"/>
          <p:nvPr/>
        </p:nvPicPr>
        <p:blipFill rotWithShape="1">
          <a:blip r:embed="rId3">
            <a:alphaModFix/>
          </a:blip>
          <a:srcRect b="61089"/>
          <a:stretch/>
        </p:blipFill>
        <p:spPr>
          <a:xfrm rot="-620881">
            <a:off x="1853551" y="40483"/>
            <a:ext cx="2068426" cy="17727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2"/>
          <p:cNvPicPr preferRelativeResize="0"/>
          <p:nvPr/>
        </p:nvPicPr>
        <p:blipFill rotWithShape="1">
          <a:blip r:embed="rId4">
            <a:alphaModFix/>
          </a:blip>
          <a:srcRect r="1545" b="6838"/>
          <a:stretch/>
        </p:blipFill>
        <p:spPr>
          <a:xfrm>
            <a:off x="1047887" y="524012"/>
            <a:ext cx="7048226" cy="4102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93925" y="2989525"/>
            <a:ext cx="1584774" cy="1852801"/>
          </a:xfrm>
          <a:prstGeom prst="rect">
            <a:avLst/>
          </a:prstGeom>
          <a:noFill/>
          <a:ln>
            <a:noFill/>
          </a:ln>
          <a:effectLst>
            <a:outerShdw blurRad="57150" dist="19050" dir="3300000" algn="bl" rotWithShape="0">
              <a:srgbClr val="000000">
                <a:alpha val="34000"/>
              </a:srgbClr>
            </a:outerShdw>
          </a:effectLst>
        </p:spPr>
      </p:pic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1532100" y="1728423"/>
            <a:ext cx="6079800" cy="1655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6000"/>
              <a:buNone/>
              <a:defRPr sz="6000">
                <a:solidFill>
                  <a:srgbClr val="0B5394"/>
                </a:solidFill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6000"/>
              <a:buNone/>
              <a:defRPr sz="6000">
                <a:solidFill>
                  <a:srgbClr val="0B5394"/>
                </a:solidFill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6000"/>
              <a:buNone/>
              <a:defRPr sz="6000">
                <a:solidFill>
                  <a:srgbClr val="0B5394"/>
                </a:solidFill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6000"/>
              <a:buNone/>
              <a:defRPr sz="6000">
                <a:solidFill>
                  <a:srgbClr val="0B5394"/>
                </a:solidFill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6000"/>
              <a:buNone/>
              <a:defRPr sz="6000">
                <a:solidFill>
                  <a:srgbClr val="0B5394"/>
                </a:solidFill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6000"/>
              <a:buNone/>
              <a:defRPr sz="6000">
                <a:solidFill>
                  <a:srgbClr val="0B5394"/>
                </a:solidFill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6000"/>
              <a:buNone/>
              <a:defRPr sz="6000">
                <a:solidFill>
                  <a:srgbClr val="0B5394"/>
                </a:solidFill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6000"/>
              <a:buNone/>
              <a:defRPr sz="6000">
                <a:solidFill>
                  <a:srgbClr val="0B5394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1672763" y="3769325"/>
            <a:ext cx="14271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"/>
          <p:cNvPicPr preferRelativeResize="0"/>
          <p:nvPr/>
        </p:nvPicPr>
        <p:blipFill rotWithShape="1">
          <a:blip r:embed="rId2">
            <a:alphaModFix amt="28000"/>
          </a:blip>
          <a:srcRect t="3044" b="39510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74151" y="447699"/>
            <a:ext cx="5395700" cy="424810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2673000" y="2550900"/>
            <a:ext cx="3798000" cy="81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ubTitle" idx="1"/>
          </p:nvPr>
        </p:nvSpPr>
        <p:spPr>
          <a:xfrm>
            <a:off x="2937741" y="3307350"/>
            <a:ext cx="3268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1pPr>
            <a:lvl2pPr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2pPr>
            <a:lvl3pPr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3pPr>
            <a:lvl4pPr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4pPr>
            <a:lvl5pPr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5pPr>
            <a:lvl6pPr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6pPr>
            <a:lvl7pPr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7pPr>
            <a:lvl8pPr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8pPr>
            <a:lvl9pPr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title" idx="2" hasCustomPrompt="1"/>
          </p:nvPr>
        </p:nvSpPr>
        <p:spPr>
          <a:xfrm>
            <a:off x="3778200" y="1403800"/>
            <a:ext cx="1587600" cy="100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SECTION_TITLE_AND_DESCRIPTION_1_1_1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5"/>
          <p:cNvPicPr preferRelativeResize="0"/>
          <p:nvPr/>
        </p:nvPicPr>
        <p:blipFill rotWithShape="1">
          <a:blip r:embed="rId2">
            <a:alphaModFix amt="28000"/>
          </a:blip>
          <a:srcRect t="3044" b="39510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5"/>
          <p:cNvPicPr preferRelativeResize="0"/>
          <p:nvPr/>
        </p:nvPicPr>
        <p:blipFill rotWithShape="1">
          <a:blip r:embed="rId3">
            <a:alphaModFix/>
          </a:blip>
          <a:srcRect t="16734" r="8892" b="18300"/>
          <a:stretch/>
        </p:blipFill>
        <p:spPr>
          <a:xfrm rot="-5400000">
            <a:off x="650175" y="465007"/>
            <a:ext cx="2036850" cy="846042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5"/>
          <p:cNvPicPr preferRelativeResize="0"/>
          <p:nvPr/>
        </p:nvPicPr>
        <p:blipFill rotWithShape="1">
          <a:blip r:embed="rId3">
            <a:alphaModFix/>
          </a:blip>
          <a:srcRect t="16734" r="8892" b="18300"/>
          <a:stretch/>
        </p:blipFill>
        <p:spPr>
          <a:xfrm rot="-5400000">
            <a:off x="1262550" y="465007"/>
            <a:ext cx="2036850" cy="846042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5"/>
          <p:cNvPicPr preferRelativeResize="0"/>
          <p:nvPr/>
        </p:nvPicPr>
        <p:blipFill rotWithShape="1">
          <a:blip r:embed="rId4">
            <a:alphaModFix/>
          </a:blip>
          <a:srcRect r="1545" b="6838"/>
          <a:stretch/>
        </p:blipFill>
        <p:spPr>
          <a:xfrm>
            <a:off x="384887" y="134900"/>
            <a:ext cx="8374226" cy="4873724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5"/>
          <p:cNvSpPr txBox="1">
            <a:spLocks noGrp="1"/>
          </p:cNvSpPr>
          <p:nvPr>
            <p:ph type="title"/>
          </p:nvPr>
        </p:nvSpPr>
        <p:spPr>
          <a:xfrm>
            <a:off x="1922400" y="3538630"/>
            <a:ext cx="2140200" cy="48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nonymous Pro"/>
              <a:buNone/>
              <a:defRPr sz="1600" b="0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9pPr>
          </a:lstStyle>
          <a:p>
            <a:endParaRPr/>
          </a:p>
        </p:txBody>
      </p:sp>
      <p:sp>
        <p:nvSpPr>
          <p:cNvPr id="90" name="Google Shape;90;p15"/>
          <p:cNvSpPr txBox="1">
            <a:spLocks noGrp="1"/>
          </p:cNvSpPr>
          <p:nvPr>
            <p:ph type="subTitle" idx="1"/>
          </p:nvPr>
        </p:nvSpPr>
        <p:spPr>
          <a:xfrm>
            <a:off x="1922400" y="1269487"/>
            <a:ext cx="3439500" cy="218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ncert One"/>
              <a:buNone/>
              <a:defRPr sz="2400" b="1">
                <a:latin typeface="Concert One"/>
                <a:ea typeface="Concert One"/>
                <a:cs typeface="Concert One"/>
                <a:sym typeface="Concert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"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23"/>
          <p:cNvPicPr preferRelativeResize="0"/>
          <p:nvPr/>
        </p:nvPicPr>
        <p:blipFill rotWithShape="1">
          <a:blip r:embed="rId2">
            <a:alphaModFix amt="28000"/>
          </a:blip>
          <a:srcRect t="3044" b="39510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APTION_ONLY_1_1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24"/>
          <p:cNvPicPr preferRelativeResize="0"/>
          <p:nvPr/>
        </p:nvPicPr>
        <p:blipFill rotWithShape="1">
          <a:blip r:embed="rId2">
            <a:alphaModFix amt="28000"/>
          </a:blip>
          <a:srcRect t="3044" b="39510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5775" y="186275"/>
            <a:ext cx="8632448" cy="4770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SECTION_TITLE_AND_DESCRIPTION_1_1_3_1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25"/>
          <p:cNvPicPr preferRelativeResize="0"/>
          <p:nvPr/>
        </p:nvPicPr>
        <p:blipFill rotWithShape="1">
          <a:blip r:embed="rId2">
            <a:alphaModFix amt="28000"/>
          </a:blip>
          <a:srcRect t="3044" b="39510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4425" y="201113"/>
            <a:ext cx="8635149" cy="474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BIG_NUMBER_1_1_2"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26"/>
          <p:cNvPicPr preferRelativeResize="0"/>
          <p:nvPr/>
        </p:nvPicPr>
        <p:blipFill rotWithShape="1">
          <a:blip r:embed="rId2">
            <a:alphaModFix amt="28000"/>
          </a:blip>
          <a:srcRect t="3044" b="39510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26"/>
          <p:cNvPicPr preferRelativeResize="0"/>
          <p:nvPr/>
        </p:nvPicPr>
        <p:blipFill rotWithShape="1">
          <a:blip r:embed="rId3">
            <a:alphaModFix/>
          </a:blip>
          <a:srcRect r="1545" b="6838"/>
          <a:stretch/>
        </p:blipFill>
        <p:spPr>
          <a:xfrm>
            <a:off x="384887" y="134900"/>
            <a:ext cx="8374226" cy="4873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9A0000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oncert One"/>
              <a:buNone/>
              <a:defRPr sz="2800" b="1">
                <a:solidFill>
                  <a:schemeClr val="accent2"/>
                </a:solidFill>
                <a:latin typeface="Concert One"/>
                <a:ea typeface="Concert One"/>
                <a:cs typeface="Concert One"/>
                <a:sym typeface="Concert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249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 Mono Medium"/>
              <a:buChar char="●"/>
              <a:defRPr sz="1800"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 Mono Medium"/>
              <a:buChar char="○"/>
              <a:defRPr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 Mono Medium"/>
              <a:buChar char="■"/>
              <a:defRPr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 Mono Medium"/>
              <a:buChar char="●"/>
              <a:defRPr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 Mono Medium"/>
              <a:buChar char="○"/>
              <a:defRPr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 Mono Medium"/>
              <a:buChar char="■"/>
              <a:defRPr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 Mono Medium"/>
              <a:buChar char="●"/>
              <a:defRPr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 Mono Medium"/>
              <a:buChar char="○"/>
              <a:defRPr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400"/>
              <a:buFont typeface="Roboto Mono Medium"/>
              <a:buChar char="■"/>
              <a:defRPr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8" r:id="rId3"/>
    <p:sldLayoutId id="2147483661" r:id="rId4"/>
    <p:sldLayoutId id="2147483669" r:id="rId5"/>
    <p:sldLayoutId id="2147483670" r:id="rId6"/>
    <p:sldLayoutId id="2147483671" r:id="rId7"/>
    <p:sldLayoutId id="2147483672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7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8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9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1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2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4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5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6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7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8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9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0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1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9"/>
          <p:cNvSpPr txBox="1">
            <a:spLocks noGrp="1"/>
          </p:cNvSpPr>
          <p:nvPr>
            <p:ph type="ctrTitle"/>
          </p:nvPr>
        </p:nvSpPr>
        <p:spPr>
          <a:xfrm>
            <a:off x="1672763" y="860330"/>
            <a:ext cx="6079800" cy="1655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>
                <a:solidFill>
                  <a:schemeClr val="accent2"/>
                </a:solidFill>
              </a:rPr>
              <a:t>DATA STRUCTURES </a:t>
            </a:r>
            <a:br>
              <a:rPr lang="en-US" sz="4400" dirty="0">
                <a:solidFill>
                  <a:schemeClr val="accent2"/>
                </a:solidFill>
              </a:rPr>
            </a:br>
            <a:r>
              <a:rPr lang="en-US" sz="4400" dirty="0">
                <a:solidFill>
                  <a:schemeClr val="accent2"/>
                </a:solidFill>
              </a:rPr>
              <a:t>AND ALGORITHMS</a:t>
            </a:r>
            <a:endParaRPr sz="4400" dirty="0">
              <a:solidFill>
                <a:schemeClr val="accent2"/>
              </a:solidFill>
            </a:endParaRPr>
          </a:p>
        </p:txBody>
      </p:sp>
      <p:sp>
        <p:nvSpPr>
          <p:cNvPr id="178" name="Google Shape;178;p29"/>
          <p:cNvSpPr/>
          <p:nvPr/>
        </p:nvSpPr>
        <p:spPr>
          <a:xfrm>
            <a:off x="2574211" y="2729977"/>
            <a:ext cx="617075" cy="15875"/>
          </a:xfrm>
          <a:custGeom>
            <a:avLst/>
            <a:gdLst/>
            <a:ahLst/>
            <a:cxnLst/>
            <a:rect l="l" t="t" r="r" b="b"/>
            <a:pathLst>
              <a:path w="24683" h="635" extrusionOk="0">
                <a:moveTo>
                  <a:pt x="0" y="635"/>
                </a:moveTo>
                <a:cubicBezTo>
                  <a:pt x="8115" y="-719"/>
                  <a:pt x="16455" y="635"/>
                  <a:pt x="24683" y="635"/>
                </a:cubicBezTo>
              </a:path>
            </a:pathLst>
          </a:custGeom>
          <a:noFill/>
          <a:ln w="762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79" name="Google Shape;179;p29"/>
          <p:cNvSpPr/>
          <p:nvPr/>
        </p:nvSpPr>
        <p:spPr>
          <a:xfrm>
            <a:off x="6232350" y="2728896"/>
            <a:ext cx="613650" cy="13775"/>
          </a:xfrm>
          <a:custGeom>
            <a:avLst/>
            <a:gdLst/>
            <a:ahLst/>
            <a:cxnLst/>
            <a:rect l="l" t="t" r="r" b="b"/>
            <a:pathLst>
              <a:path w="24546" h="551" extrusionOk="0">
                <a:moveTo>
                  <a:pt x="0" y="551"/>
                </a:moveTo>
                <a:cubicBezTo>
                  <a:pt x="8133" y="-353"/>
                  <a:pt x="16363" y="137"/>
                  <a:pt x="24546" y="137"/>
                </a:cubicBezTo>
              </a:path>
            </a:pathLst>
          </a:custGeom>
          <a:noFill/>
          <a:ln w="762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80" name="Google Shape;180;p29"/>
          <p:cNvSpPr/>
          <p:nvPr/>
        </p:nvSpPr>
        <p:spPr>
          <a:xfrm>
            <a:off x="1760945" y="4231870"/>
            <a:ext cx="992850" cy="102600"/>
          </a:xfrm>
          <a:custGeom>
            <a:avLst/>
            <a:gdLst/>
            <a:ahLst/>
            <a:cxnLst/>
            <a:rect l="l" t="t" r="r" b="b"/>
            <a:pathLst>
              <a:path w="39714" h="4104" extrusionOk="0">
                <a:moveTo>
                  <a:pt x="0" y="4104"/>
                </a:moveTo>
                <a:cubicBezTo>
                  <a:pt x="11382" y="-2730"/>
                  <a:pt x="26437" y="1070"/>
                  <a:pt x="39714" y="1070"/>
                </a:cubicBezTo>
              </a:path>
            </a:pathLst>
          </a:custGeom>
          <a:noFill/>
          <a:ln w="2857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pic>
        <p:nvPicPr>
          <p:cNvPr id="181" name="Google Shape;181;p29"/>
          <p:cNvPicPr preferRelativeResize="0"/>
          <p:nvPr/>
        </p:nvPicPr>
        <p:blipFill rotWithShape="1">
          <a:blip r:embed="rId3">
            <a:alphaModFix/>
          </a:blip>
          <a:srcRect t="16970" r="8892" b="21025"/>
          <a:stretch/>
        </p:blipFill>
        <p:spPr>
          <a:xfrm>
            <a:off x="5501148" y="3603223"/>
            <a:ext cx="3074877" cy="810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9"/>
          <p:cNvPicPr preferRelativeResize="0"/>
          <p:nvPr/>
        </p:nvPicPr>
        <p:blipFill rotWithShape="1">
          <a:blip r:embed="rId4">
            <a:alphaModFix/>
          </a:blip>
          <a:srcRect t="16734" r="8892" b="18300"/>
          <a:stretch/>
        </p:blipFill>
        <p:spPr>
          <a:xfrm>
            <a:off x="5501148" y="3055100"/>
            <a:ext cx="3074877" cy="846042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176;p29">
            <a:extLst>
              <a:ext uri="{FF2B5EF4-FFF2-40B4-BE49-F238E27FC236}">
                <a16:creationId xmlns:a16="http://schemas.microsoft.com/office/drawing/2014/main" id="{933EED45-7852-41BB-B022-A0D536FB60AC}"/>
              </a:ext>
            </a:extLst>
          </p:cNvPr>
          <p:cNvSpPr txBox="1">
            <a:spLocks/>
          </p:cNvSpPr>
          <p:nvPr/>
        </p:nvSpPr>
        <p:spPr>
          <a:xfrm>
            <a:off x="1672763" y="2459829"/>
            <a:ext cx="6079800" cy="6825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Font typeface="Concert One"/>
              <a:buNone/>
              <a:defRPr sz="6000" b="1" i="0" u="none" strike="noStrike" cap="none">
                <a:solidFill>
                  <a:schemeClr val="accent2"/>
                </a:solidFill>
                <a:latin typeface="Concert One"/>
                <a:ea typeface="Concert One"/>
                <a:cs typeface="Concert One"/>
                <a:sym typeface="Concert One"/>
              </a:defRPr>
            </a:lvl1pPr>
            <a:lvl2pPr marR="0" lvl="1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6000"/>
              <a:buFont typeface="Arial"/>
              <a:buNone/>
              <a:defRPr sz="6000" b="0" i="0" u="none" strike="noStrike" cap="none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6000"/>
              <a:buFont typeface="Arial"/>
              <a:buNone/>
              <a:defRPr sz="6000" b="0" i="0" u="none" strike="noStrike" cap="none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6000"/>
              <a:buFont typeface="Arial"/>
              <a:buNone/>
              <a:defRPr sz="6000" b="0" i="0" u="none" strike="noStrike" cap="none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6000"/>
              <a:buFont typeface="Arial"/>
              <a:buNone/>
              <a:defRPr sz="6000" b="0" i="0" u="none" strike="noStrike" cap="none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6000"/>
              <a:buFont typeface="Arial"/>
              <a:buNone/>
              <a:defRPr sz="6000" b="0" i="0" u="none" strike="noStrike" cap="none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6000"/>
              <a:buFont typeface="Arial"/>
              <a:buNone/>
              <a:defRPr sz="6000" b="0" i="0" u="none" strike="noStrike" cap="none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6000"/>
              <a:buFont typeface="Arial"/>
              <a:buNone/>
              <a:defRPr sz="6000" b="0" i="0" u="none" strike="noStrike" cap="none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6000"/>
              <a:buFont typeface="Arial"/>
              <a:buNone/>
              <a:defRPr sz="6000" b="0" i="0" u="none" strike="noStrike" cap="none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4800" b="0" dirty="0"/>
              <a:t>Heaps</a:t>
            </a:r>
          </a:p>
        </p:txBody>
      </p:sp>
      <p:sp>
        <p:nvSpPr>
          <p:cNvPr id="177" name="Google Shape;177;p29"/>
          <p:cNvSpPr txBox="1">
            <a:spLocks noGrp="1"/>
          </p:cNvSpPr>
          <p:nvPr>
            <p:ph type="subTitle" idx="1"/>
          </p:nvPr>
        </p:nvSpPr>
        <p:spPr>
          <a:xfrm>
            <a:off x="5867163" y="3718629"/>
            <a:ext cx="2773876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dirty="0">
                <a:solidFill>
                  <a:schemeClr val="tx1"/>
                </a:solidFill>
                <a:latin typeface="Oxygen" panose="02000503000000000000" pitchFamily="2" charset="0"/>
              </a:rPr>
              <a:t>Prepared by: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F89CBE9-1A7D-4C63-8102-EAC1A75019D6}"/>
              </a:ext>
            </a:extLst>
          </p:cNvPr>
          <p:cNvSpPr txBox="1"/>
          <p:nvPr/>
        </p:nvSpPr>
        <p:spPr>
          <a:xfrm>
            <a:off x="1672763" y="3603223"/>
            <a:ext cx="99285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rgbClr val="C00000"/>
                </a:solidFill>
              </a:rPr>
              <a:t>CCE 105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rgbClr val="C00000"/>
                </a:solidFill>
              </a:rPr>
              <a:t>Data Structures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2"/>
          <p:cNvSpPr txBox="1">
            <a:spLocks noGrp="1"/>
          </p:cNvSpPr>
          <p:nvPr>
            <p:ph type="title" idx="2"/>
          </p:nvPr>
        </p:nvSpPr>
        <p:spPr>
          <a:xfrm>
            <a:off x="3778200" y="1403800"/>
            <a:ext cx="1587600" cy="100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pic>
        <p:nvPicPr>
          <p:cNvPr id="211" name="Google Shape;211;p32"/>
          <p:cNvPicPr preferRelativeResize="0"/>
          <p:nvPr/>
        </p:nvPicPr>
        <p:blipFill>
          <a:blip r:embed="rId3">
            <a:alphaModFix amt="86000"/>
          </a:blip>
          <a:stretch>
            <a:fillRect/>
          </a:stretch>
        </p:blipFill>
        <p:spPr>
          <a:xfrm rot="1344117">
            <a:off x="3823925" y="1324475"/>
            <a:ext cx="1496149" cy="1160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32"/>
          <p:cNvPicPr preferRelativeResize="0"/>
          <p:nvPr/>
        </p:nvPicPr>
        <p:blipFill rotWithShape="1">
          <a:blip r:embed="rId4">
            <a:alphaModFix/>
          </a:blip>
          <a:srcRect t="16970" r="8892" b="21025"/>
          <a:stretch/>
        </p:blipFill>
        <p:spPr>
          <a:xfrm rot="10800000">
            <a:off x="833700" y="1225600"/>
            <a:ext cx="2036850" cy="810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32"/>
          <p:cNvPicPr preferRelativeResize="0"/>
          <p:nvPr/>
        </p:nvPicPr>
        <p:blipFill rotWithShape="1">
          <a:blip r:embed="rId5">
            <a:alphaModFix/>
          </a:blip>
          <a:srcRect t="16734" r="8892" b="18300"/>
          <a:stretch/>
        </p:blipFill>
        <p:spPr>
          <a:xfrm rot="10800000">
            <a:off x="833700" y="1737957"/>
            <a:ext cx="2036850" cy="846042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32"/>
          <p:cNvSpPr txBox="1">
            <a:spLocks noGrp="1"/>
          </p:cNvSpPr>
          <p:nvPr>
            <p:ph type="title"/>
          </p:nvPr>
        </p:nvSpPr>
        <p:spPr>
          <a:xfrm>
            <a:off x="2673000" y="2550900"/>
            <a:ext cx="3798000" cy="81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/>
              <a:t>Heaps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4"/>
          <p:cNvSpPr txBox="1">
            <a:spLocks noGrp="1"/>
          </p:cNvSpPr>
          <p:nvPr>
            <p:ph type="title"/>
          </p:nvPr>
        </p:nvSpPr>
        <p:spPr>
          <a:xfrm>
            <a:off x="1487709" y="1338185"/>
            <a:ext cx="6899108" cy="158343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400" dirty="0"/>
              <a:t>A heap is a binary tree with these characteristics:</a:t>
            </a:r>
            <a:br>
              <a:rPr lang="en-US" sz="1400" dirty="0"/>
            </a:br>
            <a:r>
              <a:rPr lang="en-US" sz="1400" dirty="0"/>
              <a:t> - </a:t>
            </a:r>
            <a:r>
              <a:rPr lang="en-US" sz="1400" dirty="0">
                <a:solidFill>
                  <a:srgbClr val="C00000"/>
                </a:solidFill>
              </a:rPr>
              <a:t>It’s complete. </a:t>
            </a:r>
            <a:br>
              <a:rPr lang="en-US" sz="1400" dirty="0">
                <a:solidFill>
                  <a:srgbClr val="C00000"/>
                </a:solidFill>
              </a:rPr>
            </a:br>
            <a:r>
              <a:rPr lang="en-US" sz="1400" i="1" dirty="0"/>
              <a:t>	</a:t>
            </a:r>
            <a:r>
              <a:rPr lang="en-US" sz="1200" i="1" dirty="0"/>
              <a:t>This means it’s completely filled in, reading from left to right across each row, although the last row need not be full. </a:t>
            </a:r>
            <a:br>
              <a:rPr lang="en-US" sz="1400" i="1" dirty="0"/>
            </a:br>
            <a:r>
              <a:rPr lang="en-US" sz="1400" i="1" dirty="0"/>
              <a:t> - </a:t>
            </a:r>
            <a:r>
              <a:rPr lang="en-US" sz="1400" dirty="0">
                <a:solidFill>
                  <a:srgbClr val="C00000"/>
                </a:solidFill>
              </a:rPr>
              <a:t>It’s (usually) implemented as an array. </a:t>
            </a:r>
            <a:br>
              <a:rPr lang="en-US" sz="1400" dirty="0">
                <a:solidFill>
                  <a:srgbClr val="C00000"/>
                </a:solidFill>
              </a:rPr>
            </a:br>
            <a:r>
              <a:rPr lang="en-US" sz="1400" dirty="0">
                <a:solidFill>
                  <a:srgbClr val="C00000"/>
                </a:solidFill>
              </a:rPr>
              <a:t> </a:t>
            </a:r>
            <a:r>
              <a:rPr lang="en-US" sz="1400" dirty="0">
                <a:solidFill>
                  <a:schemeClr val="tx1"/>
                </a:solidFill>
              </a:rPr>
              <a:t>-</a:t>
            </a:r>
            <a:r>
              <a:rPr lang="en-US" sz="1400" dirty="0">
                <a:solidFill>
                  <a:srgbClr val="C00000"/>
                </a:solidFill>
              </a:rPr>
              <a:t> Each node in a heap satisfies the heap condition, which states that every node’s key is larger/smaller than the keys of its children.</a:t>
            </a:r>
            <a:br>
              <a:rPr lang="en-US" sz="1400" dirty="0">
                <a:solidFill>
                  <a:srgbClr val="C00000"/>
                </a:solidFill>
              </a:rPr>
            </a:br>
            <a:r>
              <a:rPr lang="en-US" sz="1400" dirty="0">
                <a:solidFill>
                  <a:srgbClr val="C00000"/>
                </a:solidFill>
              </a:rPr>
              <a:t> </a:t>
            </a:r>
            <a:br>
              <a:rPr lang="en-US" sz="1400" dirty="0"/>
            </a:br>
            <a:endParaRPr lang="en-PH" sz="1400" dirty="0"/>
          </a:p>
        </p:txBody>
      </p:sp>
      <p:sp>
        <p:nvSpPr>
          <p:cNvPr id="234" name="Google Shape;234;p34"/>
          <p:cNvSpPr txBox="1">
            <a:spLocks noGrp="1"/>
          </p:cNvSpPr>
          <p:nvPr>
            <p:ph type="subTitle" idx="1"/>
          </p:nvPr>
        </p:nvSpPr>
        <p:spPr>
          <a:xfrm>
            <a:off x="1307759" y="531752"/>
            <a:ext cx="3439500" cy="53514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Heaps	</a:t>
            </a:r>
          </a:p>
        </p:txBody>
      </p:sp>
      <p:pic>
        <p:nvPicPr>
          <p:cNvPr id="235" name="Google Shape;235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695460">
            <a:off x="7765338" y="3361772"/>
            <a:ext cx="1241024" cy="1610463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grpSp>
        <p:nvGrpSpPr>
          <p:cNvPr id="236" name="Google Shape;236;p34"/>
          <p:cNvGrpSpPr/>
          <p:nvPr/>
        </p:nvGrpSpPr>
        <p:grpSpPr>
          <a:xfrm rot="790859">
            <a:off x="7973758" y="3964891"/>
            <a:ext cx="824184" cy="712067"/>
            <a:chOff x="2341425" y="238100"/>
            <a:chExt cx="1328900" cy="1148125"/>
          </a:xfrm>
        </p:grpSpPr>
        <p:sp>
          <p:nvSpPr>
            <p:cNvPr id="237" name="Google Shape;237;p34"/>
            <p:cNvSpPr/>
            <p:nvPr/>
          </p:nvSpPr>
          <p:spPr>
            <a:xfrm>
              <a:off x="2341425" y="238100"/>
              <a:ext cx="1328900" cy="1148125"/>
            </a:xfrm>
            <a:custGeom>
              <a:avLst/>
              <a:gdLst/>
              <a:ahLst/>
              <a:cxnLst/>
              <a:rect l="l" t="t" r="r" b="b"/>
              <a:pathLst>
                <a:path w="53156" h="45925" extrusionOk="0">
                  <a:moveTo>
                    <a:pt x="49853" y="24103"/>
                  </a:moveTo>
                  <a:cubicBezTo>
                    <a:pt x="50212" y="24609"/>
                    <a:pt x="50681" y="25003"/>
                    <a:pt x="51172" y="25380"/>
                  </a:cubicBezTo>
                  <a:cubicBezTo>
                    <a:pt x="48199" y="26540"/>
                    <a:pt x="45438" y="28144"/>
                    <a:pt x="42987" y="30206"/>
                  </a:cubicBezTo>
                  <a:cubicBezTo>
                    <a:pt x="41727" y="31264"/>
                    <a:pt x="40396" y="32510"/>
                    <a:pt x="39238" y="33887"/>
                  </a:cubicBezTo>
                  <a:cubicBezTo>
                    <a:pt x="39347" y="33688"/>
                    <a:pt x="39460" y="33491"/>
                    <a:pt x="39578" y="33301"/>
                  </a:cubicBezTo>
                  <a:cubicBezTo>
                    <a:pt x="40490" y="31831"/>
                    <a:pt x="41539" y="30449"/>
                    <a:pt x="42711" y="29176"/>
                  </a:cubicBezTo>
                  <a:cubicBezTo>
                    <a:pt x="44775" y="26932"/>
                    <a:pt x="47091" y="25229"/>
                    <a:pt x="49853" y="24103"/>
                  </a:cubicBezTo>
                  <a:close/>
                  <a:moveTo>
                    <a:pt x="35117" y="1053"/>
                  </a:moveTo>
                  <a:lnTo>
                    <a:pt x="35117" y="1053"/>
                  </a:lnTo>
                  <a:cubicBezTo>
                    <a:pt x="36710" y="1715"/>
                    <a:pt x="38294" y="4814"/>
                    <a:pt x="38992" y="5799"/>
                  </a:cubicBezTo>
                  <a:cubicBezTo>
                    <a:pt x="40312" y="7660"/>
                    <a:pt x="41633" y="9523"/>
                    <a:pt x="42954" y="11383"/>
                  </a:cubicBezTo>
                  <a:cubicBezTo>
                    <a:pt x="44182" y="13110"/>
                    <a:pt x="45421" y="14827"/>
                    <a:pt x="46633" y="16564"/>
                  </a:cubicBezTo>
                  <a:cubicBezTo>
                    <a:pt x="46650" y="16588"/>
                    <a:pt x="46667" y="16613"/>
                    <a:pt x="46685" y="16638"/>
                  </a:cubicBezTo>
                  <a:cubicBezTo>
                    <a:pt x="47623" y="18397"/>
                    <a:pt x="48600" y="20134"/>
                    <a:pt x="49618" y="21849"/>
                  </a:cubicBezTo>
                  <a:cubicBezTo>
                    <a:pt x="48693" y="22281"/>
                    <a:pt x="47744" y="23007"/>
                    <a:pt x="47214" y="23343"/>
                  </a:cubicBezTo>
                  <a:cubicBezTo>
                    <a:pt x="45320" y="24544"/>
                    <a:pt x="43587" y="25982"/>
                    <a:pt x="42057" y="27622"/>
                  </a:cubicBezTo>
                  <a:cubicBezTo>
                    <a:pt x="40592" y="29191"/>
                    <a:pt x="39304" y="30938"/>
                    <a:pt x="38281" y="32827"/>
                  </a:cubicBezTo>
                  <a:cubicBezTo>
                    <a:pt x="37877" y="33573"/>
                    <a:pt x="37271" y="34533"/>
                    <a:pt x="36981" y="35496"/>
                  </a:cubicBezTo>
                  <a:cubicBezTo>
                    <a:pt x="36328" y="34434"/>
                    <a:pt x="35635" y="33395"/>
                    <a:pt x="34953" y="32353"/>
                  </a:cubicBezTo>
                  <a:cubicBezTo>
                    <a:pt x="33450" y="30055"/>
                    <a:pt x="31915" y="27777"/>
                    <a:pt x="30347" y="25524"/>
                  </a:cubicBezTo>
                  <a:cubicBezTo>
                    <a:pt x="28841" y="23359"/>
                    <a:pt x="27306" y="21217"/>
                    <a:pt x="25741" y="19095"/>
                  </a:cubicBezTo>
                  <a:cubicBezTo>
                    <a:pt x="24508" y="17421"/>
                    <a:pt x="23256" y="15382"/>
                    <a:pt x="21757" y="13843"/>
                  </a:cubicBezTo>
                  <a:cubicBezTo>
                    <a:pt x="22758" y="10753"/>
                    <a:pt x="24747" y="8361"/>
                    <a:pt x="26903" y="5992"/>
                  </a:cubicBezTo>
                  <a:cubicBezTo>
                    <a:pt x="27357" y="5493"/>
                    <a:pt x="27826" y="4981"/>
                    <a:pt x="28315" y="4481"/>
                  </a:cubicBezTo>
                  <a:cubicBezTo>
                    <a:pt x="29626" y="3498"/>
                    <a:pt x="31045" y="2668"/>
                    <a:pt x="32551" y="2018"/>
                  </a:cubicBezTo>
                  <a:cubicBezTo>
                    <a:pt x="33121" y="1772"/>
                    <a:pt x="33780" y="1496"/>
                    <a:pt x="34476" y="1255"/>
                  </a:cubicBezTo>
                  <a:cubicBezTo>
                    <a:pt x="34702" y="1206"/>
                    <a:pt x="34932" y="1166"/>
                    <a:pt x="35161" y="1125"/>
                  </a:cubicBezTo>
                  <a:cubicBezTo>
                    <a:pt x="35147" y="1101"/>
                    <a:pt x="35132" y="1076"/>
                    <a:pt x="35117" y="1053"/>
                  </a:cubicBezTo>
                  <a:close/>
                  <a:moveTo>
                    <a:pt x="49886" y="22296"/>
                  </a:moveTo>
                  <a:cubicBezTo>
                    <a:pt x="50069" y="22601"/>
                    <a:pt x="50253" y="22905"/>
                    <a:pt x="50437" y="23208"/>
                  </a:cubicBezTo>
                  <a:cubicBezTo>
                    <a:pt x="50328" y="23239"/>
                    <a:pt x="50219" y="23270"/>
                    <a:pt x="50110" y="23305"/>
                  </a:cubicBezTo>
                  <a:cubicBezTo>
                    <a:pt x="50098" y="23304"/>
                    <a:pt x="50086" y="23303"/>
                    <a:pt x="50074" y="23303"/>
                  </a:cubicBezTo>
                  <a:cubicBezTo>
                    <a:pt x="49989" y="23303"/>
                    <a:pt x="49905" y="23334"/>
                    <a:pt x="49839" y="23390"/>
                  </a:cubicBezTo>
                  <a:cubicBezTo>
                    <a:pt x="46983" y="24343"/>
                    <a:pt x="44499" y="26352"/>
                    <a:pt x="42469" y="28520"/>
                  </a:cubicBezTo>
                  <a:cubicBezTo>
                    <a:pt x="40592" y="30525"/>
                    <a:pt x="38254" y="33305"/>
                    <a:pt x="37357" y="36095"/>
                  </a:cubicBezTo>
                  <a:cubicBezTo>
                    <a:pt x="37306" y="36011"/>
                    <a:pt x="37249" y="35923"/>
                    <a:pt x="37190" y="35830"/>
                  </a:cubicBezTo>
                  <a:cubicBezTo>
                    <a:pt x="37565" y="34416"/>
                    <a:pt x="38696" y="32821"/>
                    <a:pt x="39296" y="31878"/>
                  </a:cubicBezTo>
                  <a:cubicBezTo>
                    <a:pt x="40239" y="30393"/>
                    <a:pt x="41330" y="29005"/>
                    <a:pt x="42550" y="27739"/>
                  </a:cubicBezTo>
                  <a:cubicBezTo>
                    <a:pt x="43708" y="26537"/>
                    <a:pt x="44980" y="25451"/>
                    <a:pt x="46348" y="24494"/>
                  </a:cubicBezTo>
                  <a:cubicBezTo>
                    <a:pt x="47234" y="23875"/>
                    <a:pt x="48600" y="22828"/>
                    <a:pt x="49886" y="22296"/>
                  </a:cubicBezTo>
                  <a:close/>
                  <a:moveTo>
                    <a:pt x="20475" y="13918"/>
                  </a:moveTo>
                  <a:cubicBezTo>
                    <a:pt x="20720" y="13985"/>
                    <a:pt x="20968" y="14054"/>
                    <a:pt x="21218" y="14127"/>
                  </a:cubicBezTo>
                  <a:lnTo>
                    <a:pt x="21219" y="14127"/>
                  </a:lnTo>
                  <a:cubicBezTo>
                    <a:pt x="22265" y="15897"/>
                    <a:pt x="23782" y="17534"/>
                    <a:pt x="24979" y="19160"/>
                  </a:cubicBezTo>
                  <a:cubicBezTo>
                    <a:pt x="26409" y="21107"/>
                    <a:pt x="27816" y="23071"/>
                    <a:pt x="29199" y="25052"/>
                  </a:cubicBezTo>
                  <a:cubicBezTo>
                    <a:pt x="30581" y="27035"/>
                    <a:pt x="31937" y="29034"/>
                    <a:pt x="33269" y="31050"/>
                  </a:cubicBezTo>
                  <a:cubicBezTo>
                    <a:pt x="33874" y="31967"/>
                    <a:pt x="34473" y="32886"/>
                    <a:pt x="35069" y="33809"/>
                  </a:cubicBezTo>
                  <a:cubicBezTo>
                    <a:pt x="35425" y="34364"/>
                    <a:pt x="35780" y="34920"/>
                    <a:pt x="36133" y="35475"/>
                  </a:cubicBezTo>
                  <a:lnTo>
                    <a:pt x="36486" y="36032"/>
                  </a:lnTo>
                  <a:cubicBezTo>
                    <a:pt x="36496" y="36074"/>
                    <a:pt x="36508" y="36115"/>
                    <a:pt x="36522" y="36155"/>
                  </a:cubicBezTo>
                  <a:cubicBezTo>
                    <a:pt x="33879" y="32306"/>
                    <a:pt x="31050" y="28568"/>
                    <a:pt x="28325" y="24779"/>
                  </a:cubicBezTo>
                  <a:cubicBezTo>
                    <a:pt x="25722" y="21160"/>
                    <a:pt x="23203" y="17449"/>
                    <a:pt x="20475" y="13918"/>
                  </a:cubicBezTo>
                  <a:close/>
                  <a:moveTo>
                    <a:pt x="37953" y="37630"/>
                  </a:moveTo>
                  <a:cubicBezTo>
                    <a:pt x="37851" y="37834"/>
                    <a:pt x="37753" y="38038"/>
                    <a:pt x="37661" y="38245"/>
                  </a:cubicBezTo>
                  <a:cubicBezTo>
                    <a:pt x="37630" y="38236"/>
                    <a:pt x="37597" y="38231"/>
                    <a:pt x="37565" y="38231"/>
                  </a:cubicBezTo>
                  <a:cubicBezTo>
                    <a:pt x="37533" y="38231"/>
                    <a:pt x="37500" y="38236"/>
                    <a:pt x="37470" y="38245"/>
                  </a:cubicBezTo>
                  <a:cubicBezTo>
                    <a:pt x="37633" y="38041"/>
                    <a:pt x="37793" y="37835"/>
                    <a:pt x="37953" y="37630"/>
                  </a:cubicBezTo>
                  <a:close/>
                  <a:moveTo>
                    <a:pt x="36509" y="38717"/>
                  </a:moveTo>
                  <a:cubicBezTo>
                    <a:pt x="36518" y="38717"/>
                    <a:pt x="36527" y="38717"/>
                    <a:pt x="36536" y="38717"/>
                  </a:cubicBezTo>
                  <a:cubicBezTo>
                    <a:pt x="36609" y="38809"/>
                    <a:pt x="36720" y="38864"/>
                    <a:pt x="36837" y="38865"/>
                  </a:cubicBezTo>
                  <a:cubicBezTo>
                    <a:pt x="36596" y="38971"/>
                    <a:pt x="36282" y="39011"/>
                    <a:pt x="35935" y="39011"/>
                  </a:cubicBezTo>
                  <a:cubicBezTo>
                    <a:pt x="35451" y="39011"/>
                    <a:pt x="34904" y="38934"/>
                    <a:pt x="34409" y="38856"/>
                  </a:cubicBezTo>
                  <a:cubicBezTo>
                    <a:pt x="35105" y="38764"/>
                    <a:pt x="35807" y="38717"/>
                    <a:pt x="36509" y="38717"/>
                  </a:cubicBezTo>
                  <a:close/>
                  <a:moveTo>
                    <a:pt x="15183" y="13113"/>
                  </a:moveTo>
                  <a:cubicBezTo>
                    <a:pt x="16769" y="13113"/>
                    <a:pt x="18319" y="13366"/>
                    <a:pt x="19934" y="13775"/>
                  </a:cubicBezTo>
                  <a:cubicBezTo>
                    <a:pt x="22531" y="17699"/>
                    <a:pt x="25404" y="21460"/>
                    <a:pt x="28149" y="25276"/>
                  </a:cubicBezTo>
                  <a:cubicBezTo>
                    <a:pt x="30879" y="29073"/>
                    <a:pt x="33528" y="32953"/>
                    <a:pt x="36351" y="36684"/>
                  </a:cubicBezTo>
                  <a:cubicBezTo>
                    <a:pt x="34542" y="35843"/>
                    <a:pt x="32568" y="35460"/>
                    <a:pt x="30570" y="35460"/>
                  </a:cubicBezTo>
                  <a:cubicBezTo>
                    <a:pt x="26406" y="35460"/>
                    <a:pt x="22142" y="37123"/>
                    <a:pt x="19074" y="39757"/>
                  </a:cubicBezTo>
                  <a:cubicBezTo>
                    <a:pt x="13793" y="32214"/>
                    <a:pt x="8154" y="24943"/>
                    <a:pt x="2157" y="17945"/>
                  </a:cubicBezTo>
                  <a:lnTo>
                    <a:pt x="2159" y="17945"/>
                  </a:lnTo>
                  <a:cubicBezTo>
                    <a:pt x="5055" y="16227"/>
                    <a:pt x="8015" y="14530"/>
                    <a:pt x="11283" y="13642"/>
                  </a:cubicBezTo>
                  <a:cubicBezTo>
                    <a:pt x="12638" y="13273"/>
                    <a:pt x="13922" y="13113"/>
                    <a:pt x="15183" y="13113"/>
                  </a:cubicBezTo>
                  <a:close/>
                  <a:moveTo>
                    <a:pt x="2578" y="20435"/>
                  </a:moveTo>
                  <a:cubicBezTo>
                    <a:pt x="8168" y="27062"/>
                    <a:pt x="13443" y="33937"/>
                    <a:pt x="18402" y="41058"/>
                  </a:cubicBezTo>
                  <a:cubicBezTo>
                    <a:pt x="18543" y="41262"/>
                    <a:pt x="18758" y="41377"/>
                    <a:pt x="18977" y="41377"/>
                  </a:cubicBezTo>
                  <a:cubicBezTo>
                    <a:pt x="19133" y="41377"/>
                    <a:pt x="19292" y="41318"/>
                    <a:pt x="19427" y="41190"/>
                  </a:cubicBezTo>
                  <a:cubicBezTo>
                    <a:pt x="21632" y="39103"/>
                    <a:pt x="24333" y="37693"/>
                    <a:pt x="27314" y="37090"/>
                  </a:cubicBezTo>
                  <a:cubicBezTo>
                    <a:pt x="28284" y="36894"/>
                    <a:pt x="29226" y="36809"/>
                    <a:pt x="30154" y="36809"/>
                  </a:cubicBezTo>
                  <a:cubicBezTo>
                    <a:pt x="30890" y="36809"/>
                    <a:pt x="31618" y="36863"/>
                    <a:pt x="32345" y="36959"/>
                  </a:cubicBezTo>
                  <a:cubicBezTo>
                    <a:pt x="32139" y="36996"/>
                    <a:pt x="31934" y="37038"/>
                    <a:pt x="31726" y="37085"/>
                  </a:cubicBezTo>
                  <a:cubicBezTo>
                    <a:pt x="29702" y="37535"/>
                    <a:pt x="27672" y="38191"/>
                    <a:pt x="25741" y="38939"/>
                  </a:cubicBezTo>
                  <a:cubicBezTo>
                    <a:pt x="24060" y="39590"/>
                    <a:pt x="22425" y="40379"/>
                    <a:pt x="20975" y="41459"/>
                  </a:cubicBezTo>
                  <a:cubicBezTo>
                    <a:pt x="20335" y="41934"/>
                    <a:pt x="18892" y="42836"/>
                    <a:pt x="18616" y="43758"/>
                  </a:cubicBezTo>
                  <a:cubicBezTo>
                    <a:pt x="15797" y="39642"/>
                    <a:pt x="12269" y="35871"/>
                    <a:pt x="9131" y="31993"/>
                  </a:cubicBezTo>
                  <a:cubicBezTo>
                    <a:pt x="7537" y="30022"/>
                    <a:pt x="5941" y="28055"/>
                    <a:pt x="4343" y="26088"/>
                  </a:cubicBezTo>
                  <a:cubicBezTo>
                    <a:pt x="3509" y="25063"/>
                    <a:pt x="2360" y="24025"/>
                    <a:pt x="1726" y="22872"/>
                  </a:cubicBezTo>
                  <a:lnTo>
                    <a:pt x="1290" y="22336"/>
                  </a:lnTo>
                  <a:cubicBezTo>
                    <a:pt x="1365" y="21812"/>
                    <a:pt x="1612" y="21399"/>
                    <a:pt x="2027" y="21097"/>
                  </a:cubicBezTo>
                  <a:cubicBezTo>
                    <a:pt x="2191" y="20870"/>
                    <a:pt x="2390" y="20654"/>
                    <a:pt x="2578" y="20435"/>
                  </a:cubicBezTo>
                  <a:close/>
                  <a:moveTo>
                    <a:pt x="34214" y="37438"/>
                  </a:moveTo>
                  <a:cubicBezTo>
                    <a:pt x="34480" y="37438"/>
                    <a:pt x="34745" y="37450"/>
                    <a:pt x="35009" y="37476"/>
                  </a:cubicBezTo>
                  <a:cubicBezTo>
                    <a:pt x="35056" y="37488"/>
                    <a:pt x="35104" y="37502"/>
                    <a:pt x="35153" y="37514"/>
                  </a:cubicBezTo>
                  <a:cubicBezTo>
                    <a:pt x="32341" y="37733"/>
                    <a:pt x="29659" y="38637"/>
                    <a:pt x="27141" y="39965"/>
                  </a:cubicBezTo>
                  <a:cubicBezTo>
                    <a:pt x="25564" y="40797"/>
                    <a:pt x="24060" y="41771"/>
                    <a:pt x="22625" y="42823"/>
                  </a:cubicBezTo>
                  <a:cubicBezTo>
                    <a:pt x="22053" y="43241"/>
                    <a:pt x="21266" y="44080"/>
                    <a:pt x="20621" y="44360"/>
                  </a:cubicBezTo>
                  <a:cubicBezTo>
                    <a:pt x="20405" y="44454"/>
                    <a:pt x="20198" y="44493"/>
                    <a:pt x="19997" y="44493"/>
                  </a:cubicBezTo>
                  <a:cubicBezTo>
                    <a:pt x="19802" y="44493"/>
                    <a:pt x="19613" y="44456"/>
                    <a:pt x="19427" y="44400"/>
                  </a:cubicBezTo>
                  <a:cubicBezTo>
                    <a:pt x="19434" y="44391"/>
                    <a:pt x="19440" y="44386"/>
                    <a:pt x="19448" y="44377"/>
                  </a:cubicBezTo>
                  <a:cubicBezTo>
                    <a:pt x="19593" y="44198"/>
                    <a:pt x="19599" y="43995"/>
                    <a:pt x="19448" y="43814"/>
                  </a:cubicBezTo>
                  <a:lnTo>
                    <a:pt x="19430" y="43792"/>
                  </a:lnTo>
                  <a:cubicBezTo>
                    <a:pt x="19697" y="43721"/>
                    <a:pt x="19911" y="43553"/>
                    <a:pt x="20074" y="43287"/>
                  </a:cubicBezTo>
                  <a:cubicBezTo>
                    <a:pt x="20320" y="43038"/>
                    <a:pt x="20576" y="42801"/>
                    <a:pt x="20843" y="42573"/>
                  </a:cubicBezTo>
                  <a:cubicBezTo>
                    <a:pt x="21485" y="42027"/>
                    <a:pt x="22180" y="41552"/>
                    <a:pt x="22907" y="41126"/>
                  </a:cubicBezTo>
                  <a:cubicBezTo>
                    <a:pt x="24188" y="40374"/>
                    <a:pt x="25559" y="39793"/>
                    <a:pt x="26955" y="39291"/>
                  </a:cubicBezTo>
                  <a:cubicBezTo>
                    <a:pt x="29199" y="38484"/>
                    <a:pt x="31750" y="37438"/>
                    <a:pt x="34214" y="37438"/>
                  </a:cubicBezTo>
                  <a:close/>
                  <a:moveTo>
                    <a:pt x="34842" y="0"/>
                  </a:moveTo>
                  <a:cubicBezTo>
                    <a:pt x="34343" y="0"/>
                    <a:pt x="33867" y="188"/>
                    <a:pt x="33507" y="630"/>
                  </a:cubicBezTo>
                  <a:cubicBezTo>
                    <a:pt x="31447" y="1151"/>
                    <a:pt x="29512" y="2015"/>
                    <a:pt x="27862" y="3526"/>
                  </a:cubicBezTo>
                  <a:cubicBezTo>
                    <a:pt x="27217" y="4115"/>
                    <a:pt x="26496" y="4800"/>
                    <a:pt x="25773" y="5555"/>
                  </a:cubicBezTo>
                  <a:cubicBezTo>
                    <a:pt x="23620" y="7604"/>
                    <a:pt x="21769" y="10148"/>
                    <a:pt x="20875" y="12916"/>
                  </a:cubicBezTo>
                  <a:cubicBezTo>
                    <a:pt x="19359" y="12052"/>
                    <a:pt x="17538" y="11727"/>
                    <a:pt x="15721" y="11727"/>
                  </a:cubicBezTo>
                  <a:cubicBezTo>
                    <a:pt x="14356" y="11727"/>
                    <a:pt x="12994" y="11911"/>
                    <a:pt x="11766" y="12185"/>
                  </a:cubicBezTo>
                  <a:cubicBezTo>
                    <a:pt x="7819" y="13067"/>
                    <a:pt x="4277" y="15176"/>
                    <a:pt x="838" y="17217"/>
                  </a:cubicBezTo>
                  <a:cubicBezTo>
                    <a:pt x="458" y="17444"/>
                    <a:pt x="436" y="17923"/>
                    <a:pt x="707" y="18237"/>
                  </a:cubicBezTo>
                  <a:cubicBezTo>
                    <a:pt x="1244" y="18859"/>
                    <a:pt x="1774" y="19488"/>
                    <a:pt x="2305" y="20116"/>
                  </a:cubicBezTo>
                  <a:cubicBezTo>
                    <a:pt x="1441" y="20484"/>
                    <a:pt x="862" y="21064"/>
                    <a:pt x="197" y="21811"/>
                  </a:cubicBezTo>
                  <a:cubicBezTo>
                    <a:pt x="77" y="21947"/>
                    <a:pt x="0" y="22200"/>
                    <a:pt x="127" y="22363"/>
                  </a:cubicBezTo>
                  <a:cubicBezTo>
                    <a:pt x="2951" y="26054"/>
                    <a:pt x="5928" y="29634"/>
                    <a:pt x="8843" y="33254"/>
                  </a:cubicBezTo>
                  <a:cubicBezTo>
                    <a:pt x="11749" y="36861"/>
                    <a:pt x="14485" y="40794"/>
                    <a:pt x="17652" y="44182"/>
                  </a:cubicBezTo>
                  <a:cubicBezTo>
                    <a:pt x="17664" y="44208"/>
                    <a:pt x="17679" y="44232"/>
                    <a:pt x="17699" y="44255"/>
                  </a:cubicBezTo>
                  <a:cubicBezTo>
                    <a:pt x="18282" y="44908"/>
                    <a:pt x="19219" y="45924"/>
                    <a:pt x="20167" y="45924"/>
                  </a:cubicBezTo>
                  <a:cubicBezTo>
                    <a:pt x="20277" y="45924"/>
                    <a:pt x="20387" y="45910"/>
                    <a:pt x="20497" y="45881"/>
                  </a:cubicBezTo>
                  <a:cubicBezTo>
                    <a:pt x="21148" y="45708"/>
                    <a:pt x="21757" y="44978"/>
                    <a:pt x="22286" y="44585"/>
                  </a:cubicBezTo>
                  <a:cubicBezTo>
                    <a:pt x="23162" y="43935"/>
                    <a:pt x="24053" y="43304"/>
                    <a:pt x="24965" y="42705"/>
                  </a:cubicBezTo>
                  <a:cubicBezTo>
                    <a:pt x="27366" y="41130"/>
                    <a:pt x="29934" y="39829"/>
                    <a:pt x="32678" y="39174"/>
                  </a:cubicBezTo>
                  <a:cubicBezTo>
                    <a:pt x="32752" y="39177"/>
                    <a:pt x="32826" y="39174"/>
                    <a:pt x="32900" y="39178"/>
                  </a:cubicBezTo>
                  <a:cubicBezTo>
                    <a:pt x="34054" y="39233"/>
                    <a:pt x="35153" y="39648"/>
                    <a:pt x="36288" y="39715"/>
                  </a:cubicBezTo>
                  <a:cubicBezTo>
                    <a:pt x="36337" y="39718"/>
                    <a:pt x="36385" y="39720"/>
                    <a:pt x="36433" y="39720"/>
                  </a:cubicBezTo>
                  <a:cubicBezTo>
                    <a:pt x="37209" y="39720"/>
                    <a:pt x="37750" y="39337"/>
                    <a:pt x="37827" y="38540"/>
                  </a:cubicBezTo>
                  <a:cubicBezTo>
                    <a:pt x="39593" y="36201"/>
                    <a:pt x="41115" y="33792"/>
                    <a:pt x="43273" y="31744"/>
                  </a:cubicBezTo>
                  <a:cubicBezTo>
                    <a:pt x="44449" y="30626"/>
                    <a:pt x="45716" y="29608"/>
                    <a:pt x="47060" y="28698"/>
                  </a:cubicBezTo>
                  <a:cubicBezTo>
                    <a:pt x="47079" y="28686"/>
                    <a:pt x="47099" y="28675"/>
                    <a:pt x="47118" y="28662"/>
                  </a:cubicBezTo>
                  <a:cubicBezTo>
                    <a:pt x="48826" y="27633"/>
                    <a:pt x="50637" y="26785"/>
                    <a:pt x="52524" y="26133"/>
                  </a:cubicBezTo>
                  <a:cubicBezTo>
                    <a:pt x="52902" y="26003"/>
                    <a:pt x="53156" y="25447"/>
                    <a:pt x="52785" y="25145"/>
                  </a:cubicBezTo>
                  <a:cubicBezTo>
                    <a:pt x="52171" y="24648"/>
                    <a:pt x="51613" y="24099"/>
                    <a:pt x="50959" y="23696"/>
                  </a:cubicBezTo>
                  <a:cubicBezTo>
                    <a:pt x="51006" y="23680"/>
                    <a:pt x="51050" y="23660"/>
                    <a:pt x="51097" y="23645"/>
                  </a:cubicBezTo>
                  <a:cubicBezTo>
                    <a:pt x="51251" y="23594"/>
                    <a:pt x="51309" y="23468"/>
                    <a:pt x="51300" y="23347"/>
                  </a:cubicBezTo>
                  <a:cubicBezTo>
                    <a:pt x="51345" y="23292"/>
                    <a:pt x="51376" y="23227"/>
                    <a:pt x="51391" y="23158"/>
                  </a:cubicBezTo>
                  <a:cubicBezTo>
                    <a:pt x="51657" y="23086"/>
                    <a:pt x="51868" y="22805"/>
                    <a:pt x="51676" y="22507"/>
                  </a:cubicBezTo>
                  <a:cubicBezTo>
                    <a:pt x="51561" y="22326"/>
                    <a:pt x="51447" y="22144"/>
                    <a:pt x="51333" y="21962"/>
                  </a:cubicBezTo>
                  <a:cubicBezTo>
                    <a:pt x="51345" y="21962"/>
                    <a:pt x="51359" y="21961"/>
                    <a:pt x="51371" y="21961"/>
                  </a:cubicBezTo>
                  <a:cubicBezTo>
                    <a:pt x="51374" y="21961"/>
                    <a:pt x="51377" y="21961"/>
                    <a:pt x="51379" y="21961"/>
                  </a:cubicBezTo>
                  <a:cubicBezTo>
                    <a:pt x="51539" y="21961"/>
                    <a:pt x="51585" y="21737"/>
                    <a:pt x="51453" y="21658"/>
                  </a:cubicBezTo>
                  <a:cubicBezTo>
                    <a:pt x="51333" y="21585"/>
                    <a:pt x="51198" y="21544"/>
                    <a:pt x="51056" y="21524"/>
                  </a:cubicBezTo>
                  <a:cubicBezTo>
                    <a:pt x="50796" y="21108"/>
                    <a:pt x="50546" y="20689"/>
                    <a:pt x="50290" y="20269"/>
                  </a:cubicBezTo>
                  <a:cubicBezTo>
                    <a:pt x="50030" y="19581"/>
                    <a:pt x="49589" y="18953"/>
                    <a:pt x="49191" y="18312"/>
                  </a:cubicBezTo>
                  <a:cubicBezTo>
                    <a:pt x="48421" y="17077"/>
                    <a:pt x="47572" y="15893"/>
                    <a:pt x="46728" y="14709"/>
                  </a:cubicBezTo>
                  <a:cubicBezTo>
                    <a:pt x="45005" y="12292"/>
                    <a:pt x="43280" y="9876"/>
                    <a:pt x="41551" y="7464"/>
                  </a:cubicBezTo>
                  <a:cubicBezTo>
                    <a:pt x="40019" y="5325"/>
                    <a:pt x="38618" y="2783"/>
                    <a:pt x="36781" y="897"/>
                  </a:cubicBezTo>
                  <a:cubicBezTo>
                    <a:pt x="36255" y="356"/>
                    <a:pt x="35527" y="0"/>
                    <a:pt x="348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34"/>
            <p:cNvSpPr/>
            <p:nvPr/>
          </p:nvSpPr>
          <p:spPr>
            <a:xfrm>
              <a:off x="2990175" y="381350"/>
              <a:ext cx="254450" cy="209600"/>
            </a:xfrm>
            <a:custGeom>
              <a:avLst/>
              <a:gdLst/>
              <a:ahLst/>
              <a:cxnLst/>
              <a:rect l="l" t="t" r="r" b="b"/>
              <a:pathLst>
                <a:path w="10178" h="8384" extrusionOk="0">
                  <a:moveTo>
                    <a:pt x="9489" y="1"/>
                  </a:moveTo>
                  <a:cubicBezTo>
                    <a:pt x="9460" y="1"/>
                    <a:pt x="9430" y="3"/>
                    <a:pt x="9398" y="7"/>
                  </a:cubicBezTo>
                  <a:cubicBezTo>
                    <a:pt x="5315" y="589"/>
                    <a:pt x="1324" y="4315"/>
                    <a:pt x="48" y="8144"/>
                  </a:cubicBezTo>
                  <a:cubicBezTo>
                    <a:pt x="1" y="8286"/>
                    <a:pt x="119" y="8384"/>
                    <a:pt x="239" y="8384"/>
                  </a:cubicBezTo>
                  <a:cubicBezTo>
                    <a:pt x="302" y="8384"/>
                    <a:pt x="366" y="8357"/>
                    <a:pt x="406" y="8294"/>
                  </a:cubicBezTo>
                  <a:cubicBezTo>
                    <a:pt x="1475" y="6637"/>
                    <a:pt x="2632" y="5068"/>
                    <a:pt x="4157" y="3799"/>
                  </a:cubicBezTo>
                  <a:cubicBezTo>
                    <a:pt x="5839" y="2399"/>
                    <a:pt x="7661" y="1727"/>
                    <a:pt x="9647" y="909"/>
                  </a:cubicBezTo>
                  <a:cubicBezTo>
                    <a:pt x="10177" y="691"/>
                    <a:pt x="10017" y="1"/>
                    <a:pt x="948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34"/>
            <p:cNvSpPr/>
            <p:nvPr/>
          </p:nvSpPr>
          <p:spPr>
            <a:xfrm>
              <a:off x="3026350" y="441550"/>
              <a:ext cx="247225" cy="201350"/>
            </a:xfrm>
            <a:custGeom>
              <a:avLst/>
              <a:gdLst/>
              <a:ahLst/>
              <a:cxnLst/>
              <a:rect l="l" t="t" r="r" b="b"/>
              <a:pathLst>
                <a:path w="9889" h="8054" extrusionOk="0">
                  <a:moveTo>
                    <a:pt x="9472" y="1"/>
                  </a:moveTo>
                  <a:cubicBezTo>
                    <a:pt x="9466" y="1"/>
                    <a:pt x="9460" y="1"/>
                    <a:pt x="9454" y="1"/>
                  </a:cubicBezTo>
                  <a:cubicBezTo>
                    <a:pt x="5735" y="204"/>
                    <a:pt x="1142" y="4281"/>
                    <a:pt x="59" y="7752"/>
                  </a:cubicBezTo>
                  <a:cubicBezTo>
                    <a:pt x="0" y="7941"/>
                    <a:pt x="141" y="8053"/>
                    <a:pt x="292" y="8053"/>
                  </a:cubicBezTo>
                  <a:cubicBezTo>
                    <a:pt x="375" y="8053"/>
                    <a:pt x="460" y="8019"/>
                    <a:pt x="517" y="7945"/>
                  </a:cubicBezTo>
                  <a:cubicBezTo>
                    <a:pt x="1756" y="6329"/>
                    <a:pt x="2771" y="4701"/>
                    <a:pt x="4382" y="3401"/>
                  </a:cubicBezTo>
                  <a:cubicBezTo>
                    <a:pt x="6005" y="2092"/>
                    <a:pt x="7844" y="1590"/>
                    <a:pt x="9618" y="609"/>
                  </a:cubicBezTo>
                  <a:cubicBezTo>
                    <a:pt x="9889" y="460"/>
                    <a:pt x="9783" y="1"/>
                    <a:pt x="94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34"/>
            <p:cNvSpPr/>
            <p:nvPr/>
          </p:nvSpPr>
          <p:spPr>
            <a:xfrm>
              <a:off x="3172850" y="661350"/>
              <a:ext cx="224850" cy="198300"/>
            </a:xfrm>
            <a:custGeom>
              <a:avLst/>
              <a:gdLst/>
              <a:ahLst/>
              <a:cxnLst/>
              <a:rect l="l" t="t" r="r" b="b"/>
              <a:pathLst>
                <a:path w="8994" h="7932" extrusionOk="0">
                  <a:moveTo>
                    <a:pt x="8456" y="0"/>
                  </a:moveTo>
                  <a:cubicBezTo>
                    <a:pt x="8425" y="0"/>
                    <a:pt x="8392" y="4"/>
                    <a:pt x="8358" y="11"/>
                  </a:cubicBezTo>
                  <a:cubicBezTo>
                    <a:pt x="5106" y="738"/>
                    <a:pt x="1076" y="4402"/>
                    <a:pt x="60" y="7579"/>
                  </a:cubicBezTo>
                  <a:cubicBezTo>
                    <a:pt x="1" y="7765"/>
                    <a:pt x="174" y="7931"/>
                    <a:pt x="343" y="7931"/>
                  </a:cubicBezTo>
                  <a:cubicBezTo>
                    <a:pt x="409" y="7931"/>
                    <a:pt x="474" y="7907"/>
                    <a:pt x="524" y="7849"/>
                  </a:cubicBezTo>
                  <a:cubicBezTo>
                    <a:pt x="1689" y="6518"/>
                    <a:pt x="2590" y="5030"/>
                    <a:pt x="3913" y="3818"/>
                  </a:cubicBezTo>
                  <a:cubicBezTo>
                    <a:pt x="5371" y="2483"/>
                    <a:pt x="7047" y="1783"/>
                    <a:pt x="8657" y="718"/>
                  </a:cubicBezTo>
                  <a:cubicBezTo>
                    <a:pt x="8993" y="494"/>
                    <a:pt x="8826" y="0"/>
                    <a:pt x="84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34"/>
            <p:cNvSpPr/>
            <p:nvPr/>
          </p:nvSpPr>
          <p:spPr>
            <a:xfrm>
              <a:off x="3219000" y="725650"/>
              <a:ext cx="226500" cy="215375"/>
            </a:xfrm>
            <a:custGeom>
              <a:avLst/>
              <a:gdLst/>
              <a:ahLst/>
              <a:cxnLst/>
              <a:rect l="l" t="t" r="r" b="b"/>
              <a:pathLst>
                <a:path w="9060" h="8615" extrusionOk="0">
                  <a:moveTo>
                    <a:pt x="8466" y="1"/>
                  </a:moveTo>
                  <a:cubicBezTo>
                    <a:pt x="8403" y="1"/>
                    <a:pt x="8336" y="16"/>
                    <a:pt x="8267" y="50"/>
                  </a:cubicBezTo>
                  <a:cubicBezTo>
                    <a:pt x="6348" y="1017"/>
                    <a:pt x="4571" y="2396"/>
                    <a:pt x="3025" y="3882"/>
                  </a:cubicBezTo>
                  <a:cubicBezTo>
                    <a:pt x="1836" y="5024"/>
                    <a:pt x="0" y="6568"/>
                    <a:pt x="62" y="8367"/>
                  </a:cubicBezTo>
                  <a:cubicBezTo>
                    <a:pt x="66" y="8507"/>
                    <a:pt x="206" y="8614"/>
                    <a:pt x="335" y="8614"/>
                  </a:cubicBezTo>
                  <a:cubicBezTo>
                    <a:pt x="409" y="8614"/>
                    <a:pt x="480" y="8578"/>
                    <a:pt x="518" y="8491"/>
                  </a:cubicBezTo>
                  <a:cubicBezTo>
                    <a:pt x="2016" y="5007"/>
                    <a:pt x="5594" y="2708"/>
                    <a:pt x="8679" y="755"/>
                  </a:cubicBezTo>
                  <a:cubicBezTo>
                    <a:pt x="9059" y="514"/>
                    <a:pt x="8832" y="1"/>
                    <a:pt x="84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34"/>
            <p:cNvSpPr/>
            <p:nvPr/>
          </p:nvSpPr>
          <p:spPr>
            <a:xfrm>
              <a:off x="2528200" y="658025"/>
              <a:ext cx="405900" cy="260600"/>
            </a:xfrm>
            <a:custGeom>
              <a:avLst/>
              <a:gdLst/>
              <a:ahLst/>
              <a:cxnLst/>
              <a:rect l="l" t="t" r="r" b="b"/>
              <a:pathLst>
                <a:path w="16236" h="10424" extrusionOk="0">
                  <a:moveTo>
                    <a:pt x="1382" y="2708"/>
                  </a:moveTo>
                  <a:cubicBezTo>
                    <a:pt x="2705" y="4465"/>
                    <a:pt x="4361" y="5818"/>
                    <a:pt x="5564" y="7549"/>
                  </a:cubicBezTo>
                  <a:cubicBezTo>
                    <a:pt x="5049" y="7000"/>
                    <a:pt x="4518" y="6467"/>
                    <a:pt x="3972" y="5947"/>
                  </a:cubicBezTo>
                  <a:cubicBezTo>
                    <a:pt x="3369" y="5370"/>
                    <a:pt x="2751" y="4825"/>
                    <a:pt x="2113" y="4299"/>
                  </a:cubicBezTo>
                  <a:cubicBezTo>
                    <a:pt x="2286" y="4264"/>
                    <a:pt x="2405" y="4031"/>
                    <a:pt x="2251" y="3877"/>
                  </a:cubicBezTo>
                  <a:cubicBezTo>
                    <a:pt x="1869" y="3498"/>
                    <a:pt x="1454" y="3168"/>
                    <a:pt x="1030" y="2840"/>
                  </a:cubicBezTo>
                  <a:lnTo>
                    <a:pt x="1382" y="2708"/>
                  </a:lnTo>
                  <a:close/>
                  <a:moveTo>
                    <a:pt x="9295" y="739"/>
                  </a:moveTo>
                  <a:cubicBezTo>
                    <a:pt x="10900" y="739"/>
                    <a:pt x="11714" y="2042"/>
                    <a:pt x="12738" y="3153"/>
                  </a:cubicBezTo>
                  <a:cubicBezTo>
                    <a:pt x="13607" y="4096"/>
                    <a:pt x="14464" y="5049"/>
                    <a:pt x="15310" y="6013"/>
                  </a:cubicBezTo>
                  <a:cubicBezTo>
                    <a:pt x="13936" y="6363"/>
                    <a:pt x="12589" y="6790"/>
                    <a:pt x="11275" y="7331"/>
                  </a:cubicBezTo>
                  <a:cubicBezTo>
                    <a:pt x="10703" y="7567"/>
                    <a:pt x="10139" y="7820"/>
                    <a:pt x="9583" y="8091"/>
                  </a:cubicBezTo>
                  <a:cubicBezTo>
                    <a:pt x="9104" y="8323"/>
                    <a:pt x="7997" y="9216"/>
                    <a:pt x="7494" y="9216"/>
                  </a:cubicBezTo>
                  <a:cubicBezTo>
                    <a:pt x="7280" y="9214"/>
                    <a:pt x="7087" y="9143"/>
                    <a:pt x="6911" y="9028"/>
                  </a:cubicBezTo>
                  <a:cubicBezTo>
                    <a:pt x="5976" y="6497"/>
                    <a:pt x="3660" y="4237"/>
                    <a:pt x="1564" y="2642"/>
                  </a:cubicBezTo>
                  <a:cubicBezTo>
                    <a:pt x="3992" y="1737"/>
                    <a:pt x="6804" y="749"/>
                    <a:pt x="9284" y="739"/>
                  </a:cubicBezTo>
                  <a:cubicBezTo>
                    <a:pt x="9288" y="739"/>
                    <a:pt x="9291" y="739"/>
                    <a:pt x="9295" y="739"/>
                  </a:cubicBezTo>
                  <a:close/>
                  <a:moveTo>
                    <a:pt x="9522" y="0"/>
                  </a:moveTo>
                  <a:cubicBezTo>
                    <a:pt x="8353" y="0"/>
                    <a:pt x="6970" y="475"/>
                    <a:pt x="5977" y="700"/>
                  </a:cubicBezTo>
                  <a:cubicBezTo>
                    <a:pt x="4041" y="1140"/>
                    <a:pt x="2155" y="1729"/>
                    <a:pt x="300" y="2432"/>
                  </a:cubicBezTo>
                  <a:cubicBezTo>
                    <a:pt x="25" y="2536"/>
                    <a:pt x="1" y="2846"/>
                    <a:pt x="223" y="3018"/>
                  </a:cubicBezTo>
                  <a:cubicBezTo>
                    <a:pt x="702" y="3388"/>
                    <a:pt x="1169" y="3763"/>
                    <a:pt x="1673" y="4093"/>
                  </a:cubicBezTo>
                  <a:cubicBezTo>
                    <a:pt x="3491" y="5760"/>
                    <a:pt x="5144" y="7550"/>
                    <a:pt x="6623" y="9541"/>
                  </a:cubicBezTo>
                  <a:cubicBezTo>
                    <a:pt x="6713" y="9781"/>
                    <a:pt x="6797" y="10028"/>
                    <a:pt x="6867" y="10287"/>
                  </a:cubicBezTo>
                  <a:cubicBezTo>
                    <a:pt x="6892" y="10382"/>
                    <a:pt x="6963" y="10423"/>
                    <a:pt x="7035" y="10423"/>
                  </a:cubicBezTo>
                  <a:cubicBezTo>
                    <a:pt x="7146" y="10423"/>
                    <a:pt x="7261" y="10329"/>
                    <a:pt x="7234" y="10186"/>
                  </a:cubicBezTo>
                  <a:cubicBezTo>
                    <a:pt x="7224" y="10130"/>
                    <a:pt x="7207" y="10076"/>
                    <a:pt x="7196" y="10021"/>
                  </a:cubicBezTo>
                  <a:cubicBezTo>
                    <a:pt x="7219" y="10016"/>
                    <a:pt x="7243" y="10009"/>
                    <a:pt x="7264" y="9998"/>
                  </a:cubicBezTo>
                  <a:cubicBezTo>
                    <a:pt x="9998" y="8390"/>
                    <a:pt x="12869" y="7216"/>
                    <a:pt x="15954" y="6481"/>
                  </a:cubicBezTo>
                  <a:cubicBezTo>
                    <a:pt x="16193" y="6424"/>
                    <a:pt x="16235" y="6133"/>
                    <a:pt x="16091" y="5967"/>
                  </a:cubicBezTo>
                  <a:cubicBezTo>
                    <a:pt x="14926" y="4637"/>
                    <a:pt x="13744" y="3322"/>
                    <a:pt x="12545" y="2023"/>
                  </a:cubicBezTo>
                  <a:cubicBezTo>
                    <a:pt x="11928" y="1357"/>
                    <a:pt x="11266" y="350"/>
                    <a:pt x="10341" y="98"/>
                  </a:cubicBezTo>
                  <a:cubicBezTo>
                    <a:pt x="10087" y="29"/>
                    <a:pt x="9811" y="0"/>
                    <a:pt x="95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34"/>
            <p:cNvSpPr/>
            <p:nvPr/>
          </p:nvSpPr>
          <p:spPr>
            <a:xfrm>
              <a:off x="2739725" y="878000"/>
              <a:ext cx="265375" cy="114400"/>
            </a:xfrm>
            <a:custGeom>
              <a:avLst/>
              <a:gdLst/>
              <a:ahLst/>
              <a:cxnLst/>
              <a:rect l="l" t="t" r="r" b="b"/>
              <a:pathLst>
                <a:path w="10615" h="4576" extrusionOk="0">
                  <a:moveTo>
                    <a:pt x="8807" y="0"/>
                  </a:moveTo>
                  <a:cubicBezTo>
                    <a:pt x="5620" y="0"/>
                    <a:pt x="1581" y="1966"/>
                    <a:pt x="54" y="4386"/>
                  </a:cubicBezTo>
                  <a:cubicBezTo>
                    <a:pt x="1" y="4471"/>
                    <a:pt x="79" y="4576"/>
                    <a:pt x="166" y="4576"/>
                  </a:cubicBezTo>
                  <a:cubicBezTo>
                    <a:pt x="186" y="4576"/>
                    <a:pt x="207" y="4570"/>
                    <a:pt x="226" y="4558"/>
                  </a:cubicBezTo>
                  <a:cubicBezTo>
                    <a:pt x="1875" y="3508"/>
                    <a:pt x="3258" y="2278"/>
                    <a:pt x="5131" y="1591"/>
                  </a:cubicBezTo>
                  <a:cubicBezTo>
                    <a:pt x="6861" y="957"/>
                    <a:pt x="8587" y="1026"/>
                    <a:pt x="10351" y="694"/>
                  </a:cubicBezTo>
                  <a:cubicBezTo>
                    <a:pt x="10615" y="644"/>
                    <a:pt x="10595" y="242"/>
                    <a:pt x="10351" y="180"/>
                  </a:cubicBezTo>
                  <a:cubicBezTo>
                    <a:pt x="9872" y="58"/>
                    <a:pt x="9352" y="0"/>
                    <a:pt x="88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34"/>
            <p:cNvSpPr/>
            <p:nvPr/>
          </p:nvSpPr>
          <p:spPr>
            <a:xfrm>
              <a:off x="2783475" y="946275"/>
              <a:ext cx="254775" cy="113000"/>
            </a:xfrm>
            <a:custGeom>
              <a:avLst/>
              <a:gdLst/>
              <a:ahLst/>
              <a:cxnLst/>
              <a:rect l="l" t="t" r="r" b="b"/>
              <a:pathLst>
                <a:path w="10191" h="4520" extrusionOk="0">
                  <a:moveTo>
                    <a:pt x="9024" y="1"/>
                  </a:moveTo>
                  <a:cubicBezTo>
                    <a:pt x="7296" y="1"/>
                    <a:pt x="5453" y="625"/>
                    <a:pt x="3919" y="1282"/>
                  </a:cubicBezTo>
                  <a:cubicBezTo>
                    <a:pt x="2789" y="1765"/>
                    <a:pt x="261" y="2658"/>
                    <a:pt x="23" y="4060"/>
                  </a:cubicBezTo>
                  <a:cubicBezTo>
                    <a:pt x="1" y="4188"/>
                    <a:pt x="41" y="4285"/>
                    <a:pt x="145" y="4359"/>
                  </a:cubicBezTo>
                  <a:lnTo>
                    <a:pt x="328" y="4490"/>
                  </a:lnTo>
                  <a:cubicBezTo>
                    <a:pt x="356" y="4510"/>
                    <a:pt x="386" y="4519"/>
                    <a:pt x="416" y="4519"/>
                  </a:cubicBezTo>
                  <a:cubicBezTo>
                    <a:pt x="528" y="4519"/>
                    <a:pt x="634" y="4397"/>
                    <a:pt x="599" y="4281"/>
                  </a:cubicBezTo>
                  <a:cubicBezTo>
                    <a:pt x="310" y="3333"/>
                    <a:pt x="4773" y="1735"/>
                    <a:pt x="5289" y="1569"/>
                  </a:cubicBezTo>
                  <a:cubicBezTo>
                    <a:pt x="6773" y="1093"/>
                    <a:pt x="8295" y="1027"/>
                    <a:pt x="9799" y="688"/>
                  </a:cubicBezTo>
                  <a:cubicBezTo>
                    <a:pt x="10190" y="600"/>
                    <a:pt x="10059" y="73"/>
                    <a:pt x="9711" y="36"/>
                  </a:cubicBezTo>
                  <a:cubicBezTo>
                    <a:pt x="9485" y="12"/>
                    <a:pt x="9255" y="1"/>
                    <a:pt x="902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34"/>
            <p:cNvSpPr/>
            <p:nvPr/>
          </p:nvSpPr>
          <p:spPr>
            <a:xfrm>
              <a:off x="2839925" y="1007825"/>
              <a:ext cx="259925" cy="117700"/>
            </a:xfrm>
            <a:custGeom>
              <a:avLst/>
              <a:gdLst/>
              <a:ahLst/>
              <a:cxnLst/>
              <a:rect l="l" t="t" r="r" b="b"/>
              <a:pathLst>
                <a:path w="10397" h="4708" extrusionOk="0">
                  <a:moveTo>
                    <a:pt x="9045" y="1"/>
                  </a:moveTo>
                  <a:cubicBezTo>
                    <a:pt x="5729" y="1"/>
                    <a:pt x="2019" y="2104"/>
                    <a:pt x="58" y="4551"/>
                  </a:cubicBezTo>
                  <a:cubicBezTo>
                    <a:pt x="0" y="4623"/>
                    <a:pt x="54" y="4707"/>
                    <a:pt x="124" y="4707"/>
                  </a:cubicBezTo>
                  <a:cubicBezTo>
                    <a:pt x="145" y="4707"/>
                    <a:pt x="167" y="4700"/>
                    <a:pt x="188" y="4683"/>
                  </a:cubicBezTo>
                  <a:cubicBezTo>
                    <a:pt x="1738" y="3418"/>
                    <a:pt x="3324" y="2289"/>
                    <a:pt x="5224" y="1613"/>
                  </a:cubicBezTo>
                  <a:cubicBezTo>
                    <a:pt x="6821" y="1047"/>
                    <a:pt x="8433" y="1014"/>
                    <a:pt x="10074" y="712"/>
                  </a:cubicBezTo>
                  <a:cubicBezTo>
                    <a:pt x="10385" y="655"/>
                    <a:pt x="10396" y="120"/>
                    <a:pt x="10074" y="73"/>
                  </a:cubicBezTo>
                  <a:cubicBezTo>
                    <a:pt x="9737" y="24"/>
                    <a:pt x="9393" y="1"/>
                    <a:pt x="90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A3B811D9-A212-43C8-AF7B-7E9F0AAE2D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04425" y="3194059"/>
            <a:ext cx="4853309" cy="1428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44141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4"/>
          <p:cNvSpPr txBox="1">
            <a:spLocks noGrp="1"/>
          </p:cNvSpPr>
          <p:nvPr>
            <p:ph type="title"/>
          </p:nvPr>
        </p:nvSpPr>
        <p:spPr>
          <a:xfrm>
            <a:off x="1487709" y="1338185"/>
            <a:ext cx="6899108" cy="158343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400" dirty="0"/>
              <a:t>	Heaps are mostly used to implement priority queues. However, there’s a very close relationship between a priority queue and the heap used to implement it. </a:t>
            </a:r>
            <a:br>
              <a:rPr lang="en-US" sz="1400" dirty="0"/>
            </a:br>
            <a:br>
              <a:rPr lang="en-US" sz="1400" dirty="0"/>
            </a:br>
            <a:r>
              <a:rPr lang="en-US" sz="1400" b="1" u="sng" dirty="0">
                <a:solidFill>
                  <a:srgbClr val="C00000"/>
                </a:solidFill>
              </a:rPr>
              <a:t>Maxheap</a:t>
            </a:r>
            <a:r>
              <a:rPr lang="en-US" sz="1400" b="1" dirty="0">
                <a:solidFill>
                  <a:srgbClr val="C00000"/>
                </a:solidFill>
              </a:rPr>
              <a:t>: key(v) &lt;= key(parent(v))</a:t>
            </a:r>
            <a:br>
              <a:rPr lang="en-US" sz="1400" b="1" dirty="0">
                <a:solidFill>
                  <a:srgbClr val="C00000"/>
                </a:solidFill>
              </a:rPr>
            </a:br>
            <a:r>
              <a:rPr lang="en-US" sz="1400" b="1" u="sng" dirty="0">
                <a:solidFill>
                  <a:srgbClr val="C00000"/>
                </a:solidFill>
              </a:rPr>
              <a:t>Minheap</a:t>
            </a:r>
            <a:r>
              <a:rPr lang="en-US" sz="1400" b="1" dirty="0">
                <a:solidFill>
                  <a:srgbClr val="C00000"/>
                </a:solidFill>
              </a:rPr>
              <a:t>: key(v) &gt;= key(parent(v)) </a:t>
            </a:r>
          </a:p>
        </p:txBody>
      </p:sp>
      <p:sp>
        <p:nvSpPr>
          <p:cNvPr id="234" name="Google Shape;234;p34"/>
          <p:cNvSpPr txBox="1">
            <a:spLocks noGrp="1"/>
          </p:cNvSpPr>
          <p:nvPr>
            <p:ph type="subTitle" idx="1"/>
          </p:nvPr>
        </p:nvSpPr>
        <p:spPr>
          <a:xfrm>
            <a:off x="1307759" y="531752"/>
            <a:ext cx="3439500" cy="53514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Heaps	</a:t>
            </a:r>
          </a:p>
        </p:txBody>
      </p:sp>
      <p:pic>
        <p:nvPicPr>
          <p:cNvPr id="235" name="Google Shape;235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695460">
            <a:off x="7765338" y="3361772"/>
            <a:ext cx="1241024" cy="1610463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grpSp>
        <p:nvGrpSpPr>
          <p:cNvPr id="236" name="Google Shape;236;p34"/>
          <p:cNvGrpSpPr/>
          <p:nvPr/>
        </p:nvGrpSpPr>
        <p:grpSpPr>
          <a:xfrm rot="790859">
            <a:off x="7973758" y="3964891"/>
            <a:ext cx="824184" cy="712067"/>
            <a:chOff x="2341425" y="238100"/>
            <a:chExt cx="1328900" cy="1148125"/>
          </a:xfrm>
        </p:grpSpPr>
        <p:sp>
          <p:nvSpPr>
            <p:cNvPr id="237" name="Google Shape;237;p34"/>
            <p:cNvSpPr/>
            <p:nvPr/>
          </p:nvSpPr>
          <p:spPr>
            <a:xfrm>
              <a:off x="2341425" y="238100"/>
              <a:ext cx="1328900" cy="1148125"/>
            </a:xfrm>
            <a:custGeom>
              <a:avLst/>
              <a:gdLst/>
              <a:ahLst/>
              <a:cxnLst/>
              <a:rect l="l" t="t" r="r" b="b"/>
              <a:pathLst>
                <a:path w="53156" h="45925" extrusionOk="0">
                  <a:moveTo>
                    <a:pt x="49853" y="24103"/>
                  </a:moveTo>
                  <a:cubicBezTo>
                    <a:pt x="50212" y="24609"/>
                    <a:pt x="50681" y="25003"/>
                    <a:pt x="51172" y="25380"/>
                  </a:cubicBezTo>
                  <a:cubicBezTo>
                    <a:pt x="48199" y="26540"/>
                    <a:pt x="45438" y="28144"/>
                    <a:pt x="42987" y="30206"/>
                  </a:cubicBezTo>
                  <a:cubicBezTo>
                    <a:pt x="41727" y="31264"/>
                    <a:pt x="40396" y="32510"/>
                    <a:pt x="39238" y="33887"/>
                  </a:cubicBezTo>
                  <a:cubicBezTo>
                    <a:pt x="39347" y="33688"/>
                    <a:pt x="39460" y="33491"/>
                    <a:pt x="39578" y="33301"/>
                  </a:cubicBezTo>
                  <a:cubicBezTo>
                    <a:pt x="40490" y="31831"/>
                    <a:pt x="41539" y="30449"/>
                    <a:pt x="42711" y="29176"/>
                  </a:cubicBezTo>
                  <a:cubicBezTo>
                    <a:pt x="44775" y="26932"/>
                    <a:pt x="47091" y="25229"/>
                    <a:pt x="49853" y="24103"/>
                  </a:cubicBezTo>
                  <a:close/>
                  <a:moveTo>
                    <a:pt x="35117" y="1053"/>
                  </a:moveTo>
                  <a:lnTo>
                    <a:pt x="35117" y="1053"/>
                  </a:lnTo>
                  <a:cubicBezTo>
                    <a:pt x="36710" y="1715"/>
                    <a:pt x="38294" y="4814"/>
                    <a:pt x="38992" y="5799"/>
                  </a:cubicBezTo>
                  <a:cubicBezTo>
                    <a:pt x="40312" y="7660"/>
                    <a:pt x="41633" y="9523"/>
                    <a:pt x="42954" y="11383"/>
                  </a:cubicBezTo>
                  <a:cubicBezTo>
                    <a:pt x="44182" y="13110"/>
                    <a:pt x="45421" y="14827"/>
                    <a:pt x="46633" y="16564"/>
                  </a:cubicBezTo>
                  <a:cubicBezTo>
                    <a:pt x="46650" y="16588"/>
                    <a:pt x="46667" y="16613"/>
                    <a:pt x="46685" y="16638"/>
                  </a:cubicBezTo>
                  <a:cubicBezTo>
                    <a:pt x="47623" y="18397"/>
                    <a:pt x="48600" y="20134"/>
                    <a:pt x="49618" y="21849"/>
                  </a:cubicBezTo>
                  <a:cubicBezTo>
                    <a:pt x="48693" y="22281"/>
                    <a:pt x="47744" y="23007"/>
                    <a:pt x="47214" y="23343"/>
                  </a:cubicBezTo>
                  <a:cubicBezTo>
                    <a:pt x="45320" y="24544"/>
                    <a:pt x="43587" y="25982"/>
                    <a:pt x="42057" y="27622"/>
                  </a:cubicBezTo>
                  <a:cubicBezTo>
                    <a:pt x="40592" y="29191"/>
                    <a:pt x="39304" y="30938"/>
                    <a:pt x="38281" y="32827"/>
                  </a:cubicBezTo>
                  <a:cubicBezTo>
                    <a:pt x="37877" y="33573"/>
                    <a:pt x="37271" y="34533"/>
                    <a:pt x="36981" y="35496"/>
                  </a:cubicBezTo>
                  <a:cubicBezTo>
                    <a:pt x="36328" y="34434"/>
                    <a:pt x="35635" y="33395"/>
                    <a:pt x="34953" y="32353"/>
                  </a:cubicBezTo>
                  <a:cubicBezTo>
                    <a:pt x="33450" y="30055"/>
                    <a:pt x="31915" y="27777"/>
                    <a:pt x="30347" y="25524"/>
                  </a:cubicBezTo>
                  <a:cubicBezTo>
                    <a:pt x="28841" y="23359"/>
                    <a:pt x="27306" y="21217"/>
                    <a:pt x="25741" y="19095"/>
                  </a:cubicBezTo>
                  <a:cubicBezTo>
                    <a:pt x="24508" y="17421"/>
                    <a:pt x="23256" y="15382"/>
                    <a:pt x="21757" y="13843"/>
                  </a:cubicBezTo>
                  <a:cubicBezTo>
                    <a:pt x="22758" y="10753"/>
                    <a:pt x="24747" y="8361"/>
                    <a:pt x="26903" y="5992"/>
                  </a:cubicBezTo>
                  <a:cubicBezTo>
                    <a:pt x="27357" y="5493"/>
                    <a:pt x="27826" y="4981"/>
                    <a:pt x="28315" y="4481"/>
                  </a:cubicBezTo>
                  <a:cubicBezTo>
                    <a:pt x="29626" y="3498"/>
                    <a:pt x="31045" y="2668"/>
                    <a:pt x="32551" y="2018"/>
                  </a:cubicBezTo>
                  <a:cubicBezTo>
                    <a:pt x="33121" y="1772"/>
                    <a:pt x="33780" y="1496"/>
                    <a:pt x="34476" y="1255"/>
                  </a:cubicBezTo>
                  <a:cubicBezTo>
                    <a:pt x="34702" y="1206"/>
                    <a:pt x="34932" y="1166"/>
                    <a:pt x="35161" y="1125"/>
                  </a:cubicBezTo>
                  <a:cubicBezTo>
                    <a:pt x="35147" y="1101"/>
                    <a:pt x="35132" y="1076"/>
                    <a:pt x="35117" y="1053"/>
                  </a:cubicBezTo>
                  <a:close/>
                  <a:moveTo>
                    <a:pt x="49886" y="22296"/>
                  </a:moveTo>
                  <a:cubicBezTo>
                    <a:pt x="50069" y="22601"/>
                    <a:pt x="50253" y="22905"/>
                    <a:pt x="50437" y="23208"/>
                  </a:cubicBezTo>
                  <a:cubicBezTo>
                    <a:pt x="50328" y="23239"/>
                    <a:pt x="50219" y="23270"/>
                    <a:pt x="50110" y="23305"/>
                  </a:cubicBezTo>
                  <a:cubicBezTo>
                    <a:pt x="50098" y="23304"/>
                    <a:pt x="50086" y="23303"/>
                    <a:pt x="50074" y="23303"/>
                  </a:cubicBezTo>
                  <a:cubicBezTo>
                    <a:pt x="49989" y="23303"/>
                    <a:pt x="49905" y="23334"/>
                    <a:pt x="49839" y="23390"/>
                  </a:cubicBezTo>
                  <a:cubicBezTo>
                    <a:pt x="46983" y="24343"/>
                    <a:pt x="44499" y="26352"/>
                    <a:pt x="42469" y="28520"/>
                  </a:cubicBezTo>
                  <a:cubicBezTo>
                    <a:pt x="40592" y="30525"/>
                    <a:pt x="38254" y="33305"/>
                    <a:pt x="37357" y="36095"/>
                  </a:cubicBezTo>
                  <a:cubicBezTo>
                    <a:pt x="37306" y="36011"/>
                    <a:pt x="37249" y="35923"/>
                    <a:pt x="37190" y="35830"/>
                  </a:cubicBezTo>
                  <a:cubicBezTo>
                    <a:pt x="37565" y="34416"/>
                    <a:pt x="38696" y="32821"/>
                    <a:pt x="39296" y="31878"/>
                  </a:cubicBezTo>
                  <a:cubicBezTo>
                    <a:pt x="40239" y="30393"/>
                    <a:pt x="41330" y="29005"/>
                    <a:pt x="42550" y="27739"/>
                  </a:cubicBezTo>
                  <a:cubicBezTo>
                    <a:pt x="43708" y="26537"/>
                    <a:pt x="44980" y="25451"/>
                    <a:pt x="46348" y="24494"/>
                  </a:cubicBezTo>
                  <a:cubicBezTo>
                    <a:pt x="47234" y="23875"/>
                    <a:pt x="48600" y="22828"/>
                    <a:pt x="49886" y="22296"/>
                  </a:cubicBezTo>
                  <a:close/>
                  <a:moveTo>
                    <a:pt x="20475" y="13918"/>
                  </a:moveTo>
                  <a:cubicBezTo>
                    <a:pt x="20720" y="13985"/>
                    <a:pt x="20968" y="14054"/>
                    <a:pt x="21218" y="14127"/>
                  </a:cubicBezTo>
                  <a:lnTo>
                    <a:pt x="21219" y="14127"/>
                  </a:lnTo>
                  <a:cubicBezTo>
                    <a:pt x="22265" y="15897"/>
                    <a:pt x="23782" y="17534"/>
                    <a:pt x="24979" y="19160"/>
                  </a:cubicBezTo>
                  <a:cubicBezTo>
                    <a:pt x="26409" y="21107"/>
                    <a:pt x="27816" y="23071"/>
                    <a:pt x="29199" y="25052"/>
                  </a:cubicBezTo>
                  <a:cubicBezTo>
                    <a:pt x="30581" y="27035"/>
                    <a:pt x="31937" y="29034"/>
                    <a:pt x="33269" y="31050"/>
                  </a:cubicBezTo>
                  <a:cubicBezTo>
                    <a:pt x="33874" y="31967"/>
                    <a:pt x="34473" y="32886"/>
                    <a:pt x="35069" y="33809"/>
                  </a:cubicBezTo>
                  <a:cubicBezTo>
                    <a:pt x="35425" y="34364"/>
                    <a:pt x="35780" y="34920"/>
                    <a:pt x="36133" y="35475"/>
                  </a:cubicBezTo>
                  <a:lnTo>
                    <a:pt x="36486" y="36032"/>
                  </a:lnTo>
                  <a:cubicBezTo>
                    <a:pt x="36496" y="36074"/>
                    <a:pt x="36508" y="36115"/>
                    <a:pt x="36522" y="36155"/>
                  </a:cubicBezTo>
                  <a:cubicBezTo>
                    <a:pt x="33879" y="32306"/>
                    <a:pt x="31050" y="28568"/>
                    <a:pt x="28325" y="24779"/>
                  </a:cubicBezTo>
                  <a:cubicBezTo>
                    <a:pt x="25722" y="21160"/>
                    <a:pt x="23203" y="17449"/>
                    <a:pt x="20475" y="13918"/>
                  </a:cubicBezTo>
                  <a:close/>
                  <a:moveTo>
                    <a:pt x="37953" y="37630"/>
                  </a:moveTo>
                  <a:cubicBezTo>
                    <a:pt x="37851" y="37834"/>
                    <a:pt x="37753" y="38038"/>
                    <a:pt x="37661" y="38245"/>
                  </a:cubicBezTo>
                  <a:cubicBezTo>
                    <a:pt x="37630" y="38236"/>
                    <a:pt x="37597" y="38231"/>
                    <a:pt x="37565" y="38231"/>
                  </a:cubicBezTo>
                  <a:cubicBezTo>
                    <a:pt x="37533" y="38231"/>
                    <a:pt x="37500" y="38236"/>
                    <a:pt x="37470" y="38245"/>
                  </a:cubicBezTo>
                  <a:cubicBezTo>
                    <a:pt x="37633" y="38041"/>
                    <a:pt x="37793" y="37835"/>
                    <a:pt x="37953" y="37630"/>
                  </a:cubicBezTo>
                  <a:close/>
                  <a:moveTo>
                    <a:pt x="36509" y="38717"/>
                  </a:moveTo>
                  <a:cubicBezTo>
                    <a:pt x="36518" y="38717"/>
                    <a:pt x="36527" y="38717"/>
                    <a:pt x="36536" y="38717"/>
                  </a:cubicBezTo>
                  <a:cubicBezTo>
                    <a:pt x="36609" y="38809"/>
                    <a:pt x="36720" y="38864"/>
                    <a:pt x="36837" y="38865"/>
                  </a:cubicBezTo>
                  <a:cubicBezTo>
                    <a:pt x="36596" y="38971"/>
                    <a:pt x="36282" y="39011"/>
                    <a:pt x="35935" y="39011"/>
                  </a:cubicBezTo>
                  <a:cubicBezTo>
                    <a:pt x="35451" y="39011"/>
                    <a:pt x="34904" y="38934"/>
                    <a:pt x="34409" y="38856"/>
                  </a:cubicBezTo>
                  <a:cubicBezTo>
                    <a:pt x="35105" y="38764"/>
                    <a:pt x="35807" y="38717"/>
                    <a:pt x="36509" y="38717"/>
                  </a:cubicBezTo>
                  <a:close/>
                  <a:moveTo>
                    <a:pt x="15183" y="13113"/>
                  </a:moveTo>
                  <a:cubicBezTo>
                    <a:pt x="16769" y="13113"/>
                    <a:pt x="18319" y="13366"/>
                    <a:pt x="19934" y="13775"/>
                  </a:cubicBezTo>
                  <a:cubicBezTo>
                    <a:pt x="22531" y="17699"/>
                    <a:pt x="25404" y="21460"/>
                    <a:pt x="28149" y="25276"/>
                  </a:cubicBezTo>
                  <a:cubicBezTo>
                    <a:pt x="30879" y="29073"/>
                    <a:pt x="33528" y="32953"/>
                    <a:pt x="36351" y="36684"/>
                  </a:cubicBezTo>
                  <a:cubicBezTo>
                    <a:pt x="34542" y="35843"/>
                    <a:pt x="32568" y="35460"/>
                    <a:pt x="30570" y="35460"/>
                  </a:cubicBezTo>
                  <a:cubicBezTo>
                    <a:pt x="26406" y="35460"/>
                    <a:pt x="22142" y="37123"/>
                    <a:pt x="19074" y="39757"/>
                  </a:cubicBezTo>
                  <a:cubicBezTo>
                    <a:pt x="13793" y="32214"/>
                    <a:pt x="8154" y="24943"/>
                    <a:pt x="2157" y="17945"/>
                  </a:cubicBezTo>
                  <a:lnTo>
                    <a:pt x="2159" y="17945"/>
                  </a:lnTo>
                  <a:cubicBezTo>
                    <a:pt x="5055" y="16227"/>
                    <a:pt x="8015" y="14530"/>
                    <a:pt x="11283" y="13642"/>
                  </a:cubicBezTo>
                  <a:cubicBezTo>
                    <a:pt x="12638" y="13273"/>
                    <a:pt x="13922" y="13113"/>
                    <a:pt x="15183" y="13113"/>
                  </a:cubicBezTo>
                  <a:close/>
                  <a:moveTo>
                    <a:pt x="2578" y="20435"/>
                  </a:moveTo>
                  <a:cubicBezTo>
                    <a:pt x="8168" y="27062"/>
                    <a:pt x="13443" y="33937"/>
                    <a:pt x="18402" y="41058"/>
                  </a:cubicBezTo>
                  <a:cubicBezTo>
                    <a:pt x="18543" y="41262"/>
                    <a:pt x="18758" y="41377"/>
                    <a:pt x="18977" y="41377"/>
                  </a:cubicBezTo>
                  <a:cubicBezTo>
                    <a:pt x="19133" y="41377"/>
                    <a:pt x="19292" y="41318"/>
                    <a:pt x="19427" y="41190"/>
                  </a:cubicBezTo>
                  <a:cubicBezTo>
                    <a:pt x="21632" y="39103"/>
                    <a:pt x="24333" y="37693"/>
                    <a:pt x="27314" y="37090"/>
                  </a:cubicBezTo>
                  <a:cubicBezTo>
                    <a:pt x="28284" y="36894"/>
                    <a:pt x="29226" y="36809"/>
                    <a:pt x="30154" y="36809"/>
                  </a:cubicBezTo>
                  <a:cubicBezTo>
                    <a:pt x="30890" y="36809"/>
                    <a:pt x="31618" y="36863"/>
                    <a:pt x="32345" y="36959"/>
                  </a:cubicBezTo>
                  <a:cubicBezTo>
                    <a:pt x="32139" y="36996"/>
                    <a:pt x="31934" y="37038"/>
                    <a:pt x="31726" y="37085"/>
                  </a:cubicBezTo>
                  <a:cubicBezTo>
                    <a:pt x="29702" y="37535"/>
                    <a:pt x="27672" y="38191"/>
                    <a:pt x="25741" y="38939"/>
                  </a:cubicBezTo>
                  <a:cubicBezTo>
                    <a:pt x="24060" y="39590"/>
                    <a:pt x="22425" y="40379"/>
                    <a:pt x="20975" y="41459"/>
                  </a:cubicBezTo>
                  <a:cubicBezTo>
                    <a:pt x="20335" y="41934"/>
                    <a:pt x="18892" y="42836"/>
                    <a:pt x="18616" y="43758"/>
                  </a:cubicBezTo>
                  <a:cubicBezTo>
                    <a:pt x="15797" y="39642"/>
                    <a:pt x="12269" y="35871"/>
                    <a:pt x="9131" y="31993"/>
                  </a:cubicBezTo>
                  <a:cubicBezTo>
                    <a:pt x="7537" y="30022"/>
                    <a:pt x="5941" y="28055"/>
                    <a:pt x="4343" y="26088"/>
                  </a:cubicBezTo>
                  <a:cubicBezTo>
                    <a:pt x="3509" y="25063"/>
                    <a:pt x="2360" y="24025"/>
                    <a:pt x="1726" y="22872"/>
                  </a:cubicBezTo>
                  <a:lnTo>
                    <a:pt x="1290" y="22336"/>
                  </a:lnTo>
                  <a:cubicBezTo>
                    <a:pt x="1365" y="21812"/>
                    <a:pt x="1612" y="21399"/>
                    <a:pt x="2027" y="21097"/>
                  </a:cubicBezTo>
                  <a:cubicBezTo>
                    <a:pt x="2191" y="20870"/>
                    <a:pt x="2390" y="20654"/>
                    <a:pt x="2578" y="20435"/>
                  </a:cubicBezTo>
                  <a:close/>
                  <a:moveTo>
                    <a:pt x="34214" y="37438"/>
                  </a:moveTo>
                  <a:cubicBezTo>
                    <a:pt x="34480" y="37438"/>
                    <a:pt x="34745" y="37450"/>
                    <a:pt x="35009" y="37476"/>
                  </a:cubicBezTo>
                  <a:cubicBezTo>
                    <a:pt x="35056" y="37488"/>
                    <a:pt x="35104" y="37502"/>
                    <a:pt x="35153" y="37514"/>
                  </a:cubicBezTo>
                  <a:cubicBezTo>
                    <a:pt x="32341" y="37733"/>
                    <a:pt x="29659" y="38637"/>
                    <a:pt x="27141" y="39965"/>
                  </a:cubicBezTo>
                  <a:cubicBezTo>
                    <a:pt x="25564" y="40797"/>
                    <a:pt x="24060" y="41771"/>
                    <a:pt x="22625" y="42823"/>
                  </a:cubicBezTo>
                  <a:cubicBezTo>
                    <a:pt x="22053" y="43241"/>
                    <a:pt x="21266" y="44080"/>
                    <a:pt x="20621" y="44360"/>
                  </a:cubicBezTo>
                  <a:cubicBezTo>
                    <a:pt x="20405" y="44454"/>
                    <a:pt x="20198" y="44493"/>
                    <a:pt x="19997" y="44493"/>
                  </a:cubicBezTo>
                  <a:cubicBezTo>
                    <a:pt x="19802" y="44493"/>
                    <a:pt x="19613" y="44456"/>
                    <a:pt x="19427" y="44400"/>
                  </a:cubicBezTo>
                  <a:cubicBezTo>
                    <a:pt x="19434" y="44391"/>
                    <a:pt x="19440" y="44386"/>
                    <a:pt x="19448" y="44377"/>
                  </a:cubicBezTo>
                  <a:cubicBezTo>
                    <a:pt x="19593" y="44198"/>
                    <a:pt x="19599" y="43995"/>
                    <a:pt x="19448" y="43814"/>
                  </a:cubicBezTo>
                  <a:lnTo>
                    <a:pt x="19430" y="43792"/>
                  </a:lnTo>
                  <a:cubicBezTo>
                    <a:pt x="19697" y="43721"/>
                    <a:pt x="19911" y="43553"/>
                    <a:pt x="20074" y="43287"/>
                  </a:cubicBezTo>
                  <a:cubicBezTo>
                    <a:pt x="20320" y="43038"/>
                    <a:pt x="20576" y="42801"/>
                    <a:pt x="20843" y="42573"/>
                  </a:cubicBezTo>
                  <a:cubicBezTo>
                    <a:pt x="21485" y="42027"/>
                    <a:pt x="22180" y="41552"/>
                    <a:pt x="22907" y="41126"/>
                  </a:cubicBezTo>
                  <a:cubicBezTo>
                    <a:pt x="24188" y="40374"/>
                    <a:pt x="25559" y="39793"/>
                    <a:pt x="26955" y="39291"/>
                  </a:cubicBezTo>
                  <a:cubicBezTo>
                    <a:pt x="29199" y="38484"/>
                    <a:pt x="31750" y="37438"/>
                    <a:pt x="34214" y="37438"/>
                  </a:cubicBezTo>
                  <a:close/>
                  <a:moveTo>
                    <a:pt x="34842" y="0"/>
                  </a:moveTo>
                  <a:cubicBezTo>
                    <a:pt x="34343" y="0"/>
                    <a:pt x="33867" y="188"/>
                    <a:pt x="33507" y="630"/>
                  </a:cubicBezTo>
                  <a:cubicBezTo>
                    <a:pt x="31447" y="1151"/>
                    <a:pt x="29512" y="2015"/>
                    <a:pt x="27862" y="3526"/>
                  </a:cubicBezTo>
                  <a:cubicBezTo>
                    <a:pt x="27217" y="4115"/>
                    <a:pt x="26496" y="4800"/>
                    <a:pt x="25773" y="5555"/>
                  </a:cubicBezTo>
                  <a:cubicBezTo>
                    <a:pt x="23620" y="7604"/>
                    <a:pt x="21769" y="10148"/>
                    <a:pt x="20875" y="12916"/>
                  </a:cubicBezTo>
                  <a:cubicBezTo>
                    <a:pt x="19359" y="12052"/>
                    <a:pt x="17538" y="11727"/>
                    <a:pt x="15721" y="11727"/>
                  </a:cubicBezTo>
                  <a:cubicBezTo>
                    <a:pt x="14356" y="11727"/>
                    <a:pt x="12994" y="11911"/>
                    <a:pt x="11766" y="12185"/>
                  </a:cubicBezTo>
                  <a:cubicBezTo>
                    <a:pt x="7819" y="13067"/>
                    <a:pt x="4277" y="15176"/>
                    <a:pt x="838" y="17217"/>
                  </a:cubicBezTo>
                  <a:cubicBezTo>
                    <a:pt x="458" y="17444"/>
                    <a:pt x="436" y="17923"/>
                    <a:pt x="707" y="18237"/>
                  </a:cubicBezTo>
                  <a:cubicBezTo>
                    <a:pt x="1244" y="18859"/>
                    <a:pt x="1774" y="19488"/>
                    <a:pt x="2305" y="20116"/>
                  </a:cubicBezTo>
                  <a:cubicBezTo>
                    <a:pt x="1441" y="20484"/>
                    <a:pt x="862" y="21064"/>
                    <a:pt x="197" y="21811"/>
                  </a:cubicBezTo>
                  <a:cubicBezTo>
                    <a:pt x="77" y="21947"/>
                    <a:pt x="0" y="22200"/>
                    <a:pt x="127" y="22363"/>
                  </a:cubicBezTo>
                  <a:cubicBezTo>
                    <a:pt x="2951" y="26054"/>
                    <a:pt x="5928" y="29634"/>
                    <a:pt x="8843" y="33254"/>
                  </a:cubicBezTo>
                  <a:cubicBezTo>
                    <a:pt x="11749" y="36861"/>
                    <a:pt x="14485" y="40794"/>
                    <a:pt x="17652" y="44182"/>
                  </a:cubicBezTo>
                  <a:cubicBezTo>
                    <a:pt x="17664" y="44208"/>
                    <a:pt x="17679" y="44232"/>
                    <a:pt x="17699" y="44255"/>
                  </a:cubicBezTo>
                  <a:cubicBezTo>
                    <a:pt x="18282" y="44908"/>
                    <a:pt x="19219" y="45924"/>
                    <a:pt x="20167" y="45924"/>
                  </a:cubicBezTo>
                  <a:cubicBezTo>
                    <a:pt x="20277" y="45924"/>
                    <a:pt x="20387" y="45910"/>
                    <a:pt x="20497" y="45881"/>
                  </a:cubicBezTo>
                  <a:cubicBezTo>
                    <a:pt x="21148" y="45708"/>
                    <a:pt x="21757" y="44978"/>
                    <a:pt x="22286" y="44585"/>
                  </a:cubicBezTo>
                  <a:cubicBezTo>
                    <a:pt x="23162" y="43935"/>
                    <a:pt x="24053" y="43304"/>
                    <a:pt x="24965" y="42705"/>
                  </a:cubicBezTo>
                  <a:cubicBezTo>
                    <a:pt x="27366" y="41130"/>
                    <a:pt x="29934" y="39829"/>
                    <a:pt x="32678" y="39174"/>
                  </a:cubicBezTo>
                  <a:cubicBezTo>
                    <a:pt x="32752" y="39177"/>
                    <a:pt x="32826" y="39174"/>
                    <a:pt x="32900" y="39178"/>
                  </a:cubicBezTo>
                  <a:cubicBezTo>
                    <a:pt x="34054" y="39233"/>
                    <a:pt x="35153" y="39648"/>
                    <a:pt x="36288" y="39715"/>
                  </a:cubicBezTo>
                  <a:cubicBezTo>
                    <a:pt x="36337" y="39718"/>
                    <a:pt x="36385" y="39720"/>
                    <a:pt x="36433" y="39720"/>
                  </a:cubicBezTo>
                  <a:cubicBezTo>
                    <a:pt x="37209" y="39720"/>
                    <a:pt x="37750" y="39337"/>
                    <a:pt x="37827" y="38540"/>
                  </a:cubicBezTo>
                  <a:cubicBezTo>
                    <a:pt x="39593" y="36201"/>
                    <a:pt x="41115" y="33792"/>
                    <a:pt x="43273" y="31744"/>
                  </a:cubicBezTo>
                  <a:cubicBezTo>
                    <a:pt x="44449" y="30626"/>
                    <a:pt x="45716" y="29608"/>
                    <a:pt x="47060" y="28698"/>
                  </a:cubicBezTo>
                  <a:cubicBezTo>
                    <a:pt x="47079" y="28686"/>
                    <a:pt x="47099" y="28675"/>
                    <a:pt x="47118" y="28662"/>
                  </a:cubicBezTo>
                  <a:cubicBezTo>
                    <a:pt x="48826" y="27633"/>
                    <a:pt x="50637" y="26785"/>
                    <a:pt x="52524" y="26133"/>
                  </a:cubicBezTo>
                  <a:cubicBezTo>
                    <a:pt x="52902" y="26003"/>
                    <a:pt x="53156" y="25447"/>
                    <a:pt x="52785" y="25145"/>
                  </a:cubicBezTo>
                  <a:cubicBezTo>
                    <a:pt x="52171" y="24648"/>
                    <a:pt x="51613" y="24099"/>
                    <a:pt x="50959" y="23696"/>
                  </a:cubicBezTo>
                  <a:cubicBezTo>
                    <a:pt x="51006" y="23680"/>
                    <a:pt x="51050" y="23660"/>
                    <a:pt x="51097" y="23645"/>
                  </a:cubicBezTo>
                  <a:cubicBezTo>
                    <a:pt x="51251" y="23594"/>
                    <a:pt x="51309" y="23468"/>
                    <a:pt x="51300" y="23347"/>
                  </a:cubicBezTo>
                  <a:cubicBezTo>
                    <a:pt x="51345" y="23292"/>
                    <a:pt x="51376" y="23227"/>
                    <a:pt x="51391" y="23158"/>
                  </a:cubicBezTo>
                  <a:cubicBezTo>
                    <a:pt x="51657" y="23086"/>
                    <a:pt x="51868" y="22805"/>
                    <a:pt x="51676" y="22507"/>
                  </a:cubicBezTo>
                  <a:cubicBezTo>
                    <a:pt x="51561" y="22326"/>
                    <a:pt x="51447" y="22144"/>
                    <a:pt x="51333" y="21962"/>
                  </a:cubicBezTo>
                  <a:cubicBezTo>
                    <a:pt x="51345" y="21962"/>
                    <a:pt x="51359" y="21961"/>
                    <a:pt x="51371" y="21961"/>
                  </a:cubicBezTo>
                  <a:cubicBezTo>
                    <a:pt x="51374" y="21961"/>
                    <a:pt x="51377" y="21961"/>
                    <a:pt x="51379" y="21961"/>
                  </a:cubicBezTo>
                  <a:cubicBezTo>
                    <a:pt x="51539" y="21961"/>
                    <a:pt x="51585" y="21737"/>
                    <a:pt x="51453" y="21658"/>
                  </a:cubicBezTo>
                  <a:cubicBezTo>
                    <a:pt x="51333" y="21585"/>
                    <a:pt x="51198" y="21544"/>
                    <a:pt x="51056" y="21524"/>
                  </a:cubicBezTo>
                  <a:cubicBezTo>
                    <a:pt x="50796" y="21108"/>
                    <a:pt x="50546" y="20689"/>
                    <a:pt x="50290" y="20269"/>
                  </a:cubicBezTo>
                  <a:cubicBezTo>
                    <a:pt x="50030" y="19581"/>
                    <a:pt x="49589" y="18953"/>
                    <a:pt x="49191" y="18312"/>
                  </a:cubicBezTo>
                  <a:cubicBezTo>
                    <a:pt x="48421" y="17077"/>
                    <a:pt x="47572" y="15893"/>
                    <a:pt x="46728" y="14709"/>
                  </a:cubicBezTo>
                  <a:cubicBezTo>
                    <a:pt x="45005" y="12292"/>
                    <a:pt x="43280" y="9876"/>
                    <a:pt x="41551" y="7464"/>
                  </a:cubicBezTo>
                  <a:cubicBezTo>
                    <a:pt x="40019" y="5325"/>
                    <a:pt x="38618" y="2783"/>
                    <a:pt x="36781" y="897"/>
                  </a:cubicBezTo>
                  <a:cubicBezTo>
                    <a:pt x="36255" y="356"/>
                    <a:pt x="35527" y="0"/>
                    <a:pt x="348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34"/>
            <p:cNvSpPr/>
            <p:nvPr/>
          </p:nvSpPr>
          <p:spPr>
            <a:xfrm>
              <a:off x="2990175" y="381350"/>
              <a:ext cx="254450" cy="209600"/>
            </a:xfrm>
            <a:custGeom>
              <a:avLst/>
              <a:gdLst/>
              <a:ahLst/>
              <a:cxnLst/>
              <a:rect l="l" t="t" r="r" b="b"/>
              <a:pathLst>
                <a:path w="10178" h="8384" extrusionOk="0">
                  <a:moveTo>
                    <a:pt x="9489" y="1"/>
                  </a:moveTo>
                  <a:cubicBezTo>
                    <a:pt x="9460" y="1"/>
                    <a:pt x="9430" y="3"/>
                    <a:pt x="9398" y="7"/>
                  </a:cubicBezTo>
                  <a:cubicBezTo>
                    <a:pt x="5315" y="589"/>
                    <a:pt x="1324" y="4315"/>
                    <a:pt x="48" y="8144"/>
                  </a:cubicBezTo>
                  <a:cubicBezTo>
                    <a:pt x="1" y="8286"/>
                    <a:pt x="119" y="8384"/>
                    <a:pt x="239" y="8384"/>
                  </a:cubicBezTo>
                  <a:cubicBezTo>
                    <a:pt x="302" y="8384"/>
                    <a:pt x="366" y="8357"/>
                    <a:pt x="406" y="8294"/>
                  </a:cubicBezTo>
                  <a:cubicBezTo>
                    <a:pt x="1475" y="6637"/>
                    <a:pt x="2632" y="5068"/>
                    <a:pt x="4157" y="3799"/>
                  </a:cubicBezTo>
                  <a:cubicBezTo>
                    <a:pt x="5839" y="2399"/>
                    <a:pt x="7661" y="1727"/>
                    <a:pt x="9647" y="909"/>
                  </a:cubicBezTo>
                  <a:cubicBezTo>
                    <a:pt x="10177" y="691"/>
                    <a:pt x="10017" y="1"/>
                    <a:pt x="948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34"/>
            <p:cNvSpPr/>
            <p:nvPr/>
          </p:nvSpPr>
          <p:spPr>
            <a:xfrm>
              <a:off x="3026350" y="441550"/>
              <a:ext cx="247225" cy="201350"/>
            </a:xfrm>
            <a:custGeom>
              <a:avLst/>
              <a:gdLst/>
              <a:ahLst/>
              <a:cxnLst/>
              <a:rect l="l" t="t" r="r" b="b"/>
              <a:pathLst>
                <a:path w="9889" h="8054" extrusionOk="0">
                  <a:moveTo>
                    <a:pt x="9472" y="1"/>
                  </a:moveTo>
                  <a:cubicBezTo>
                    <a:pt x="9466" y="1"/>
                    <a:pt x="9460" y="1"/>
                    <a:pt x="9454" y="1"/>
                  </a:cubicBezTo>
                  <a:cubicBezTo>
                    <a:pt x="5735" y="204"/>
                    <a:pt x="1142" y="4281"/>
                    <a:pt x="59" y="7752"/>
                  </a:cubicBezTo>
                  <a:cubicBezTo>
                    <a:pt x="0" y="7941"/>
                    <a:pt x="141" y="8053"/>
                    <a:pt x="292" y="8053"/>
                  </a:cubicBezTo>
                  <a:cubicBezTo>
                    <a:pt x="375" y="8053"/>
                    <a:pt x="460" y="8019"/>
                    <a:pt x="517" y="7945"/>
                  </a:cubicBezTo>
                  <a:cubicBezTo>
                    <a:pt x="1756" y="6329"/>
                    <a:pt x="2771" y="4701"/>
                    <a:pt x="4382" y="3401"/>
                  </a:cubicBezTo>
                  <a:cubicBezTo>
                    <a:pt x="6005" y="2092"/>
                    <a:pt x="7844" y="1590"/>
                    <a:pt x="9618" y="609"/>
                  </a:cubicBezTo>
                  <a:cubicBezTo>
                    <a:pt x="9889" y="460"/>
                    <a:pt x="9783" y="1"/>
                    <a:pt x="94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34"/>
            <p:cNvSpPr/>
            <p:nvPr/>
          </p:nvSpPr>
          <p:spPr>
            <a:xfrm>
              <a:off x="3172850" y="661350"/>
              <a:ext cx="224850" cy="198300"/>
            </a:xfrm>
            <a:custGeom>
              <a:avLst/>
              <a:gdLst/>
              <a:ahLst/>
              <a:cxnLst/>
              <a:rect l="l" t="t" r="r" b="b"/>
              <a:pathLst>
                <a:path w="8994" h="7932" extrusionOk="0">
                  <a:moveTo>
                    <a:pt x="8456" y="0"/>
                  </a:moveTo>
                  <a:cubicBezTo>
                    <a:pt x="8425" y="0"/>
                    <a:pt x="8392" y="4"/>
                    <a:pt x="8358" y="11"/>
                  </a:cubicBezTo>
                  <a:cubicBezTo>
                    <a:pt x="5106" y="738"/>
                    <a:pt x="1076" y="4402"/>
                    <a:pt x="60" y="7579"/>
                  </a:cubicBezTo>
                  <a:cubicBezTo>
                    <a:pt x="1" y="7765"/>
                    <a:pt x="174" y="7931"/>
                    <a:pt x="343" y="7931"/>
                  </a:cubicBezTo>
                  <a:cubicBezTo>
                    <a:pt x="409" y="7931"/>
                    <a:pt x="474" y="7907"/>
                    <a:pt x="524" y="7849"/>
                  </a:cubicBezTo>
                  <a:cubicBezTo>
                    <a:pt x="1689" y="6518"/>
                    <a:pt x="2590" y="5030"/>
                    <a:pt x="3913" y="3818"/>
                  </a:cubicBezTo>
                  <a:cubicBezTo>
                    <a:pt x="5371" y="2483"/>
                    <a:pt x="7047" y="1783"/>
                    <a:pt x="8657" y="718"/>
                  </a:cubicBezTo>
                  <a:cubicBezTo>
                    <a:pt x="8993" y="494"/>
                    <a:pt x="8826" y="0"/>
                    <a:pt x="84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34"/>
            <p:cNvSpPr/>
            <p:nvPr/>
          </p:nvSpPr>
          <p:spPr>
            <a:xfrm>
              <a:off x="3219000" y="725650"/>
              <a:ext cx="226500" cy="215375"/>
            </a:xfrm>
            <a:custGeom>
              <a:avLst/>
              <a:gdLst/>
              <a:ahLst/>
              <a:cxnLst/>
              <a:rect l="l" t="t" r="r" b="b"/>
              <a:pathLst>
                <a:path w="9060" h="8615" extrusionOk="0">
                  <a:moveTo>
                    <a:pt x="8466" y="1"/>
                  </a:moveTo>
                  <a:cubicBezTo>
                    <a:pt x="8403" y="1"/>
                    <a:pt x="8336" y="16"/>
                    <a:pt x="8267" y="50"/>
                  </a:cubicBezTo>
                  <a:cubicBezTo>
                    <a:pt x="6348" y="1017"/>
                    <a:pt x="4571" y="2396"/>
                    <a:pt x="3025" y="3882"/>
                  </a:cubicBezTo>
                  <a:cubicBezTo>
                    <a:pt x="1836" y="5024"/>
                    <a:pt x="0" y="6568"/>
                    <a:pt x="62" y="8367"/>
                  </a:cubicBezTo>
                  <a:cubicBezTo>
                    <a:pt x="66" y="8507"/>
                    <a:pt x="206" y="8614"/>
                    <a:pt x="335" y="8614"/>
                  </a:cubicBezTo>
                  <a:cubicBezTo>
                    <a:pt x="409" y="8614"/>
                    <a:pt x="480" y="8578"/>
                    <a:pt x="518" y="8491"/>
                  </a:cubicBezTo>
                  <a:cubicBezTo>
                    <a:pt x="2016" y="5007"/>
                    <a:pt x="5594" y="2708"/>
                    <a:pt x="8679" y="755"/>
                  </a:cubicBezTo>
                  <a:cubicBezTo>
                    <a:pt x="9059" y="514"/>
                    <a:pt x="8832" y="1"/>
                    <a:pt x="84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34"/>
            <p:cNvSpPr/>
            <p:nvPr/>
          </p:nvSpPr>
          <p:spPr>
            <a:xfrm>
              <a:off x="2528200" y="658025"/>
              <a:ext cx="405900" cy="260600"/>
            </a:xfrm>
            <a:custGeom>
              <a:avLst/>
              <a:gdLst/>
              <a:ahLst/>
              <a:cxnLst/>
              <a:rect l="l" t="t" r="r" b="b"/>
              <a:pathLst>
                <a:path w="16236" h="10424" extrusionOk="0">
                  <a:moveTo>
                    <a:pt x="1382" y="2708"/>
                  </a:moveTo>
                  <a:cubicBezTo>
                    <a:pt x="2705" y="4465"/>
                    <a:pt x="4361" y="5818"/>
                    <a:pt x="5564" y="7549"/>
                  </a:cubicBezTo>
                  <a:cubicBezTo>
                    <a:pt x="5049" y="7000"/>
                    <a:pt x="4518" y="6467"/>
                    <a:pt x="3972" y="5947"/>
                  </a:cubicBezTo>
                  <a:cubicBezTo>
                    <a:pt x="3369" y="5370"/>
                    <a:pt x="2751" y="4825"/>
                    <a:pt x="2113" y="4299"/>
                  </a:cubicBezTo>
                  <a:cubicBezTo>
                    <a:pt x="2286" y="4264"/>
                    <a:pt x="2405" y="4031"/>
                    <a:pt x="2251" y="3877"/>
                  </a:cubicBezTo>
                  <a:cubicBezTo>
                    <a:pt x="1869" y="3498"/>
                    <a:pt x="1454" y="3168"/>
                    <a:pt x="1030" y="2840"/>
                  </a:cubicBezTo>
                  <a:lnTo>
                    <a:pt x="1382" y="2708"/>
                  </a:lnTo>
                  <a:close/>
                  <a:moveTo>
                    <a:pt x="9295" y="739"/>
                  </a:moveTo>
                  <a:cubicBezTo>
                    <a:pt x="10900" y="739"/>
                    <a:pt x="11714" y="2042"/>
                    <a:pt x="12738" y="3153"/>
                  </a:cubicBezTo>
                  <a:cubicBezTo>
                    <a:pt x="13607" y="4096"/>
                    <a:pt x="14464" y="5049"/>
                    <a:pt x="15310" y="6013"/>
                  </a:cubicBezTo>
                  <a:cubicBezTo>
                    <a:pt x="13936" y="6363"/>
                    <a:pt x="12589" y="6790"/>
                    <a:pt x="11275" y="7331"/>
                  </a:cubicBezTo>
                  <a:cubicBezTo>
                    <a:pt x="10703" y="7567"/>
                    <a:pt x="10139" y="7820"/>
                    <a:pt x="9583" y="8091"/>
                  </a:cubicBezTo>
                  <a:cubicBezTo>
                    <a:pt x="9104" y="8323"/>
                    <a:pt x="7997" y="9216"/>
                    <a:pt x="7494" y="9216"/>
                  </a:cubicBezTo>
                  <a:cubicBezTo>
                    <a:pt x="7280" y="9214"/>
                    <a:pt x="7087" y="9143"/>
                    <a:pt x="6911" y="9028"/>
                  </a:cubicBezTo>
                  <a:cubicBezTo>
                    <a:pt x="5976" y="6497"/>
                    <a:pt x="3660" y="4237"/>
                    <a:pt x="1564" y="2642"/>
                  </a:cubicBezTo>
                  <a:cubicBezTo>
                    <a:pt x="3992" y="1737"/>
                    <a:pt x="6804" y="749"/>
                    <a:pt x="9284" y="739"/>
                  </a:cubicBezTo>
                  <a:cubicBezTo>
                    <a:pt x="9288" y="739"/>
                    <a:pt x="9291" y="739"/>
                    <a:pt x="9295" y="739"/>
                  </a:cubicBezTo>
                  <a:close/>
                  <a:moveTo>
                    <a:pt x="9522" y="0"/>
                  </a:moveTo>
                  <a:cubicBezTo>
                    <a:pt x="8353" y="0"/>
                    <a:pt x="6970" y="475"/>
                    <a:pt x="5977" y="700"/>
                  </a:cubicBezTo>
                  <a:cubicBezTo>
                    <a:pt x="4041" y="1140"/>
                    <a:pt x="2155" y="1729"/>
                    <a:pt x="300" y="2432"/>
                  </a:cubicBezTo>
                  <a:cubicBezTo>
                    <a:pt x="25" y="2536"/>
                    <a:pt x="1" y="2846"/>
                    <a:pt x="223" y="3018"/>
                  </a:cubicBezTo>
                  <a:cubicBezTo>
                    <a:pt x="702" y="3388"/>
                    <a:pt x="1169" y="3763"/>
                    <a:pt x="1673" y="4093"/>
                  </a:cubicBezTo>
                  <a:cubicBezTo>
                    <a:pt x="3491" y="5760"/>
                    <a:pt x="5144" y="7550"/>
                    <a:pt x="6623" y="9541"/>
                  </a:cubicBezTo>
                  <a:cubicBezTo>
                    <a:pt x="6713" y="9781"/>
                    <a:pt x="6797" y="10028"/>
                    <a:pt x="6867" y="10287"/>
                  </a:cubicBezTo>
                  <a:cubicBezTo>
                    <a:pt x="6892" y="10382"/>
                    <a:pt x="6963" y="10423"/>
                    <a:pt x="7035" y="10423"/>
                  </a:cubicBezTo>
                  <a:cubicBezTo>
                    <a:pt x="7146" y="10423"/>
                    <a:pt x="7261" y="10329"/>
                    <a:pt x="7234" y="10186"/>
                  </a:cubicBezTo>
                  <a:cubicBezTo>
                    <a:pt x="7224" y="10130"/>
                    <a:pt x="7207" y="10076"/>
                    <a:pt x="7196" y="10021"/>
                  </a:cubicBezTo>
                  <a:cubicBezTo>
                    <a:pt x="7219" y="10016"/>
                    <a:pt x="7243" y="10009"/>
                    <a:pt x="7264" y="9998"/>
                  </a:cubicBezTo>
                  <a:cubicBezTo>
                    <a:pt x="9998" y="8390"/>
                    <a:pt x="12869" y="7216"/>
                    <a:pt x="15954" y="6481"/>
                  </a:cubicBezTo>
                  <a:cubicBezTo>
                    <a:pt x="16193" y="6424"/>
                    <a:pt x="16235" y="6133"/>
                    <a:pt x="16091" y="5967"/>
                  </a:cubicBezTo>
                  <a:cubicBezTo>
                    <a:pt x="14926" y="4637"/>
                    <a:pt x="13744" y="3322"/>
                    <a:pt x="12545" y="2023"/>
                  </a:cubicBezTo>
                  <a:cubicBezTo>
                    <a:pt x="11928" y="1357"/>
                    <a:pt x="11266" y="350"/>
                    <a:pt x="10341" y="98"/>
                  </a:cubicBezTo>
                  <a:cubicBezTo>
                    <a:pt x="10087" y="29"/>
                    <a:pt x="9811" y="0"/>
                    <a:pt x="95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34"/>
            <p:cNvSpPr/>
            <p:nvPr/>
          </p:nvSpPr>
          <p:spPr>
            <a:xfrm>
              <a:off x="2739725" y="878000"/>
              <a:ext cx="265375" cy="114400"/>
            </a:xfrm>
            <a:custGeom>
              <a:avLst/>
              <a:gdLst/>
              <a:ahLst/>
              <a:cxnLst/>
              <a:rect l="l" t="t" r="r" b="b"/>
              <a:pathLst>
                <a:path w="10615" h="4576" extrusionOk="0">
                  <a:moveTo>
                    <a:pt x="8807" y="0"/>
                  </a:moveTo>
                  <a:cubicBezTo>
                    <a:pt x="5620" y="0"/>
                    <a:pt x="1581" y="1966"/>
                    <a:pt x="54" y="4386"/>
                  </a:cubicBezTo>
                  <a:cubicBezTo>
                    <a:pt x="1" y="4471"/>
                    <a:pt x="79" y="4576"/>
                    <a:pt x="166" y="4576"/>
                  </a:cubicBezTo>
                  <a:cubicBezTo>
                    <a:pt x="186" y="4576"/>
                    <a:pt x="207" y="4570"/>
                    <a:pt x="226" y="4558"/>
                  </a:cubicBezTo>
                  <a:cubicBezTo>
                    <a:pt x="1875" y="3508"/>
                    <a:pt x="3258" y="2278"/>
                    <a:pt x="5131" y="1591"/>
                  </a:cubicBezTo>
                  <a:cubicBezTo>
                    <a:pt x="6861" y="957"/>
                    <a:pt x="8587" y="1026"/>
                    <a:pt x="10351" y="694"/>
                  </a:cubicBezTo>
                  <a:cubicBezTo>
                    <a:pt x="10615" y="644"/>
                    <a:pt x="10595" y="242"/>
                    <a:pt x="10351" y="180"/>
                  </a:cubicBezTo>
                  <a:cubicBezTo>
                    <a:pt x="9872" y="58"/>
                    <a:pt x="9352" y="0"/>
                    <a:pt x="88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34"/>
            <p:cNvSpPr/>
            <p:nvPr/>
          </p:nvSpPr>
          <p:spPr>
            <a:xfrm>
              <a:off x="2783475" y="946275"/>
              <a:ext cx="254775" cy="113000"/>
            </a:xfrm>
            <a:custGeom>
              <a:avLst/>
              <a:gdLst/>
              <a:ahLst/>
              <a:cxnLst/>
              <a:rect l="l" t="t" r="r" b="b"/>
              <a:pathLst>
                <a:path w="10191" h="4520" extrusionOk="0">
                  <a:moveTo>
                    <a:pt x="9024" y="1"/>
                  </a:moveTo>
                  <a:cubicBezTo>
                    <a:pt x="7296" y="1"/>
                    <a:pt x="5453" y="625"/>
                    <a:pt x="3919" y="1282"/>
                  </a:cubicBezTo>
                  <a:cubicBezTo>
                    <a:pt x="2789" y="1765"/>
                    <a:pt x="261" y="2658"/>
                    <a:pt x="23" y="4060"/>
                  </a:cubicBezTo>
                  <a:cubicBezTo>
                    <a:pt x="1" y="4188"/>
                    <a:pt x="41" y="4285"/>
                    <a:pt x="145" y="4359"/>
                  </a:cubicBezTo>
                  <a:lnTo>
                    <a:pt x="328" y="4490"/>
                  </a:lnTo>
                  <a:cubicBezTo>
                    <a:pt x="356" y="4510"/>
                    <a:pt x="386" y="4519"/>
                    <a:pt x="416" y="4519"/>
                  </a:cubicBezTo>
                  <a:cubicBezTo>
                    <a:pt x="528" y="4519"/>
                    <a:pt x="634" y="4397"/>
                    <a:pt x="599" y="4281"/>
                  </a:cubicBezTo>
                  <a:cubicBezTo>
                    <a:pt x="310" y="3333"/>
                    <a:pt x="4773" y="1735"/>
                    <a:pt x="5289" y="1569"/>
                  </a:cubicBezTo>
                  <a:cubicBezTo>
                    <a:pt x="6773" y="1093"/>
                    <a:pt x="8295" y="1027"/>
                    <a:pt x="9799" y="688"/>
                  </a:cubicBezTo>
                  <a:cubicBezTo>
                    <a:pt x="10190" y="600"/>
                    <a:pt x="10059" y="73"/>
                    <a:pt x="9711" y="36"/>
                  </a:cubicBezTo>
                  <a:cubicBezTo>
                    <a:pt x="9485" y="12"/>
                    <a:pt x="9255" y="1"/>
                    <a:pt x="902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34"/>
            <p:cNvSpPr/>
            <p:nvPr/>
          </p:nvSpPr>
          <p:spPr>
            <a:xfrm>
              <a:off x="2839925" y="1007825"/>
              <a:ext cx="259925" cy="117700"/>
            </a:xfrm>
            <a:custGeom>
              <a:avLst/>
              <a:gdLst/>
              <a:ahLst/>
              <a:cxnLst/>
              <a:rect l="l" t="t" r="r" b="b"/>
              <a:pathLst>
                <a:path w="10397" h="4708" extrusionOk="0">
                  <a:moveTo>
                    <a:pt x="9045" y="1"/>
                  </a:moveTo>
                  <a:cubicBezTo>
                    <a:pt x="5729" y="1"/>
                    <a:pt x="2019" y="2104"/>
                    <a:pt x="58" y="4551"/>
                  </a:cubicBezTo>
                  <a:cubicBezTo>
                    <a:pt x="0" y="4623"/>
                    <a:pt x="54" y="4707"/>
                    <a:pt x="124" y="4707"/>
                  </a:cubicBezTo>
                  <a:cubicBezTo>
                    <a:pt x="145" y="4707"/>
                    <a:pt x="167" y="4700"/>
                    <a:pt x="188" y="4683"/>
                  </a:cubicBezTo>
                  <a:cubicBezTo>
                    <a:pt x="1738" y="3418"/>
                    <a:pt x="3324" y="2289"/>
                    <a:pt x="5224" y="1613"/>
                  </a:cubicBezTo>
                  <a:cubicBezTo>
                    <a:pt x="6821" y="1047"/>
                    <a:pt x="8433" y="1014"/>
                    <a:pt x="10074" y="712"/>
                  </a:cubicBezTo>
                  <a:cubicBezTo>
                    <a:pt x="10385" y="655"/>
                    <a:pt x="10396" y="120"/>
                    <a:pt x="10074" y="73"/>
                  </a:cubicBezTo>
                  <a:cubicBezTo>
                    <a:pt x="9737" y="24"/>
                    <a:pt x="9393" y="1"/>
                    <a:pt x="90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4"/>
          <p:cNvSpPr txBox="1">
            <a:spLocks noGrp="1"/>
          </p:cNvSpPr>
          <p:nvPr>
            <p:ph type="title"/>
          </p:nvPr>
        </p:nvSpPr>
        <p:spPr>
          <a:xfrm>
            <a:off x="1487709" y="1338185"/>
            <a:ext cx="6899108" cy="158343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400" dirty="0"/>
              <a:t>	</a:t>
            </a:r>
            <a:endParaRPr lang="en-US" sz="1400" b="1" dirty="0">
              <a:solidFill>
                <a:srgbClr val="C00000"/>
              </a:solidFill>
            </a:endParaRPr>
          </a:p>
        </p:txBody>
      </p:sp>
      <p:sp>
        <p:nvSpPr>
          <p:cNvPr id="234" name="Google Shape;234;p34"/>
          <p:cNvSpPr txBox="1">
            <a:spLocks noGrp="1"/>
          </p:cNvSpPr>
          <p:nvPr>
            <p:ph type="subTitle" idx="1"/>
          </p:nvPr>
        </p:nvSpPr>
        <p:spPr>
          <a:xfrm>
            <a:off x="1307759" y="531752"/>
            <a:ext cx="3439500" cy="53514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Heaps	</a:t>
            </a:r>
          </a:p>
        </p:txBody>
      </p:sp>
      <p:pic>
        <p:nvPicPr>
          <p:cNvPr id="235" name="Google Shape;235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695460">
            <a:off x="7765338" y="3361772"/>
            <a:ext cx="1241024" cy="1610463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grpSp>
        <p:nvGrpSpPr>
          <p:cNvPr id="236" name="Google Shape;236;p34"/>
          <p:cNvGrpSpPr/>
          <p:nvPr/>
        </p:nvGrpSpPr>
        <p:grpSpPr>
          <a:xfrm rot="790859">
            <a:off x="7973758" y="3964891"/>
            <a:ext cx="824184" cy="712067"/>
            <a:chOff x="2341425" y="238100"/>
            <a:chExt cx="1328900" cy="1148125"/>
          </a:xfrm>
        </p:grpSpPr>
        <p:sp>
          <p:nvSpPr>
            <p:cNvPr id="237" name="Google Shape;237;p34"/>
            <p:cNvSpPr/>
            <p:nvPr/>
          </p:nvSpPr>
          <p:spPr>
            <a:xfrm>
              <a:off x="2341425" y="238100"/>
              <a:ext cx="1328900" cy="1148125"/>
            </a:xfrm>
            <a:custGeom>
              <a:avLst/>
              <a:gdLst/>
              <a:ahLst/>
              <a:cxnLst/>
              <a:rect l="l" t="t" r="r" b="b"/>
              <a:pathLst>
                <a:path w="53156" h="45925" extrusionOk="0">
                  <a:moveTo>
                    <a:pt x="49853" y="24103"/>
                  </a:moveTo>
                  <a:cubicBezTo>
                    <a:pt x="50212" y="24609"/>
                    <a:pt x="50681" y="25003"/>
                    <a:pt x="51172" y="25380"/>
                  </a:cubicBezTo>
                  <a:cubicBezTo>
                    <a:pt x="48199" y="26540"/>
                    <a:pt x="45438" y="28144"/>
                    <a:pt x="42987" y="30206"/>
                  </a:cubicBezTo>
                  <a:cubicBezTo>
                    <a:pt x="41727" y="31264"/>
                    <a:pt x="40396" y="32510"/>
                    <a:pt x="39238" y="33887"/>
                  </a:cubicBezTo>
                  <a:cubicBezTo>
                    <a:pt x="39347" y="33688"/>
                    <a:pt x="39460" y="33491"/>
                    <a:pt x="39578" y="33301"/>
                  </a:cubicBezTo>
                  <a:cubicBezTo>
                    <a:pt x="40490" y="31831"/>
                    <a:pt x="41539" y="30449"/>
                    <a:pt x="42711" y="29176"/>
                  </a:cubicBezTo>
                  <a:cubicBezTo>
                    <a:pt x="44775" y="26932"/>
                    <a:pt x="47091" y="25229"/>
                    <a:pt x="49853" y="24103"/>
                  </a:cubicBezTo>
                  <a:close/>
                  <a:moveTo>
                    <a:pt x="35117" y="1053"/>
                  </a:moveTo>
                  <a:lnTo>
                    <a:pt x="35117" y="1053"/>
                  </a:lnTo>
                  <a:cubicBezTo>
                    <a:pt x="36710" y="1715"/>
                    <a:pt x="38294" y="4814"/>
                    <a:pt x="38992" y="5799"/>
                  </a:cubicBezTo>
                  <a:cubicBezTo>
                    <a:pt x="40312" y="7660"/>
                    <a:pt x="41633" y="9523"/>
                    <a:pt x="42954" y="11383"/>
                  </a:cubicBezTo>
                  <a:cubicBezTo>
                    <a:pt x="44182" y="13110"/>
                    <a:pt x="45421" y="14827"/>
                    <a:pt x="46633" y="16564"/>
                  </a:cubicBezTo>
                  <a:cubicBezTo>
                    <a:pt x="46650" y="16588"/>
                    <a:pt x="46667" y="16613"/>
                    <a:pt x="46685" y="16638"/>
                  </a:cubicBezTo>
                  <a:cubicBezTo>
                    <a:pt x="47623" y="18397"/>
                    <a:pt x="48600" y="20134"/>
                    <a:pt x="49618" y="21849"/>
                  </a:cubicBezTo>
                  <a:cubicBezTo>
                    <a:pt x="48693" y="22281"/>
                    <a:pt x="47744" y="23007"/>
                    <a:pt x="47214" y="23343"/>
                  </a:cubicBezTo>
                  <a:cubicBezTo>
                    <a:pt x="45320" y="24544"/>
                    <a:pt x="43587" y="25982"/>
                    <a:pt x="42057" y="27622"/>
                  </a:cubicBezTo>
                  <a:cubicBezTo>
                    <a:pt x="40592" y="29191"/>
                    <a:pt x="39304" y="30938"/>
                    <a:pt x="38281" y="32827"/>
                  </a:cubicBezTo>
                  <a:cubicBezTo>
                    <a:pt x="37877" y="33573"/>
                    <a:pt x="37271" y="34533"/>
                    <a:pt x="36981" y="35496"/>
                  </a:cubicBezTo>
                  <a:cubicBezTo>
                    <a:pt x="36328" y="34434"/>
                    <a:pt x="35635" y="33395"/>
                    <a:pt x="34953" y="32353"/>
                  </a:cubicBezTo>
                  <a:cubicBezTo>
                    <a:pt x="33450" y="30055"/>
                    <a:pt x="31915" y="27777"/>
                    <a:pt x="30347" y="25524"/>
                  </a:cubicBezTo>
                  <a:cubicBezTo>
                    <a:pt x="28841" y="23359"/>
                    <a:pt x="27306" y="21217"/>
                    <a:pt x="25741" y="19095"/>
                  </a:cubicBezTo>
                  <a:cubicBezTo>
                    <a:pt x="24508" y="17421"/>
                    <a:pt x="23256" y="15382"/>
                    <a:pt x="21757" y="13843"/>
                  </a:cubicBezTo>
                  <a:cubicBezTo>
                    <a:pt x="22758" y="10753"/>
                    <a:pt x="24747" y="8361"/>
                    <a:pt x="26903" y="5992"/>
                  </a:cubicBezTo>
                  <a:cubicBezTo>
                    <a:pt x="27357" y="5493"/>
                    <a:pt x="27826" y="4981"/>
                    <a:pt x="28315" y="4481"/>
                  </a:cubicBezTo>
                  <a:cubicBezTo>
                    <a:pt x="29626" y="3498"/>
                    <a:pt x="31045" y="2668"/>
                    <a:pt x="32551" y="2018"/>
                  </a:cubicBezTo>
                  <a:cubicBezTo>
                    <a:pt x="33121" y="1772"/>
                    <a:pt x="33780" y="1496"/>
                    <a:pt x="34476" y="1255"/>
                  </a:cubicBezTo>
                  <a:cubicBezTo>
                    <a:pt x="34702" y="1206"/>
                    <a:pt x="34932" y="1166"/>
                    <a:pt x="35161" y="1125"/>
                  </a:cubicBezTo>
                  <a:cubicBezTo>
                    <a:pt x="35147" y="1101"/>
                    <a:pt x="35132" y="1076"/>
                    <a:pt x="35117" y="1053"/>
                  </a:cubicBezTo>
                  <a:close/>
                  <a:moveTo>
                    <a:pt x="49886" y="22296"/>
                  </a:moveTo>
                  <a:cubicBezTo>
                    <a:pt x="50069" y="22601"/>
                    <a:pt x="50253" y="22905"/>
                    <a:pt x="50437" y="23208"/>
                  </a:cubicBezTo>
                  <a:cubicBezTo>
                    <a:pt x="50328" y="23239"/>
                    <a:pt x="50219" y="23270"/>
                    <a:pt x="50110" y="23305"/>
                  </a:cubicBezTo>
                  <a:cubicBezTo>
                    <a:pt x="50098" y="23304"/>
                    <a:pt x="50086" y="23303"/>
                    <a:pt x="50074" y="23303"/>
                  </a:cubicBezTo>
                  <a:cubicBezTo>
                    <a:pt x="49989" y="23303"/>
                    <a:pt x="49905" y="23334"/>
                    <a:pt x="49839" y="23390"/>
                  </a:cubicBezTo>
                  <a:cubicBezTo>
                    <a:pt x="46983" y="24343"/>
                    <a:pt x="44499" y="26352"/>
                    <a:pt x="42469" y="28520"/>
                  </a:cubicBezTo>
                  <a:cubicBezTo>
                    <a:pt x="40592" y="30525"/>
                    <a:pt x="38254" y="33305"/>
                    <a:pt x="37357" y="36095"/>
                  </a:cubicBezTo>
                  <a:cubicBezTo>
                    <a:pt x="37306" y="36011"/>
                    <a:pt x="37249" y="35923"/>
                    <a:pt x="37190" y="35830"/>
                  </a:cubicBezTo>
                  <a:cubicBezTo>
                    <a:pt x="37565" y="34416"/>
                    <a:pt x="38696" y="32821"/>
                    <a:pt x="39296" y="31878"/>
                  </a:cubicBezTo>
                  <a:cubicBezTo>
                    <a:pt x="40239" y="30393"/>
                    <a:pt x="41330" y="29005"/>
                    <a:pt x="42550" y="27739"/>
                  </a:cubicBezTo>
                  <a:cubicBezTo>
                    <a:pt x="43708" y="26537"/>
                    <a:pt x="44980" y="25451"/>
                    <a:pt x="46348" y="24494"/>
                  </a:cubicBezTo>
                  <a:cubicBezTo>
                    <a:pt x="47234" y="23875"/>
                    <a:pt x="48600" y="22828"/>
                    <a:pt x="49886" y="22296"/>
                  </a:cubicBezTo>
                  <a:close/>
                  <a:moveTo>
                    <a:pt x="20475" y="13918"/>
                  </a:moveTo>
                  <a:cubicBezTo>
                    <a:pt x="20720" y="13985"/>
                    <a:pt x="20968" y="14054"/>
                    <a:pt x="21218" y="14127"/>
                  </a:cubicBezTo>
                  <a:lnTo>
                    <a:pt x="21219" y="14127"/>
                  </a:lnTo>
                  <a:cubicBezTo>
                    <a:pt x="22265" y="15897"/>
                    <a:pt x="23782" y="17534"/>
                    <a:pt x="24979" y="19160"/>
                  </a:cubicBezTo>
                  <a:cubicBezTo>
                    <a:pt x="26409" y="21107"/>
                    <a:pt x="27816" y="23071"/>
                    <a:pt x="29199" y="25052"/>
                  </a:cubicBezTo>
                  <a:cubicBezTo>
                    <a:pt x="30581" y="27035"/>
                    <a:pt x="31937" y="29034"/>
                    <a:pt x="33269" y="31050"/>
                  </a:cubicBezTo>
                  <a:cubicBezTo>
                    <a:pt x="33874" y="31967"/>
                    <a:pt x="34473" y="32886"/>
                    <a:pt x="35069" y="33809"/>
                  </a:cubicBezTo>
                  <a:cubicBezTo>
                    <a:pt x="35425" y="34364"/>
                    <a:pt x="35780" y="34920"/>
                    <a:pt x="36133" y="35475"/>
                  </a:cubicBezTo>
                  <a:lnTo>
                    <a:pt x="36486" y="36032"/>
                  </a:lnTo>
                  <a:cubicBezTo>
                    <a:pt x="36496" y="36074"/>
                    <a:pt x="36508" y="36115"/>
                    <a:pt x="36522" y="36155"/>
                  </a:cubicBezTo>
                  <a:cubicBezTo>
                    <a:pt x="33879" y="32306"/>
                    <a:pt x="31050" y="28568"/>
                    <a:pt x="28325" y="24779"/>
                  </a:cubicBezTo>
                  <a:cubicBezTo>
                    <a:pt x="25722" y="21160"/>
                    <a:pt x="23203" y="17449"/>
                    <a:pt x="20475" y="13918"/>
                  </a:cubicBezTo>
                  <a:close/>
                  <a:moveTo>
                    <a:pt x="37953" y="37630"/>
                  </a:moveTo>
                  <a:cubicBezTo>
                    <a:pt x="37851" y="37834"/>
                    <a:pt x="37753" y="38038"/>
                    <a:pt x="37661" y="38245"/>
                  </a:cubicBezTo>
                  <a:cubicBezTo>
                    <a:pt x="37630" y="38236"/>
                    <a:pt x="37597" y="38231"/>
                    <a:pt x="37565" y="38231"/>
                  </a:cubicBezTo>
                  <a:cubicBezTo>
                    <a:pt x="37533" y="38231"/>
                    <a:pt x="37500" y="38236"/>
                    <a:pt x="37470" y="38245"/>
                  </a:cubicBezTo>
                  <a:cubicBezTo>
                    <a:pt x="37633" y="38041"/>
                    <a:pt x="37793" y="37835"/>
                    <a:pt x="37953" y="37630"/>
                  </a:cubicBezTo>
                  <a:close/>
                  <a:moveTo>
                    <a:pt x="36509" y="38717"/>
                  </a:moveTo>
                  <a:cubicBezTo>
                    <a:pt x="36518" y="38717"/>
                    <a:pt x="36527" y="38717"/>
                    <a:pt x="36536" y="38717"/>
                  </a:cubicBezTo>
                  <a:cubicBezTo>
                    <a:pt x="36609" y="38809"/>
                    <a:pt x="36720" y="38864"/>
                    <a:pt x="36837" y="38865"/>
                  </a:cubicBezTo>
                  <a:cubicBezTo>
                    <a:pt x="36596" y="38971"/>
                    <a:pt x="36282" y="39011"/>
                    <a:pt x="35935" y="39011"/>
                  </a:cubicBezTo>
                  <a:cubicBezTo>
                    <a:pt x="35451" y="39011"/>
                    <a:pt x="34904" y="38934"/>
                    <a:pt x="34409" y="38856"/>
                  </a:cubicBezTo>
                  <a:cubicBezTo>
                    <a:pt x="35105" y="38764"/>
                    <a:pt x="35807" y="38717"/>
                    <a:pt x="36509" y="38717"/>
                  </a:cubicBezTo>
                  <a:close/>
                  <a:moveTo>
                    <a:pt x="15183" y="13113"/>
                  </a:moveTo>
                  <a:cubicBezTo>
                    <a:pt x="16769" y="13113"/>
                    <a:pt x="18319" y="13366"/>
                    <a:pt x="19934" y="13775"/>
                  </a:cubicBezTo>
                  <a:cubicBezTo>
                    <a:pt x="22531" y="17699"/>
                    <a:pt x="25404" y="21460"/>
                    <a:pt x="28149" y="25276"/>
                  </a:cubicBezTo>
                  <a:cubicBezTo>
                    <a:pt x="30879" y="29073"/>
                    <a:pt x="33528" y="32953"/>
                    <a:pt x="36351" y="36684"/>
                  </a:cubicBezTo>
                  <a:cubicBezTo>
                    <a:pt x="34542" y="35843"/>
                    <a:pt x="32568" y="35460"/>
                    <a:pt x="30570" y="35460"/>
                  </a:cubicBezTo>
                  <a:cubicBezTo>
                    <a:pt x="26406" y="35460"/>
                    <a:pt x="22142" y="37123"/>
                    <a:pt x="19074" y="39757"/>
                  </a:cubicBezTo>
                  <a:cubicBezTo>
                    <a:pt x="13793" y="32214"/>
                    <a:pt x="8154" y="24943"/>
                    <a:pt x="2157" y="17945"/>
                  </a:cubicBezTo>
                  <a:lnTo>
                    <a:pt x="2159" y="17945"/>
                  </a:lnTo>
                  <a:cubicBezTo>
                    <a:pt x="5055" y="16227"/>
                    <a:pt x="8015" y="14530"/>
                    <a:pt x="11283" y="13642"/>
                  </a:cubicBezTo>
                  <a:cubicBezTo>
                    <a:pt x="12638" y="13273"/>
                    <a:pt x="13922" y="13113"/>
                    <a:pt x="15183" y="13113"/>
                  </a:cubicBezTo>
                  <a:close/>
                  <a:moveTo>
                    <a:pt x="2578" y="20435"/>
                  </a:moveTo>
                  <a:cubicBezTo>
                    <a:pt x="8168" y="27062"/>
                    <a:pt x="13443" y="33937"/>
                    <a:pt x="18402" y="41058"/>
                  </a:cubicBezTo>
                  <a:cubicBezTo>
                    <a:pt x="18543" y="41262"/>
                    <a:pt x="18758" y="41377"/>
                    <a:pt x="18977" y="41377"/>
                  </a:cubicBezTo>
                  <a:cubicBezTo>
                    <a:pt x="19133" y="41377"/>
                    <a:pt x="19292" y="41318"/>
                    <a:pt x="19427" y="41190"/>
                  </a:cubicBezTo>
                  <a:cubicBezTo>
                    <a:pt x="21632" y="39103"/>
                    <a:pt x="24333" y="37693"/>
                    <a:pt x="27314" y="37090"/>
                  </a:cubicBezTo>
                  <a:cubicBezTo>
                    <a:pt x="28284" y="36894"/>
                    <a:pt x="29226" y="36809"/>
                    <a:pt x="30154" y="36809"/>
                  </a:cubicBezTo>
                  <a:cubicBezTo>
                    <a:pt x="30890" y="36809"/>
                    <a:pt x="31618" y="36863"/>
                    <a:pt x="32345" y="36959"/>
                  </a:cubicBezTo>
                  <a:cubicBezTo>
                    <a:pt x="32139" y="36996"/>
                    <a:pt x="31934" y="37038"/>
                    <a:pt x="31726" y="37085"/>
                  </a:cubicBezTo>
                  <a:cubicBezTo>
                    <a:pt x="29702" y="37535"/>
                    <a:pt x="27672" y="38191"/>
                    <a:pt x="25741" y="38939"/>
                  </a:cubicBezTo>
                  <a:cubicBezTo>
                    <a:pt x="24060" y="39590"/>
                    <a:pt x="22425" y="40379"/>
                    <a:pt x="20975" y="41459"/>
                  </a:cubicBezTo>
                  <a:cubicBezTo>
                    <a:pt x="20335" y="41934"/>
                    <a:pt x="18892" y="42836"/>
                    <a:pt x="18616" y="43758"/>
                  </a:cubicBezTo>
                  <a:cubicBezTo>
                    <a:pt x="15797" y="39642"/>
                    <a:pt x="12269" y="35871"/>
                    <a:pt x="9131" y="31993"/>
                  </a:cubicBezTo>
                  <a:cubicBezTo>
                    <a:pt x="7537" y="30022"/>
                    <a:pt x="5941" y="28055"/>
                    <a:pt x="4343" y="26088"/>
                  </a:cubicBezTo>
                  <a:cubicBezTo>
                    <a:pt x="3509" y="25063"/>
                    <a:pt x="2360" y="24025"/>
                    <a:pt x="1726" y="22872"/>
                  </a:cubicBezTo>
                  <a:lnTo>
                    <a:pt x="1290" y="22336"/>
                  </a:lnTo>
                  <a:cubicBezTo>
                    <a:pt x="1365" y="21812"/>
                    <a:pt x="1612" y="21399"/>
                    <a:pt x="2027" y="21097"/>
                  </a:cubicBezTo>
                  <a:cubicBezTo>
                    <a:pt x="2191" y="20870"/>
                    <a:pt x="2390" y="20654"/>
                    <a:pt x="2578" y="20435"/>
                  </a:cubicBezTo>
                  <a:close/>
                  <a:moveTo>
                    <a:pt x="34214" y="37438"/>
                  </a:moveTo>
                  <a:cubicBezTo>
                    <a:pt x="34480" y="37438"/>
                    <a:pt x="34745" y="37450"/>
                    <a:pt x="35009" y="37476"/>
                  </a:cubicBezTo>
                  <a:cubicBezTo>
                    <a:pt x="35056" y="37488"/>
                    <a:pt x="35104" y="37502"/>
                    <a:pt x="35153" y="37514"/>
                  </a:cubicBezTo>
                  <a:cubicBezTo>
                    <a:pt x="32341" y="37733"/>
                    <a:pt x="29659" y="38637"/>
                    <a:pt x="27141" y="39965"/>
                  </a:cubicBezTo>
                  <a:cubicBezTo>
                    <a:pt x="25564" y="40797"/>
                    <a:pt x="24060" y="41771"/>
                    <a:pt x="22625" y="42823"/>
                  </a:cubicBezTo>
                  <a:cubicBezTo>
                    <a:pt x="22053" y="43241"/>
                    <a:pt x="21266" y="44080"/>
                    <a:pt x="20621" y="44360"/>
                  </a:cubicBezTo>
                  <a:cubicBezTo>
                    <a:pt x="20405" y="44454"/>
                    <a:pt x="20198" y="44493"/>
                    <a:pt x="19997" y="44493"/>
                  </a:cubicBezTo>
                  <a:cubicBezTo>
                    <a:pt x="19802" y="44493"/>
                    <a:pt x="19613" y="44456"/>
                    <a:pt x="19427" y="44400"/>
                  </a:cubicBezTo>
                  <a:cubicBezTo>
                    <a:pt x="19434" y="44391"/>
                    <a:pt x="19440" y="44386"/>
                    <a:pt x="19448" y="44377"/>
                  </a:cubicBezTo>
                  <a:cubicBezTo>
                    <a:pt x="19593" y="44198"/>
                    <a:pt x="19599" y="43995"/>
                    <a:pt x="19448" y="43814"/>
                  </a:cubicBezTo>
                  <a:lnTo>
                    <a:pt x="19430" y="43792"/>
                  </a:lnTo>
                  <a:cubicBezTo>
                    <a:pt x="19697" y="43721"/>
                    <a:pt x="19911" y="43553"/>
                    <a:pt x="20074" y="43287"/>
                  </a:cubicBezTo>
                  <a:cubicBezTo>
                    <a:pt x="20320" y="43038"/>
                    <a:pt x="20576" y="42801"/>
                    <a:pt x="20843" y="42573"/>
                  </a:cubicBezTo>
                  <a:cubicBezTo>
                    <a:pt x="21485" y="42027"/>
                    <a:pt x="22180" y="41552"/>
                    <a:pt x="22907" y="41126"/>
                  </a:cubicBezTo>
                  <a:cubicBezTo>
                    <a:pt x="24188" y="40374"/>
                    <a:pt x="25559" y="39793"/>
                    <a:pt x="26955" y="39291"/>
                  </a:cubicBezTo>
                  <a:cubicBezTo>
                    <a:pt x="29199" y="38484"/>
                    <a:pt x="31750" y="37438"/>
                    <a:pt x="34214" y="37438"/>
                  </a:cubicBezTo>
                  <a:close/>
                  <a:moveTo>
                    <a:pt x="34842" y="0"/>
                  </a:moveTo>
                  <a:cubicBezTo>
                    <a:pt x="34343" y="0"/>
                    <a:pt x="33867" y="188"/>
                    <a:pt x="33507" y="630"/>
                  </a:cubicBezTo>
                  <a:cubicBezTo>
                    <a:pt x="31447" y="1151"/>
                    <a:pt x="29512" y="2015"/>
                    <a:pt x="27862" y="3526"/>
                  </a:cubicBezTo>
                  <a:cubicBezTo>
                    <a:pt x="27217" y="4115"/>
                    <a:pt x="26496" y="4800"/>
                    <a:pt x="25773" y="5555"/>
                  </a:cubicBezTo>
                  <a:cubicBezTo>
                    <a:pt x="23620" y="7604"/>
                    <a:pt x="21769" y="10148"/>
                    <a:pt x="20875" y="12916"/>
                  </a:cubicBezTo>
                  <a:cubicBezTo>
                    <a:pt x="19359" y="12052"/>
                    <a:pt x="17538" y="11727"/>
                    <a:pt x="15721" y="11727"/>
                  </a:cubicBezTo>
                  <a:cubicBezTo>
                    <a:pt x="14356" y="11727"/>
                    <a:pt x="12994" y="11911"/>
                    <a:pt x="11766" y="12185"/>
                  </a:cubicBezTo>
                  <a:cubicBezTo>
                    <a:pt x="7819" y="13067"/>
                    <a:pt x="4277" y="15176"/>
                    <a:pt x="838" y="17217"/>
                  </a:cubicBezTo>
                  <a:cubicBezTo>
                    <a:pt x="458" y="17444"/>
                    <a:pt x="436" y="17923"/>
                    <a:pt x="707" y="18237"/>
                  </a:cubicBezTo>
                  <a:cubicBezTo>
                    <a:pt x="1244" y="18859"/>
                    <a:pt x="1774" y="19488"/>
                    <a:pt x="2305" y="20116"/>
                  </a:cubicBezTo>
                  <a:cubicBezTo>
                    <a:pt x="1441" y="20484"/>
                    <a:pt x="862" y="21064"/>
                    <a:pt x="197" y="21811"/>
                  </a:cubicBezTo>
                  <a:cubicBezTo>
                    <a:pt x="77" y="21947"/>
                    <a:pt x="0" y="22200"/>
                    <a:pt x="127" y="22363"/>
                  </a:cubicBezTo>
                  <a:cubicBezTo>
                    <a:pt x="2951" y="26054"/>
                    <a:pt x="5928" y="29634"/>
                    <a:pt x="8843" y="33254"/>
                  </a:cubicBezTo>
                  <a:cubicBezTo>
                    <a:pt x="11749" y="36861"/>
                    <a:pt x="14485" y="40794"/>
                    <a:pt x="17652" y="44182"/>
                  </a:cubicBezTo>
                  <a:cubicBezTo>
                    <a:pt x="17664" y="44208"/>
                    <a:pt x="17679" y="44232"/>
                    <a:pt x="17699" y="44255"/>
                  </a:cubicBezTo>
                  <a:cubicBezTo>
                    <a:pt x="18282" y="44908"/>
                    <a:pt x="19219" y="45924"/>
                    <a:pt x="20167" y="45924"/>
                  </a:cubicBezTo>
                  <a:cubicBezTo>
                    <a:pt x="20277" y="45924"/>
                    <a:pt x="20387" y="45910"/>
                    <a:pt x="20497" y="45881"/>
                  </a:cubicBezTo>
                  <a:cubicBezTo>
                    <a:pt x="21148" y="45708"/>
                    <a:pt x="21757" y="44978"/>
                    <a:pt x="22286" y="44585"/>
                  </a:cubicBezTo>
                  <a:cubicBezTo>
                    <a:pt x="23162" y="43935"/>
                    <a:pt x="24053" y="43304"/>
                    <a:pt x="24965" y="42705"/>
                  </a:cubicBezTo>
                  <a:cubicBezTo>
                    <a:pt x="27366" y="41130"/>
                    <a:pt x="29934" y="39829"/>
                    <a:pt x="32678" y="39174"/>
                  </a:cubicBezTo>
                  <a:cubicBezTo>
                    <a:pt x="32752" y="39177"/>
                    <a:pt x="32826" y="39174"/>
                    <a:pt x="32900" y="39178"/>
                  </a:cubicBezTo>
                  <a:cubicBezTo>
                    <a:pt x="34054" y="39233"/>
                    <a:pt x="35153" y="39648"/>
                    <a:pt x="36288" y="39715"/>
                  </a:cubicBezTo>
                  <a:cubicBezTo>
                    <a:pt x="36337" y="39718"/>
                    <a:pt x="36385" y="39720"/>
                    <a:pt x="36433" y="39720"/>
                  </a:cubicBezTo>
                  <a:cubicBezTo>
                    <a:pt x="37209" y="39720"/>
                    <a:pt x="37750" y="39337"/>
                    <a:pt x="37827" y="38540"/>
                  </a:cubicBezTo>
                  <a:cubicBezTo>
                    <a:pt x="39593" y="36201"/>
                    <a:pt x="41115" y="33792"/>
                    <a:pt x="43273" y="31744"/>
                  </a:cubicBezTo>
                  <a:cubicBezTo>
                    <a:pt x="44449" y="30626"/>
                    <a:pt x="45716" y="29608"/>
                    <a:pt x="47060" y="28698"/>
                  </a:cubicBezTo>
                  <a:cubicBezTo>
                    <a:pt x="47079" y="28686"/>
                    <a:pt x="47099" y="28675"/>
                    <a:pt x="47118" y="28662"/>
                  </a:cubicBezTo>
                  <a:cubicBezTo>
                    <a:pt x="48826" y="27633"/>
                    <a:pt x="50637" y="26785"/>
                    <a:pt x="52524" y="26133"/>
                  </a:cubicBezTo>
                  <a:cubicBezTo>
                    <a:pt x="52902" y="26003"/>
                    <a:pt x="53156" y="25447"/>
                    <a:pt x="52785" y="25145"/>
                  </a:cubicBezTo>
                  <a:cubicBezTo>
                    <a:pt x="52171" y="24648"/>
                    <a:pt x="51613" y="24099"/>
                    <a:pt x="50959" y="23696"/>
                  </a:cubicBezTo>
                  <a:cubicBezTo>
                    <a:pt x="51006" y="23680"/>
                    <a:pt x="51050" y="23660"/>
                    <a:pt x="51097" y="23645"/>
                  </a:cubicBezTo>
                  <a:cubicBezTo>
                    <a:pt x="51251" y="23594"/>
                    <a:pt x="51309" y="23468"/>
                    <a:pt x="51300" y="23347"/>
                  </a:cubicBezTo>
                  <a:cubicBezTo>
                    <a:pt x="51345" y="23292"/>
                    <a:pt x="51376" y="23227"/>
                    <a:pt x="51391" y="23158"/>
                  </a:cubicBezTo>
                  <a:cubicBezTo>
                    <a:pt x="51657" y="23086"/>
                    <a:pt x="51868" y="22805"/>
                    <a:pt x="51676" y="22507"/>
                  </a:cubicBezTo>
                  <a:cubicBezTo>
                    <a:pt x="51561" y="22326"/>
                    <a:pt x="51447" y="22144"/>
                    <a:pt x="51333" y="21962"/>
                  </a:cubicBezTo>
                  <a:cubicBezTo>
                    <a:pt x="51345" y="21962"/>
                    <a:pt x="51359" y="21961"/>
                    <a:pt x="51371" y="21961"/>
                  </a:cubicBezTo>
                  <a:cubicBezTo>
                    <a:pt x="51374" y="21961"/>
                    <a:pt x="51377" y="21961"/>
                    <a:pt x="51379" y="21961"/>
                  </a:cubicBezTo>
                  <a:cubicBezTo>
                    <a:pt x="51539" y="21961"/>
                    <a:pt x="51585" y="21737"/>
                    <a:pt x="51453" y="21658"/>
                  </a:cubicBezTo>
                  <a:cubicBezTo>
                    <a:pt x="51333" y="21585"/>
                    <a:pt x="51198" y="21544"/>
                    <a:pt x="51056" y="21524"/>
                  </a:cubicBezTo>
                  <a:cubicBezTo>
                    <a:pt x="50796" y="21108"/>
                    <a:pt x="50546" y="20689"/>
                    <a:pt x="50290" y="20269"/>
                  </a:cubicBezTo>
                  <a:cubicBezTo>
                    <a:pt x="50030" y="19581"/>
                    <a:pt x="49589" y="18953"/>
                    <a:pt x="49191" y="18312"/>
                  </a:cubicBezTo>
                  <a:cubicBezTo>
                    <a:pt x="48421" y="17077"/>
                    <a:pt x="47572" y="15893"/>
                    <a:pt x="46728" y="14709"/>
                  </a:cubicBezTo>
                  <a:cubicBezTo>
                    <a:pt x="45005" y="12292"/>
                    <a:pt x="43280" y="9876"/>
                    <a:pt x="41551" y="7464"/>
                  </a:cubicBezTo>
                  <a:cubicBezTo>
                    <a:pt x="40019" y="5325"/>
                    <a:pt x="38618" y="2783"/>
                    <a:pt x="36781" y="897"/>
                  </a:cubicBezTo>
                  <a:cubicBezTo>
                    <a:pt x="36255" y="356"/>
                    <a:pt x="35527" y="0"/>
                    <a:pt x="348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34"/>
            <p:cNvSpPr/>
            <p:nvPr/>
          </p:nvSpPr>
          <p:spPr>
            <a:xfrm>
              <a:off x="2990175" y="381350"/>
              <a:ext cx="254450" cy="209600"/>
            </a:xfrm>
            <a:custGeom>
              <a:avLst/>
              <a:gdLst/>
              <a:ahLst/>
              <a:cxnLst/>
              <a:rect l="l" t="t" r="r" b="b"/>
              <a:pathLst>
                <a:path w="10178" h="8384" extrusionOk="0">
                  <a:moveTo>
                    <a:pt x="9489" y="1"/>
                  </a:moveTo>
                  <a:cubicBezTo>
                    <a:pt x="9460" y="1"/>
                    <a:pt x="9430" y="3"/>
                    <a:pt x="9398" y="7"/>
                  </a:cubicBezTo>
                  <a:cubicBezTo>
                    <a:pt x="5315" y="589"/>
                    <a:pt x="1324" y="4315"/>
                    <a:pt x="48" y="8144"/>
                  </a:cubicBezTo>
                  <a:cubicBezTo>
                    <a:pt x="1" y="8286"/>
                    <a:pt x="119" y="8384"/>
                    <a:pt x="239" y="8384"/>
                  </a:cubicBezTo>
                  <a:cubicBezTo>
                    <a:pt x="302" y="8384"/>
                    <a:pt x="366" y="8357"/>
                    <a:pt x="406" y="8294"/>
                  </a:cubicBezTo>
                  <a:cubicBezTo>
                    <a:pt x="1475" y="6637"/>
                    <a:pt x="2632" y="5068"/>
                    <a:pt x="4157" y="3799"/>
                  </a:cubicBezTo>
                  <a:cubicBezTo>
                    <a:pt x="5839" y="2399"/>
                    <a:pt x="7661" y="1727"/>
                    <a:pt x="9647" y="909"/>
                  </a:cubicBezTo>
                  <a:cubicBezTo>
                    <a:pt x="10177" y="691"/>
                    <a:pt x="10017" y="1"/>
                    <a:pt x="948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34"/>
            <p:cNvSpPr/>
            <p:nvPr/>
          </p:nvSpPr>
          <p:spPr>
            <a:xfrm>
              <a:off x="3026350" y="441550"/>
              <a:ext cx="247225" cy="201350"/>
            </a:xfrm>
            <a:custGeom>
              <a:avLst/>
              <a:gdLst/>
              <a:ahLst/>
              <a:cxnLst/>
              <a:rect l="l" t="t" r="r" b="b"/>
              <a:pathLst>
                <a:path w="9889" h="8054" extrusionOk="0">
                  <a:moveTo>
                    <a:pt x="9472" y="1"/>
                  </a:moveTo>
                  <a:cubicBezTo>
                    <a:pt x="9466" y="1"/>
                    <a:pt x="9460" y="1"/>
                    <a:pt x="9454" y="1"/>
                  </a:cubicBezTo>
                  <a:cubicBezTo>
                    <a:pt x="5735" y="204"/>
                    <a:pt x="1142" y="4281"/>
                    <a:pt x="59" y="7752"/>
                  </a:cubicBezTo>
                  <a:cubicBezTo>
                    <a:pt x="0" y="7941"/>
                    <a:pt x="141" y="8053"/>
                    <a:pt x="292" y="8053"/>
                  </a:cubicBezTo>
                  <a:cubicBezTo>
                    <a:pt x="375" y="8053"/>
                    <a:pt x="460" y="8019"/>
                    <a:pt x="517" y="7945"/>
                  </a:cubicBezTo>
                  <a:cubicBezTo>
                    <a:pt x="1756" y="6329"/>
                    <a:pt x="2771" y="4701"/>
                    <a:pt x="4382" y="3401"/>
                  </a:cubicBezTo>
                  <a:cubicBezTo>
                    <a:pt x="6005" y="2092"/>
                    <a:pt x="7844" y="1590"/>
                    <a:pt x="9618" y="609"/>
                  </a:cubicBezTo>
                  <a:cubicBezTo>
                    <a:pt x="9889" y="460"/>
                    <a:pt x="9783" y="1"/>
                    <a:pt x="94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34"/>
            <p:cNvSpPr/>
            <p:nvPr/>
          </p:nvSpPr>
          <p:spPr>
            <a:xfrm>
              <a:off x="3172850" y="661350"/>
              <a:ext cx="224850" cy="198300"/>
            </a:xfrm>
            <a:custGeom>
              <a:avLst/>
              <a:gdLst/>
              <a:ahLst/>
              <a:cxnLst/>
              <a:rect l="l" t="t" r="r" b="b"/>
              <a:pathLst>
                <a:path w="8994" h="7932" extrusionOk="0">
                  <a:moveTo>
                    <a:pt x="8456" y="0"/>
                  </a:moveTo>
                  <a:cubicBezTo>
                    <a:pt x="8425" y="0"/>
                    <a:pt x="8392" y="4"/>
                    <a:pt x="8358" y="11"/>
                  </a:cubicBezTo>
                  <a:cubicBezTo>
                    <a:pt x="5106" y="738"/>
                    <a:pt x="1076" y="4402"/>
                    <a:pt x="60" y="7579"/>
                  </a:cubicBezTo>
                  <a:cubicBezTo>
                    <a:pt x="1" y="7765"/>
                    <a:pt x="174" y="7931"/>
                    <a:pt x="343" y="7931"/>
                  </a:cubicBezTo>
                  <a:cubicBezTo>
                    <a:pt x="409" y="7931"/>
                    <a:pt x="474" y="7907"/>
                    <a:pt x="524" y="7849"/>
                  </a:cubicBezTo>
                  <a:cubicBezTo>
                    <a:pt x="1689" y="6518"/>
                    <a:pt x="2590" y="5030"/>
                    <a:pt x="3913" y="3818"/>
                  </a:cubicBezTo>
                  <a:cubicBezTo>
                    <a:pt x="5371" y="2483"/>
                    <a:pt x="7047" y="1783"/>
                    <a:pt x="8657" y="718"/>
                  </a:cubicBezTo>
                  <a:cubicBezTo>
                    <a:pt x="8993" y="494"/>
                    <a:pt x="8826" y="0"/>
                    <a:pt x="84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34"/>
            <p:cNvSpPr/>
            <p:nvPr/>
          </p:nvSpPr>
          <p:spPr>
            <a:xfrm>
              <a:off x="3219000" y="725650"/>
              <a:ext cx="226500" cy="215375"/>
            </a:xfrm>
            <a:custGeom>
              <a:avLst/>
              <a:gdLst/>
              <a:ahLst/>
              <a:cxnLst/>
              <a:rect l="l" t="t" r="r" b="b"/>
              <a:pathLst>
                <a:path w="9060" h="8615" extrusionOk="0">
                  <a:moveTo>
                    <a:pt x="8466" y="1"/>
                  </a:moveTo>
                  <a:cubicBezTo>
                    <a:pt x="8403" y="1"/>
                    <a:pt x="8336" y="16"/>
                    <a:pt x="8267" y="50"/>
                  </a:cubicBezTo>
                  <a:cubicBezTo>
                    <a:pt x="6348" y="1017"/>
                    <a:pt x="4571" y="2396"/>
                    <a:pt x="3025" y="3882"/>
                  </a:cubicBezTo>
                  <a:cubicBezTo>
                    <a:pt x="1836" y="5024"/>
                    <a:pt x="0" y="6568"/>
                    <a:pt x="62" y="8367"/>
                  </a:cubicBezTo>
                  <a:cubicBezTo>
                    <a:pt x="66" y="8507"/>
                    <a:pt x="206" y="8614"/>
                    <a:pt x="335" y="8614"/>
                  </a:cubicBezTo>
                  <a:cubicBezTo>
                    <a:pt x="409" y="8614"/>
                    <a:pt x="480" y="8578"/>
                    <a:pt x="518" y="8491"/>
                  </a:cubicBezTo>
                  <a:cubicBezTo>
                    <a:pt x="2016" y="5007"/>
                    <a:pt x="5594" y="2708"/>
                    <a:pt x="8679" y="755"/>
                  </a:cubicBezTo>
                  <a:cubicBezTo>
                    <a:pt x="9059" y="514"/>
                    <a:pt x="8832" y="1"/>
                    <a:pt x="84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34"/>
            <p:cNvSpPr/>
            <p:nvPr/>
          </p:nvSpPr>
          <p:spPr>
            <a:xfrm>
              <a:off x="2528200" y="658025"/>
              <a:ext cx="405900" cy="260600"/>
            </a:xfrm>
            <a:custGeom>
              <a:avLst/>
              <a:gdLst/>
              <a:ahLst/>
              <a:cxnLst/>
              <a:rect l="l" t="t" r="r" b="b"/>
              <a:pathLst>
                <a:path w="16236" h="10424" extrusionOk="0">
                  <a:moveTo>
                    <a:pt x="1382" y="2708"/>
                  </a:moveTo>
                  <a:cubicBezTo>
                    <a:pt x="2705" y="4465"/>
                    <a:pt x="4361" y="5818"/>
                    <a:pt x="5564" y="7549"/>
                  </a:cubicBezTo>
                  <a:cubicBezTo>
                    <a:pt x="5049" y="7000"/>
                    <a:pt x="4518" y="6467"/>
                    <a:pt x="3972" y="5947"/>
                  </a:cubicBezTo>
                  <a:cubicBezTo>
                    <a:pt x="3369" y="5370"/>
                    <a:pt x="2751" y="4825"/>
                    <a:pt x="2113" y="4299"/>
                  </a:cubicBezTo>
                  <a:cubicBezTo>
                    <a:pt x="2286" y="4264"/>
                    <a:pt x="2405" y="4031"/>
                    <a:pt x="2251" y="3877"/>
                  </a:cubicBezTo>
                  <a:cubicBezTo>
                    <a:pt x="1869" y="3498"/>
                    <a:pt x="1454" y="3168"/>
                    <a:pt x="1030" y="2840"/>
                  </a:cubicBezTo>
                  <a:lnTo>
                    <a:pt x="1382" y="2708"/>
                  </a:lnTo>
                  <a:close/>
                  <a:moveTo>
                    <a:pt x="9295" y="739"/>
                  </a:moveTo>
                  <a:cubicBezTo>
                    <a:pt x="10900" y="739"/>
                    <a:pt x="11714" y="2042"/>
                    <a:pt x="12738" y="3153"/>
                  </a:cubicBezTo>
                  <a:cubicBezTo>
                    <a:pt x="13607" y="4096"/>
                    <a:pt x="14464" y="5049"/>
                    <a:pt x="15310" y="6013"/>
                  </a:cubicBezTo>
                  <a:cubicBezTo>
                    <a:pt x="13936" y="6363"/>
                    <a:pt x="12589" y="6790"/>
                    <a:pt x="11275" y="7331"/>
                  </a:cubicBezTo>
                  <a:cubicBezTo>
                    <a:pt x="10703" y="7567"/>
                    <a:pt x="10139" y="7820"/>
                    <a:pt x="9583" y="8091"/>
                  </a:cubicBezTo>
                  <a:cubicBezTo>
                    <a:pt x="9104" y="8323"/>
                    <a:pt x="7997" y="9216"/>
                    <a:pt x="7494" y="9216"/>
                  </a:cubicBezTo>
                  <a:cubicBezTo>
                    <a:pt x="7280" y="9214"/>
                    <a:pt x="7087" y="9143"/>
                    <a:pt x="6911" y="9028"/>
                  </a:cubicBezTo>
                  <a:cubicBezTo>
                    <a:pt x="5976" y="6497"/>
                    <a:pt x="3660" y="4237"/>
                    <a:pt x="1564" y="2642"/>
                  </a:cubicBezTo>
                  <a:cubicBezTo>
                    <a:pt x="3992" y="1737"/>
                    <a:pt x="6804" y="749"/>
                    <a:pt x="9284" y="739"/>
                  </a:cubicBezTo>
                  <a:cubicBezTo>
                    <a:pt x="9288" y="739"/>
                    <a:pt x="9291" y="739"/>
                    <a:pt x="9295" y="739"/>
                  </a:cubicBezTo>
                  <a:close/>
                  <a:moveTo>
                    <a:pt x="9522" y="0"/>
                  </a:moveTo>
                  <a:cubicBezTo>
                    <a:pt x="8353" y="0"/>
                    <a:pt x="6970" y="475"/>
                    <a:pt x="5977" y="700"/>
                  </a:cubicBezTo>
                  <a:cubicBezTo>
                    <a:pt x="4041" y="1140"/>
                    <a:pt x="2155" y="1729"/>
                    <a:pt x="300" y="2432"/>
                  </a:cubicBezTo>
                  <a:cubicBezTo>
                    <a:pt x="25" y="2536"/>
                    <a:pt x="1" y="2846"/>
                    <a:pt x="223" y="3018"/>
                  </a:cubicBezTo>
                  <a:cubicBezTo>
                    <a:pt x="702" y="3388"/>
                    <a:pt x="1169" y="3763"/>
                    <a:pt x="1673" y="4093"/>
                  </a:cubicBezTo>
                  <a:cubicBezTo>
                    <a:pt x="3491" y="5760"/>
                    <a:pt x="5144" y="7550"/>
                    <a:pt x="6623" y="9541"/>
                  </a:cubicBezTo>
                  <a:cubicBezTo>
                    <a:pt x="6713" y="9781"/>
                    <a:pt x="6797" y="10028"/>
                    <a:pt x="6867" y="10287"/>
                  </a:cubicBezTo>
                  <a:cubicBezTo>
                    <a:pt x="6892" y="10382"/>
                    <a:pt x="6963" y="10423"/>
                    <a:pt x="7035" y="10423"/>
                  </a:cubicBezTo>
                  <a:cubicBezTo>
                    <a:pt x="7146" y="10423"/>
                    <a:pt x="7261" y="10329"/>
                    <a:pt x="7234" y="10186"/>
                  </a:cubicBezTo>
                  <a:cubicBezTo>
                    <a:pt x="7224" y="10130"/>
                    <a:pt x="7207" y="10076"/>
                    <a:pt x="7196" y="10021"/>
                  </a:cubicBezTo>
                  <a:cubicBezTo>
                    <a:pt x="7219" y="10016"/>
                    <a:pt x="7243" y="10009"/>
                    <a:pt x="7264" y="9998"/>
                  </a:cubicBezTo>
                  <a:cubicBezTo>
                    <a:pt x="9998" y="8390"/>
                    <a:pt x="12869" y="7216"/>
                    <a:pt x="15954" y="6481"/>
                  </a:cubicBezTo>
                  <a:cubicBezTo>
                    <a:pt x="16193" y="6424"/>
                    <a:pt x="16235" y="6133"/>
                    <a:pt x="16091" y="5967"/>
                  </a:cubicBezTo>
                  <a:cubicBezTo>
                    <a:pt x="14926" y="4637"/>
                    <a:pt x="13744" y="3322"/>
                    <a:pt x="12545" y="2023"/>
                  </a:cubicBezTo>
                  <a:cubicBezTo>
                    <a:pt x="11928" y="1357"/>
                    <a:pt x="11266" y="350"/>
                    <a:pt x="10341" y="98"/>
                  </a:cubicBezTo>
                  <a:cubicBezTo>
                    <a:pt x="10087" y="29"/>
                    <a:pt x="9811" y="0"/>
                    <a:pt x="95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34"/>
            <p:cNvSpPr/>
            <p:nvPr/>
          </p:nvSpPr>
          <p:spPr>
            <a:xfrm>
              <a:off x="2739725" y="878000"/>
              <a:ext cx="265375" cy="114400"/>
            </a:xfrm>
            <a:custGeom>
              <a:avLst/>
              <a:gdLst/>
              <a:ahLst/>
              <a:cxnLst/>
              <a:rect l="l" t="t" r="r" b="b"/>
              <a:pathLst>
                <a:path w="10615" h="4576" extrusionOk="0">
                  <a:moveTo>
                    <a:pt x="8807" y="0"/>
                  </a:moveTo>
                  <a:cubicBezTo>
                    <a:pt x="5620" y="0"/>
                    <a:pt x="1581" y="1966"/>
                    <a:pt x="54" y="4386"/>
                  </a:cubicBezTo>
                  <a:cubicBezTo>
                    <a:pt x="1" y="4471"/>
                    <a:pt x="79" y="4576"/>
                    <a:pt x="166" y="4576"/>
                  </a:cubicBezTo>
                  <a:cubicBezTo>
                    <a:pt x="186" y="4576"/>
                    <a:pt x="207" y="4570"/>
                    <a:pt x="226" y="4558"/>
                  </a:cubicBezTo>
                  <a:cubicBezTo>
                    <a:pt x="1875" y="3508"/>
                    <a:pt x="3258" y="2278"/>
                    <a:pt x="5131" y="1591"/>
                  </a:cubicBezTo>
                  <a:cubicBezTo>
                    <a:pt x="6861" y="957"/>
                    <a:pt x="8587" y="1026"/>
                    <a:pt x="10351" y="694"/>
                  </a:cubicBezTo>
                  <a:cubicBezTo>
                    <a:pt x="10615" y="644"/>
                    <a:pt x="10595" y="242"/>
                    <a:pt x="10351" y="180"/>
                  </a:cubicBezTo>
                  <a:cubicBezTo>
                    <a:pt x="9872" y="58"/>
                    <a:pt x="9352" y="0"/>
                    <a:pt x="88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34"/>
            <p:cNvSpPr/>
            <p:nvPr/>
          </p:nvSpPr>
          <p:spPr>
            <a:xfrm>
              <a:off x="2783475" y="946275"/>
              <a:ext cx="254775" cy="113000"/>
            </a:xfrm>
            <a:custGeom>
              <a:avLst/>
              <a:gdLst/>
              <a:ahLst/>
              <a:cxnLst/>
              <a:rect l="l" t="t" r="r" b="b"/>
              <a:pathLst>
                <a:path w="10191" h="4520" extrusionOk="0">
                  <a:moveTo>
                    <a:pt x="9024" y="1"/>
                  </a:moveTo>
                  <a:cubicBezTo>
                    <a:pt x="7296" y="1"/>
                    <a:pt x="5453" y="625"/>
                    <a:pt x="3919" y="1282"/>
                  </a:cubicBezTo>
                  <a:cubicBezTo>
                    <a:pt x="2789" y="1765"/>
                    <a:pt x="261" y="2658"/>
                    <a:pt x="23" y="4060"/>
                  </a:cubicBezTo>
                  <a:cubicBezTo>
                    <a:pt x="1" y="4188"/>
                    <a:pt x="41" y="4285"/>
                    <a:pt x="145" y="4359"/>
                  </a:cubicBezTo>
                  <a:lnTo>
                    <a:pt x="328" y="4490"/>
                  </a:lnTo>
                  <a:cubicBezTo>
                    <a:pt x="356" y="4510"/>
                    <a:pt x="386" y="4519"/>
                    <a:pt x="416" y="4519"/>
                  </a:cubicBezTo>
                  <a:cubicBezTo>
                    <a:pt x="528" y="4519"/>
                    <a:pt x="634" y="4397"/>
                    <a:pt x="599" y="4281"/>
                  </a:cubicBezTo>
                  <a:cubicBezTo>
                    <a:pt x="310" y="3333"/>
                    <a:pt x="4773" y="1735"/>
                    <a:pt x="5289" y="1569"/>
                  </a:cubicBezTo>
                  <a:cubicBezTo>
                    <a:pt x="6773" y="1093"/>
                    <a:pt x="8295" y="1027"/>
                    <a:pt x="9799" y="688"/>
                  </a:cubicBezTo>
                  <a:cubicBezTo>
                    <a:pt x="10190" y="600"/>
                    <a:pt x="10059" y="73"/>
                    <a:pt x="9711" y="36"/>
                  </a:cubicBezTo>
                  <a:cubicBezTo>
                    <a:pt x="9485" y="12"/>
                    <a:pt x="9255" y="1"/>
                    <a:pt x="902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34"/>
            <p:cNvSpPr/>
            <p:nvPr/>
          </p:nvSpPr>
          <p:spPr>
            <a:xfrm>
              <a:off x="2839925" y="1007825"/>
              <a:ext cx="259925" cy="117700"/>
            </a:xfrm>
            <a:custGeom>
              <a:avLst/>
              <a:gdLst/>
              <a:ahLst/>
              <a:cxnLst/>
              <a:rect l="l" t="t" r="r" b="b"/>
              <a:pathLst>
                <a:path w="10397" h="4708" extrusionOk="0">
                  <a:moveTo>
                    <a:pt x="9045" y="1"/>
                  </a:moveTo>
                  <a:cubicBezTo>
                    <a:pt x="5729" y="1"/>
                    <a:pt x="2019" y="2104"/>
                    <a:pt x="58" y="4551"/>
                  </a:cubicBezTo>
                  <a:cubicBezTo>
                    <a:pt x="0" y="4623"/>
                    <a:pt x="54" y="4707"/>
                    <a:pt x="124" y="4707"/>
                  </a:cubicBezTo>
                  <a:cubicBezTo>
                    <a:pt x="145" y="4707"/>
                    <a:pt x="167" y="4700"/>
                    <a:pt x="188" y="4683"/>
                  </a:cubicBezTo>
                  <a:cubicBezTo>
                    <a:pt x="1738" y="3418"/>
                    <a:pt x="3324" y="2289"/>
                    <a:pt x="5224" y="1613"/>
                  </a:cubicBezTo>
                  <a:cubicBezTo>
                    <a:pt x="6821" y="1047"/>
                    <a:pt x="8433" y="1014"/>
                    <a:pt x="10074" y="712"/>
                  </a:cubicBezTo>
                  <a:cubicBezTo>
                    <a:pt x="10385" y="655"/>
                    <a:pt x="10396" y="120"/>
                    <a:pt x="10074" y="73"/>
                  </a:cubicBezTo>
                  <a:cubicBezTo>
                    <a:pt x="9737" y="24"/>
                    <a:pt x="9393" y="1"/>
                    <a:pt x="90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8D8B872F-0770-41E5-82CA-5586D15CBC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3867" y="1072875"/>
            <a:ext cx="4723673" cy="3419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5664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4"/>
          <p:cNvSpPr txBox="1">
            <a:spLocks noGrp="1"/>
          </p:cNvSpPr>
          <p:nvPr>
            <p:ph type="title"/>
          </p:nvPr>
        </p:nvSpPr>
        <p:spPr>
          <a:xfrm>
            <a:off x="1307759" y="929733"/>
            <a:ext cx="2939511" cy="4372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400" b="1" u="sng" dirty="0"/>
              <a:t>Completeness Property</a:t>
            </a:r>
            <a:endParaRPr lang="en-US" sz="1400" b="1" u="sng" dirty="0">
              <a:solidFill>
                <a:srgbClr val="C00000"/>
              </a:solidFill>
            </a:endParaRPr>
          </a:p>
        </p:txBody>
      </p:sp>
      <p:sp>
        <p:nvSpPr>
          <p:cNvPr id="234" name="Google Shape;234;p34"/>
          <p:cNvSpPr txBox="1">
            <a:spLocks noGrp="1"/>
          </p:cNvSpPr>
          <p:nvPr>
            <p:ph type="subTitle" idx="1"/>
          </p:nvPr>
        </p:nvSpPr>
        <p:spPr>
          <a:xfrm>
            <a:off x="1307759" y="531752"/>
            <a:ext cx="3439500" cy="53514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Heaps	</a:t>
            </a:r>
          </a:p>
        </p:txBody>
      </p:sp>
      <p:pic>
        <p:nvPicPr>
          <p:cNvPr id="235" name="Google Shape;235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695460">
            <a:off x="7765338" y="3361772"/>
            <a:ext cx="1241024" cy="1610463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grpSp>
        <p:nvGrpSpPr>
          <p:cNvPr id="236" name="Google Shape;236;p34"/>
          <p:cNvGrpSpPr/>
          <p:nvPr/>
        </p:nvGrpSpPr>
        <p:grpSpPr>
          <a:xfrm rot="790859">
            <a:off x="7973758" y="3964891"/>
            <a:ext cx="824184" cy="712067"/>
            <a:chOff x="2341425" y="238100"/>
            <a:chExt cx="1328900" cy="1148125"/>
          </a:xfrm>
        </p:grpSpPr>
        <p:sp>
          <p:nvSpPr>
            <p:cNvPr id="237" name="Google Shape;237;p34"/>
            <p:cNvSpPr/>
            <p:nvPr/>
          </p:nvSpPr>
          <p:spPr>
            <a:xfrm>
              <a:off x="2341425" y="238100"/>
              <a:ext cx="1328900" cy="1148125"/>
            </a:xfrm>
            <a:custGeom>
              <a:avLst/>
              <a:gdLst/>
              <a:ahLst/>
              <a:cxnLst/>
              <a:rect l="l" t="t" r="r" b="b"/>
              <a:pathLst>
                <a:path w="53156" h="45925" extrusionOk="0">
                  <a:moveTo>
                    <a:pt x="49853" y="24103"/>
                  </a:moveTo>
                  <a:cubicBezTo>
                    <a:pt x="50212" y="24609"/>
                    <a:pt x="50681" y="25003"/>
                    <a:pt x="51172" y="25380"/>
                  </a:cubicBezTo>
                  <a:cubicBezTo>
                    <a:pt x="48199" y="26540"/>
                    <a:pt x="45438" y="28144"/>
                    <a:pt x="42987" y="30206"/>
                  </a:cubicBezTo>
                  <a:cubicBezTo>
                    <a:pt x="41727" y="31264"/>
                    <a:pt x="40396" y="32510"/>
                    <a:pt x="39238" y="33887"/>
                  </a:cubicBezTo>
                  <a:cubicBezTo>
                    <a:pt x="39347" y="33688"/>
                    <a:pt x="39460" y="33491"/>
                    <a:pt x="39578" y="33301"/>
                  </a:cubicBezTo>
                  <a:cubicBezTo>
                    <a:pt x="40490" y="31831"/>
                    <a:pt x="41539" y="30449"/>
                    <a:pt x="42711" y="29176"/>
                  </a:cubicBezTo>
                  <a:cubicBezTo>
                    <a:pt x="44775" y="26932"/>
                    <a:pt x="47091" y="25229"/>
                    <a:pt x="49853" y="24103"/>
                  </a:cubicBezTo>
                  <a:close/>
                  <a:moveTo>
                    <a:pt x="35117" y="1053"/>
                  </a:moveTo>
                  <a:lnTo>
                    <a:pt x="35117" y="1053"/>
                  </a:lnTo>
                  <a:cubicBezTo>
                    <a:pt x="36710" y="1715"/>
                    <a:pt x="38294" y="4814"/>
                    <a:pt x="38992" y="5799"/>
                  </a:cubicBezTo>
                  <a:cubicBezTo>
                    <a:pt x="40312" y="7660"/>
                    <a:pt x="41633" y="9523"/>
                    <a:pt x="42954" y="11383"/>
                  </a:cubicBezTo>
                  <a:cubicBezTo>
                    <a:pt x="44182" y="13110"/>
                    <a:pt x="45421" y="14827"/>
                    <a:pt x="46633" y="16564"/>
                  </a:cubicBezTo>
                  <a:cubicBezTo>
                    <a:pt x="46650" y="16588"/>
                    <a:pt x="46667" y="16613"/>
                    <a:pt x="46685" y="16638"/>
                  </a:cubicBezTo>
                  <a:cubicBezTo>
                    <a:pt x="47623" y="18397"/>
                    <a:pt x="48600" y="20134"/>
                    <a:pt x="49618" y="21849"/>
                  </a:cubicBezTo>
                  <a:cubicBezTo>
                    <a:pt x="48693" y="22281"/>
                    <a:pt x="47744" y="23007"/>
                    <a:pt x="47214" y="23343"/>
                  </a:cubicBezTo>
                  <a:cubicBezTo>
                    <a:pt x="45320" y="24544"/>
                    <a:pt x="43587" y="25982"/>
                    <a:pt x="42057" y="27622"/>
                  </a:cubicBezTo>
                  <a:cubicBezTo>
                    <a:pt x="40592" y="29191"/>
                    <a:pt x="39304" y="30938"/>
                    <a:pt x="38281" y="32827"/>
                  </a:cubicBezTo>
                  <a:cubicBezTo>
                    <a:pt x="37877" y="33573"/>
                    <a:pt x="37271" y="34533"/>
                    <a:pt x="36981" y="35496"/>
                  </a:cubicBezTo>
                  <a:cubicBezTo>
                    <a:pt x="36328" y="34434"/>
                    <a:pt x="35635" y="33395"/>
                    <a:pt x="34953" y="32353"/>
                  </a:cubicBezTo>
                  <a:cubicBezTo>
                    <a:pt x="33450" y="30055"/>
                    <a:pt x="31915" y="27777"/>
                    <a:pt x="30347" y="25524"/>
                  </a:cubicBezTo>
                  <a:cubicBezTo>
                    <a:pt x="28841" y="23359"/>
                    <a:pt x="27306" y="21217"/>
                    <a:pt x="25741" y="19095"/>
                  </a:cubicBezTo>
                  <a:cubicBezTo>
                    <a:pt x="24508" y="17421"/>
                    <a:pt x="23256" y="15382"/>
                    <a:pt x="21757" y="13843"/>
                  </a:cubicBezTo>
                  <a:cubicBezTo>
                    <a:pt x="22758" y="10753"/>
                    <a:pt x="24747" y="8361"/>
                    <a:pt x="26903" y="5992"/>
                  </a:cubicBezTo>
                  <a:cubicBezTo>
                    <a:pt x="27357" y="5493"/>
                    <a:pt x="27826" y="4981"/>
                    <a:pt x="28315" y="4481"/>
                  </a:cubicBezTo>
                  <a:cubicBezTo>
                    <a:pt x="29626" y="3498"/>
                    <a:pt x="31045" y="2668"/>
                    <a:pt x="32551" y="2018"/>
                  </a:cubicBezTo>
                  <a:cubicBezTo>
                    <a:pt x="33121" y="1772"/>
                    <a:pt x="33780" y="1496"/>
                    <a:pt x="34476" y="1255"/>
                  </a:cubicBezTo>
                  <a:cubicBezTo>
                    <a:pt x="34702" y="1206"/>
                    <a:pt x="34932" y="1166"/>
                    <a:pt x="35161" y="1125"/>
                  </a:cubicBezTo>
                  <a:cubicBezTo>
                    <a:pt x="35147" y="1101"/>
                    <a:pt x="35132" y="1076"/>
                    <a:pt x="35117" y="1053"/>
                  </a:cubicBezTo>
                  <a:close/>
                  <a:moveTo>
                    <a:pt x="49886" y="22296"/>
                  </a:moveTo>
                  <a:cubicBezTo>
                    <a:pt x="50069" y="22601"/>
                    <a:pt x="50253" y="22905"/>
                    <a:pt x="50437" y="23208"/>
                  </a:cubicBezTo>
                  <a:cubicBezTo>
                    <a:pt x="50328" y="23239"/>
                    <a:pt x="50219" y="23270"/>
                    <a:pt x="50110" y="23305"/>
                  </a:cubicBezTo>
                  <a:cubicBezTo>
                    <a:pt x="50098" y="23304"/>
                    <a:pt x="50086" y="23303"/>
                    <a:pt x="50074" y="23303"/>
                  </a:cubicBezTo>
                  <a:cubicBezTo>
                    <a:pt x="49989" y="23303"/>
                    <a:pt x="49905" y="23334"/>
                    <a:pt x="49839" y="23390"/>
                  </a:cubicBezTo>
                  <a:cubicBezTo>
                    <a:pt x="46983" y="24343"/>
                    <a:pt x="44499" y="26352"/>
                    <a:pt x="42469" y="28520"/>
                  </a:cubicBezTo>
                  <a:cubicBezTo>
                    <a:pt x="40592" y="30525"/>
                    <a:pt x="38254" y="33305"/>
                    <a:pt x="37357" y="36095"/>
                  </a:cubicBezTo>
                  <a:cubicBezTo>
                    <a:pt x="37306" y="36011"/>
                    <a:pt x="37249" y="35923"/>
                    <a:pt x="37190" y="35830"/>
                  </a:cubicBezTo>
                  <a:cubicBezTo>
                    <a:pt x="37565" y="34416"/>
                    <a:pt x="38696" y="32821"/>
                    <a:pt x="39296" y="31878"/>
                  </a:cubicBezTo>
                  <a:cubicBezTo>
                    <a:pt x="40239" y="30393"/>
                    <a:pt x="41330" y="29005"/>
                    <a:pt x="42550" y="27739"/>
                  </a:cubicBezTo>
                  <a:cubicBezTo>
                    <a:pt x="43708" y="26537"/>
                    <a:pt x="44980" y="25451"/>
                    <a:pt x="46348" y="24494"/>
                  </a:cubicBezTo>
                  <a:cubicBezTo>
                    <a:pt x="47234" y="23875"/>
                    <a:pt x="48600" y="22828"/>
                    <a:pt x="49886" y="22296"/>
                  </a:cubicBezTo>
                  <a:close/>
                  <a:moveTo>
                    <a:pt x="20475" y="13918"/>
                  </a:moveTo>
                  <a:cubicBezTo>
                    <a:pt x="20720" y="13985"/>
                    <a:pt x="20968" y="14054"/>
                    <a:pt x="21218" y="14127"/>
                  </a:cubicBezTo>
                  <a:lnTo>
                    <a:pt x="21219" y="14127"/>
                  </a:lnTo>
                  <a:cubicBezTo>
                    <a:pt x="22265" y="15897"/>
                    <a:pt x="23782" y="17534"/>
                    <a:pt x="24979" y="19160"/>
                  </a:cubicBezTo>
                  <a:cubicBezTo>
                    <a:pt x="26409" y="21107"/>
                    <a:pt x="27816" y="23071"/>
                    <a:pt x="29199" y="25052"/>
                  </a:cubicBezTo>
                  <a:cubicBezTo>
                    <a:pt x="30581" y="27035"/>
                    <a:pt x="31937" y="29034"/>
                    <a:pt x="33269" y="31050"/>
                  </a:cubicBezTo>
                  <a:cubicBezTo>
                    <a:pt x="33874" y="31967"/>
                    <a:pt x="34473" y="32886"/>
                    <a:pt x="35069" y="33809"/>
                  </a:cubicBezTo>
                  <a:cubicBezTo>
                    <a:pt x="35425" y="34364"/>
                    <a:pt x="35780" y="34920"/>
                    <a:pt x="36133" y="35475"/>
                  </a:cubicBezTo>
                  <a:lnTo>
                    <a:pt x="36486" y="36032"/>
                  </a:lnTo>
                  <a:cubicBezTo>
                    <a:pt x="36496" y="36074"/>
                    <a:pt x="36508" y="36115"/>
                    <a:pt x="36522" y="36155"/>
                  </a:cubicBezTo>
                  <a:cubicBezTo>
                    <a:pt x="33879" y="32306"/>
                    <a:pt x="31050" y="28568"/>
                    <a:pt x="28325" y="24779"/>
                  </a:cubicBezTo>
                  <a:cubicBezTo>
                    <a:pt x="25722" y="21160"/>
                    <a:pt x="23203" y="17449"/>
                    <a:pt x="20475" y="13918"/>
                  </a:cubicBezTo>
                  <a:close/>
                  <a:moveTo>
                    <a:pt x="37953" y="37630"/>
                  </a:moveTo>
                  <a:cubicBezTo>
                    <a:pt x="37851" y="37834"/>
                    <a:pt x="37753" y="38038"/>
                    <a:pt x="37661" y="38245"/>
                  </a:cubicBezTo>
                  <a:cubicBezTo>
                    <a:pt x="37630" y="38236"/>
                    <a:pt x="37597" y="38231"/>
                    <a:pt x="37565" y="38231"/>
                  </a:cubicBezTo>
                  <a:cubicBezTo>
                    <a:pt x="37533" y="38231"/>
                    <a:pt x="37500" y="38236"/>
                    <a:pt x="37470" y="38245"/>
                  </a:cubicBezTo>
                  <a:cubicBezTo>
                    <a:pt x="37633" y="38041"/>
                    <a:pt x="37793" y="37835"/>
                    <a:pt x="37953" y="37630"/>
                  </a:cubicBezTo>
                  <a:close/>
                  <a:moveTo>
                    <a:pt x="36509" y="38717"/>
                  </a:moveTo>
                  <a:cubicBezTo>
                    <a:pt x="36518" y="38717"/>
                    <a:pt x="36527" y="38717"/>
                    <a:pt x="36536" y="38717"/>
                  </a:cubicBezTo>
                  <a:cubicBezTo>
                    <a:pt x="36609" y="38809"/>
                    <a:pt x="36720" y="38864"/>
                    <a:pt x="36837" y="38865"/>
                  </a:cubicBezTo>
                  <a:cubicBezTo>
                    <a:pt x="36596" y="38971"/>
                    <a:pt x="36282" y="39011"/>
                    <a:pt x="35935" y="39011"/>
                  </a:cubicBezTo>
                  <a:cubicBezTo>
                    <a:pt x="35451" y="39011"/>
                    <a:pt x="34904" y="38934"/>
                    <a:pt x="34409" y="38856"/>
                  </a:cubicBezTo>
                  <a:cubicBezTo>
                    <a:pt x="35105" y="38764"/>
                    <a:pt x="35807" y="38717"/>
                    <a:pt x="36509" y="38717"/>
                  </a:cubicBezTo>
                  <a:close/>
                  <a:moveTo>
                    <a:pt x="15183" y="13113"/>
                  </a:moveTo>
                  <a:cubicBezTo>
                    <a:pt x="16769" y="13113"/>
                    <a:pt x="18319" y="13366"/>
                    <a:pt x="19934" y="13775"/>
                  </a:cubicBezTo>
                  <a:cubicBezTo>
                    <a:pt x="22531" y="17699"/>
                    <a:pt x="25404" y="21460"/>
                    <a:pt x="28149" y="25276"/>
                  </a:cubicBezTo>
                  <a:cubicBezTo>
                    <a:pt x="30879" y="29073"/>
                    <a:pt x="33528" y="32953"/>
                    <a:pt x="36351" y="36684"/>
                  </a:cubicBezTo>
                  <a:cubicBezTo>
                    <a:pt x="34542" y="35843"/>
                    <a:pt x="32568" y="35460"/>
                    <a:pt x="30570" y="35460"/>
                  </a:cubicBezTo>
                  <a:cubicBezTo>
                    <a:pt x="26406" y="35460"/>
                    <a:pt x="22142" y="37123"/>
                    <a:pt x="19074" y="39757"/>
                  </a:cubicBezTo>
                  <a:cubicBezTo>
                    <a:pt x="13793" y="32214"/>
                    <a:pt x="8154" y="24943"/>
                    <a:pt x="2157" y="17945"/>
                  </a:cubicBezTo>
                  <a:lnTo>
                    <a:pt x="2159" y="17945"/>
                  </a:lnTo>
                  <a:cubicBezTo>
                    <a:pt x="5055" y="16227"/>
                    <a:pt x="8015" y="14530"/>
                    <a:pt x="11283" y="13642"/>
                  </a:cubicBezTo>
                  <a:cubicBezTo>
                    <a:pt x="12638" y="13273"/>
                    <a:pt x="13922" y="13113"/>
                    <a:pt x="15183" y="13113"/>
                  </a:cubicBezTo>
                  <a:close/>
                  <a:moveTo>
                    <a:pt x="2578" y="20435"/>
                  </a:moveTo>
                  <a:cubicBezTo>
                    <a:pt x="8168" y="27062"/>
                    <a:pt x="13443" y="33937"/>
                    <a:pt x="18402" y="41058"/>
                  </a:cubicBezTo>
                  <a:cubicBezTo>
                    <a:pt x="18543" y="41262"/>
                    <a:pt x="18758" y="41377"/>
                    <a:pt x="18977" y="41377"/>
                  </a:cubicBezTo>
                  <a:cubicBezTo>
                    <a:pt x="19133" y="41377"/>
                    <a:pt x="19292" y="41318"/>
                    <a:pt x="19427" y="41190"/>
                  </a:cubicBezTo>
                  <a:cubicBezTo>
                    <a:pt x="21632" y="39103"/>
                    <a:pt x="24333" y="37693"/>
                    <a:pt x="27314" y="37090"/>
                  </a:cubicBezTo>
                  <a:cubicBezTo>
                    <a:pt x="28284" y="36894"/>
                    <a:pt x="29226" y="36809"/>
                    <a:pt x="30154" y="36809"/>
                  </a:cubicBezTo>
                  <a:cubicBezTo>
                    <a:pt x="30890" y="36809"/>
                    <a:pt x="31618" y="36863"/>
                    <a:pt x="32345" y="36959"/>
                  </a:cubicBezTo>
                  <a:cubicBezTo>
                    <a:pt x="32139" y="36996"/>
                    <a:pt x="31934" y="37038"/>
                    <a:pt x="31726" y="37085"/>
                  </a:cubicBezTo>
                  <a:cubicBezTo>
                    <a:pt x="29702" y="37535"/>
                    <a:pt x="27672" y="38191"/>
                    <a:pt x="25741" y="38939"/>
                  </a:cubicBezTo>
                  <a:cubicBezTo>
                    <a:pt x="24060" y="39590"/>
                    <a:pt x="22425" y="40379"/>
                    <a:pt x="20975" y="41459"/>
                  </a:cubicBezTo>
                  <a:cubicBezTo>
                    <a:pt x="20335" y="41934"/>
                    <a:pt x="18892" y="42836"/>
                    <a:pt x="18616" y="43758"/>
                  </a:cubicBezTo>
                  <a:cubicBezTo>
                    <a:pt x="15797" y="39642"/>
                    <a:pt x="12269" y="35871"/>
                    <a:pt x="9131" y="31993"/>
                  </a:cubicBezTo>
                  <a:cubicBezTo>
                    <a:pt x="7537" y="30022"/>
                    <a:pt x="5941" y="28055"/>
                    <a:pt x="4343" y="26088"/>
                  </a:cubicBezTo>
                  <a:cubicBezTo>
                    <a:pt x="3509" y="25063"/>
                    <a:pt x="2360" y="24025"/>
                    <a:pt x="1726" y="22872"/>
                  </a:cubicBezTo>
                  <a:lnTo>
                    <a:pt x="1290" y="22336"/>
                  </a:lnTo>
                  <a:cubicBezTo>
                    <a:pt x="1365" y="21812"/>
                    <a:pt x="1612" y="21399"/>
                    <a:pt x="2027" y="21097"/>
                  </a:cubicBezTo>
                  <a:cubicBezTo>
                    <a:pt x="2191" y="20870"/>
                    <a:pt x="2390" y="20654"/>
                    <a:pt x="2578" y="20435"/>
                  </a:cubicBezTo>
                  <a:close/>
                  <a:moveTo>
                    <a:pt x="34214" y="37438"/>
                  </a:moveTo>
                  <a:cubicBezTo>
                    <a:pt x="34480" y="37438"/>
                    <a:pt x="34745" y="37450"/>
                    <a:pt x="35009" y="37476"/>
                  </a:cubicBezTo>
                  <a:cubicBezTo>
                    <a:pt x="35056" y="37488"/>
                    <a:pt x="35104" y="37502"/>
                    <a:pt x="35153" y="37514"/>
                  </a:cubicBezTo>
                  <a:cubicBezTo>
                    <a:pt x="32341" y="37733"/>
                    <a:pt x="29659" y="38637"/>
                    <a:pt x="27141" y="39965"/>
                  </a:cubicBezTo>
                  <a:cubicBezTo>
                    <a:pt x="25564" y="40797"/>
                    <a:pt x="24060" y="41771"/>
                    <a:pt x="22625" y="42823"/>
                  </a:cubicBezTo>
                  <a:cubicBezTo>
                    <a:pt x="22053" y="43241"/>
                    <a:pt x="21266" y="44080"/>
                    <a:pt x="20621" y="44360"/>
                  </a:cubicBezTo>
                  <a:cubicBezTo>
                    <a:pt x="20405" y="44454"/>
                    <a:pt x="20198" y="44493"/>
                    <a:pt x="19997" y="44493"/>
                  </a:cubicBezTo>
                  <a:cubicBezTo>
                    <a:pt x="19802" y="44493"/>
                    <a:pt x="19613" y="44456"/>
                    <a:pt x="19427" y="44400"/>
                  </a:cubicBezTo>
                  <a:cubicBezTo>
                    <a:pt x="19434" y="44391"/>
                    <a:pt x="19440" y="44386"/>
                    <a:pt x="19448" y="44377"/>
                  </a:cubicBezTo>
                  <a:cubicBezTo>
                    <a:pt x="19593" y="44198"/>
                    <a:pt x="19599" y="43995"/>
                    <a:pt x="19448" y="43814"/>
                  </a:cubicBezTo>
                  <a:lnTo>
                    <a:pt x="19430" y="43792"/>
                  </a:lnTo>
                  <a:cubicBezTo>
                    <a:pt x="19697" y="43721"/>
                    <a:pt x="19911" y="43553"/>
                    <a:pt x="20074" y="43287"/>
                  </a:cubicBezTo>
                  <a:cubicBezTo>
                    <a:pt x="20320" y="43038"/>
                    <a:pt x="20576" y="42801"/>
                    <a:pt x="20843" y="42573"/>
                  </a:cubicBezTo>
                  <a:cubicBezTo>
                    <a:pt x="21485" y="42027"/>
                    <a:pt x="22180" y="41552"/>
                    <a:pt x="22907" y="41126"/>
                  </a:cubicBezTo>
                  <a:cubicBezTo>
                    <a:pt x="24188" y="40374"/>
                    <a:pt x="25559" y="39793"/>
                    <a:pt x="26955" y="39291"/>
                  </a:cubicBezTo>
                  <a:cubicBezTo>
                    <a:pt x="29199" y="38484"/>
                    <a:pt x="31750" y="37438"/>
                    <a:pt x="34214" y="37438"/>
                  </a:cubicBezTo>
                  <a:close/>
                  <a:moveTo>
                    <a:pt x="34842" y="0"/>
                  </a:moveTo>
                  <a:cubicBezTo>
                    <a:pt x="34343" y="0"/>
                    <a:pt x="33867" y="188"/>
                    <a:pt x="33507" y="630"/>
                  </a:cubicBezTo>
                  <a:cubicBezTo>
                    <a:pt x="31447" y="1151"/>
                    <a:pt x="29512" y="2015"/>
                    <a:pt x="27862" y="3526"/>
                  </a:cubicBezTo>
                  <a:cubicBezTo>
                    <a:pt x="27217" y="4115"/>
                    <a:pt x="26496" y="4800"/>
                    <a:pt x="25773" y="5555"/>
                  </a:cubicBezTo>
                  <a:cubicBezTo>
                    <a:pt x="23620" y="7604"/>
                    <a:pt x="21769" y="10148"/>
                    <a:pt x="20875" y="12916"/>
                  </a:cubicBezTo>
                  <a:cubicBezTo>
                    <a:pt x="19359" y="12052"/>
                    <a:pt x="17538" y="11727"/>
                    <a:pt x="15721" y="11727"/>
                  </a:cubicBezTo>
                  <a:cubicBezTo>
                    <a:pt x="14356" y="11727"/>
                    <a:pt x="12994" y="11911"/>
                    <a:pt x="11766" y="12185"/>
                  </a:cubicBezTo>
                  <a:cubicBezTo>
                    <a:pt x="7819" y="13067"/>
                    <a:pt x="4277" y="15176"/>
                    <a:pt x="838" y="17217"/>
                  </a:cubicBezTo>
                  <a:cubicBezTo>
                    <a:pt x="458" y="17444"/>
                    <a:pt x="436" y="17923"/>
                    <a:pt x="707" y="18237"/>
                  </a:cubicBezTo>
                  <a:cubicBezTo>
                    <a:pt x="1244" y="18859"/>
                    <a:pt x="1774" y="19488"/>
                    <a:pt x="2305" y="20116"/>
                  </a:cubicBezTo>
                  <a:cubicBezTo>
                    <a:pt x="1441" y="20484"/>
                    <a:pt x="862" y="21064"/>
                    <a:pt x="197" y="21811"/>
                  </a:cubicBezTo>
                  <a:cubicBezTo>
                    <a:pt x="77" y="21947"/>
                    <a:pt x="0" y="22200"/>
                    <a:pt x="127" y="22363"/>
                  </a:cubicBezTo>
                  <a:cubicBezTo>
                    <a:pt x="2951" y="26054"/>
                    <a:pt x="5928" y="29634"/>
                    <a:pt x="8843" y="33254"/>
                  </a:cubicBezTo>
                  <a:cubicBezTo>
                    <a:pt x="11749" y="36861"/>
                    <a:pt x="14485" y="40794"/>
                    <a:pt x="17652" y="44182"/>
                  </a:cubicBezTo>
                  <a:cubicBezTo>
                    <a:pt x="17664" y="44208"/>
                    <a:pt x="17679" y="44232"/>
                    <a:pt x="17699" y="44255"/>
                  </a:cubicBezTo>
                  <a:cubicBezTo>
                    <a:pt x="18282" y="44908"/>
                    <a:pt x="19219" y="45924"/>
                    <a:pt x="20167" y="45924"/>
                  </a:cubicBezTo>
                  <a:cubicBezTo>
                    <a:pt x="20277" y="45924"/>
                    <a:pt x="20387" y="45910"/>
                    <a:pt x="20497" y="45881"/>
                  </a:cubicBezTo>
                  <a:cubicBezTo>
                    <a:pt x="21148" y="45708"/>
                    <a:pt x="21757" y="44978"/>
                    <a:pt x="22286" y="44585"/>
                  </a:cubicBezTo>
                  <a:cubicBezTo>
                    <a:pt x="23162" y="43935"/>
                    <a:pt x="24053" y="43304"/>
                    <a:pt x="24965" y="42705"/>
                  </a:cubicBezTo>
                  <a:cubicBezTo>
                    <a:pt x="27366" y="41130"/>
                    <a:pt x="29934" y="39829"/>
                    <a:pt x="32678" y="39174"/>
                  </a:cubicBezTo>
                  <a:cubicBezTo>
                    <a:pt x="32752" y="39177"/>
                    <a:pt x="32826" y="39174"/>
                    <a:pt x="32900" y="39178"/>
                  </a:cubicBezTo>
                  <a:cubicBezTo>
                    <a:pt x="34054" y="39233"/>
                    <a:pt x="35153" y="39648"/>
                    <a:pt x="36288" y="39715"/>
                  </a:cubicBezTo>
                  <a:cubicBezTo>
                    <a:pt x="36337" y="39718"/>
                    <a:pt x="36385" y="39720"/>
                    <a:pt x="36433" y="39720"/>
                  </a:cubicBezTo>
                  <a:cubicBezTo>
                    <a:pt x="37209" y="39720"/>
                    <a:pt x="37750" y="39337"/>
                    <a:pt x="37827" y="38540"/>
                  </a:cubicBezTo>
                  <a:cubicBezTo>
                    <a:pt x="39593" y="36201"/>
                    <a:pt x="41115" y="33792"/>
                    <a:pt x="43273" y="31744"/>
                  </a:cubicBezTo>
                  <a:cubicBezTo>
                    <a:pt x="44449" y="30626"/>
                    <a:pt x="45716" y="29608"/>
                    <a:pt x="47060" y="28698"/>
                  </a:cubicBezTo>
                  <a:cubicBezTo>
                    <a:pt x="47079" y="28686"/>
                    <a:pt x="47099" y="28675"/>
                    <a:pt x="47118" y="28662"/>
                  </a:cubicBezTo>
                  <a:cubicBezTo>
                    <a:pt x="48826" y="27633"/>
                    <a:pt x="50637" y="26785"/>
                    <a:pt x="52524" y="26133"/>
                  </a:cubicBezTo>
                  <a:cubicBezTo>
                    <a:pt x="52902" y="26003"/>
                    <a:pt x="53156" y="25447"/>
                    <a:pt x="52785" y="25145"/>
                  </a:cubicBezTo>
                  <a:cubicBezTo>
                    <a:pt x="52171" y="24648"/>
                    <a:pt x="51613" y="24099"/>
                    <a:pt x="50959" y="23696"/>
                  </a:cubicBezTo>
                  <a:cubicBezTo>
                    <a:pt x="51006" y="23680"/>
                    <a:pt x="51050" y="23660"/>
                    <a:pt x="51097" y="23645"/>
                  </a:cubicBezTo>
                  <a:cubicBezTo>
                    <a:pt x="51251" y="23594"/>
                    <a:pt x="51309" y="23468"/>
                    <a:pt x="51300" y="23347"/>
                  </a:cubicBezTo>
                  <a:cubicBezTo>
                    <a:pt x="51345" y="23292"/>
                    <a:pt x="51376" y="23227"/>
                    <a:pt x="51391" y="23158"/>
                  </a:cubicBezTo>
                  <a:cubicBezTo>
                    <a:pt x="51657" y="23086"/>
                    <a:pt x="51868" y="22805"/>
                    <a:pt x="51676" y="22507"/>
                  </a:cubicBezTo>
                  <a:cubicBezTo>
                    <a:pt x="51561" y="22326"/>
                    <a:pt x="51447" y="22144"/>
                    <a:pt x="51333" y="21962"/>
                  </a:cubicBezTo>
                  <a:cubicBezTo>
                    <a:pt x="51345" y="21962"/>
                    <a:pt x="51359" y="21961"/>
                    <a:pt x="51371" y="21961"/>
                  </a:cubicBezTo>
                  <a:cubicBezTo>
                    <a:pt x="51374" y="21961"/>
                    <a:pt x="51377" y="21961"/>
                    <a:pt x="51379" y="21961"/>
                  </a:cubicBezTo>
                  <a:cubicBezTo>
                    <a:pt x="51539" y="21961"/>
                    <a:pt x="51585" y="21737"/>
                    <a:pt x="51453" y="21658"/>
                  </a:cubicBezTo>
                  <a:cubicBezTo>
                    <a:pt x="51333" y="21585"/>
                    <a:pt x="51198" y="21544"/>
                    <a:pt x="51056" y="21524"/>
                  </a:cubicBezTo>
                  <a:cubicBezTo>
                    <a:pt x="50796" y="21108"/>
                    <a:pt x="50546" y="20689"/>
                    <a:pt x="50290" y="20269"/>
                  </a:cubicBezTo>
                  <a:cubicBezTo>
                    <a:pt x="50030" y="19581"/>
                    <a:pt x="49589" y="18953"/>
                    <a:pt x="49191" y="18312"/>
                  </a:cubicBezTo>
                  <a:cubicBezTo>
                    <a:pt x="48421" y="17077"/>
                    <a:pt x="47572" y="15893"/>
                    <a:pt x="46728" y="14709"/>
                  </a:cubicBezTo>
                  <a:cubicBezTo>
                    <a:pt x="45005" y="12292"/>
                    <a:pt x="43280" y="9876"/>
                    <a:pt x="41551" y="7464"/>
                  </a:cubicBezTo>
                  <a:cubicBezTo>
                    <a:pt x="40019" y="5325"/>
                    <a:pt x="38618" y="2783"/>
                    <a:pt x="36781" y="897"/>
                  </a:cubicBezTo>
                  <a:cubicBezTo>
                    <a:pt x="36255" y="356"/>
                    <a:pt x="35527" y="0"/>
                    <a:pt x="348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34"/>
            <p:cNvSpPr/>
            <p:nvPr/>
          </p:nvSpPr>
          <p:spPr>
            <a:xfrm>
              <a:off x="2990175" y="381350"/>
              <a:ext cx="254450" cy="209600"/>
            </a:xfrm>
            <a:custGeom>
              <a:avLst/>
              <a:gdLst/>
              <a:ahLst/>
              <a:cxnLst/>
              <a:rect l="l" t="t" r="r" b="b"/>
              <a:pathLst>
                <a:path w="10178" h="8384" extrusionOk="0">
                  <a:moveTo>
                    <a:pt x="9489" y="1"/>
                  </a:moveTo>
                  <a:cubicBezTo>
                    <a:pt x="9460" y="1"/>
                    <a:pt x="9430" y="3"/>
                    <a:pt x="9398" y="7"/>
                  </a:cubicBezTo>
                  <a:cubicBezTo>
                    <a:pt x="5315" y="589"/>
                    <a:pt x="1324" y="4315"/>
                    <a:pt x="48" y="8144"/>
                  </a:cubicBezTo>
                  <a:cubicBezTo>
                    <a:pt x="1" y="8286"/>
                    <a:pt x="119" y="8384"/>
                    <a:pt x="239" y="8384"/>
                  </a:cubicBezTo>
                  <a:cubicBezTo>
                    <a:pt x="302" y="8384"/>
                    <a:pt x="366" y="8357"/>
                    <a:pt x="406" y="8294"/>
                  </a:cubicBezTo>
                  <a:cubicBezTo>
                    <a:pt x="1475" y="6637"/>
                    <a:pt x="2632" y="5068"/>
                    <a:pt x="4157" y="3799"/>
                  </a:cubicBezTo>
                  <a:cubicBezTo>
                    <a:pt x="5839" y="2399"/>
                    <a:pt x="7661" y="1727"/>
                    <a:pt x="9647" y="909"/>
                  </a:cubicBezTo>
                  <a:cubicBezTo>
                    <a:pt x="10177" y="691"/>
                    <a:pt x="10017" y="1"/>
                    <a:pt x="948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34"/>
            <p:cNvSpPr/>
            <p:nvPr/>
          </p:nvSpPr>
          <p:spPr>
            <a:xfrm>
              <a:off x="3026350" y="441550"/>
              <a:ext cx="247225" cy="201350"/>
            </a:xfrm>
            <a:custGeom>
              <a:avLst/>
              <a:gdLst/>
              <a:ahLst/>
              <a:cxnLst/>
              <a:rect l="l" t="t" r="r" b="b"/>
              <a:pathLst>
                <a:path w="9889" h="8054" extrusionOk="0">
                  <a:moveTo>
                    <a:pt x="9472" y="1"/>
                  </a:moveTo>
                  <a:cubicBezTo>
                    <a:pt x="9466" y="1"/>
                    <a:pt x="9460" y="1"/>
                    <a:pt x="9454" y="1"/>
                  </a:cubicBezTo>
                  <a:cubicBezTo>
                    <a:pt x="5735" y="204"/>
                    <a:pt x="1142" y="4281"/>
                    <a:pt x="59" y="7752"/>
                  </a:cubicBezTo>
                  <a:cubicBezTo>
                    <a:pt x="0" y="7941"/>
                    <a:pt x="141" y="8053"/>
                    <a:pt x="292" y="8053"/>
                  </a:cubicBezTo>
                  <a:cubicBezTo>
                    <a:pt x="375" y="8053"/>
                    <a:pt x="460" y="8019"/>
                    <a:pt x="517" y="7945"/>
                  </a:cubicBezTo>
                  <a:cubicBezTo>
                    <a:pt x="1756" y="6329"/>
                    <a:pt x="2771" y="4701"/>
                    <a:pt x="4382" y="3401"/>
                  </a:cubicBezTo>
                  <a:cubicBezTo>
                    <a:pt x="6005" y="2092"/>
                    <a:pt x="7844" y="1590"/>
                    <a:pt x="9618" y="609"/>
                  </a:cubicBezTo>
                  <a:cubicBezTo>
                    <a:pt x="9889" y="460"/>
                    <a:pt x="9783" y="1"/>
                    <a:pt x="94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34"/>
            <p:cNvSpPr/>
            <p:nvPr/>
          </p:nvSpPr>
          <p:spPr>
            <a:xfrm>
              <a:off x="3172850" y="661350"/>
              <a:ext cx="224850" cy="198300"/>
            </a:xfrm>
            <a:custGeom>
              <a:avLst/>
              <a:gdLst/>
              <a:ahLst/>
              <a:cxnLst/>
              <a:rect l="l" t="t" r="r" b="b"/>
              <a:pathLst>
                <a:path w="8994" h="7932" extrusionOk="0">
                  <a:moveTo>
                    <a:pt x="8456" y="0"/>
                  </a:moveTo>
                  <a:cubicBezTo>
                    <a:pt x="8425" y="0"/>
                    <a:pt x="8392" y="4"/>
                    <a:pt x="8358" y="11"/>
                  </a:cubicBezTo>
                  <a:cubicBezTo>
                    <a:pt x="5106" y="738"/>
                    <a:pt x="1076" y="4402"/>
                    <a:pt x="60" y="7579"/>
                  </a:cubicBezTo>
                  <a:cubicBezTo>
                    <a:pt x="1" y="7765"/>
                    <a:pt x="174" y="7931"/>
                    <a:pt x="343" y="7931"/>
                  </a:cubicBezTo>
                  <a:cubicBezTo>
                    <a:pt x="409" y="7931"/>
                    <a:pt x="474" y="7907"/>
                    <a:pt x="524" y="7849"/>
                  </a:cubicBezTo>
                  <a:cubicBezTo>
                    <a:pt x="1689" y="6518"/>
                    <a:pt x="2590" y="5030"/>
                    <a:pt x="3913" y="3818"/>
                  </a:cubicBezTo>
                  <a:cubicBezTo>
                    <a:pt x="5371" y="2483"/>
                    <a:pt x="7047" y="1783"/>
                    <a:pt x="8657" y="718"/>
                  </a:cubicBezTo>
                  <a:cubicBezTo>
                    <a:pt x="8993" y="494"/>
                    <a:pt x="8826" y="0"/>
                    <a:pt x="84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34"/>
            <p:cNvSpPr/>
            <p:nvPr/>
          </p:nvSpPr>
          <p:spPr>
            <a:xfrm>
              <a:off x="3219000" y="725650"/>
              <a:ext cx="226500" cy="215375"/>
            </a:xfrm>
            <a:custGeom>
              <a:avLst/>
              <a:gdLst/>
              <a:ahLst/>
              <a:cxnLst/>
              <a:rect l="l" t="t" r="r" b="b"/>
              <a:pathLst>
                <a:path w="9060" h="8615" extrusionOk="0">
                  <a:moveTo>
                    <a:pt x="8466" y="1"/>
                  </a:moveTo>
                  <a:cubicBezTo>
                    <a:pt x="8403" y="1"/>
                    <a:pt x="8336" y="16"/>
                    <a:pt x="8267" y="50"/>
                  </a:cubicBezTo>
                  <a:cubicBezTo>
                    <a:pt x="6348" y="1017"/>
                    <a:pt x="4571" y="2396"/>
                    <a:pt x="3025" y="3882"/>
                  </a:cubicBezTo>
                  <a:cubicBezTo>
                    <a:pt x="1836" y="5024"/>
                    <a:pt x="0" y="6568"/>
                    <a:pt x="62" y="8367"/>
                  </a:cubicBezTo>
                  <a:cubicBezTo>
                    <a:pt x="66" y="8507"/>
                    <a:pt x="206" y="8614"/>
                    <a:pt x="335" y="8614"/>
                  </a:cubicBezTo>
                  <a:cubicBezTo>
                    <a:pt x="409" y="8614"/>
                    <a:pt x="480" y="8578"/>
                    <a:pt x="518" y="8491"/>
                  </a:cubicBezTo>
                  <a:cubicBezTo>
                    <a:pt x="2016" y="5007"/>
                    <a:pt x="5594" y="2708"/>
                    <a:pt x="8679" y="755"/>
                  </a:cubicBezTo>
                  <a:cubicBezTo>
                    <a:pt x="9059" y="514"/>
                    <a:pt x="8832" y="1"/>
                    <a:pt x="84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34"/>
            <p:cNvSpPr/>
            <p:nvPr/>
          </p:nvSpPr>
          <p:spPr>
            <a:xfrm>
              <a:off x="2528200" y="658025"/>
              <a:ext cx="405900" cy="260600"/>
            </a:xfrm>
            <a:custGeom>
              <a:avLst/>
              <a:gdLst/>
              <a:ahLst/>
              <a:cxnLst/>
              <a:rect l="l" t="t" r="r" b="b"/>
              <a:pathLst>
                <a:path w="16236" h="10424" extrusionOk="0">
                  <a:moveTo>
                    <a:pt x="1382" y="2708"/>
                  </a:moveTo>
                  <a:cubicBezTo>
                    <a:pt x="2705" y="4465"/>
                    <a:pt x="4361" y="5818"/>
                    <a:pt x="5564" y="7549"/>
                  </a:cubicBezTo>
                  <a:cubicBezTo>
                    <a:pt x="5049" y="7000"/>
                    <a:pt x="4518" y="6467"/>
                    <a:pt x="3972" y="5947"/>
                  </a:cubicBezTo>
                  <a:cubicBezTo>
                    <a:pt x="3369" y="5370"/>
                    <a:pt x="2751" y="4825"/>
                    <a:pt x="2113" y="4299"/>
                  </a:cubicBezTo>
                  <a:cubicBezTo>
                    <a:pt x="2286" y="4264"/>
                    <a:pt x="2405" y="4031"/>
                    <a:pt x="2251" y="3877"/>
                  </a:cubicBezTo>
                  <a:cubicBezTo>
                    <a:pt x="1869" y="3498"/>
                    <a:pt x="1454" y="3168"/>
                    <a:pt x="1030" y="2840"/>
                  </a:cubicBezTo>
                  <a:lnTo>
                    <a:pt x="1382" y="2708"/>
                  </a:lnTo>
                  <a:close/>
                  <a:moveTo>
                    <a:pt x="9295" y="739"/>
                  </a:moveTo>
                  <a:cubicBezTo>
                    <a:pt x="10900" y="739"/>
                    <a:pt x="11714" y="2042"/>
                    <a:pt x="12738" y="3153"/>
                  </a:cubicBezTo>
                  <a:cubicBezTo>
                    <a:pt x="13607" y="4096"/>
                    <a:pt x="14464" y="5049"/>
                    <a:pt x="15310" y="6013"/>
                  </a:cubicBezTo>
                  <a:cubicBezTo>
                    <a:pt x="13936" y="6363"/>
                    <a:pt x="12589" y="6790"/>
                    <a:pt x="11275" y="7331"/>
                  </a:cubicBezTo>
                  <a:cubicBezTo>
                    <a:pt x="10703" y="7567"/>
                    <a:pt x="10139" y="7820"/>
                    <a:pt x="9583" y="8091"/>
                  </a:cubicBezTo>
                  <a:cubicBezTo>
                    <a:pt x="9104" y="8323"/>
                    <a:pt x="7997" y="9216"/>
                    <a:pt x="7494" y="9216"/>
                  </a:cubicBezTo>
                  <a:cubicBezTo>
                    <a:pt x="7280" y="9214"/>
                    <a:pt x="7087" y="9143"/>
                    <a:pt x="6911" y="9028"/>
                  </a:cubicBezTo>
                  <a:cubicBezTo>
                    <a:pt x="5976" y="6497"/>
                    <a:pt x="3660" y="4237"/>
                    <a:pt x="1564" y="2642"/>
                  </a:cubicBezTo>
                  <a:cubicBezTo>
                    <a:pt x="3992" y="1737"/>
                    <a:pt x="6804" y="749"/>
                    <a:pt x="9284" y="739"/>
                  </a:cubicBezTo>
                  <a:cubicBezTo>
                    <a:pt x="9288" y="739"/>
                    <a:pt x="9291" y="739"/>
                    <a:pt x="9295" y="739"/>
                  </a:cubicBezTo>
                  <a:close/>
                  <a:moveTo>
                    <a:pt x="9522" y="0"/>
                  </a:moveTo>
                  <a:cubicBezTo>
                    <a:pt x="8353" y="0"/>
                    <a:pt x="6970" y="475"/>
                    <a:pt x="5977" y="700"/>
                  </a:cubicBezTo>
                  <a:cubicBezTo>
                    <a:pt x="4041" y="1140"/>
                    <a:pt x="2155" y="1729"/>
                    <a:pt x="300" y="2432"/>
                  </a:cubicBezTo>
                  <a:cubicBezTo>
                    <a:pt x="25" y="2536"/>
                    <a:pt x="1" y="2846"/>
                    <a:pt x="223" y="3018"/>
                  </a:cubicBezTo>
                  <a:cubicBezTo>
                    <a:pt x="702" y="3388"/>
                    <a:pt x="1169" y="3763"/>
                    <a:pt x="1673" y="4093"/>
                  </a:cubicBezTo>
                  <a:cubicBezTo>
                    <a:pt x="3491" y="5760"/>
                    <a:pt x="5144" y="7550"/>
                    <a:pt x="6623" y="9541"/>
                  </a:cubicBezTo>
                  <a:cubicBezTo>
                    <a:pt x="6713" y="9781"/>
                    <a:pt x="6797" y="10028"/>
                    <a:pt x="6867" y="10287"/>
                  </a:cubicBezTo>
                  <a:cubicBezTo>
                    <a:pt x="6892" y="10382"/>
                    <a:pt x="6963" y="10423"/>
                    <a:pt x="7035" y="10423"/>
                  </a:cubicBezTo>
                  <a:cubicBezTo>
                    <a:pt x="7146" y="10423"/>
                    <a:pt x="7261" y="10329"/>
                    <a:pt x="7234" y="10186"/>
                  </a:cubicBezTo>
                  <a:cubicBezTo>
                    <a:pt x="7224" y="10130"/>
                    <a:pt x="7207" y="10076"/>
                    <a:pt x="7196" y="10021"/>
                  </a:cubicBezTo>
                  <a:cubicBezTo>
                    <a:pt x="7219" y="10016"/>
                    <a:pt x="7243" y="10009"/>
                    <a:pt x="7264" y="9998"/>
                  </a:cubicBezTo>
                  <a:cubicBezTo>
                    <a:pt x="9998" y="8390"/>
                    <a:pt x="12869" y="7216"/>
                    <a:pt x="15954" y="6481"/>
                  </a:cubicBezTo>
                  <a:cubicBezTo>
                    <a:pt x="16193" y="6424"/>
                    <a:pt x="16235" y="6133"/>
                    <a:pt x="16091" y="5967"/>
                  </a:cubicBezTo>
                  <a:cubicBezTo>
                    <a:pt x="14926" y="4637"/>
                    <a:pt x="13744" y="3322"/>
                    <a:pt x="12545" y="2023"/>
                  </a:cubicBezTo>
                  <a:cubicBezTo>
                    <a:pt x="11928" y="1357"/>
                    <a:pt x="11266" y="350"/>
                    <a:pt x="10341" y="98"/>
                  </a:cubicBezTo>
                  <a:cubicBezTo>
                    <a:pt x="10087" y="29"/>
                    <a:pt x="9811" y="0"/>
                    <a:pt x="95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34"/>
            <p:cNvSpPr/>
            <p:nvPr/>
          </p:nvSpPr>
          <p:spPr>
            <a:xfrm>
              <a:off x="2739725" y="878000"/>
              <a:ext cx="265375" cy="114400"/>
            </a:xfrm>
            <a:custGeom>
              <a:avLst/>
              <a:gdLst/>
              <a:ahLst/>
              <a:cxnLst/>
              <a:rect l="l" t="t" r="r" b="b"/>
              <a:pathLst>
                <a:path w="10615" h="4576" extrusionOk="0">
                  <a:moveTo>
                    <a:pt x="8807" y="0"/>
                  </a:moveTo>
                  <a:cubicBezTo>
                    <a:pt x="5620" y="0"/>
                    <a:pt x="1581" y="1966"/>
                    <a:pt x="54" y="4386"/>
                  </a:cubicBezTo>
                  <a:cubicBezTo>
                    <a:pt x="1" y="4471"/>
                    <a:pt x="79" y="4576"/>
                    <a:pt x="166" y="4576"/>
                  </a:cubicBezTo>
                  <a:cubicBezTo>
                    <a:pt x="186" y="4576"/>
                    <a:pt x="207" y="4570"/>
                    <a:pt x="226" y="4558"/>
                  </a:cubicBezTo>
                  <a:cubicBezTo>
                    <a:pt x="1875" y="3508"/>
                    <a:pt x="3258" y="2278"/>
                    <a:pt x="5131" y="1591"/>
                  </a:cubicBezTo>
                  <a:cubicBezTo>
                    <a:pt x="6861" y="957"/>
                    <a:pt x="8587" y="1026"/>
                    <a:pt x="10351" y="694"/>
                  </a:cubicBezTo>
                  <a:cubicBezTo>
                    <a:pt x="10615" y="644"/>
                    <a:pt x="10595" y="242"/>
                    <a:pt x="10351" y="180"/>
                  </a:cubicBezTo>
                  <a:cubicBezTo>
                    <a:pt x="9872" y="58"/>
                    <a:pt x="9352" y="0"/>
                    <a:pt x="88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34"/>
            <p:cNvSpPr/>
            <p:nvPr/>
          </p:nvSpPr>
          <p:spPr>
            <a:xfrm>
              <a:off x="2783475" y="946275"/>
              <a:ext cx="254775" cy="113000"/>
            </a:xfrm>
            <a:custGeom>
              <a:avLst/>
              <a:gdLst/>
              <a:ahLst/>
              <a:cxnLst/>
              <a:rect l="l" t="t" r="r" b="b"/>
              <a:pathLst>
                <a:path w="10191" h="4520" extrusionOk="0">
                  <a:moveTo>
                    <a:pt x="9024" y="1"/>
                  </a:moveTo>
                  <a:cubicBezTo>
                    <a:pt x="7296" y="1"/>
                    <a:pt x="5453" y="625"/>
                    <a:pt x="3919" y="1282"/>
                  </a:cubicBezTo>
                  <a:cubicBezTo>
                    <a:pt x="2789" y="1765"/>
                    <a:pt x="261" y="2658"/>
                    <a:pt x="23" y="4060"/>
                  </a:cubicBezTo>
                  <a:cubicBezTo>
                    <a:pt x="1" y="4188"/>
                    <a:pt x="41" y="4285"/>
                    <a:pt x="145" y="4359"/>
                  </a:cubicBezTo>
                  <a:lnTo>
                    <a:pt x="328" y="4490"/>
                  </a:lnTo>
                  <a:cubicBezTo>
                    <a:pt x="356" y="4510"/>
                    <a:pt x="386" y="4519"/>
                    <a:pt x="416" y="4519"/>
                  </a:cubicBezTo>
                  <a:cubicBezTo>
                    <a:pt x="528" y="4519"/>
                    <a:pt x="634" y="4397"/>
                    <a:pt x="599" y="4281"/>
                  </a:cubicBezTo>
                  <a:cubicBezTo>
                    <a:pt x="310" y="3333"/>
                    <a:pt x="4773" y="1735"/>
                    <a:pt x="5289" y="1569"/>
                  </a:cubicBezTo>
                  <a:cubicBezTo>
                    <a:pt x="6773" y="1093"/>
                    <a:pt x="8295" y="1027"/>
                    <a:pt x="9799" y="688"/>
                  </a:cubicBezTo>
                  <a:cubicBezTo>
                    <a:pt x="10190" y="600"/>
                    <a:pt x="10059" y="73"/>
                    <a:pt x="9711" y="36"/>
                  </a:cubicBezTo>
                  <a:cubicBezTo>
                    <a:pt x="9485" y="12"/>
                    <a:pt x="9255" y="1"/>
                    <a:pt x="902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34"/>
            <p:cNvSpPr/>
            <p:nvPr/>
          </p:nvSpPr>
          <p:spPr>
            <a:xfrm>
              <a:off x="2839925" y="1007825"/>
              <a:ext cx="259925" cy="117700"/>
            </a:xfrm>
            <a:custGeom>
              <a:avLst/>
              <a:gdLst/>
              <a:ahLst/>
              <a:cxnLst/>
              <a:rect l="l" t="t" r="r" b="b"/>
              <a:pathLst>
                <a:path w="10397" h="4708" extrusionOk="0">
                  <a:moveTo>
                    <a:pt x="9045" y="1"/>
                  </a:moveTo>
                  <a:cubicBezTo>
                    <a:pt x="5729" y="1"/>
                    <a:pt x="2019" y="2104"/>
                    <a:pt x="58" y="4551"/>
                  </a:cubicBezTo>
                  <a:cubicBezTo>
                    <a:pt x="0" y="4623"/>
                    <a:pt x="54" y="4707"/>
                    <a:pt x="124" y="4707"/>
                  </a:cubicBezTo>
                  <a:cubicBezTo>
                    <a:pt x="145" y="4707"/>
                    <a:pt x="167" y="4700"/>
                    <a:pt x="188" y="4683"/>
                  </a:cubicBezTo>
                  <a:cubicBezTo>
                    <a:pt x="1738" y="3418"/>
                    <a:pt x="3324" y="2289"/>
                    <a:pt x="5224" y="1613"/>
                  </a:cubicBezTo>
                  <a:cubicBezTo>
                    <a:pt x="6821" y="1047"/>
                    <a:pt x="8433" y="1014"/>
                    <a:pt x="10074" y="712"/>
                  </a:cubicBezTo>
                  <a:cubicBezTo>
                    <a:pt x="10385" y="655"/>
                    <a:pt x="10396" y="120"/>
                    <a:pt x="10074" y="73"/>
                  </a:cubicBezTo>
                  <a:cubicBezTo>
                    <a:pt x="9737" y="24"/>
                    <a:pt x="9393" y="1"/>
                    <a:pt x="90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5392349F-6037-46E2-9A6D-A0EAC96C5F35}"/>
              </a:ext>
            </a:extLst>
          </p:cNvPr>
          <p:cNvSpPr txBox="1"/>
          <p:nvPr/>
        </p:nvSpPr>
        <p:spPr>
          <a:xfrm>
            <a:off x="1469008" y="1915630"/>
            <a:ext cx="2375333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200" dirty="0"/>
              <a:t>Every level (except last)</a:t>
            </a:r>
          </a:p>
          <a:p>
            <a:pPr algn="just"/>
            <a:r>
              <a:rPr lang="en-US" sz="1200" dirty="0"/>
              <a:t>completely filled.</a:t>
            </a:r>
          </a:p>
          <a:p>
            <a:pPr algn="just"/>
            <a:endParaRPr lang="en-US" sz="1200" dirty="0"/>
          </a:p>
          <a:p>
            <a:pPr algn="just"/>
            <a:r>
              <a:rPr lang="en-US" sz="1200" dirty="0"/>
              <a:t>Nodes on bottom level are</a:t>
            </a:r>
          </a:p>
          <a:p>
            <a:pPr algn="just"/>
            <a:r>
              <a:rPr lang="en-US" sz="1200" dirty="0"/>
              <a:t>as far left as possible. </a:t>
            </a:r>
            <a:endParaRPr lang="en-PH" sz="1200" dirty="0"/>
          </a:p>
          <a:p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FB6BA95-4BE6-46D4-94C0-A8EE7AC97D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4341" y="1383728"/>
            <a:ext cx="4563312" cy="2352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53178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4"/>
          <p:cNvSpPr txBox="1">
            <a:spLocks noGrp="1"/>
          </p:cNvSpPr>
          <p:nvPr>
            <p:ph type="title"/>
          </p:nvPr>
        </p:nvSpPr>
        <p:spPr>
          <a:xfrm>
            <a:off x="1307759" y="944973"/>
            <a:ext cx="2939511" cy="4372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400" b="1" u="sng" dirty="0"/>
              <a:t>Completeness Property</a:t>
            </a:r>
            <a:endParaRPr lang="en-US" sz="1400" b="1" u="sng" dirty="0">
              <a:solidFill>
                <a:srgbClr val="C00000"/>
              </a:solidFill>
            </a:endParaRPr>
          </a:p>
        </p:txBody>
      </p:sp>
      <p:sp>
        <p:nvSpPr>
          <p:cNvPr id="234" name="Google Shape;234;p34"/>
          <p:cNvSpPr txBox="1">
            <a:spLocks noGrp="1"/>
          </p:cNvSpPr>
          <p:nvPr>
            <p:ph type="subTitle" idx="1"/>
          </p:nvPr>
        </p:nvSpPr>
        <p:spPr>
          <a:xfrm>
            <a:off x="1307759" y="531752"/>
            <a:ext cx="3439500" cy="53514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Heaps	</a:t>
            </a:r>
          </a:p>
        </p:txBody>
      </p:sp>
      <p:pic>
        <p:nvPicPr>
          <p:cNvPr id="235" name="Google Shape;235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695460">
            <a:off x="7765338" y="3361772"/>
            <a:ext cx="1241024" cy="1610463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grpSp>
        <p:nvGrpSpPr>
          <p:cNvPr id="236" name="Google Shape;236;p34"/>
          <p:cNvGrpSpPr/>
          <p:nvPr/>
        </p:nvGrpSpPr>
        <p:grpSpPr>
          <a:xfrm rot="790859">
            <a:off x="7973758" y="3964891"/>
            <a:ext cx="824184" cy="712067"/>
            <a:chOff x="2341425" y="238100"/>
            <a:chExt cx="1328900" cy="1148125"/>
          </a:xfrm>
        </p:grpSpPr>
        <p:sp>
          <p:nvSpPr>
            <p:cNvPr id="237" name="Google Shape;237;p34"/>
            <p:cNvSpPr/>
            <p:nvPr/>
          </p:nvSpPr>
          <p:spPr>
            <a:xfrm>
              <a:off x="2341425" y="238100"/>
              <a:ext cx="1328900" cy="1148125"/>
            </a:xfrm>
            <a:custGeom>
              <a:avLst/>
              <a:gdLst/>
              <a:ahLst/>
              <a:cxnLst/>
              <a:rect l="l" t="t" r="r" b="b"/>
              <a:pathLst>
                <a:path w="53156" h="45925" extrusionOk="0">
                  <a:moveTo>
                    <a:pt x="49853" y="24103"/>
                  </a:moveTo>
                  <a:cubicBezTo>
                    <a:pt x="50212" y="24609"/>
                    <a:pt x="50681" y="25003"/>
                    <a:pt x="51172" y="25380"/>
                  </a:cubicBezTo>
                  <a:cubicBezTo>
                    <a:pt x="48199" y="26540"/>
                    <a:pt x="45438" y="28144"/>
                    <a:pt x="42987" y="30206"/>
                  </a:cubicBezTo>
                  <a:cubicBezTo>
                    <a:pt x="41727" y="31264"/>
                    <a:pt x="40396" y="32510"/>
                    <a:pt x="39238" y="33887"/>
                  </a:cubicBezTo>
                  <a:cubicBezTo>
                    <a:pt x="39347" y="33688"/>
                    <a:pt x="39460" y="33491"/>
                    <a:pt x="39578" y="33301"/>
                  </a:cubicBezTo>
                  <a:cubicBezTo>
                    <a:pt x="40490" y="31831"/>
                    <a:pt x="41539" y="30449"/>
                    <a:pt x="42711" y="29176"/>
                  </a:cubicBezTo>
                  <a:cubicBezTo>
                    <a:pt x="44775" y="26932"/>
                    <a:pt x="47091" y="25229"/>
                    <a:pt x="49853" y="24103"/>
                  </a:cubicBezTo>
                  <a:close/>
                  <a:moveTo>
                    <a:pt x="35117" y="1053"/>
                  </a:moveTo>
                  <a:lnTo>
                    <a:pt x="35117" y="1053"/>
                  </a:lnTo>
                  <a:cubicBezTo>
                    <a:pt x="36710" y="1715"/>
                    <a:pt x="38294" y="4814"/>
                    <a:pt x="38992" y="5799"/>
                  </a:cubicBezTo>
                  <a:cubicBezTo>
                    <a:pt x="40312" y="7660"/>
                    <a:pt x="41633" y="9523"/>
                    <a:pt x="42954" y="11383"/>
                  </a:cubicBezTo>
                  <a:cubicBezTo>
                    <a:pt x="44182" y="13110"/>
                    <a:pt x="45421" y="14827"/>
                    <a:pt x="46633" y="16564"/>
                  </a:cubicBezTo>
                  <a:cubicBezTo>
                    <a:pt x="46650" y="16588"/>
                    <a:pt x="46667" y="16613"/>
                    <a:pt x="46685" y="16638"/>
                  </a:cubicBezTo>
                  <a:cubicBezTo>
                    <a:pt x="47623" y="18397"/>
                    <a:pt x="48600" y="20134"/>
                    <a:pt x="49618" y="21849"/>
                  </a:cubicBezTo>
                  <a:cubicBezTo>
                    <a:pt x="48693" y="22281"/>
                    <a:pt x="47744" y="23007"/>
                    <a:pt x="47214" y="23343"/>
                  </a:cubicBezTo>
                  <a:cubicBezTo>
                    <a:pt x="45320" y="24544"/>
                    <a:pt x="43587" y="25982"/>
                    <a:pt x="42057" y="27622"/>
                  </a:cubicBezTo>
                  <a:cubicBezTo>
                    <a:pt x="40592" y="29191"/>
                    <a:pt x="39304" y="30938"/>
                    <a:pt x="38281" y="32827"/>
                  </a:cubicBezTo>
                  <a:cubicBezTo>
                    <a:pt x="37877" y="33573"/>
                    <a:pt x="37271" y="34533"/>
                    <a:pt x="36981" y="35496"/>
                  </a:cubicBezTo>
                  <a:cubicBezTo>
                    <a:pt x="36328" y="34434"/>
                    <a:pt x="35635" y="33395"/>
                    <a:pt x="34953" y="32353"/>
                  </a:cubicBezTo>
                  <a:cubicBezTo>
                    <a:pt x="33450" y="30055"/>
                    <a:pt x="31915" y="27777"/>
                    <a:pt x="30347" y="25524"/>
                  </a:cubicBezTo>
                  <a:cubicBezTo>
                    <a:pt x="28841" y="23359"/>
                    <a:pt x="27306" y="21217"/>
                    <a:pt x="25741" y="19095"/>
                  </a:cubicBezTo>
                  <a:cubicBezTo>
                    <a:pt x="24508" y="17421"/>
                    <a:pt x="23256" y="15382"/>
                    <a:pt x="21757" y="13843"/>
                  </a:cubicBezTo>
                  <a:cubicBezTo>
                    <a:pt x="22758" y="10753"/>
                    <a:pt x="24747" y="8361"/>
                    <a:pt x="26903" y="5992"/>
                  </a:cubicBezTo>
                  <a:cubicBezTo>
                    <a:pt x="27357" y="5493"/>
                    <a:pt x="27826" y="4981"/>
                    <a:pt x="28315" y="4481"/>
                  </a:cubicBezTo>
                  <a:cubicBezTo>
                    <a:pt x="29626" y="3498"/>
                    <a:pt x="31045" y="2668"/>
                    <a:pt x="32551" y="2018"/>
                  </a:cubicBezTo>
                  <a:cubicBezTo>
                    <a:pt x="33121" y="1772"/>
                    <a:pt x="33780" y="1496"/>
                    <a:pt x="34476" y="1255"/>
                  </a:cubicBezTo>
                  <a:cubicBezTo>
                    <a:pt x="34702" y="1206"/>
                    <a:pt x="34932" y="1166"/>
                    <a:pt x="35161" y="1125"/>
                  </a:cubicBezTo>
                  <a:cubicBezTo>
                    <a:pt x="35147" y="1101"/>
                    <a:pt x="35132" y="1076"/>
                    <a:pt x="35117" y="1053"/>
                  </a:cubicBezTo>
                  <a:close/>
                  <a:moveTo>
                    <a:pt x="49886" y="22296"/>
                  </a:moveTo>
                  <a:cubicBezTo>
                    <a:pt x="50069" y="22601"/>
                    <a:pt x="50253" y="22905"/>
                    <a:pt x="50437" y="23208"/>
                  </a:cubicBezTo>
                  <a:cubicBezTo>
                    <a:pt x="50328" y="23239"/>
                    <a:pt x="50219" y="23270"/>
                    <a:pt x="50110" y="23305"/>
                  </a:cubicBezTo>
                  <a:cubicBezTo>
                    <a:pt x="50098" y="23304"/>
                    <a:pt x="50086" y="23303"/>
                    <a:pt x="50074" y="23303"/>
                  </a:cubicBezTo>
                  <a:cubicBezTo>
                    <a:pt x="49989" y="23303"/>
                    <a:pt x="49905" y="23334"/>
                    <a:pt x="49839" y="23390"/>
                  </a:cubicBezTo>
                  <a:cubicBezTo>
                    <a:pt x="46983" y="24343"/>
                    <a:pt x="44499" y="26352"/>
                    <a:pt x="42469" y="28520"/>
                  </a:cubicBezTo>
                  <a:cubicBezTo>
                    <a:pt x="40592" y="30525"/>
                    <a:pt x="38254" y="33305"/>
                    <a:pt x="37357" y="36095"/>
                  </a:cubicBezTo>
                  <a:cubicBezTo>
                    <a:pt x="37306" y="36011"/>
                    <a:pt x="37249" y="35923"/>
                    <a:pt x="37190" y="35830"/>
                  </a:cubicBezTo>
                  <a:cubicBezTo>
                    <a:pt x="37565" y="34416"/>
                    <a:pt x="38696" y="32821"/>
                    <a:pt x="39296" y="31878"/>
                  </a:cubicBezTo>
                  <a:cubicBezTo>
                    <a:pt x="40239" y="30393"/>
                    <a:pt x="41330" y="29005"/>
                    <a:pt x="42550" y="27739"/>
                  </a:cubicBezTo>
                  <a:cubicBezTo>
                    <a:pt x="43708" y="26537"/>
                    <a:pt x="44980" y="25451"/>
                    <a:pt x="46348" y="24494"/>
                  </a:cubicBezTo>
                  <a:cubicBezTo>
                    <a:pt x="47234" y="23875"/>
                    <a:pt x="48600" y="22828"/>
                    <a:pt x="49886" y="22296"/>
                  </a:cubicBezTo>
                  <a:close/>
                  <a:moveTo>
                    <a:pt x="20475" y="13918"/>
                  </a:moveTo>
                  <a:cubicBezTo>
                    <a:pt x="20720" y="13985"/>
                    <a:pt x="20968" y="14054"/>
                    <a:pt x="21218" y="14127"/>
                  </a:cubicBezTo>
                  <a:lnTo>
                    <a:pt x="21219" y="14127"/>
                  </a:lnTo>
                  <a:cubicBezTo>
                    <a:pt x="22265" y="15897"/>
                    <a:pt x="23782" y="17534"/>
                    <a:pt x="24979" y="19160"/>
                  </a:cubicBezTo>
                  <a:cubicBezTo>
                    <a:pt x="26409" y="21107"/>
                    <a:pt x="27816" y="23071"/>
                    <a:pt x="29199" y="25052"/>
                  </a:cubicBezTo>
                  <a:cubicBezTo>
                    <a:pt x="30581" y="27035"/>
                    <a:pt x="31937" y="29034"/>
                    <a:pt x="33269" y="31050"/>
                  </a:cubicBezTo>
                  <a:cubicBezTo>
                    <a:pt x="33874" y="31967"/>
                    <a:pt x="34473" y="32886"/>
                    <a:pt x="35069" y="33809"/>
                  </a:cubicBezTo>
                  <a:cubicBezTo>
                    <a:pt x="35425" y="34364"/>
                    <a:pt x="35780" y="34920"/>
                    <a:pt x="36133" y="35475"/>
                  </a:cubicBezTo>
                  <a:lnTo>
                    <a:pt x="36486" y="36032"/>
                  </a:lnTo>
                  <a:cubicBezTo>
                    <a:pt x="36496" y="36074"/>
                    <a:pt x="36508" y="36115"/>
                    <a:pt x="36522" y="36155"/>
                  </a:cubicBezTo>
                  <a:cubicBezTo>
                    <a:pt x="33879" y="32306"/>
                    <a:pt x="31050" y="28568"/>
                    <a:pt x="28325" y="24779"/>
                  </a:cubicBezTo>
                  <a:cubicBezTo>
                    <a:pt x="25722" y="21160"/>
                    <a:pt x="23203" y="17449"/>
                    <a:pt x="20475" y="13918"/>
                  </a:cubicBezTo>
                  <a:close/>
                  <a:moveTo>
                    <a:pt x="37953" y="37630"/>
                  </a:moveTo>
                  <a:cubicBezTo>
                    <a:pt x="37851" y="37834"/>
                    <a:pt x="37753" y="38038"/>
                    <a:pt x="37661" y="38245"/>
                  </a:cubicBezTo>
                  <a:cubicBezTo>
                    <a:pt x="37630" y="38236"/>
                    <a:pt x="37597" y="38231"/>
                    <a:pt x="37565" y="38231"/>
                  </a:cubicBezTo>
                  <a:cubicBezTo>
                    <a:pt x="37533" y="38231"/>
                    <a:pt x="37500" y="38236"/>
                    <a:pt x="37470" y="38245"/>
                  </a:cubicBezTo>
                  <a:cubicBezTo>
                    <a:pt x="37633" y="38041"/>
                    <a:pt x="37793" y="37835"/>
                    <a:pt x="37953" y="37630"/>
                  </a:cubicBezTo>
                  <a:close/>
                  <a:moveTo>
                    <a:pt x="36509" y="38717"/>
                  </a:moveTo>
                  <a:cubicBezTo>
                    <a:pt x="36518" y="38717"/>
                    <a:pt x="36527" y="38717"/>
                    <a:pt x="36536" y="38717"/>
                  </a:cubicBezTo>
                  <a:cubicBezTo>
                    <a:pt x="36609" y="38809"/>
                    <a:pt x="36720" y="38864"/>
                    <a:pt x="36837" y="38865"/>
                  </a:cubicBezTo>
                  <a:cubicBezTo>
                    <a:pt x="36596" y="38971"/>
                    <a:pt x="36282" y="39011"/>
                    <a:pt x="35935" y="39011"/>
                  </a:cubicBezTo>
                  <a:cubicBezTo>
                    <a:pt x="35451" y="39011"/>
                    <a:pt x="34904" y="38934"/>
                    <a:pt x="34409" y="38856"/>
                  </a:cubicBezTo>
                  <a:cubicBezTo>
                    <a:pt x="35105" y="38764"/>
                    <a:pt x="35807" y="38717"/>
                    <a:pt x="36509" y="38717"/>
                  </a:cubicBezTo>
                  <a:close/>
                  <a:moveTo>
                    <a:pt x="15183" y="13113"/>
                  </a:moveTo>
                  <a:cubicBezTo>
                    <a:pt x="16769" y="13113"/>
                    <a:pt x="18319" y="13366"/>
                    <a:pt x="19934" y="13775"/>
                  </a:cubicBezTo>
                  <a:cubicBezTo>
                    <a:pt x="22531" y="17699"/>
                    <a:pt x="25404" y="21460"/>
                    <a:pt x="28149" y="25276"/>
                  </a:cubicBezTo>
                  <a:cubicBezTo>
                    <a:pt x="30879" y="29073"/>
                    <a:pt x="33528" y="32953"/>
                    <a:pt x="36351" y="36684"/>
                  </a:cubicBezTo>
                  <a:cubicBezTo>
                    <a:pt x="34542" y="35843"/>
                    <a:pt x="32568" y="35460"/>
                    <a:pt x="30570" y="35460"/>
                  </a:cubicBezTo>
                  <a:cubicBezTo>
                    <a:pt x="26406" y="35460"/>
                    <a:pt x="22142" y="37123"/>
                    <a:pt x="19074" y="39757"/>
                  </a:cubicBezTo>
                  <a:cubicBezTo>
                    <a:pt x="13793" y="32214"/>
                    <a:pt x="8154" y="24943"/>
                    <a:pt x="2157" y="17945"/>
                  </a:cubicBezTo>
                  <a:lnTo>
                    <a:pt x="2159" y="17945"/>
                  </a:lnTo>
                  <a:cubicBezTo>
                    <a:pt x="5055" y="16227"/>
                    <a:pt x="8015" y="14530"/>
                    <a:pt x="11283" y="13642"/>
                  </a:cubicBezTo>
                  <a:cubicBezTo>
                    <a:pt x="12638" y="13273"/>
                    <a:pt x="13922" y="13113"/>
                    <a:pt x="15183" y="13113"/>
                  </a:cubicBezTo>
                  <a:close/>
                  <a:moveTo>
                    <a:pt x="2578" y="20435"/>
                  </a:moveTo>
                  <a:cubicBezTo>
                    <a:pt x="8168" y="27062"/>
                    <a:pt x="13443" y="33937"/>
                    <a:pt x="18402" y="41058"/>
                  </a:cubicBezTo>
                  <a:cubicBezTo>
                    <a:pt x="18543" y="41262"/>
                    <a:pt x="18758" y="41377"/>
                    <a:pt x="18977" y="41377"/>
                  </a:cubicBezTo>
                  <a:cubicBezTo>
                    <a:pt x="19133" y="41377"/>
                    <a:pt x="19292" y="41318"/>
                    <a:pt x="19427" y="41190"/>
                  </a:cubicBezTo>
                  <a:cubicBezTo>
                    <a:pt x="21632" y="39103"/>
                    <a:pt x="24333" y="37693"/>
                    <a:pt x="27314" y="37090"/>
                  </a:cubicBezTo>
                  <a:cubicBezTo>
                    <a:pt x="28284" y="36894"/>
                    <a:pt x="29226" y="36809"/>
                    <a:pt x="30154" y="36809"/>
                  </a:cubicBezTo>
                  <a:cubicBezTo>
                    <a:pt x="30890" y="36809"/>
                    <a:pt x="31618" y="36863"/>
                    <a:pt x="32345" y="36959"/>
                  </a:cubicBezTo>
                  <a:cubicBezTo>
                    <a:pt x="32139" y="36996"/>
                    <a:pt x="31934" y="37038"/>
                    <a:pt x="31726" y="37085"/>
                  </a:cubicBezTo>
                  <a:cubicBezTo>
                    <a:pt x="29702" y="37535"/>
                    <a:pt x="27672" y="38191"/>
                    <a:pt x="25741" y="38939"/>
                  </a:cubicBezTo>
                  <a:cubicBezTo>
                    <a:pt x="24060" y="39590"/>
                    <a:pt x="22425" y="40379"/>
                    <a:pt x="20975" y="41459"/>
                  </a:cubicBezTo>
                  <a:cubicBezTo>
                    <a:pt x="20335" y="41934"/>
                    <a:pt x="18892" y="42836"/>
                    <a:pt x="18616" y="43758"/>
                  </a:cubicBezTo>
                  <a:cubicBezTo>
                    <a:pt x="15797" y="39642"/>
                    <a:pt x="12269" y="35871"/>
                    <a:pt x="9131" y="31993"/>
                  </a:cubicBezTo>
                  <a:cubicBezTo>
                    <a:pt x="7537" y="30022"/>
                    <a:pt x="5941" y="28055"/>
                    <a:pt x="4343" y="26088"/>
                  </a:cubicBezTo>
                  <a:cubicBezTo>
                    <a:pt x="3509" y="25063"/>
                    <a:pt x="2360" y="24025"/>
                    <a:pt x="1726" y="22872"/>
                  </a:cubicBezTo>
                  <a:lnTo>
                    <a:pt x="1290" y="22336"/>
                  </a:lnTo>
                  <a:cubicBezTo>
                    <a:pt x="1365" y="21812"/>
                    <a:pt x="1612" y="21399"/>
                    <a:pt x="2027" y="21097"/>
                  </a:cubicBezTo>
                  <a:cubicBezTo>
                    <a:pt x="2191" y="20870"/>
                    <a:pt x="2390" y="20654"/>
                    <a:pt x="2578" y="20435"/>
                  </a:cubicBezTo>
                  <a:close/>
                  <a:moveTo>
                    <a:pt x="34214" y="37438"/>
                  </a:moveTo>
                  <a:cubicBezTo>
                    <a:pt x="34480" y="37438"/>
                    <a:pt x="34745" y="37450"/>
                    <a:pt x="35009" y="37476"/>
                  </a:cubicBezTo>
                  <a:cubicBezTo>
                    <a:pt x="35056" y="37488"/>
                    <a:pt x="35104" y="37502"/>
                    <a:pt x="35153" y="37514"/>
                  </a:cubicBezTo>
                  <a:cubicBezTo>
                    <a:pt x="32341" y="37733"/>
                    <a:pt x="29659" y="38637"/>
                    <a:pt x="27141" y="39965"/>
                  </a:cubicBezTo>
                  <a:cubicBezTo>
                    <a:pt x="25564" y="40797"/>
                    <a:pt x="24060" y="41771"/>
                    <a:pt x="22625" y="42823"/>
                  </a:cubicBezTo>
                  <a:cubicBezTo>
                    <a:pt x="22053" y="43241"/>
                    <a:pt x="21266" y="44080"/>
                    <a:pt x="20621" y="44360"/>
                  </a:cubicBezTo>
                  <a:cubicBezTo>
                    <a:pt x="20405" y="44454"/>
                    <a:pt x="20198" y="44493"/>
                    <a:pt x="19997" y="44493"/>
                  </a:cubicBezTo>
                  <a:cubicBezTo>
                    <a:pt x="19802" y="44493"/>
                    <a:pt x="19613" y="44456"/>
                    <a:pt x="19427" y="44400"/>
                  </a:cubicBezTo>
                  <a:cubicBezTo>
                    <a:pt x="19434" y="44391"/>
                    <a:pt x="19440" y="44386"/>
                    <a:pt x="19448" y="44377"/>
                  </a:cubicBezTo>
                  <a:cubicBezTo>
                    <a:pt x="19593" y="44198"/>
                    <a:pt x="19599" y="43995"/>
                    <a:pt x="19448" y="43814"/>
                  </a:cubicBezTo>
                  <a:lnTo>
                    <a:pt x="19430" y="43792"/>
                  </a:lnTo>
                  <a:cubicBezTo>
                    <a:pt x="19697" y="43721"/>
                    <a:pt x="19911" y="43553"/>
                    <a:pt x="20074" y="43287"/>
                  </a:cubicBezTo>
                  <a:cubicBezTo>
                    <a:pt x="20320" y="43038"/>
                    <a:pt x="20576" y="42801"/>
                    <a:pt x="20843" y="42573"/>
                  </a:cubicBezTo>
                  <a:cubicBezTo>
                    <a:pt x="21485" y="42027"/>
                    <a:pt x="22180" y="41552"/>
                    <a:pt x="22907" y="41126"/>
                  </a:cubicBezTo>
                  <a:cubicBezTo>
                    <a:pt x="24188" y="40374"/>
                    <a:pt x="25559" y="39793"/>
                    <a:pt x="26955" y="39291"/>
                  </a:cubicBezTo>
                  <a:cubicBezTo>
                    <a:pt x="29199" y="38484"/>
                    <a:pt x="31750" y="37438"/>
                    <a:pt x="34214" y="37438"/>
                  </a:cubicBezTo>
                  <a:close/>
                  <a:moveTo>
                    <a:pt x="34842" y="0"/>
                  </a:moveTo>
                  <a:cubicBezTo>
                    <a:pt x="34343" y="0"/>
                    <a:pt x="33867" y="188"/>
                    <a:pt x="33507" y="630"/>
                  </a:cubicBezTo>
                  <a:cubicBezTo>
                    <a:pt x="31447" y="1151"/>
                    <a:pt x="29512" y="2015"/>
                    <a:pt x="27862" y="3526"/>
                  </a:cubicBezTo>
                  <a:cubicBezTo>
                    <a:pt x="27217" y="4115"/>
                    <a:pt x="26496" y="4800"/>
                    <a:pt x="25773" y="5555"/>
                  </a:cubicBezTo>
                  <a:cubicBezTo>
                    <a:pt x="23620" y="7604"/>
                    <a:pt x="21769" y="10148"/>
                    <a:pt x="20875" y="12916"/>
                  </a:cubicBezTo>
                  <a:cubicBezTo>
                    <a:pt x="19359" y="12052"/>
                    <a:pt x="17538" y="11727"/>
                    <a:pt x="15721" y="11727"/>
                  </a:cubicBezTo>
                  <a:cubicBezTo>
                    <a:pt x="14356" y="11727"/>
                    <a:pt x="12994" y="11911"/>
                    <a:pt x="11766" y="12185"/>
                  </a:cubicBezTo>
                  <a:cubicBezTo>
                    <a:pt x="7819" y="13067"/>
                    <a:pt x="4277" y="15176"/>
                    <a:pt x="838" y="17217"/>
                  </a:cubicBezTo>
                  <a:cubicBezTo>
                    <a:pt x="458" y="17444"/>
                    <a:pt x="436" y="17923"/>
                    <a:pt x="707" y="18237"/>
                  </a:cubicBezTo>
                  <a:cubicBezTo>
                    <a:pt x="1244" y="18859"/>
                    <a:pt x="1774" y="19488"/>
                    <a:pt x="2305" y="20116"/>
                  </a:cubicBezTo>
                  <a:cubicBezTo>
                    <a:pt x="1441" y="20484"/>
                    <a:pt x="862" y="21064"/>
                    <a:pt x="197" y="21811"/>
                  </a:cubicBezTo>
                  <a:cubicBezTo>
                    <a:pt x="77" y="21947"/>
                    <a:pt x="0" y="22200"/>
                    <a:pt x="127" y="22363"/>
                  </a:cubicBezTo>
                  <a:cubicBezTo>
                    <a:pt x="2951" y="26054"/>
                    <a:pt x="5928" y="29634"/>
                    <a:pt x="8843" y="33254"/>
                  </a:cubicBezTo>
                  <a:cubicBezTo>
                    <a:pt x="11749" y="36861"/>
                    <a:pt x="14485" y="40794"/>
                    <a:pt x="17652" y="44182"/>
                  </a:cubicBezTo>
                  <a:cubicBezTo>
                    <a:pt x="17664" y="44208"/>
                    <a:pt x="17679" y="44232"/>
                    <a:pt x="17699" y="44255"/>
                  </a:cubicBezTo>
                  <a:cubicBezTo>
                    <a:pt x="18282" y="44908"/>
                    <a:pt x="19219" y="45924"/>
                    <a:pt x="20167" y="45924"/>
                  </a:cubicBezTo>
                  <a:cubicBezTo>
                    <a:pt x="20277" y="45924"/>
                    <a:pt x="20387" y="45910"/>
                    <a:pt x="20497" y="45881"/>
                  </a:cubicBezTo>
                  <a:cubicBezTo>
                    <a:pt x="21148" y="45708"/>
                    <a:pt x="21757" y="44978"/>
                    <a:pt x="22286" y="44585"/>
                  </a:cubicBezTo>
                  <a:cubicBezTo>
                    <a:pt x="23162" y="43935"/>
                    <a:pt x="24053" y="43304"/>
                    <a:pt x="24965" y="42705"/>
                  </a:cubicBezTo>
                  <a:cubicBezTo>
                    <a:pt x="27366" y="41130"/>
                    <a:pt x="29934" y="39829"/>
                    <a:pt x="32678" y="39174"/>
                  </a:cubicBezTo>
                  <a:cubicBezTo>
                    <a:pt x="32752" y="39177"/>
                    <a:pt x="32826" y="39174"/>
                    <a:pt x="32900" y="39178"/>
                  </a:cubicBezTo>
                  <a:cubicBezTo>
                    <a:pt x="34054" y="39233"/>
                    <a:pt x="35153" y="39648"/>
                    <a:pt x="36288" y="39715"/>
                  </a:cubicBezTo>
                  <a:cubicBezTo>
                    <a:pt x="36337" y="39718"/>
                    <a:pt x="36385" y="39720"/>
                    <a:pt x="36433" y="39720"/>
                  </a:cubicBezTo>
                  <a:cubicBezTo>
                    <a:pt x="37209" y="39720"/>
                    <a:pt x="37750" y="39337"/>
                    <a:pt x="37827" y="38540"/>
                  </a:cubicBezTo>
                  <a:cubicBezTo>
                    <a:pt x="39593" y="36201"/>
                    <a:pt x="41115" y="33792"/>
                    <a:pt x="43273" y="31744"/>
                  </a:cubicBezTo>
                  <a:cubicBezTo>
                    <a:pt x="44449" y="30626"/>
                    <a:pt x="45716" y="29608"/>
                    <a:pt x="47060" y="28698"/>
                  </a:cubicBezTo>
                  <a:cubicBezTo>
                    <a:pt x="47079" y="28686"/>
                    <a:pt x="47099" y="28675"/>
                    <a:pt x="47118" y="28662"/>
                  </a:cubicBezTo>
                  <a:cubicBezTo>
                    <a:pt x="48826" y="27633"/>
                    <a:pt x="50637" y="26785"/>
                    <a:pt x="52524" y="26133"/>
                  </a:cubicBezTo>
                  <a:cubicBezTo>
                    <a:pt x="52902" y="26003"/>
                    <a:pt x="53156" y="25447"/>
                    <a:pt x="52785" y="25145"/>
                  </a:cubicBezTo>
                  <a:cubicBezTo>
                    <a:pt x="52171" y="24648"/>
                    <a:pt x="51613" y="24099"/>
                    <a:pt x="50959" y="23696"/>
                  </a:cubicBezTo>
                  <a:cubicBezTo>
                    <a:pt x="51006" y="23680"/>
                    <a:pt x="51050" y="23660"/>
                    <a:pt x="51097" y="23645"/>
                  </a:cubicBezTo>
                  <a:cubicBezTo>
                    <a:pt x="51251" y="23594"/>
                    <a:pt x="51309" y="23468"/>
                    <a:pt x="51300" y="23347"/>
                  </a:cubicBezTo>
                  <a:cubicBezTo>
                    <a:pt x="51345" y="23292"/>
                    <a:pt x="51376" y="23227"/>
                    <a:pt x="51391" y="23158"/>
                  </a:cubicBezTo>
                  <a:cubicBezTo>
                    <a:pt x="51657" y="23086"/>
                    <a:pt x="51868" y="22805"/>
                    <a:pt x="51676" y="22507"/>
                  </a:cubicBezTo>
                  <a:cubicBezTo>
                    <a:pt x="51561" y="22326"/>
                    <a:pt x="51447" y="22144"/>
                    <a:pt x="51333" y="21962"/>
                  </a:cubicBezTo>
                  <a:cubicBezTo>
                    <a:pt x="51345" y="21962"/>
                    <a:pt x="51359" y="21961"/>
                    <a:pt x="51371" y="21961"/>
                  </a:cubicBezTo>
                  <a:cubicBezTo>
                    <a:pt x="51374" y="21961"/>
                    <a:pt x="51377" y="21961"/>
                    <a:pt x="51379" y="21961"/>
                  </a:cubicBezTo>
                  <a:cubicBezTo>
                    <a:pt x="51539" y="21961"/>
                    <a:pt x="51585" y="21737"/>
                    <a:pt x="51453" y="21658"/>
                  </a:cubicBezTo>
                  <a:cubicBezTo>
                    <a:pt x="51333" y="21585"/>
                    <a:pt x="51198" y="21544"/>
                    <a:pt x="51056" y="21524"/>
                  </a:cubicBezTo>
                  <a:cubicBezTo>
                    <a:pt x="50796" y="21108"/>
                    <a:pt x="50546" y="20689"/>
                    <a:pt x="50290" y="20269"/>
                  </a:cubicBezTo>
                  <a:cubicBezTo>
                    <a:pt x="50030" y="19581"/>
                    <a:pt x="49589" y="18953"/>
                    <a:pt x="49191" y="18312"/>
                  </a:cubicBezTo>
                  <a:cubicBezTo>
                    <a:pt x="48421" y="17077"/>
                    <a:pt x="47572" y="15893"/>
                    <a:pt x="46728" y="14709"/>
                  </a:cubicBezTo>
                  <a:cubicBezTo>
                    <a:pt x="45005" y="12292"/>
                    <a:pt x="43280" y="9876"/>
                    <a:pt x="41551" y="7464"/>
                  </a:cubicBezTo>
                  <a:cubicBezTo>
                    <a:pt x="40019" y="5325"/>
                    <a:pt x="38618" y="2783"/>
                    <a:pt x="36781" y="897"/>
                  </a:cubicBezTo>
                  <a:cubicBezTo>
                    <a:pt x="36255" y="356"/>
                    <a:pt x="35527" y="0"/>
                    <a:pt x="348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34"/>
            <p:cNvSpPr/>
            <p:nvPr/>
          </p:nvSpPr>
          <p:spPr>
            <a:xfrm>
              <a:off x="2990175" y="381350"/>
              <a:ext cx="254450" cy="209600"/>
            </a:xfrm>
            <a:custGeom>
              <a:avLst/>
              <a:gdLst/>
              <a:ahLst/>
              <a:cxnLst/>
              <a:rect l="l" t="t" r="r" b="b"/>
              <a:pathLst>
                <a:path w="10178" h="8384" extrusionOk="0">
                  <a:moveTo>
                    <a:pt x="9489" y="1"/>
                  </a:moveTo>
                  <a:cubicBezTo>
                    <a:pt x="9460" y="1"/>
                    <a:pt x="9430" y="3"/>
                    <a:pt x="9398" y="7"/>
                  </a:cubicBezTo>
                  <a:cubicBezTo>
                    <a:pt x="5315" y="589"/>
                    <a:pt x="1324" y="4315"/>
                    <a:pt x="48" y="8144"/>
                  </a:cubicBezTo>
                  <a:cubicBezTo>
                    <a:pt x="1" y="8286"/>
                    <a:pt x="119" y="8384"/>
                    <a:pt x="239" y="8384"/>
                  </a:cubicBezTo>
                  <a:cubicBezTo>
                    <a:pt x="302" y="8384"/>
                    <a:pt x="366" y="8357"/>
                    <a:pt x="406" y="8294"/>
                  </a:cubicBezTo>
                  <a:cubicBezTo>
                    <a:pt x="1475" y="6637"/>
                    <a:pt x="2632" y="5068"/>
                    <a:pt x="4157" y="3799"/>
                  </a:cubicBezTo>
                  <a:cubicBezTo>
                    <a:pt x="5839" y="2399"/>
                    <a:pt x="7661" y="1727"/>
                    <a:pt x="9647" y="909"/>
                  </a:cubicBezTo>
                  <a:cubicBezTo>
                    <a:pt x="10177" y="691"/>
                    <a:pt x="10017" y="1"/>
                    <a:pt x="948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34"/>
            <p:cNvSpPr/>
            <p:nvPr/>
          </p:nvSpPr>
          <p:spPr>
            <a:xfrm>
              <a:off x="3026350" y="441550"/>
              <a:ext cx="247225" cy="201350"/>
            </a:xfrm>
            <a:custGeom>
              <a:avLst/>
              <a:gdLst/>
              <a:ahLst/>
              <a:cxnLst/>
              <a:rect l="l" t="t" r="r" b="b"/>
              <a:pathLst>
                <a:path w="9889" h="8054" extrusionOk="0">
                  <a:moveTo>
                    <a:pt x="9472" y="1"/>
                  </a:moveTo>
                  <a:cubicBezTo>
                    <a:pt x="9466" y="1"/>
                    <a:pt x="9460" y="1"/>
                    <a:pt x="9454" y="1"/>
                  </a:cubicBezTo>
                  <a:cubicBezTo>
                    <a:pt x="5735" y="204"/>
                    <a:pt x="1142" y="4281"/>
                    <a:pt x="59" y="7752"/>
                  </a:cubicBezTo>
                  <a:cubicBezTo>
                    <a:pt x="0" y="7941"/>
                    <a:pt x="141" y="8053"/>
                    <a:pt x="292" y="8053"/>
                  </a:cubicBezTo>
                  <a:cubicBezTo>
                    <a:pt x="375" y="8053"/>
                    <a:pt x="460" y="8019"/>
                    <a:pt x="517" y="7945"/>
                  </a:cubicBezTo>
                  <a:cubicBezTo>
                    <a:pt x="1756" y="6329"/>
                    <a:pt x="2771" y="4701"/>
                    <a:pt x="4382" y="3401"/>
                  </a:cubicBezTo>
                  <a:cubicBezTo>
                    <a:pt x="6005" y="2092"/>
                    <a:pt x="7844" y="1590"/>
                    <a:pt x="9618" y="609"/>
                  </a:cubicBezTo>
                  <a:cubicBezTo>
                    <a:pt x="9889" y="460"/>
                    <a:pt x="9783" y="1"/>
                    <a:pt x="94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34"/>
            <p:cNvSpPr/>
            <p:nvPr/>
          </p:nvSpPr>
          <p:spPr>
            <a:xfrm>
              <a:off x="3172850" y="661350"/>
              <a:ext cx="224850" cy="198300"/>
            </a:xfrm>
            <a:custGeom>
              <a:avLst/>
              <a:gdLst/>
              <a:ahLst/>
              <a:cxnLst/>
              <a:rect l="l" t="t" r="r" b="b"/>
              <a:pathLst>
                <a:path w="8994" h="7932" extrusionOk="0">
                  <a:moveTo>
                    <a:pt x="8456" y="0"/>
                  </a:moveTo>
                  <a:cubicBezTo>
                    <a:pt x="8425" y="0"/>
                    <a:pt x="8392" y="4"/>
                    <a:pt x="8358" y="11"/>
                  </a:cubicBezTo>
                  <a:cubicBezTo>
                    <a:pt x="5106" y="738"/>
                    <a:pt x="1076" y="4402"/>
                    <a:pt x="60" y="7579"/>
                  </a:cubicBezTo>
                  <a:cubicBezTo>
                    <a:pt x="1" y="7765"/>
                    <a:pt x="174" y="7931"/>
                    <a:pt x="343" y="7931"/>
                  </a:cubicBezTo>
                  <a:cubicBezTo>
                    <a:pt x="409" y="7931"/>
                    <a:pt x="474" y="7907"/>
                    <a:pt x="524" y="7849"/>
                  </a:cubicBezTo>
                  <a:cubicBezTo>
                    <a:pt x="1689" y="6518"/>
                    <a:pt x="2590" y="5030"/>
                    <a:pt x="3913" y="3818"/>
                  </a:cubicBezTo>
                  <a:cubicBezTo>
                    <a:pt x="5371" y="2483"/>
                    <a:pt x="7047" y="1783"/>
                    <a:pt x="8657" y="718"/>
                  </a:cubicBezTo>
                  <a:cubicBezTo>
                    <a:pt x="8993" y="494"/>
                    <a:pt x="8826" y="0"/>
                    <a:pt x="84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34"/>
            <p:cNvSpPr/>
            <p:nvPr/>
          </p:nvSpPr>
          <p:spPr>
            <a:xfrm>
              <a:off x="3219000" y="725650"/>
              <a:ext cx="226500" cy="215375"/>
            </a:xfrm>
            <a:custGeom>
              <a:avLst/>
              <a:gdLst/>
              <a:ahLst/>
              <a:cxnLst/>
              <a:rect l="l" t="t" r="r" b="b"/>
              <a:pathLst>
                <a:path w="9060" h="8615" extrusionOk="0">
                  <a:moveTo>
                    <a:pt x="8466" y="1"/>
                  </a:moveTo>
                  <a:cubicBezTo>
                    <a:pt x="8403" y="1"/>
                    <a:pt x="8336" y="16"/>
                    <a:pt x="8267" y="50"/>
                  </a:cubicBezTo>
                  <a:cubicBezTo>
                    <a:pt x="6348" y="1017"/>
                    <a:pt x="4571" y="2396"/>
                    <a:pt x="3025" y="3882"/>
                  </a:cubicBezTo>
                  <a:cubicBezTo>
                    <a:pt x="1836" y="5024"/>
                    <a:pt x="0" y="6568"/>
                    <a:pt x="62" y="8367"/>
                  </a:cubicBezTo>
                  <a:cubicBezTo>
                    <a:pt x="66" y="8507"/>
                    <a:pt x="206" y="8614"/>
                    <a:pt x="335" y="8614"/>
                  </a:cubicBezTo>
                  <a:cubicBezTo>
                    <a:pt x="409" y="8614"/>
                    <a:pt x="480" y="8578"/>
                    <a:pt x="518" y="8491"/>
                  </a:cubicBezTo>
                  <a:cubicBezTo>
                    <a:pt x="2016" y="5007"/>
                    <a:pt x="5594" y="2708"/>
                    <a:pt x="8679" y="755"/>
                  </a:cubicBezTo>
                  <a:cubicBezTo>
                    <a:pt x="9059" y="514"/>
                    <a:pt x="8832" y="1"/>
                    <a:pt x="84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34"/>
            <p:cNvSpPr/>
            <p:nvPr/>
          </p:nvSpPr>
          <p:spPr>
            <a:xfrm>
              <a:off x="2528200" y="658025"/>
              <a:ext cx="405900" cy="260600"/>
            </a:xfrm>
            <a:custGeom>
              <a:avLst/>
              <a:gdLst/>
              <a:ahLst/>
              <a:cxnLst/>
              <a:rect l="l" t="t" r="r" b="b"/>
              <a:pathLst>
                <a:path w="16236" h="10424" extrusionOk="0">
                  <a:moveTo>
                    <a:pt x="1382" y="2708"/>
                  </a:moveTo>
                  <a:cubicBezTo>
                    <a:pt x="2705" y="4465"/>
                    <a:pt x="4361" y="5818"/>
                    <a:pt x="5564" y="7549"/>
                  </a:cubicBezTo>
                  <a:cubicBezTo>
                    <a:pt x="5049" y="7000"/>
                    <a:pt x="4518" y="6467"/>
                    <a:pt x="3972" y="5947"/>
                  </a:cubicBezTo>
                  <a:cubicBezTo>
                    <a:pt x="3369" y="5370"/>
                    <a:pt x="2751" y="4825"/>
                    <a:pt x="2113" y="4299"/>
                  </a:cubicBezTo>
                  <a:cubicBezTo>
                    <a:pt x="2286" y="4264"/>
                    <a:pt x="2405" y="4031"/>
                    <a:pt x="2251" y="3877"/>
                  </a:cubicBezTo>
                  <a:cubicBezTo>
                    <a:pt x="1869" y="3498"/>
                    <a:pt x="1454" y="3168"/>
                    <a:pt x="1030" y="2840"/>
                  </a:cubicBezTo>
                  <a:lnTo>
                    <a:pt x="1382" y="2708"/>
                  </a:lnTo>
                  <a:close/>
                  <a:moveTo>
                    <a:pt x="9295" y="739"/>
                  </a:moveTo>
                  <a:cubicBezTo>
                    <a:pt x="10900" y="739"/>
                    <a:pt x="11714" y="2042"/>
                    <a:pt x="12738" y="3153"/>
                  </a:cubicBezTo>
                  <a:cubicBezTo>
                    <a:pt x="13607" y="4096"/>
                    <a:pt x="14464" y="5049"/>
                    <a:pt x="15310" y="6013"/>
                  </a:cubicBezTo>
                  <a:cubicBezTo>
                    <a:pt x="13936" y="6363"/>
                    <a:pt x="12589" y="6790"/>
                    <a:pt x="11275" y="7331"/>
                  </a:cubicBezTo>
                  <a:cubicBezTo>
                    <a:pt x="10703" y="7567"/>
                    <a:pt x="10139" y="7820"/>
                    <a:pt x="9583" y="8091"/>
                  </a:cubicBezTo>
                  <a:cubicBezTo>
                    <a:pt x="9104" y="8323"/>
                    <a:pt x="7997" y="9216"/>
                    <a:pt x="7494" y="9216"/>
                  </a:cubicBezTo>
                  <a:cubicBezTo>
                    <a:pt x="7280" y="9214"/>
                    <a:pt x="7087" y="9143"/>
                    <a:pt x="6911" y="9028"/>
                  </a:cubicBezTo>
                  <a:cubicBezTo>
                    <a:pt x="5976" y="6497"/>
                    <a:pt x="3660" y="4237"/>
                    <a:pt x="1564" y="2642"/>
                  </a:cubicBezTo>
                  <a:cubicBezTo>
                    <a:pt x="3992" y="1737"/>
                    <a:pt x="6804" y="749"/>
                    <a:pt x="9284" y="739"/>
                  </a:cubicBezTo>
                  <a:cubicBezTo>
                    <a:pt x="9288" y="739"/>
                    <a:pt x="9291" y="739"/>
                    <a:pt x="9295" y="739"/>
                  </a:cubicBezTo>
                  <a:close/>
                  <a:moveTo>
                    <a:pt x="9522" y="0"/>
                  </a:moveTo>
                  <a:cubicBezTo>
                    <a:pt x="8353" y="0"/>
                    <a:pt x="6970" y="475"/>
                    <a:pt x="5977" y="700"/>
                  </a:cubicBezTo>
                  <a:cubicBezTo>
                    <a:pt x="4041" y="1140"/>
                    <a:pt x="2155" y="1729"/>
                    <a:pt x="300" y="2432"/>
                  </a:cubicBezTo>
                  <a:cubicBezTo>
                    <a:pt x="25" y="2536"/>
                    <a:pt x="1" y="2846"/>
                    <a:pt x="223" y="3018"/>
                  </a:cubicBezTo>
                  <a:cubicBezTo>
                    <a:pt x="702" y="3388"/>
                    <a:pt x="1169" y="3763"/>
                    <a:pt x="1673" y="4093"/>
                  </a:cubicBezTo>
                  <a:cubicBezTo>
                    <a:pt x="3491" y="5760"/>
                    <a:pt x="5144" y="7550"/>
                    <a:pt x="6623" y="9541"/>
                  </a:cubicBezTo>
                  <a:cubicBezTo>
                    <a:pt x="6713" y="9781"/>
                    <a:pt x="6797" y="10028"/>
                    <a:pt x="6867" y="10287"/>
                  </a:cubicBezTo>
                  <a:cubicBezTo>
                    <a:pt x="6892" y="10382"/>
                    <a:pt x="6963" y="10423"/>
                    <a:pt x="7035" y="10423"/>
                  </a:cubicBezTo>
                  <a:cubicBezTo>
                    <a:pt x="7146" y="10423"/>
                    <a:pt x="7261" y="10329"/>
                    <a:pt x="7234" y="10186"/>
                  </a:cubicBezTo>
                  <a:cubicBezTo>
                    <a:pt x="7224" y="10130"/>
                    <a:pt x="7207" y="10076"/>
                    <a:pt x="7196" y="10021"/>
                  </a:cubicBezTo>
                  <a:cubicBezTo>
                    <a:pt x="7219" y="10016"/>
                    <a:pt x="7243" y="10009"/>
                    <a:pt x="7264" y="9998"/>
                  </a:cubicBezTo>
                  <a:cubicBezTo>
                    <a:pt x="9998" y="8390"/>
                    <a:pt x="12869" y="7216"/>
                    <a:pt x="15954" y="6481"/>
                  </a:cubicBezTo>
                  <a:cubicBezTo>
                    <a:pt x="16193" y="6424"/>
                    <a:pt x="16235" y="6133"/>
                    <a:pt x="16091" y="5967"/>
                  </a:cubicBezTo>
                  <a:cubicBezTo>
                    <a:pt x="14926" y="4637"/>
                    <a:pt x="13744" y="3322"/>
                    <a:pt x="12545" y="2023"/>
                  </a:cubicBezTo>
                  <a:cubicBezTo>
                    <a:pt x="11928" y="1357"/>
                    <a:pt x="11266" y="350"/>
                    <a:pt x="10341" y="98"/>
                  </a:cubicBezTo>
                  <a:cubicBezTo>
                    <a:pt x="10087" y="29"/>
                    <a:pt x="9811" y="0"/>
                    <a:pt x="95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34"/>
            <p:cNvSpPr/>
            <p:nvPr/>
          </p:nvSpPr>
          <p:spPr>
            <a:xfrm>
              <a:off x="2739725" y="878000"/>
              <a:ext cx="265375" cy="114400"/>
            </a:xfrm>
            <a:custGeom>
              <a:avLst/>
              <a:gdLst/>
              <a:ahLst/>
              <a:cxnLst/>
              <a:rect l="l" t="t" r="r" b="b"/>
              <a:pathLst>
                <a:path w="10615" h="4576" extrusionOk="0">
                  <a:moveTo>
                    <a:pt x="8807" y="0"/>
                  </a:moveTo>
                  <a:cubicBezTo>
                    <a:pt x="5620" y="0"/>
                    <a:pt x="1581" y="1966"/>
                    <a:pt x="54" y="4386"/>
                  </a:cubicBezTo>
                  <a:cubicBezTo>
                    <a:pt x="1" y="4471"/>
                    <a:pt x="79" y="4576"/>
                    <a:pt x="166" y="4576"/>
                  </a:cubicBezTo>
                  <a:cubicBezTo>
                    <a:pt x="186" y="4576"/>
                    <a:pt x="207" y="4570"/>
                    <a:pt x="226" y="4558"/>
                  </a:cubicBezTo>
                  <a:cubicBezTo>
                    <a:pt x="1875" y="3508"/>
                    <a:pt x="3258" y="2278"/>
                    <a:pt x="5131" y="1591"/>
                  </a:cubicBezTo>
                  <a:cubicBezTo>
                    <a:pt x="6861" y="957"/>
                    <a:pt x="8587" y="1026"/>
                    <a:pt x="10351" y="694"/>
                  </a:cubicBezTo>
                  <a:cubicBezTo>
                    <a:pt x="10615" y="644"/>
                    <a:pt x="10595" y="242"/>
                    <a:pt x="10351" y="180"/>
                  </a:cubicBezTo>
                  <a:cubicBezTo>
                    <a:pt x="9872" y="58"/>
                    <a:pt x="9352" y="0"/>
                    <a:pt x="88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34"/>
            <p:cNvSpPr/>
            <p:nvPr/>
          </p:nvSpPr>
          <p:spPr>
            <a:xfrm>
              <a:off x="2783475" y="946275"/>
              <a:ext cx="254775" cy="113000"/>
            </a:xfrm>
            <a:custGeom>
              <a:avLst/>
              <a:gdLst/>
              <a:ahLst/>
              <a:cxnLst/>
              <a:rect l="l" t="t" r="r" b="b"/>
              <a:pathLst>
                <a:path w="10191" h="4520" extrusionOk="0">
                  <a:moveTo>
                    <a:pt x="9024" y="1"/>
                  </a:moveTo>
                  <a:cubicBezTo>
                    <a:pt x="7296" y="1"/>
                    <a:pt x="5453" y="625"/>
                    <a:pt x="3919" y="1282"/>
                  </a:cubicBezTo>
                  <a:cubicBezTo>
                    <a:pt x="2789" y="1765"/>
                    <a:pt x="261" y="2658"/>
                    <a:pt x="23" y="4060"/>
                  </a:cubicBezTo>
                  <a:cubicBezTo>
                    <a:pt x="1" y="4188"/>
                    <a:pt x="41" y="4285"/>
                    <a:pt x="145" y="4359"/>
                  </a:cubicBezTo>
                  <a:lnTo>
                    <a:pt x="328" y="4490"/>
                  </a:lnTo>
                  <a:cubicBezTo>
                    <a:pt x="356" y="4510"/>
                    <a:pt x="386" y="4519"/>
                    <a:pt x="416" y="4519"/>
                  </a:cubicBezTo>
                  <a:cubicBezTo>
                    <a:pt x="528" y="4519"/>
                    <a:pt x="634" y="4397"/>
                    <a:pt x="599" y="4281"/>
                  </a:cubicBezTo>
                  <a:cubicBezTo>
                    <a:pt x="310" y="3333"/>
                    <a:pt x="4773" y="1735"/>
                    <a:pt x="5289" y="1569"/>
                  </a:cubicBezTo>
                  <a:cubicBezTo>
                    <a:pt x="6773" y="1093"/>
                    <a:pt x="8295" y="1027"/>
                    <a:pt x="9799" y="688"/>
                  </a:cubicBezTo>
                  <a:cubicBezTo>
                    <a:pt x="10190" y="600"/>
                    <a:pt x="10059" y="73"/>
                    <a:pt x="9711" y="36"/>
                  </a:cubicBezTo>
                  <a:cubicBezTo>
                    <a:pt x="9485" y="12"/>
                    <a:pt x="9255" y="1"/>
                    <a:pt x="902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34"/>
            <p:cNvSpPr/>
            <p:nvPr/>
          </p:nvSpPr>
          <p:spPr>
            <a:xfrm>
              <a:off x="2839925" y="1007825"/>
              <a:ext cx="259925" cy="117700"/>
            </a:xfrm>
            <a:custGeom>
              <a:avLst/>
              <a:gdLst/>
              <a:ahLst/>
              <a:cxnLst/>
              <a:rect l="l" t="t" r="r" b="b"/>
              <a:pathLst>
                <a:path w="10397" h="4708" extrusionOk="0">
                  <a:moveTo>
                    <a:pt x="9045" y="1"/>
                  </a:moveTo>
                  <a:cubicBezTo>
                    <a:pt x="5729" y="1"/>
                    <a:pt x="2019" y="2104"/>
                    <a:pt x="58" y="4551"/>
                  </a:cubicBezTo>
                  <a:cubicBezTo>
                    <a:pt x="0" y="4623"/>
                    <a:pt x="54" y="4707"/>
                    <a:pt x="124" y="4707"/>
                  </a:cubicBezTo>
                  <a:cubicBezTo>
                    <a:pt x="145" y="4707"/>
                    <a:pt x="167" y="4700"/>
                    <a:pt x="188" y="4683"/>
                  </a:cubicBezTo>
                  <a:cubicBezTo>
                    <a:pt x="1738" y="3418"/>
                    <a:pt x="3324" y="2289"/>
                    <a:pt x="5224" y="1613"/>
                  </a:cubicBezTo>
                  <a:cubicBezTo>
                    <a:pt x="6821" y="1047"/>
                    <a:pt x="8433" y="1014"/>
                    <a:pt x="10074" y="712"/>
                  </a:cubicBezTo>
                  <a:cubicBezTo>
                    <a:pt x="10385" y="655"/>
                    <a:pt x="10396" y="120"/>
                    <a:pt x="10074" y="73"/>
                  </a:cubicBezTo>
                  <a:cubicBezTo>
                    <a:pt x="9737" y="24"/>
                    <a:pt x="9393" y="1"/>
                    <a:pt x="90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5392349F-6037-46E2-9A6D-A0EAC96C5F35}"/>
              </a:ext>
            </a:extLst>
          </p:cNvPr>
          <p:cNvSpPr txBox="1"/>
          <p:nvPr/>
        </p:nvSpPr>
        <p:spPr>
          <a:xfrm>
            <a:off x="1469008" y="1933332"/>
            <a:ext cx="2375333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200" dirty="0"/>
              <a:t>Not a heap because:</a:t>
            </a:r>
          </a:p>
          <a:p>
            <a:pPr algn="just"/>
            <a:r>
              <a:rPr lang="en-US" sz="1200" dirty="0"/>
              <a:t>• missing a node on level 2</a:t>
            </a:r>
          </a:p>
          <a:p>
            <a:pPr algn="just"/>
            <a:r>
              <a:rPr lang="en-US" sz="1200" dirty="0"/>
              <a:t>• bottom level nodes are</a:t>
            </a:r>
          </a:p>
          <a:p>
            <a:pPr algn="just"/>
            <a:r>
              <a:rPr lang="en-US" sz="1200" dirty="0"/>
              <a:t>not as far left as possible</a:t>
            </a:r>
          </a:p>
          <a:p>
            <a:endParaRPr lang="en-US" sz="12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C46730C-0BB4-4D77-94E9-E6678DB4CB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9398" y="1442169"/>
            <a:ext cx="4416508" cy="3018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68099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4"/>
          <p:cNvSpPr txBox="1">
            <a:spLocks noGrp="1"/>
          </p:cNvSpPr>
          <p:nvPr>
            <p:ph type="title"/>
          </p:nvPr>
        </p:nvSpPr>
        <p:spPr>
          <a:xfrm>
            <a:off x="1307759" y="919100"/>
            <a:ext cx="2939511" cy="4372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400" b="1" u="sng" dirty="0"/>
              <a:t>Order Property</a:t>
            </a:r>
            <a:r>
              <a:rPr lang="en-US" sz="1400" b="1" dirty="0"/>
              <a:t>	</a:t>
            </a:r>
            <a:endParaRPr lang="en-US" sz="1400" b="1" dirty="0">
              <a:solidFill>
                <a:srgbClr val="C00000"/>
              </a:solidFill>
            </a:endParaRPr>
          </a:p>
        </p:txBody>
      </p:sp>
      <p:sp>
        <p:nvSpPr>
          <p:cNvPr id="234" name="Google Shape;234;p34"/>
          <p:cNvSpPr txBox="1">
            <a:spLocks noGrp="1"/>
          </p:cNvSpPr>
          <p:nvPr>
            <p:ph type="subTitle" idx="1"/>
          </p:nvPr>
        </p:nvSpPr>
        <p:spPr>
          <a:xfrm>
            <a:off x="1307759" y="531752"/>
            <a:ext cx="3439500" cy="53514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Heaps	</a:t>
            </a:r>
          </a:p>
        </p:txBody>
      </p:sp>
      <p:pic>
        <p:nvPicPr>
          <p:cNvPr id="235" name="Google Shape;235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695460">
            <a:off x="7765338" y="3361772"/>
            <a:ext cx="1241024" cy="1610463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grpSp>
        <p:nvGrpSpPr>
          <p:cNvPr id="236" name="Google Shape;236;p34"/>
          <p:cNvGrpSpPr/>
          <p:nvPr/>
        </p:nvGrpSpPr>
        <p:grpSpPr>
          <a:xfrm rot="790859">
            <a:off x="7973758" y="3964891"/>
            <a:ext cx="824184" cy="712067"/>
            <a:chOff x="2341425" y="238100"/>
            <a:chExt cx="1328900" cy="1148125"/>
          </a:xfrm>
        </p:grpSpPr>
        <p:sp>
          <p:nvSpPr>
            <p:cNvPr id="237" name="Google Shape;237;p34"/>
            <p:cNvSpPr/>
            <p:nvPr/>
          </p:nvSpPr>
          <p:spPr>
            <a:xfrm>
              <a:off x="2341425" y="238100"/>
              <a:ext cx="1328900" cy="1148125"/>
            </a:xfrm>
            <a:custGeom>
              <a:avLst/>
              <a:gdLst/>
              <a:ahLst/>
              <a:cxnLst/>
              <a:rect l="l" t="t" r="r" b="b"/>
              <a:pathLst>
                <a:path w="53156" h="45925" extrusionOk="0">
                  <a:moveTo>
                    <a:pt x="49853" y="24103"/>
                  </a:moveTo>
                  <a:cubicBezTo>
                    <a:pt x="50212" y="24609"/>
                    <a:pt x="50681" y="25003"/>
                    <a:pt x="51172" y="25380"/>
                  </a:cubicBezTo>
                  <a:cubicBezTo>
                    <a:pt x="48199" y="26540"/>
                    <a:pt x="45438" y="28144"/>
                    <a:pt x="42987" y="30206"/>
                  </a:cubicBezTo>
                  <a:cubicBezTo>
                    <a:pt x="41727" y="31264"/>
                    <a:pt x="40396" y="32510"/>
                    <a:pt x="39238" y="33887"/>
                  </a:cubicBezTo>
                  <a:cubicBezTo>
                    <a:pt x="39347" y="33688"/>
                    <a:pt x="39460" y="33491"/>
                    <a:pt x="39578" y="33301"/>
                  </a:cubicBezTo>
                  <a:cubicBezTo>
                    <a:pt x="40490" y="31831"/>
                    <a:pt x="41539" y="30449"/>
                    <a:pt x="42711" y="29176"/>
                  </a:cubicBezTo>
                  <a:cubicBezTo>
                    <a:pt x="44775" y="26932"/>
                    <a:pt x="47091" y="25229"/>
                    <a:pt x="49853" y="24103"/>
                  </a:cubicBezTo>
                  <a:close/>
                  <a:moveTo>
                    <a:pt x="35117" y="1053"/>
                  </a:moveTo>
                  <a:lnTo>
                    <a:pt x="35117" y="1053"/>
                  </a:lnTo>
                  <a:cubicBezTo>
                    <a:pt x="36710" y="1715"/>
                    <a:pt x="38294" y="4814"/>
                    <a:pt x="38992" y="5799"/>
                  </a:cubicBezTo>
                  <a:cubicBezTo>
                    <a:pt x="40312" y="7660"/>
                    <a:pt x="41633" y="9523"/>
                    <a:pt x="42954" y="11383"/>
                  </a:cubicBezTo>
                  <a:cubicBezTo>
                    <a:pt x="44182" y="13110"/>
                    <a:pt x="45421" y="14827"/>
                    <a:pt x="46633" y="16564"/>
                  </a:cubicBezTo>
                  <a:cubicBezTo>
                    <a:pt x="46650" y="16588"/>
                    <a:pt x="46667" y="16613"/>
                    <a:pt x="46685" y="16638"/>
                  </a:cubicBezTo>
                  <a:cubicBezTo>
                    <a:pt x="47623" y="18397"/>
                    <a:pt x="48600" y="20134"/>
                    <a:pt x="49618" y="21849"/>
                  </a:cubicBezTo>
                  <a:cubicBezTo>
                    <a:pt x="48693" y="22281"/>
                    <a:pt x="47744" y="23007"/>
                    <a:pt x="47214" y="23343"/>
                  </a:cubicBezTo>
                  <a:cubicBezTo>
                    <a:pt x="45320" y="24544"/>
                    <a:pt x="43587" y="25982"/>
                    <a:pt x="42057" y="27622"/>
                  </a:cubicBezTo>
                  <a:cubicBezTo>
                    <a:pt x="40592" y="29191"/>
                    <a:pt x="39304" y="30938"/>
                    <a:pt x="38281" y="32827"/>
                  </a:cubicBezTo>
                  <a:cubicBezTo>
                    <a:pt x="37877" y="33573"/>
                    <a:pt x="37271" y="34533"/>
                    <a:pt x="36981" y="35496"/>
                  </a:cubicBezTo>
                  <a:cubicBezTo>
                    <a:pt x="36328" y="34434"/>
                    <a:pt x="35635" y="33395"/>
                    <a:pt x="34953" y="32353"/>
                  </a:cubicBezTo>
                  <a:cubicBezTo>
                    <a:pt x="33450" y="30055"/>
                    <a:pt x="31915" y="27777"/>
                    <a:pt x="30347" y="25524"/>
                  </a:cubicBezTo>
                  <a:cubicBezTo>
                    <a:pt x="28841" y="23359"/>
                    <a:pt x="27306" y="21217"/>
                    <a:pt x="25741" y="19095"/>
                  </a:cubicBezTo>
                  <a:cubicBezTo>
                    <a:pt x="24508" y="17421"/>
                    <a:pt x="23256" y="15382"/>
                    <a:pt x="21757" y="13843"/>
                  </a:cubicBezTo>
                  <a:cubicBezTo>
                    <a:pt x="22758" y="10753"/>
                    <a:pt x="24747" y="8361"/>
                    <a:pt x="26903" y="5992"/>
                  </a:cubicBezTo>
                  <a:cubicBezTo>
                    <a:pt x="27357" y="5493"/>
                    <a:pt x="27826" y="4981"/>
                    <a:pt x="28315" y="4481"/>
                  </a:cubicBezTo>
                  <a:cubicBezTo>
                    <a:pt x="29626" y="3498"/>
                    <a:pt x="31045" y="2668"/>
                    <a:pt x="32551" y="2018"/>
                  </a:cubicBezTo>
                  <a:cubicBezTo>
                    <a:pt x="33121" y="1772"/>
                    <a:pt x="33780" y="1496"/>
                    <a:pt x="34476" y="1255"/>
                  </a:cubicBezTo>
                  <a:cubicBezTo>
                    <a:pt x="34702" y="1206"/>
                    <a:pt x="34932" y="1166"/>
                    <a:pt x="35161" y="1125"/>
                  </a:cubicBezTo>
                  <a:cubicBezTo>
                    <a:pt x="35147" y="1101"/>
                    <a:pt x="35132" y="1076"/>
                    <a:pt x="35117" y="1053"/>
                  </a:cubicBezTo>
                  <a:close/>
                  <a:moveTo>
                    <a:pt x="49886" y="22296"/>
                  </a:moveTo>
                  <a:cubicBezTo>
                    <a:pt x="50069" y="22601"/>
                    <a:pt x="50253" y="22905"/>
                    <a:pt x="50437" y="23208"/>
                  </a:cubicBezTo>
                  <a:cubicBezTo>
                    <a:pt x="50328" y="23239"/>
                    <a:pt x="50219" y="23270"/>
                    <a:pt x="50110" y="23305"/>
                  </a:cubicBezTo>
                  <a:cubicBezTo>
                    <a:pt x="50098" y="23304"/>
                    <a:pt x="50086" y="23303"/>
                    <a:pt x="50074" y="23303"/>
                  </a:cubicBezTo>
                  <a:cubicBezTo>
                    <a:pt x="49989" y="23303"/>
                    <a:pt x="49905" y="23334"/>
                    <a:pt x="49839" y="23390"/>
                  </a:cubicBezTo>
                  <a:cubicBezTo>
                    <a:pt x="46983" y="24343"/>
                    <a:pt x="44499" y="26352"/>
                    <a:pt x="42469" y="28520"/>
                  </a:cubicBezTo>
                  <a:cubicBezTo>
                    <a:pt x="40592" y="30525"/>
                    <a:pt x="38254" y="33305"/>
                    <a:pt x="37357" y="36095"/>
                  </a:cubicBezTo>
                  <a:cubicBezTo>
                    <a:pt x="37306" y="36011"/>
                    <a:pt x="37249" y="35923"/>
                    <a:pt x="37190" y="35830"/>
                  </a:cubicBezTo>
                  <a:cubicBezTo>
                    <a:pt x="37565" y="34416"/>
                    <a:pt x="38696" y="32821"/>
                    <a:pt x="39296" y="31878"/>
                  </a:cubicBezTo>
                  <a:cubicBezTo>
                    <a:pt x="40239" y="30393"/>
                    <a:pt x="41330" y="29005"/>
                    <a:pt x="42550" y="27739"/>
                  </a:cubicBezTo>
                  <a:cubicBezTo>
                    <a:pt x="43708" y="26537"/>
                    <a:pt x="44980" y="25451"/>
                    <a:pt x="46348" y="24494"/>
                  </a:cubicBezTo>
                  <a:cubicBezTo>
                    <a:pt x="47234" y="23875"/>
                    <a:pt x="48600" y="22828"/>
                    <a:pt x="49886" y="22296"/>
                  </a:cubicBezTo>
                  <a:close/>
                  <a:moveTo>
                    <a:pt x="20475" y="13918"/>
                  </a:moveTo>
                  <a:cubicBezTo>
                    <a:pt x="20720" y="13985"/>
                    <a:pt x="20968" y="14054"/>
                    <a:pt x="21218" y="14127"/>
                  </a:cubicBezTo>
                  <a:lnTo>
                    <a:pt x="21219" y="14127"/>
                  </a:lnTo>
                  <a:cubicBezTo>
                    <a:pt x="22265" y="15897"/>
                    <a:pt x="23782" y="17534"/>
                    <a:pt x="24979" y="19160"/>
                  </a:cubicBezTo>
                  <a:cubicBezTo>
                    <a:pt x="26409" y="21107"/>
                    <a:pt x="27816" y="23071"/>
                    <a:pt x="29199" y="25052"/>
                  </a:cubicBezTo>
                  <a:cubicBezTo>
                    <a:pt x="30581" y="27035"/>
                    <a:pt x="31937" y="29034"/>
                    <a:pt x="33269" y="31050"/>
                  </a:cubicBezTo>
                  <a:cubicBezTo>
                    <a:pt x="33874" y="31967"/>
                    <a:pt x="34473" y="32886"/>
                    <a:pt x="35069" y="33809"/>
                  </a:cubicBezTo>
                  <a:cubicBezTo>
                    <a:pt x="35425" y="34364"/>
                    <a:pt x="35780" y="34920"/>
                    <a:pt x="36133" y="35475"/>
                  </a:cubicBezTo>
                  <a:lnTo>
                    <a:pt x="36486" y="36032"/>
                  </a:lnTo>
                  <a:cubicBezTo>
                    <a:pt x="36496" y="36074"/>
                    <a:pt x="36508" y="36115"/>
                    <a:pt x="36522" y="36155"/>
                  </a:cubicBezTo>
                  <a:cubicBezTo>
                    <a:pt x="33879" y="32306"/>
                    <a:pt x="31050" y="28568"/>
                    <a:pt x="28325" y="24779"/>
                  </a:cubicBezTo>
                  <a:cubicBezTo>
                    <a:pt x="25722" y="21160"/>
                    <a:pt x="23203" y="17449"/>
                    <a:pt x="20475" y="13918"/>
                  </a:cubicBezTo>
                  <a:close/>
                  <a:moveTo>
                    <a:pt x="37953" y="37630"/>
                  </a:moveTo>
                  <a:cubicBezTo>
                    <a:pt x="37851" y="37834"/>
                    <a:pt x="37753" y="38038"/>
                    <a:pt x="37661" y="38245"/>
                  </a:cubicBezTo>
                  <a:cubicBezTo>
                    <a:pt x="37630" y="38236"/>
                    <a:pt x="37597" y="38231"/>
                    <a:pt x="37565" y="38231"/>
                  </a:cubicBezTo>
                  <a:cubicBezTo>
                    <a:pt x="37533" y="38231"/>
                    <a:pt x="37500" y="38236"/>
                    <a:pt x="37470" y="38245"/>
                  </a:cubicBezTo>
                  <a:cubicBezTo>
                    <a:pt x="37633" y="38041"/>
                    <a:pt x="37793" y="37835"/>
                    <a:pt x="37953" y="37630"/>
                  </a:cubicBezTo>
                  <a:close/>
                  <a:moveTo>
                    <a:pt x="36509" y="38717"/>
                  </a:moveTo>
                  <a:cubicBezTo>
                    <a:pt x="36518" y="38717"/>
                    <a:pt x="36527" y="38717"/>
                    <a:pt x="36536" y="38717"/>
                  </a:cubicBezTo>
                  <a:cubicBezTo>
                    <a:pt x="36609" y="38809"/>
                    <a:pt x="36720" y="38864"/>
                    <a:pt x="36837" y="38865"/>
                  </a:cubicBezTo>
                  <a:cubicBezTo>
                    <a:pt x="36596" y="38971"/>
                    <a:pt x="36282" y="39011"/>
                    <a:pt x="35935" y="39011"/>
                  </a:cubicBezTo>
                  <a:cubicBezTo>
                    <a:pt x="35451" y="39011"/>
                    <a:pt x="34904" y="38934"/>
                    <a:pt x="34409" y="38856"/>
                  </a:cubicBezTo>
                  <a:cubicBezTo>
                    <a:pt x="35105" y="38764"/>
                    <a:pt x="35807" y="38717"/>
                    <a:pt x="36509" y="38717"/>
                  </a:cubicBezTo>
                  <a:close/>
                  <a:moveTo>
                    <a:pt x="15183" y="13113"/>
                  </a:moveTo>
                  <a:cubicBezTo>
                    <a:pt x="16769" y="13113"/>
                    <a:pt x="18319" y="13366"/>
                    <a:pt x="19934" y="13775"/>
                  </a:cubicBezTo>
                  <a:cubicBezTo>
                    <a:pt x="22531" y="17699"/>
                    <a:pt x="25404" y="21460"/>
                    <a:pt x="28149" y="25276"/>
                  </a:cubicBezTo>
                  <a:cubicBezTo>
                    <a:pt x="30879" y="29073"/>
                    <a:pt x="33528" y="32953"/>
                    <a:pt x="36351" y="36684"/>
                  </a:cubicBezTo>
                  <a:cubicBezTo>
                    <a:pt x="34542" y="35843"/>
                    <a:pt x="32568" y="35460"/>
                    <a:pt x="30570" y="35460"/>
                  </a:cubicBezTo>
                  <a:cubicBezTo>
                    <a:pt x="26406" y="35460"/>
                    <a:pt x="22142" y="37123"/>
                    <a:pt x="19074" y="39757"/>
                  </a:cubicBezTo>
                  <a:cubicBezTo>
                    <a:pt x="13793" y="32214"/>
                    <a:pt x="8154" y="24943"/>
                    <a:pt x="2157" y="17945"/>
                  </a:cubicBezTo>
                  <a:lnTo>
                    <a:pt x="2159" y="17945"/>
                  </a:lnTo>
                  <a:cubicBezTo>
                    <a:pt x="5055" y="16227"/>
                    <a:pt x="8015" y="14530"/>
                    <a:pt x="11283" y="13642"/>
                  </a:cubicBezTo>
                  <a:cubicBezTo>
                    <a:pt x="12638" y="13273"/>
                    <a:pt x="13922" y="13113"/>
                    <a:pt x="15183" y="13113"/>
                  </a:cubicBezTo>
                  <a:close/>
                  <a:moveTo>
                    <a:pt x="2578" y="20435"/>
                  </a:moveTo>
                  <a:cubicBezTo>
                    <a:pt x="8168" y="27062"/>
                    <a:pt x="13443" y="33937"/>
                    <a:pt x="18402" y="41058"/>
                  </a:cubicBezTo>
                  <a:cubicBezTo>
                    <a:pt x="18543" y="41262"/>
                    <a:pt x="18758" y="41377"/>
                    <a:pt x="18977" y="41377"/>
                  </a:cubicBezTo>
                  <a:cubicBezTo>
                    <a:pt x="19133" y="41377"/>
                    <a:pt x="19292" y="41318"/>
                    <a:pt x="19427" y="41190"/>
                  </a:cubicBezTo>
                  <a:cubicBezTo>
                    <a:pt x="21632" y="39103"/>
                    <a:pt x="24333" y="37693"/>
                    <a:pt x="27314" y="37090"/>
                  </a:cubicBezTo>
                  <a:cubicBezTo>
                    <a:pt x="28284" y="36894"/>
                    <a:pt x="29226" y="36809"/>
                    <a:pt x="30154" y="36809"/>
                  </a:cubicBezTo>
                  <a:cubicBezTo>
                    <a:pt x="30890" y="36809"/>
                    <a:pt x="31618" y="36863"/>
                    <a:pt x="32345" y="36959"/>
                  </a:cubicBezTo>
                  <a:cubicBezTo>
                    <a:pt x="32139" y="36996"/>
                    <a:pt x="31934" y="37038"/>
                    <a:pt x="31726" y="37085"/>
                  </a:cubicBezTo>
                  <a:cubicBezTo>
                    <a:pt x="29702" y="37535"/>
                    <a:pt x="27672" y="38191"/>
                    <a:pt x="25741" y="38939"/>
                  </a:cubicBezTo>
                  <a:cubicBezTo>
                    <a:pt x="24060" y="39590"/>
                    <a:pt x="22425" y="40379"/>
                    <a:pt x="20975" y="41459"/>
                  </a:cubicBezTo>
                  <a:cubicBezTo>
                    <a:pt x="20335" y="41934"/>
                    <a:pt x="18892" y="42836"/>
                    <a:pt x="18616" y="43758"/>
                  </a:cubicBezTo>
                  <a:cubicBezTo>
                    <a:pt x="15797" y="39642"/>
                    <a:pt x="12269" y="35871"/>
                    <a:pt x="9131" y="31993"/>
                  </a:cubicBezTo>
                  <a:cubicBezTo>
                    <a:pt x="7537" y="30022"/>
                    <a:pt x="5941" y="28055"/>
                    <a:pt x="4343" y="26088"/>
                  </a:cubicBezTo>
                  <a:cubicBezTo>
                    <a:pt x="3509" y="25063"/>
                    <a:pt x="2360" y="24025"/>
                    <a:pt x="1726" y="22872"/>
                  </a:cubicBezTo>
                  <a:lnTo>
                    <a:pt x="1290" y="22336"/>
                  </a:lnTo>
                  <a:cubicBezTo>
                    <a:pt x="1365" y="21812"/>
                    <a:pt x="1612" y="21399"/>
                    <a:pt x="2027" y="21097"/>
                  </a:cubicBezTo>
                  <a:cubicBezTo>
                    <a:pt x="2191" y="20870"/>
                    <a:pt x="2390" y="20654"/>
                    <a:pt x="2578" y="20435"/>
                  </a:cubicBezTo>
                  <a:close/>
                  <a:moveTo>
                    <a:pt x="34214" y="37438"/>
                  </a:moveTo>
                  <a:cubicBezTo>
                    <a:pt x="34480" y="37438"/>
                    <a:pt x="34745" y="37450"/>
                    <a:pt x="35009" y="37476"/>
                  </a:cubicBezTo>
                  <a:cubicBezTo>
                    <a:pt x="35056" y="37488"/>
                    <a:pt x="35104" y="37502"/>
                    <a:pt x="35153" y="37514"/>
                  </a:cubicBezTo>
                  <a:cubicBezTo>
                    <a:pt x="32341" y="37733"/>
                    <a:pt x="29659" y="38637"/>
                    <a:pt x="27141" y="39965"/>
                  </a:cubicBezTo>
                  <a:cubicBezTo>
                    <a:pt x="25564" y="40797"/>
                    <a:pt x="24060" y="41771"/>
                    <a:pt x="22625" y="42823"/>
                  </a:cubicBezTo>
                  <a:cubicBezTo>
                    <a:pt x="22053" y="43241"/>
                    <a:pt x="21266" y="44080"/>
                    <a:pt x="20621" y="44360"/>
                  </a:cubicBezTo>
                  <a:cubicBezTo>
                    <a:pt x="20405" y="44454"/>
                    <a:pt x="20198" y="44493"/>
                    <a:pt x="19997" y="44493"/>
                  </a:cubicBezTo>
                  <a:cubicBezTo>
                    <a:pt x="19802" y="44493"/>
                    <a:pt x="19613" y="44456"/>
                    <a:pt x="19427" y="44400"/>
                  </a:cubicBezTo>
                  <a:cubicBezTo>
                    <a:pt x="19434" y="44391"/>
                    <a:pt x="19440" y="44386"/>
                    <a:pt x="19448" y="44377"/>
                  </a:cubicBezTo>
                  <a:cubicBezTo>
                    <a:pt x="19593" y="44198"/>
                    <a:pt x="19599" y="43995"/>
                    <a:pt x="19448" y="43814"/>
                  </a:cubicBezTo>
                  <a:lnTo>
                    <a:pt x="19430" y="43792"/>
                  </a:lnTo>
                  <a:cubicBezTo>
                    <a:pt x="19697" y="43721"/>
                    <a:pt x="19911" y="43553"/>
                    <a:pt x="20074" y="43287"/>
                  </a:cubicBezTo>
                  <a:cubicBezTo>
                    <a:pt x="20320" y="43038"/>
                    <a:pt x="20576" y="42801"/>
                    <a:pt x="20843" y="42573"/>
                  </a:cubicBezTo>
                  <a:cubicBezTo>
                    <a:pt x="21485" y="42027"/>
                    <a:pt x="22180" y="41552"/>
                    <a:pt x="22907" y="41126"/>
                  </a:cubicBezTo>
                  <a:cubicBezTo>
                    <a:pt x="24188" y="40374"/>
                    <a:pt x="25559" y="39793"/>
                    <a:pt x="26955" y="39291"/>
                  </a:cubicBezTo>
                  <a:cubicBezTo>
                    <a:pt x="29199" y="38484"/>
                    <a:pt x="31750" y="37438"/>
                    <a:pt x="34214" y="37438"/>
                  </a:cubicBezTo>
                  <a:close/>
                  <a:moveTo>
                    <a:pt x="34842" y="0"/>
                  </a:moveTo>
                  <a:cubicBezTo>
                    <a:pt x="34343" y="0"/>
                    <a:pt x="33867" y="188"/>
                    <a:pt x="33507" y="630"/>
                  </a:cubicBezTo>
                  <a:cubicBezTo>
                    <a:pt x="31447" y="1151"/>
                    <a:pt x="29512" y="2015"/>
                    <a:pt x="27862" y="3526"/>
                  </a:cubicBezTo>
                  <a:cubicBezTo>
                    <a:pt x="27217" y="4115"/>
                    <a:pt x="26496" y="4800"/>
                    <a:pt x="25773" y="5555"/>
                  </a:cubicBezTo>
                  <a:cubicBezTo>
                    <a:pt x="23620" y="7604"/>
                    <a:pt x="21769" y="10148"/>
                    <a:pt x="20875" y="12916"/>
                  </a:cubicBezTo>
                  <a:cubicBezTo>
                    <a:pt x="19359" y="12052"/>
                    <a:pt x="17538" y="11727"/>
                    <a:pt x="15721" y="11727"/>
                  </a:cubicBezTo>
                  <a:cubicBezTo>
                    <a:pt x="14356" y="11727"/>
                    <a:pt x="12994" y="11911"/>
                    <a:pt x="11766" y="12185"/>
                  </a:cubicBezTo>
                  <a:cubicBezTo>
                    <a:pt x="7819" y="13067"/>
                    <a:pt x="4277" y="15176"/>
                    <a:pt x="838" y="17217"/>
                  </a:cubicBezTo>
                  <a:cubicBezTo>
                    <a:pt x="458" y="17444"/>
                    <a:pt x="436" y="17923"/>
                    <a:pt x="707" y="18237"/>
                  </a:cubicBezTo>
                  <a:cubicBezTo>
                    <a:pt x="1244" y="18859"/>
                    <a:pt x="1774" y="19488"/>
                    <a:pt x="2305" y="20116"/>
                  </a:cubicBezTo>
                  <a:cubicBezTo>
                    <a:pt x="1441" y="20484"/>
                    <a:pt x="862" y="21064"/>
                    <a:pt x="197" y="21811"/>
                  </a:cubicBezTo>
                  <a:cubicBezTo>
                    <a:pt x="77" y="21947"/>
                    <a:pt x="0" y="22200"/>
                    <a:pt x="127" y="22363"/>
                  </a:cubicBezTo>
                  <a:cubicBezTo>
                    <a:pt x="2951" y="26054"/>
                    <a:pt x="5928" y="29634"/>
                    <a:pt x="8843" y="33254"/>
                  </a:cubicBezTo>
                  <a:cubicBezTo>
                    <a:pt x="11749" y="36861"/>
                    <a:pt x="14485" y="40794"/>
                    <a:pt x="17652" y="44182"/>
                  </a:cubicBezTo>
                  <a:cubicBezTo>
                    <a:pt x="17664" y="44208"/>
                    <a:pt x="17679" y="44232"/>
                    <a:pt x="17699" y="44255"/>
                  </a:cubicBezTo>
                  <a:cubicBezTo>
                    <a:pt x="18282" y="44908"/>
                    <a:pt x="19219" y="45924"/>
                    <a:pt x="20167" y="45924"/>
                  </a:cubicBezTo>
                  <a:cubicBezTo>
                    <a:pt x="20277" y="45924"/>
                    <a:pt x="20387" y="45910"/>
                    <a:pt x="20497" y="45881"/>
                  </a:cubicBezTo>
                  <a:cubicBezTo>
                    <a:pt x="21148" y="45708"/>
                    <a:pt x="21757" y="44978"/>
                    <a:pt x="22286" y="44585"/>
                  </a:cubicBezTo>
                  <a:cubicBezTo>
                    <a:pt x="23162" y="43935"/>
                    <a:pt x="24053" y="43304"/>
                    <a:pt x="24965" y="42705"/>
                  </a:cubicBezTo>
                  <a:cubicBezTo>
                    <a:pt x="27366" y="41130"/>
                    <a:pt x="29934" y="39829"/>
                    <a:pt x="32678" y="39174"/>
                  </a:cubicBezTo>
                  <a:cubicBezTo>
                    <a:pt x="32752" y="39177"/>
                    <a:pt x="32826" y="39174"/>
                    <a:pt x="32900" y="39178"/>
                  </a:cubicBezTo>
                  <a:cubicBezTo>
                    <a:pt x="34054" y="39233"/>
                    <a:pt x="35153" y="39648"/>
                    <a:pt x="36288" y="39715"/>
                  </a:cubicBezTo>
                  <a:cubicBezTo>
                    <a:pt x="36337" y="39718"/>
                    <a:pt x="36385" y="39720"/>
                    <a:pt x="36433" y="39720"/>
                  </a:cubicBezTo>
                  <a:cubicBezTo>
                    <a:pt x="37209" y="39720"/>
                    <a:pt x="37750" y="39337"/>
                    <a:pt x="37827" y="38540"/>
                  </a:cubicBezTo>
                  <a:cubicBezTo>
                    <a:pt x="39593" y="36201"/>
                    <a:pt x="41115" y="33792"/>
                    <a:pt x="43273" y="31744"/>
                  </a:cubicBezTo>
                  <a:cubicBezTo>
                    <a:pt x="44449" y="30626"/>
                    <a:pt x="45716" y="29608"/>
                    <a:pt x="47060" y="28698"/>
                  </a:cubicBezTo>
                  <a:cubicBezTo>
                    <a:pt x="47079" y="28686"/>
                    <a:pt x="47099" y="28675"/>
                    <a:pt x="47118" y="28662"/>
                  </a:cubicBezTo>
                  <a:cubicBezTo>
                    <a:pt x="48826" y="27633"/>
                    <a:pt x="50637" y="26785"/>
                    <a:pt x="52524" y="26133"/>
                  </a:cubicBezTo>
                  <a:cubicBezTo>
                    <a:pt x="52902" y="26003"/>
                    <a:pt x="53156" y="25447"/>
                    <a:pt x="52785" y="25145"/>
                  </a:cubicBezTo>
                  <a:cubicBezTo>
                    <a:pt x="52171" y="24648"/>
                    <a:pt x="51613" y="24099"/>
                    <a:pt x="50959" y="23696"/>
                  </a:cubicBezTo>
                  <a:cubicBezTo>
                    <a:pt x="51006" y="23680"/>
                    <a:pt x="51050" y="23660"/>
                    <a:pt x="51097" y="23645"/>
                  </a:cubicBezTo>
                  <a:cubicBezTo>
                    <a:pt x="51251" y="23594"/>
                    <a:pt x="51309" y="23468"/>
                    <a:pt x="51300" y="23347"/>
                  </a:cubicBezTo>
                  <a:cubicBezTo>
                    <a:pt x="51345" y="23292"/>
                    <a:pt x="51376" y="23227"/>
                    <a:pt x="51391" y="23158"/>
                  </a:cubicBezTo>
                  <a:cubicBezTo>
                    <a:pt x="51657" y="23086"/>
                    <a:pt x="51868" y="22805"/>
                    <a:pt x="51676" y="22507"/>
                  </a:cubicBezTo>
                  <a:cubicBezTo>
                    <a:pt x="51561" y="22326"/>
                    <a:pt x="51447" y="22144"/>
                    <a:pt x="51333" y="21962"/>
                  </a:cubicBezTo>
                  <a:cubicBezTo>
                    <a:pt x="51345" y="21962"/>
                    <a:pt x="51359" y="21961"/>
                    <a:pt x="51371" y="21961"/>
                  </a:cubicBezTo>
                  <a:cubicBezTo>
                    <a:pt x="51374" y="21961"/>
                    <a:pt x="51377" y="21961"/>
                    <a:pt x="51379" y="21961"/>
                  </a:cubicBezTo>
                  <a:cubicBezTo>
                    <a:pt x="51539" y="21961"/>
                    <a:pt x="51585" y="21737"/>
                    <a:pt x="51453" y="21658"/>
                  </a:cubicBezTo>
                  <a:cubicBezTo>
                    <a:pt x="51333" y="21585"/>
                    <a:pt x="51198" y="21544"/>
                    <a:pt x="51056" y="21524"/>
                  </a:cubicBezTo>
                  <a:cubicBezTo>
                    <a:pt x="50796" y="21108"/>
                    <a:pt x="50546" y="20689"/>
                    <a:pt x="50290" y="20269"/>
                  </a:cubicBezTo>
                  <a:cubicBezTo>
                    <a:pt x="50030" y="19581"/>
                    <a:pt x="49589" y="18953"/>
                    <a:pt x="49191" y="18312"/>
                  </a:cubicBezTo>
                  <a:cubicBezTo>
                    <a:pt x="48421" y="17077"/>
                    <a:pt x="47572" y="15893"/>
                    <a:pt x="46728" y="14709"/>
                  </a:cubicBezTo>
                  <a:cubicBezTo>
                    <a:pt x="45005" y="12292"/>
                    <a:pt x="43280" y="9876"/>
                    <a:pt x="41551" y="7464"/>
                  </a:cubicBezTo>
                  <a:cubicBezTo>
                    <a:pt x="40019" y="5325"/>
                    <a:pt x="38618" y="2783"/>
                    <a:pt x="36781" y="897"/>
                  </a:cubicBezTo>
                  <a:cubicBezTo>
                    <a:pt x="36255" y="356"/>
                    <a:pt x="35527" y="0"/>
                    <a:pt x="348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34"/>
            <p:cNvSpPr/>
            <p:nvPr/>
          </p:nvSpPr>
          <p:spPr>
            <a:xfrm>
              <a:off x="2990175" y="381350"/>
              <a:ext cx="254450" cy="209600"/>
            </a:xfrm>
            <a:custGeom>
              <a:avLst/>
              <a:gdLst/>
              <a:ahLst/>
              <a:cxnLst/>
              <a:rect l="l" t="t" r="r" b="b"/>
              <a:pathLst>
                <a:path w="10178" h="8384" extrusionOk="0">
                  <a:moveTo>
                    <a:pt x="9489" y="1"/>
                  </a:moveTo>
                  <a:cubicBezTo>
                    <a:pt x="9460" y="1"/>
                    <a:pt x="9430" y="3"/>
                    <a:pt x="9398" y="7"/>
                  </a:cubicBezTo>
                  <a:cubicBezTo>
                    <a:pt x="5315" y="589"/>
                    <a:pt x="1324" y="4315"/>
                    <a:pt x="48" y="8144"/>
                  </a:cubicBezTo>
                  <a:cubicBezTo>
                    <a:pt x="1" y="8286"/>
                    <a:pt x="119" y="8384"/>
                    <a:pt x="239" y="8384"/>
                  </a:cubicBezTo>
                  <a:cubicBezTo>
                    <a:pt x="302" y="8384"/>
                    <a:pt x="366" y="8357"/>
                    <a:pt x="406" y="8294"/>
                  </a:cubicBezTo>
                  <a:cubicBezTo>
                    <a:pt x="1475" y="6637"/>
                    <a:pt x="2632" y="5068"/>
                    <a:pt x="4157" y="3799"/>
                  </a:cubicBezTo>
                  <a:cubicBezTo>
                    <a:pt x="5839" y="2399"/>
                    <a:pt x="7661" y="1727"/>
                    <a:pt x="9647" y="909"/>
                  </a:cubicBezTo>
                  <a:cubicBezTo>
                    <a:pt x="10177" y="691"/>
                    <a:pt x="10017" y="1"/>
                    <a:pt x="948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34"/>
            <p:cNvSpPr/>
            <p:nvPr/>
          </p:nvSpPr>
          <p:spPr>
            <a:xfrm>
              <a:off x="3026350" y="441550"/>
              <a:ext cx="247225" cy="201350"/>
            </a:xfrm>
            <a:custGeom>
              <a:avLst/>
              <a:gdLst/>
              <a:ahLst/>
              <a:cxnLst/>
              <a:rect l="l" t="t" r="r" b="b"/>
              <a:pathLst>
                <a:path w="9889" h="8054" extrusionOk="0">
                  <a:moveTo>
                    <a:pt x="9472" y="1"/>
                  </a:moveTo>
                  <a:cubicBezTo>
                    <a:pt x="9466" y="1"/>
                    <a:pt x="9460" y="1"/>
                    <a:pt x="9454" y="1"/>
                  </a:cubicBezTo>
                  <a:cubicBezTo>
                    <a:pt x="5735" y="204"/>
                    <a:pt x="1142" y="4281"/>
                    <a:pt x="59" y="7752"/>
                  </a:cubicBezTo>
                  <a:cubicBezTo>
                    <a:pt x="0" y="7941"/>
                    <a:pt x="141" y="8053"/>
                    <a:pt x="292" y="8053"/>
                  </a:cubicBezTo>
                  <a:cubicBezTo>
                    <a:pt x="375" y="8053"/>
                    <a:pt x="460" y="8019"/>
                    <a:pt x="517" y="7945"/>
                  </a:cubicBezTo>
                  <a:cubicBezTo>
                    <a:pt x="1756" y="6329"/>
                    <a:pt x="2771" y="4701"/>
                    <a:pt x="4382" y="3401"/>
                  </a:cubicBezTo>
                  <a:cubicBezTo>
                    <a:pt x="6005" y="2092"/>
                    <a:pt x="7844" y="1590"/>
                    <a:pt x="9618" y="609"/>
                  </a:cubicBezTo>
                  <a:cubicBezTo>
                    <a:pt x="9889" y="460"/>
                    <a:pt x="9783" y="1"/>
                    <a:pt x="94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34"/>
            <p:cNvSpPr/>
            <p:nvPr/>
          </p:nvSpPr>
          <p:spPr>
            <a:xfrm>
              <a:off x="3172850" y="661350"/>
              <a:ext cx="224850" cy="198300"/>
            </a:xfrm>
            <a:custGeom>
              <a:avLst/>
              <a:gdLst/>
              <a:ahLst/>
              <a:cxnLst/>
              <a:rect l="l" t="t" r="r" b="b"/>
              <a:pathLst>
                <a:path w="8994" h="7932" extrusionOk="0">
                  <a:moveTo>
                    <a:pt x="8456" y="0"/>
                  </a:moveTo>
                  <a:cubicBezTo>
                    <a:pt x="8425" y="0"/>
                    <a:pt x="8392" y="4"/>
                    <a:pt x="8358" y="11"/>
                  </a:cubicBezTo>
                  <a:cubicBezTo>
                    <a:pt x="5106" y="738"/>
                    <a:pt x="1076" y="4402"/>
                    <a:pt x="60" y="7579"/>
                  </a:cubicBezTo>
                  <a:cubicBezTo>
                    <a:pt x="1" y="7765"/>
                    <a:pt x="174" y="7931"/>
                    <a:pt x="343" y="7931"/>
                  </a:cubicBezTo>
                  <a:cubicBezTo>
                    <a:pt x="409" y="7931"/>
                    <a:pt x="474" y="7907"/>
                    <a:pt x="524" y="7849"/>
                  </a:cubicBezTo>
                  <a:cubicBezTo>
                    <a:pt x="1689" y="6518"/>
                    <a:pt x="2590" y="5030"/>
                    <a:pt x="3913" y="3818"/>
                  </a:cubicBezTo>
                  <a:cubicBezTo>
                    <a:pt x="5371" y="2483"/>
                    <a:pt x="7047" y="1783"/>
                    <a:pt x="8657" y="718"/>
                  </a:cubicBezTo>
                  <a:cubicBezTo>
                    <a:pt x="8993" y="494"/>
                    <a:pt x="8826" y="0"/>
                    <a:pt x="84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34"/>
            <p:cNvSpPr/>
            <p:nvPr/>
          </p:nvSpPr>
          <p:spPr>
            <a:xfrm>
              <a:off x="3219000" y="725650"/>
              <a:ext cx="226500" cy="215375"/>
            </a:xfrm>
            <a:custGeom>
              <a:avLst/>
              <a:gdLst/>
              <a:ahLst/>
              <a:cxnLst/>
              <a:rect l="l" t="t" r="r" b="b"/>
              <a:pathLst>
                <a:path w="9060" h="8615" extrusionOk="0">
                  <a:moveTo>
                    <a:pt x="8466" y="1"/>
                  </a:moveTo>
                  <a:cubicBezTo>
                    <a:pt x="8403" y="1"/>
                    <a:pt x="8336" y="16"/>
                    <a:pt x="8267" y="50"/>
                  </a:cubicBezTo>
                  <a:cubicBezTo>
                    <a:pt x="6348" y="1017"/>
                    <a:pt x="4571" y="2396"/>
                    <a:pt x="3025" y="3882"/>
                  </a:cubicBezTo>
                  <a:cubicBezTo>
                    <a:pt x="1836" y="5024"/>
                    <a:pt x="0" y="6568"/>
                    <a:pt x="62" y="8367"/>
                  </a:cubicBezTo>
                  <a:cubicBezTo>
                    <a:pt x="66" y="8507"/>
                    <a:pt x="206" y="8614"/>
                    <a:pt x="335" y="8614"/>
                  </a:cubicBezTo>
                  <a:cubicBezTo>
                    <a:pt x="409" y="8614"/>
                    <a:pt x="480" y="8578"/>
                    <a:pt x="518" y="8491"/>
                  </a:cubicBezTo>
                  <a:cubicBezTo>
                    <a:pt x="2016" y="5007"/>
                    <a:pt x="5594" y="2708"/>
                    <a:pt x="8679" y="755"/>
                  </a:cubicBezTo>
                  <a:cubicBezTo>
                    <a:pt x="9059" y="514"/>
                    <a:pt x="8832" y="1"/>
                    <a:pt x="84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34"/>
            <p:cNvSpPr/>
            <p:nvPr/>
          </p:nvSpPr>
          <p:spPr>
            <a:xfrm>
              <a:off x="2528200" y="658025"/>
              <a:ext cx="405900" cy="260600"/>
            </a:xfrm>
            <a:custGeom>
              <a:avLst/>
              <a:gdLst/>
              <a:ahLst/>
              <a:cxnLst/>
              <a:rect l="l" t="t" r="r" b="b"/>
              <a:pathLst>
                <a:path w="16236" h="10424" extrusionOk="0">
                  <a:moveTo>
                    <a:pt x="1382" y="2708"/>
                  </a:moveTo>
                  <a:cubicBezTo>
                    <a:pt x="2705" y="4465"/>
                    <a:pt x="4361" y="5818"/>
                    <a:pt x="5564" y="7549"/>
                  </a:cubicBezTo>
                  <a:cubicBezTo>
                    <a:pt x="5049" y="7000"/>
                    <a:pt x="4518" y="6467"/>
                    <a:pt x="3972" y="5947"/>
                  </a:cubicBezTo>
                  <a:cubicBezTo>
                    <a:pt x="3369" y="5370"/>
                    <a:pt x="2751" y="4825"/>
                    <a:pt x="2113" y="4299"/>
                  </a:cubicBezTo>
                  <a:cubicBezTo>
                    <a:pt x="2286" y="4264"/>
                    <a:pt x="2405" y="4031"/>
                    <a:pt x="2251" y="3877"/>
                  </a:cubicBezTo>
                  <a:cubicBezTo>
                    <a:pt x="1869" y="3498"/>
                    <a:pt x="1454" y="3168"/>
                    <a:pt x="1030" y="2840"/>
                  </a:cubicBezTo>
                  <a:lnTo>
                    <a:pt x="1382" y="2708"/>
                  </a:lnTo>
                  <a:close/>
                  <a:moveTo>
                    <a:pt x="9295" y="739"/>
                  </a:moveTo>
                  <a:cubicBezTo>
                    <a:pt x="10900" y="739"/>
                    <a:pt x="11714" y="2042"/>
                    <a:pt x="12738" y="3153"/>
                  </a:cubicBezTo>
                  <a:cubicBezTo>
                    <a:pt x="13607" y="4096"/>
                    <a:pt x="14464" y="5049"/>
                    <a:pt x="15310" y="6013"/>
                  </a:cubicBezTo>
                  <a:cubicBezTo>
                    <a:pt x="13936" y="6363"/>
                    <a:pt x="12589" y="6790"/>
                    <a:pt x="11275" y="7331"/>
                  </a:cubicBezTo>
                  <a:cubicBezTo>
                    <a:pt x="10703" y="7567"/>
                    <a:pt x="10139" y="7820"/>
                    <a:pt x="9583" y="8091"/>
                  </a:cubicBezTo>
                  <a:cubicBezTo>
                    <a:pt x="9104" y="8323"/>
                    <a:pt x="7997" y="9216"/>
                    <a:pt x="7494" y="9216"/>
                  </a:cubicBezTo>
                  <a:cubicBezTo>
                    <a:pt x="7280" y="9214"/>
                    <a:pt x="7087" y="9143"/>
                    <a:pt x="6911" y="9028"/>
                  </a:cubicBezTo>
                  <a:cubicBezTo>
                    <a:pt x="5976" y="6497"/>
                    <a:pt x="3660" y="4237"/>
                    <a:pt x="1564" y="2642"/>
                  </a:cubicBezTo>
                  <a:cubicBezTo>
                    <a:pt x="3992" y="1737"/>
                    <a:pt x="6804" y="749"/>
                    <a:pt x="9284" y="739"/>
                  </a:cubicBezTo>
                  <a:cubicBezTo>
                    <a:pt x="9288" y="739"/>
                    <a:pt x="9291" y="739"/>
                    <a:pt x="9295" y="739"/>
                  </a:cubicBezTo>
                  <a:close/>
                  <a:moveTo>
                    <a:pt x="9522" y="0"/>
                  </a:moveTo>
                  <a:cubicBezTo>
                    <a:pt x="8353" y="0"/>
                    <a:pt x="6970" y="475"/>
                    <a:pt x="5977" y="700"/>
                  </a:cubicBezTo>
                  <a:cubicBezTo>
                    <a:pt x="4041" y="1140"/>
                    <a:pt x="2155" y="1729"/>
                    <a:pt x="300" y="2432"/>
                  </a:cubicBezTo>
                  <a:cubicBezTo>
                    <a:pt x="25" y="2536"/>
                    <a:pt x="1" y="2846"/>
                    <a:pt x="223" y="3018"/>
                  </a:cubicBezTo>
                  <a:cubicBezTo>
                    <a:pt x="702" y="3388"/>
                    <a:pt x="1169" y="3763"/>
                    <a:pt x="1673" y="4093"/>
                  </a:cubicBezTo>
                  <a:cubicBezTo>
                    <a:pt x="3491" y="5760"/>
                    <a:pt x="5144" y="7550"/>
                    <a:pt x="6623" y="9541"/>
                  </a:cubicBezTo>
                  <a:cubicBezTo>
                    <a:pt x="6713" y="9781"/>
                    <a:pt x="6797" y="10028"/>
                    <a:pt x="6867" y="10287"/>
                  </a:cubicBezTo>
                  <a:cubicBezTo>
                    <a:pt x="6892" y="10382"/>
                    <a:pt x="6963" y="10423"/>
                    <a:pt x="7035" y="10423"/>
                  </a:cubicBezTo>
                  <a:cubicBezTo>
                    <a:pt x="7146" y="10423"/>
                    <a:pt x="7261" y="10329"/>
                    <a:pt x="7234" y="10186"/>
                  </a:cubicBezTo>
                  <a:cubicBezTo>
                    <a:pt x="7224" y="10130"/>
                    <a:pt x="7207" y="10076"/>
                    <a:pt x="7196" y="10021"/>
                  </a:cubicBezTo>
                  <a:cubicBezTo>
                    <a:pt x="7219" y="10016"/>
                    <a:pt x="7243" y="10009"/>
                    <a:pt x="7264" y="9998"/>
                  </a:cubicBezTo>
                  <a:cubicBezTo>
                    <a:pt x="9998" y="8390"/>
                    <a:pt x="12869" y="7216"/>
                    <a:pt x="15954" y="6481"/>
                  </a:cubicBezTo>
                  <a:cubicBezTo>
                    <a:pt x="16193" y="6424"/>
                    <a:pt x="16235" y="6133"/>
                    <a:pt x="16091" y="5967"/>
                  </a:cubicBezTo>
                  <a:cubicBezTo>
                    <a:pt x="14926" y="4637"/>
                    <a:pt x="13744" y="3322"/>
                    <a:pt x="12545" y="2023"/>
                  </a:cubicBezTo>
                  <a:cubicBezTo>
                    <a:pt x="11928" y="1357"/>
                    <a:pt x="11266" y="350"/>
                    <a:pt x="10341" y="98"/>
                  </a:cubicBezTo>
                  <a:cubicBezTo>
                    <a:pt x="10087" y="29"/>
                    <a:pt x="9811" y="0"/>
                    <a:pt x="95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34"/>
            <p:cNvSpPr/>
            <p:nvPr/>
          </p:nvSpPr>
          <p:spPr>
            <a:xfrm>
              <a:off x="2739725" y="878000"/>
              <a:ext cx="265375" cy="114400"/>
            </a:xfrm>
            <a:custGeom>
              <a:avLst/>
              <a:gdLst/>
              <a:ahLst/>
              <a:cxnLst/>
              <a:rect l="l" t="t" r="r" b="b"/>
              <a:pathLst>
                <a:path w="10615" h="4576" extrusionOk="0">
                  <a:moveTo>
                    <a:pt x="8807" y="0"/>
                  </a:moveTo>
                  <a:cubicBezTo>
                    <a:pt x="5620" y="0"/>
                    <a:pt x="1581" y="1966"/>
                    <a:pt x="54" y="4386"/>
                  </a:cubicBezTo>
                  <a:cubicBezTo>
                    <a:pt x="1" y="4471"/>
                    <a:pt x="79" y="4576"/>
                    <a:pt x="166" y="4576"/>
                  </a:cubicBezTo>
                  <a:cubicBezTo>
                    <a:pt x="186" y="4576"/>
                    <a:pt x="207" y="4570"/>
                    <a:pt x="226" y="4558"/>
                  </a:cubicBezTo>
                  <a:cubicBezTo>
                    <a:pt x="1875" y="3508"/>
                    <a:pt x="3258" y="2278"/>
                    <a:pt x="5131" y="1591"/>
                  </a:cubicBezTo>
                  <a:cubicBezTo>
                    <a:pt x="6861" y="957"/>
                    <a:pt x="8587" y="1026"/>
                    <a:pt x="10351" y="694"/>
                  </a:cubicBezTo>
                  <a:cubicBezTo>
                    <a:pt x="10615" y="644"/>
                    <a:pt x="10595" y="242"/>
                    <a:pt x="10351" y="180"/>
                  </a:cubicBezTo>
                  <a:cubicBezTo>
                    <a:pt x="9872" y="58"/>
                    <a:pt x="9352" y="0"/>
                    <a:pt x="88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34"/>
            <p:cNvSpPr/>
            <p:nvPr/>
          </p:nvSpPr>
          <p:spPr>
            <a:xfrm>
              <a:off x="2783475" y="946275"/>
              <a:ext cx="254775" cy="113000"/>
            </a:xfrm>
            <a:custGeom>
              <a:avLst/>
              <a:gdLst/>
              <a:ahLst/>
              <a:cxnLst/>
              <a:rect l="l" t="t" r="r" b="b"/>
              <a:pathLst>
                <a:path w="10191" h="4520" extrusionOk="0">
                  <a:moveTo>
                    <a:pt x="9024" y="1"/>
                  </a:moveTo>
                  <a:cubicBezTo>
                    <a:pt x="7296" y="1"/>
                    <a:pt x="5453" y="625"/>
                    <a:pt x="3919" y="1282"/>
                  </a:cubicBezTo>
                  <a:cubicBezTo>
                    <a:pt x="2789" y="1765"/>
                    <a:pt x="261" y="2658"/>
                    <a:pt x="23" y="4060"/>
                  </a:cubicBezTo>
                  <a:cubicBezTo>
                    <a:pt x="1" y="4188"/>
                    <a:pt x="41" y="4285"/>
                    <a:pt x="145" y="4359"/>
                  </a:cubicBezTo>
                  <a:lnTo>
                    <a:pt x="328" y="4490"/>
                  </a:lnTo>
                  <a:cubicBezTo>
                    <a:pt x="356" y="4510"/>
                    <a:pt x="386" y="4519"/>
                    <a:pt x="416" y="4519"/>
                  </a:cubicBezTo>
                  <a:cubicBezTo>
                    <a:pt x="528" y="4519"/>
                    <a:pt x="634" y="4397"/>
                    <a:pt x="599" y="4281"/>
                  </a:cubicBezTo>
                  <a:cubicBezTo>
                    <a:pt x="310" y="3333"/>
                    <a:pt x="4773" y="1735"/>
                    <a:pt x="5289" y="1569"/>
                  </a:cubicBezTo>
                  <a:cubicBezTo>
                    <a:pt x="6773" y="1093"/>
                    <a:pt x="8295" y="1027"/>
                    <a:pt x="9799" y="688"/>
                  </a:cubicBezTo>
                  <a:cubicBezTo>
                    <a:pt x="10190" y="600"/>
                    <a:pt x="10059" y="73"/>
                    <a:pt x="9711" y="36"/>
                  </a:cubicBezTo>
                  <a:cubicBezTo>
                    <a:pt x="9485" y="12"/>
                    <a:pt x="9255" y="1"/>
                    <a:pt x="902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34"/>
            <p:cNvSpPr/>
            <p:nvPr/>
          </p:nvSpPr>
          <p:spPr>
            <a:xfrm>
              <a:off x="2839925" y="1007825"/>
              <a:ext cx="259925" cy="117700"/>
            </a:xfrm>
            <a:custGeom>
              <a:avLst/>
              <a:gdLst/>
              <a:ahLst/>
              <a:cxnLst/>
              <a:rect l="l" t="t" r="r" b="b"/>
              <a:pathLst>
                <a:path w="10397" h="4708" extrusionOk="0">
                  <a:moveTo>
                    <a:pt x="9045" y="1"/>
                  </a:moveTo>
                  <a:cubicBezTo>
                    <a:pt x="5729" y="1"/>
                    <a:pt x="2019" y="2104"/>
                    <a:pt x="58" y="4551"/>
                  </a:cubicBezTo>
                  <a:cubicBezTo>
                    <a:pt x="0" y="4623"/>
                    <a:pt x="54" y="4707"/>
                    <a:pt x="124" y="4707"/>
                  </a:cubicBezTo>
                  <a:cubicBezTo>
                    <a:pt x="145" y="4707"/>
                    <a:pt x="167" y="4700"/>
                    <a:pt x="188" y="4683"/>
                  </a:cubicBezTo>
                  <a:cubicBezTo>
                    <a:pt x="1738" y="3418"/>
                    <a:pt x="3324" y="2289"/>
                    <a:pt x="5224" y="1613"/>
                  </a:cubicBezTo>
                  <a:cubicBezTo>
                    <a:pt x="6821" y="1047"/>
                    <a:pt x="8433" y="1014"/>
                    <a:pt x="10074" y="712"/>
                  </a:cubicBezTo>
                  <a:cubicBezTo>
                    <a:pt x="10385" y="655"/>
                    <a:pt x="10396" y="120"/>
                    <a:pt x="10074" y="73"/>
                  </a:cubicBezTo>
                  <a:cubicBezTo>
                    <a:pt x="9737" y="24"/>
                    <a:pt x="9393" y="1"/>
                    <a:pt x="90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5392349F-6037-46E2-9A6D-A0EAC96C5F35}"/>
              </a:ext>
            </a:extLst>
          </p:cNvPr>
          <p:cNvSpPr txBox="1"/>
          <p:nvPr/>
        </p:nvSpPr>
        <p:spPr>
          <a:xfrm>
            <a:off x="1469008" y="1933332"/>
            <a:ext cx="23753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200" dirty="0"/>
              <a:t>Every element is &lt;= its parent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7B764D4-DDD5-482D-822D-5BFDAD22F2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87550" y="1570957"/>
            <a:ext cx="3979138" cy="2710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58775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4"/>
          <p:cNvSpPr txBox="1">
            <a:spLocks noGrp="1"/>
          </p:cNvSpPr>
          <p:nvPr>
            <p:ph type="title"/>
          </p:nvPr>
        </p:nvSpPr>
        <p:spPr>
          <a:xfrm>
            <a:off x="1307759" y="934452"/>
            <a:ext cx="2939511" cy="4372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400" b="1" u="sng" dirty="0"/>
              <a:t>Order Property</a:t>
            </a:r>
            <a:r>
              <a:rPr lang="en-US" sz="1400" b="1" dirty="0"/>
              <a:t>	</a:t>
            </a:r>
            <a:endParaRPr lang="en-US" sz="1400" b="1" dirty="0">
              <a:solidFill>
                <a:srgbClr val="C00000"/>
              </a:solidFill>
            </a:endParaRPr>
          </a:p>
        </p:txBody>
      </p:sp>
      <p:sp>
        <p:nvSpPr>
          <p:cNvPr id="234" name="Google Shape;234;p34"/>
          <p:cNvSpPr txBox="1">
            <a:spLocks noGrp="1"/>
          </p:cNvSpPr>
          <p:nvPr>
            <p:ph type="subTitle" idx="1"/>
          </p:nvPr>
        </p:nvSpPr>
        <p:spPr>
          <a:xfrm>
            <a:off x="1307759" y="531752"/>
            <a:ext cx="3439500" cy="53514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Heaps	</a:t>
            </a:r>
          </a:p>
        </p:txBody>
      </p:sp>
      <p:pic>
        <p:nvPicPr>
          <p:cNvPr id="235" name="Google Shape;235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695460">
            <a:off x="7765338" y="3361772"/>
            <a:ext cx="1241024" cy="1610463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grpSp>
        <p:nvGrpSpPr>
          <p:cNvPr id="236" name="Google Shape;236;p34"/>
          <p:cNvGrpSpPr/>
          <p:nvPr/>
        </p:nvGrpSpPr>
        <p:grpSpPr>
          <a:xfrm rot="790859">
            <a:off x="7973758" y="3964891"/>
            <a:ext cx="824184" cy="712067"/>
            <a:chOff x="2341425" y="238100"/>
            <a:chExt cx="1328900" cy="1148125"/>
          </a:xfrm>
        </p:grpSpPr>
        <p:sp>
          <p:nvSpPr>
            <p:cNvPr id="237" name="Google Shape;237;p34"/>
            <p:cNvSpPr/>
            <p:nvPr/>
          </p:nvSpPr>
          <p:spPr>
            <a:xfrm>
              <a:off x="2341425" y="238100"/>
              <a:ext cx="1328900" cy="1148125"/>
            </a:xfrm>
            <a:custGeom>
              <a:avLst/>
              <a:gdLst/>
              <a:ahLst/>
              <a:cxnLst/>
              <a:rect l="l" t="t" r="r" b="b"/>
              <a:pathLst>
                <a:path w="53156" h="45925" extrusionOk="0">
                  <a:moveTo>
                    <a:pt x="49853" y="24103"/>
                  </a:moveTo>
                  <a:cubicBezTo>
                    <a:pt x="50212" y="24609"/>
                    <a:pt x="50681" y="25003"/>
                    <a:pt x="51172" y="25380"/>
                  </a:cubicBezTo>
                  <a:cubicBezTo>
                    <a:pt x="48199" y="26540"/>
                    <a:pt x="45438" y="28144"/>
                    <a:pt x="42987" y="30206"/>
                  </a:cubicBezTo>
                  <a:cubicBezTo>
                    <a:pt x="41727" y="31264"/>
                    <a:pt x="40396" y="32510"/>
                    <a:pt x="39238" y="33887"/>
                  </a:cubicBezTo>
                  <a:cubicBezTo>
                    <a:pt x="39347" y="33688"/>
                    <a:pt x="39460" y="33491"/>
                    <a:pt x="39578" y="33301"/>
                  </a:cubicBezTo>
                  <a:cubicBezTo>
                    <a:pt x="40490" y="31831"/>
                    <a:pt x="41539" y="30449"/>
                    <a:pt x="42711" y="29176"/>
                  </a:cubicBezTo>
                  <a:cubicBezTo>
                    <a:pt x="44775" y="26932"/>
                    <a:pt x="47091" y="25229"/>
                    <a:pt x="49853" y="24103"/>
                  </a:cubicBezTo>
                  <a:close/>
                  <a:moveTo>
                    <a:pt x="35117" y="1053"/>
                  </a:moveTo>
                  <a:lnTo>
                    <a:pt x="35117" y="1053"/>
                  </a:lnTo>
                  <a:cubicBezTo>
                    <a:pt x="36710" y="1715"/>
                    <a:pt x="38294" y="4814"/>
                    <a:pt x="38992" y="5799"/>
                  </a:cubicBezTo>
                  <a:cubicBezTo>
                    <a:pt x="40312" y="7660"/>
                    <a:pt x="41633" y="9523"/>
                    <a:pt x="42954" y="11383"/>
                  </a:cubicBezTo>
                  <a:cubicBezTo>
                    <a:pt x="44182" y="13110"/>
                    <a:pt x="45421" y="14827"/>
                    <a:pt x="46633" y="16564"/>
                  </a:cubicBezTo>
                  <a:cubicBezTo>
                    <a:pt x="46650" y="16588"/>
                    <a:pt x="46667" y="16613"/>
                    <a:pt x="46685" y="16638"/>
                  </a:cubicBezTo>
                  <a:cubicBezTo>
                    <a:pt x="47623" y="18397"/>
                    <a:pt x="48600" y="20134"/>
                    <a:pt x="49618" y="21849"/>
                  </a:cubicBezTo>
                  <a:cubicBezTo>
                    <a:pt x="48693" y="22281"/>
                    <a:pt x="47744" y="23007"/>
                    <a:pt x="47214" y="23343"/>
                  </a:cubicBezTo>
                  <a:cubicBezTo>
                    <a:pt x="45320" y="24544"/>
                    <a:pt x="43587" y="25982"/>
                    <a:pt x="42057" y="27622"/>
                  </a:cubicBezTo>
                  <a:cubicBezTo>
                    <a:pt x="40592" y="29191"/>
                    <a:pt x="39304" y="30938"/>
                    <a:pt x="38281" y="32827"/>
                  </a:cubicBezTo>
                  <a:cubicBezTo>
                    <a:pt x="37877" y="33573"/>
                    <a:pt x="37271" y="34533"/>
                    <a:pt x="36981" y="35496"/>
                  </a:cubicBezTo>
                  <a:cubicBezTo>
                    <a:pt x="36328" y="34434"/>
                    <a:pt x="35635" y="33395"/>
                    <a:pt x="34953" y="32353"/>
                  </a:cubicBezTo>
                  <a:cubicBezTo>
                    <a:pt x="33450" y="30055"/>
                    <a:pt x="31915" y="27777"/>
                    <a:pt x="30347" y="25524"/>
                  </a:cubicBezTo>
                  <a:cubicBezTo>
                    <a:pt x="28841" y="23359"/>
                    <a:pt x="27306" y="21217"/>
                    <a:pt x="25741" y="19095"/>
                  </a:cubicBezTo>
                  <a:cubicBezTo>
                    <a:pt x="24508" y="17421"/>
                    <a:pt x="23256" y="15382"/>
                    <a:pt x="21757" y="13843"/>
                  </a:cubicBezTo>
                  <a:cubicBezTo>
                    <a:pt x="22758" y="10753"/>
                    <a:pt x="24747" y="8361"/>
                    <a:pt x="26903" y="5992"/>
                  </a:cubicBezTo>
                  <a:cubicBezTo>
                    <a:pt x="27357" y="5493"/>
                    <a:pt x="27826" y="4981"/>
                    <a:pt x="28315" y="4481"/>
                  </a:cubicBezTo>
                  <a:cubicBezTo>
                    <a:pt x="29626" y="3498"/>
                    <a:pt x="31045" y="2668"/>
                    <a:pt x="32551" y="2018"/>
                  </a:cubicBezTo>
                  <a:cubicBezTo>
                    <a:pt x="33121" y="1772"/>
                    <a:pt x="33780" y="1496"/>
                    <a:pt x="34476" y="1255"/>
                  </a:cubicBezTo>
                  <a:cubicBezTo>
                    <a:pt x="34702" y="1206"/>
                    <a:pt x="34932" y="1166"/>
                    <a:pt x="35161" y="1125"/>
                  </a:cubicBezTo>
                  <a:cubicBezTo>
                    <a:pt x="35147" y="1101"/>
                    <a:pt x="35132" y="1076"/>
                    <a:pt x="35117" y="1053"/>
                  </a:cubicBezTo>
                  <a:close/>
                  <a:moveTo>
                    <a:pt x="49886" y="22296"/>
                  </a:moveTo>
                  <a:cubicBezTo>
                    <a:pt x="50069" y="22601"/>
                    <a:pt x="50253" y="22905"/>
                    <a:pt x="50437" y="23208"/>
                  </a:cubicBezTo>
                  <a:cubicBezTo>
                    <a:pt x="50328" y="23239"/>
                    <a:pt x="50219" y="23270"/>
                    <a:pt x="50110" y="23305"/>
                  </a:cubicBezTo>
                  <a:cubicBezTo>
                    <a:pt x="50098" y="23304"/>
                    <a:pt x="50086" y="23303"/>
                    <a:pt x="50074" y="23303"/>
                  </a:cubicBezTo>
                  <a:cubicBezTo>
                    <a:pt x="49989" y="23303"/>
                    <a:pt x="49905" y="23334"/>
                    <a:pt x="49839" y="23390"/>
                  </a:cubicBezTo>
                  <a:cubicBezTo>
                    <a:pt x="46983" y="24343"/>
                    <a:pt x="44499" y="26352"/>
                    <a:pt x="42469" y="28520"/>
                  </a:cubicBezTo>
                  <a:cubicBezTo>
                    <a:pt x="40592" y="30525"/>
                    <a:pt x="38254" y="33305"/>
                    <a:pt x="37357" y="36095"/>
                  </a:cubicBezTo>
                  <a:cubicBezTo>
                    <a:pt x="37306" y="36011"/>
                    <a:pt x="37249" y="35923"/>
                    <a:pt x="37190" y="35830"/>
                  </a:cubicBezTo>
                  <a:cubicBezTo>
                    <a:pt x="37565" y="34416"/>
                    <a:pt x="38696" y="32821"/>
                    <a:pt x="39296" y="31878"/>
                  </a:cubicBezTo>
                  <a:cubicBezTo>
                    <a:pt x="40239" y="30393"/>
                    <a:pt x="41330" y="29005"/>
                    <a:pt x="42550" y="27739"/>
                  </a:cubicBezTo>
                  <a:cubicBezTo>
                    <a:pt x="43708" y="26537"/>
                    <a:pt x="44980" y="25451"/>
                    <a:pt x="46348" y="24494"/>
                  </a:cubicBezTo>
                  <a:cubicBezTo>
                    <a:pt x="47234" y="23875"/>
                    <a:pt x="48600" y="22828"/>
                    <a:pt x="49886" y="22296"/>
                  </a:cubicBezTo>
                  <a:close/>
                  <a:moveTo>
                    <a:pt x="20475" y="13918"/>
                  </a:moveTo>
                  <a:cubicBezTo>
                    <a:pt x="20720" y="13985"/>
                    <a:pt x="20968" y="14054"/>
                    <a:pt x="21218" y="14127"/>
                  </a:cubicBezTo>
                  <a:lnTo>
                    <a:pt x="21219" y="14127"/>
                  </a:lnTo>
                  <a:cubicBezTo>
                    <a:pt x="22265" y="15897"/>
                    <a:pt x="23782" y="17534"/>
                    <a:pt x="24979" y="19160"/>
                  </a:cubicBezTo>
                  <a:cubicBezTo>
                    <a:pt x="26409" y="21107"/>
                    <a:pt x="27816" y="23071"/>
                    <a:pt x="29199" y="25052"/>
                  </a:cubicBezTo>
                  <a:cubicBezTo>
                    <a:pt x="30581" y="27035"/>
                    <a:pt x="31937" y="29034"/>
                    <a:pt x="33269" y="31050"/>
                  </a:cubicBezTo>
                  <a:cubicBezTo>
                    <a:pt x="33874" y="31967"/>
                    <a:pt x="34473" y="32886"/>
                    <a:pt x="35069" y="33809"/>
                  </a:cubicBezTo>
                  <a:cubicBezTo>
                    <a:pt x="35425" y="34364"/>
                    <a:pt x="35780" y="34920"/>
                    <a:pt x="36133" y="35475"/>
                  </a:cubicBezTo>
                  <a:lnTo>
                    <a:pt x="36486" y="36032"/>
                  </a:lnTo>
                  <a:cubicBezTo>
                    <a:pt x="36496" y="36074"/>
                    <a:pt x="36508" y="36115"/>
                    <a:pt x="36522" y="36155"/>
                  </a:cubicBezTo>
                  <a:cubicBezTo>
                    <a:pt x="33879" y="32306"/>
                    <a:pt x="31050" y="28568"/>
                    <a:pt x="28325" y="24779"/>
                  </a:cubicBezTo>
                  <a:cubicBezTo>
                    <a:pt x="25722" y="21160"/>
                    <a:pt x="23203" y="17449"/>
                    <a:pt x="20475" y="13918"/>
                  </a:cubicBezTo>
                  <a:close/>
                  <a:moveTo>
                    <a:pt x="37953" y="37630"/>
                  </a:moveTo>
                  <a:cubicBezTo>
                    <a:pt x="37851" y="37834"/>
                    <a:pt x="37753" y="38038"/>
                    <a:pt x="37661" y="38245"/>
                  </a:cubicBezTo>
                  <a:cubicBezTo>
                    <a:pt x="37630" y="38236"/>
                    <a:pt x="37597" y="38231"/>
                    <a:pt x="37565" y="38231"/>
                  </a:cubicBezTo>
                  <a:cubicBezTo>
                    <a:pt x="37533" y="38231"/>
                    <a:pt x="37500" y="38236"/>
                    <a:pt x="37470" y="38245"/>
                  </a:cubicBezTo>
                  <a:cubicBezTo>
                    <a:pt x="37633" y="38041"/>
                    <a:pt x="37793" y="37835"/>
                    <a:pt x="37953" y="37630"/>
                  </a:cubicBezTo>
                  <a:close/>
                  <a:moveTo>
                    <a:pt x="36509" y="38717"/>
                  </a:moveTo>
                  <a:cubicBezTo>
                    <a:pt x="36518" y="38717"/>
                    <a:pt x="36527" y="38717"/>
                    <a:pt x="36536" y="38717"/>
                  </a:cubicBezTo>
                  <a:cubicBezTo>
                    <a:pt x="36609" y="38809"/>
                    <a:pt x="36720" y="38864"/>
                    <a:pt x="36837" y="38865"/>
                  </a:cubicBezTo>
                  <a:cubicBezTo>
                    <a:pt x="36596" y="38971"/>
                    <a:pt x="36282" y="39011"/>
                    <a:pt x="35935" y="39011"/>
                  </a:cubicBezTo>
                  <a:cubicBezTo>
                    <a:pt x="35451" y="39011"/>
                    <a:pt x="34904" y="38934"/>
                    <a:pt x="34409" y="38856"/>
                  </a:cubicBezTo>
                  <a:cubicBezTo>
                    <a:pt x="35105" y="38764"/>
                    <a:pt x="35807" y="38717"/>
                    <a:pt x="36509" y="38717"/>
                  </a:cubicBezTo>
                  <a:close/>
                  <a:moveTo>
                    <a:pt x="15183" y="13113"/>
                  </a:moveTo>
                  <a:cubicBezTo>
                    <a:pt x="16769" y="13113"/>
                    <a:pt x="18319" y="13366"/>
                    <a:pt x="19934" y="13775"/>
                  </a:cubicBezTo>
                  <a:cubicBezTo>
                    <a:pt x="22531" y="17699"/>
                    <a:pt x="25404" y="21460"/>
                    <a:pt x="28149" y="25276"/>
                  </a:cubicBezTo>
                  <a:cubicBezTo>
                    <a:pt x="30879" y="29073"/>
                    <a:pt x="33528" y="32953"/>
                    <a:pt x="36351" y="36684"/>
                  </a:cubicBezTo>
                  <a:cubicBezTo>
                    <a:pt x="34542" y="35843"/>
                    <a:pt x="32568" y="35460"/>
                    <a:pt x="30570" y="35460"/>
                  </a:cubicBezTo>
                  <a:cubicBezTo>
                    <a:pt x="26406" y="35460"/>
                    <a:pt x="22142" y="37123"/>
                    <a:pt x="19074" y="39757"/>
                  </a:cubicBezTo>
                  <a:cubicBezTo>
                    <a:pt x="13793" y="32214"/>
                    <a:pt x="8154" y="24943"/>
                    <a:pt x="2157" y="17945"/>
                  </a:cubicBezTo>
                  <a:lnTo>
                    <a:pt x="2159" y="17945"/>
                  </a:lnTo>
                  <a:cubicBezTo>
                    <a:pt x="5055" y="16227"/>
                    <a:pt x="8015" y="14530"/>
                    <a:pt x="11283" y="13642"/>
                  </a:cubicBezTo>
                  <a:cubicBezTo>
                    <a:pt x="12638" y="13273"/>
                    <a:pt x="13922" y="13113"/>
                    <a:pt x="15183" y="13113"/>
                  </a:cubicBezTo>
                  <a:close/>
                  <a:moveTo>
                    <a:pt x="2578" y="20435"/>
                  </a:moveTo>
                  <a:cubicBezTo>
                    <a:pt x="8168" y="27062"/>
                    <a:pt x="13443" y="33937"/>
                    <a:pt x="18402" y="41058"/>
                  </a:cubicBezTo>
                  <a:cubicBezTo>
                    <a:pt x="18543" y="41262"/>
                    <a:pt x="18758" y="41377"/>
                    <a:pt x="18977" y="41377"/>
                  </a:cubicBezTo>
                  <a:cubicBezTo>
                    <a:pt x="19133" y="41377"/>
                    <a:pt x="19292" y="41318"/>
                    <a:pt x="19427" y="41190"/>
                  </a:cubicBezTo>
                  <a:cubicBezTo>
                    <a:pt x="21632" y="39103"/>
                    <a:pt x="24333" y="37693"/>
                    <a:pt x="27314" y="37090"/>
                  </a:cubicBezTo>
                  <a:cubicBezTo>
                    <a:pt x="28284" y="36894"/>
                    <a:pt x="29226" y="36809"/>
                    <a:pt x="30154" y="36809"/>
                  </a:cubicBezTo>
                  <a:cubicBezTo>
                    <a:pt x="30890" y="36809"/>
                    <a:pt x="31618" y="36863"/>
                    <a:pt x="32345" y="36959"/>
                  </a:cubicBezTo>
                  <a:cubicBezTo>
                    <a:pt x="32139" y="36996"/>
                    <a:pt x="31934" y="37038"/>
                    <a:pt x="31726" y="37085"/>
                  </a:cubicBezTo>
                  <a:cubicBezTo>
                    <a:pt x="29702" y="37535"/>
                    <a:pt x="27672" y="38191"/>
                    <a:pt x="25741" y="38939"/>
                  </a:cubicBezTo>
                  <a:cubicBezTo>
                    <a:pt x="24060" y="39590"/>
                    <a:pt x="22425" y="40379"/>
                    <a:pt x="20975" y="41459"/>
                  </a:cubicBezTo>
                  <a:cubicBezTo>
                    <a:pt x="20335" y="41934"/>
                    <a:pt x="18892" y="42836"/>
                    <a:pt x="18616" y="43758"/>
                  </a:cubicBezTo>
                  <a:cubicBezTo>
                    <a:pt x="15797" y="39642"/>
                    <a:pt x="12269" y="35871"/>
                    <a:pt x="9131" y="31993"/>
                  </a:cubicBezTo>
                  <a:cubicBezTo>
                    <a:pt x="7537" y="30022"/>
                    <a:pt x="5941" y="28055"/>
                    <a:pt x="4343" y="26088"/>
                  </a:cubicBezTo>
                  <a:cubicBezTo>
                    <a:pt x="3509" y="25063"/>
                    <a:pt x="2360" y="24025"/>
                    <a:pt x="1726" y="22872"/>
                  </a:cubicBezTo>
                  <a:lnTo>
                    <a:pt x="1290" y="22336"/>
                  </a:lnTo>
                  <a:cubicBezTo>
                    <a:pt x="1365" y="21812"/>
                    <a:pt x="1612" y="21399"/>
                    <a:pt x="2027" y="21097"/>
                  </a:cubicBezTo>
                  <a:cubicBezTo>
                    <a:pt x="2191" y="20870"/>
                    <a:pt x="2390" y="20654"/>
                    <a:pt x="2578" y="20435"/>
                  </a:cubicBezTo>
                  <a:close/>
                  <a:moveTo>
                    <a:pt x="34214" y="37438"/>
                  </a:moveTo>
                  <a:cubicBezTo>
                    <a:pt x="34480" y="37438"/>
                    <a:pt x="34745" y="37450"/>
                    <a:pt x="35009" y="37476"/>
                  </a:cubicBezTo>
                  <a:cubicBezTo>
                    <a:pt x="35056" y="37488"/>
                    <a:pt x="35104" y="37502"/>
                    <a:pt x="35153" y="37514"/>
                  </a:cubicBezTo>
                  <a:cubicBezTo>
                    <a:pt x="32341" y="37733"/>
                    <a:pt x="29659" y="38637"/>
                    <a:pt x="27141" y="39965"/>
                  </a:cubicBezTo>
                  <a:cubicBezTo>
                    <a:pt x="25564" y="40797"/>
                    <a:pt x="24060" y="41771"/>
                    <a:pt x="22625" y="42823"/>
                  </a:cubicBezTo>
                  <a:cubicBezTo>
                    <a:pt x="22053" y="43241"/>
                    <a:pt x="21266" y="44080"/>
                    <a:pt x="20621" y="44360"/>
                  </a:cubicBezTo>
                  <a:cubicBezTo>
                    <a:pt x="20405" y="44454"/>
                    <a:pt x="20198" y="44493"/>
                    <a:pt x="19997" y="44493"/>
                  </a:cubicBezTo>
                  <a:cubicBezTo>
                    <a:pt x="19802" y="44493"/>
                    <a:pt x="19613" y="44456"/>
                    <a:pt x="19427" y="44400"/>
                  </a:cubicBezTo>
                  <a:cubicBezTo>
                    <a:pt x="19434" y="44391"/>
                    <a:pt x="19440" y="44386"/>
                    <a:pt x="19448" y="44377"/>
                  </a:cubicBezTo>
                  <a:cubicBezTo>
                    <a:pt x="19593" y="44198"/>
                    <a:pt x="19599" y="43995"/>
                    <a:pt x="19448" y="43814"/>
                  </a:cubicBezTo>
                  <a:lnTo>
                    <a:pt x="19430" y="43792"/>
                  </a:lnTo>
                  <a:cubicBezTo>
                    <a:pt x="19697" y="43721"/>
                    <a:pt x="19911" y="43553"/>
                    <a:pt x="20074" y="43287"/>
                  </a:cubicBezTo>
                  <a:cubicBezTo>
                    <a:pt x="20320" y="43038"/>
                    <a:pt x="20576" y="42801"/>
                    <a:pt x="20843" y="42573"/>
                  </a:cubicBezTo>
                  <a:cubicBezTo>
                    <a:pt x="21485" y="42027"/>
                    <a:pt x="22180" y="41552"/>
                    <a:pt x="22907" y="41126"/>
                  </a:cubicBezTo>
                  <a:cubicBezTo>
                    <a:pt x="24188" y="40374"/>
                    <a:pt x="25559" y="39793"/>
                    <a:pt x="26955" y="39291"/>
                  </a:cubicBezTo>
                  <a:cubicBezTo>
                    <a:pt x="29199" y="38484"/>
                    <a:pt x="31750" y="37438"/>
                    <a:pt x="34214" y="37438"/>
                  </a:cubicBezTo>
                  <a:close/>
                  <a:moveTo>
                    <a:pt x="34842" y="0"/>
                  </a:moveTo>
                  <a:cubicBezTo>
                    <a:pt x="34343" y="0"/>
                    <a:pt x="33867" y="188"/>
                    <a:pt x="33507" y="630"/>
                  </a:cubicBezTo>
                  <a:cubicBezTo>
                    <a:pt x="31447" y="1151"/>
                    <a:pt x="29512" y="2015"/>
                    <a:pt x="27862" y="3526"/>
                  </a:cubicBezTo>
                  <a:cubicBezTo>
                    <a:pt x="27217" y="4115"/>
                    <a:pt x="26496" y="4800"/>
                    <a:pt x="25773" y="5555"/>
                  </a:cubicBezTo>
                  <a:cubicBezTo>
                    <a:pt x="23620" y="7604"/>
                    <a:pt x="21769" y="10148"/>
                    <a:pt x="20875" y="12916"/>
                  </a:cubicBezTo>
                  <a:cubicBezTo>
                    <a:pt x="19359" y="12052"/>
                    <a:pt x="17538" y="11727"/>
                    <a:pt x="15721" y="11727"/>
                  </a:cubicBezTo>
                  <a:cubicBezTo>
                    <a:pt x="14356" y="11727"/>
                    <a:pt x="12994" y="11911"/>
                    <a:pt x="11766" y="12185"/>
                  </a:cubicBezTo>
                  <a:cubicBezTo>
                    <a:pt x="7819" y="13067"/>
                    <a:pt x="4277" y="15176"/>
                    <a:pt x="838" y="17217"/>
                  </a:cubicBezTo>
                  <a:cubicBezTo>
                    <a:pt x="458" y="17444"/>
                    <a:pt x="436" y="17923"/>
                    <a:pt x="707" y="18237"/>
                  </a:cubicBezTo>
                  <a:cubicBezTo>
                    <a:pt x="1244" y="18859"/>
                    <a:pt x="1774" y="19488"/>
                    <a:pt x="2305" y="20116"/>
                  </a:cubicBezTo>
                  <a:cubicBezTo>
                    <a:pt x="1441" y="20484"/>
                    <a:pt x="862" y="21064"/>
                    <a:pt x="197" y="21811"/>
                  </a:cubicBezTo>
                  <a:cubicBezTo>
                    <a:pt x="77" y="21947"/>
                    <a:pt x="0" y="22200"/>
                    <a:pt x="127" y="22363"/>
                  </a:cubicBezTo>
                  <a:cubicBezTo>
                    <a:pt x="2951" y="26054"/>
                    <a:pt x="5928" y="29634"/>
                    <a:pt x="8843" y="33254"/>
                  </a:cubicBezTo>
                  <a:cubicBezTo>
                    <a:pt x="11749" y="36861"/>
                    <a:pt x="14485" y="40794"/>
                    <a:pt x="17652" y="44182"/>
                  </a:cubicBezTo>
                  <a:cubicBezTo>
                    <a:pt x="17664" y="44208"/>
                    <a:pt x="17679" y="44232"/>
                    <a:pt x="17699" y="44255"/>
                  </a:cubicBezTo>
                  <a:cubicBezTo>
                    <a:pt x="18282" y="44908"/>
                    <a:pt x="19219" y="45924"/>
                    <a:pt x="20167" y="45924"/>
                  </a:cubicBezTo>
                  <a:cubicBezTo>
                    <a:pt x="20277" y="45924"/>
                    <a:pt x="20387" y="45910"/>
                    <a:pt x="20497" y="45881"/>
                  </a:cubicBezTo>
                  <a:cubicBezTo>
                    <a:pt x="21148" y="45708"/>
                    <a:pt x="21757" y="44978"/>
                    <a:pt x="22286" y="44585"/>
                  </a:cubicBezTo>
                  <a:cubicBezTo>
                    <a:pt x="23162" y="43935"/>
                    <a:pt x="24053" y="43304"/>
                    <a:pt x="24965" y="42705"/>
                  </a:cubicBezTo>
                  <a:cubicBezTo>
                    <a:pt x="27366" y="41130"/>
                    <a:pt x="29934" y="39829"/>
                    <a:pt x="32678" y="39174"/>
                  </a:cubicBezTo>
                  <a:cubicBezTo>
                    <a:pt x="32752" y="39177"/>
                    <a:pt x="32826" y="39174"/>
                    <a:pt x="32900" y="39178"/>
                  </a:cubicBezTo>
                  <a:cubicBezTo>
                    <a:pt x="34054" y="39233"/>
                    <a:pt x="35153" y="39648"/>
                    <a:pt x="36288" y="39715"/>
                  </a:cubicBezTo>
                  <a:cubicBezTo>
                    <a:pt x="36337" y="39718"/>
                    <a:pt x="36385" y="39720"/>
                    <a:pt x="36433" y="39720"/>
                  </a:cubicBezTo>
                  <a:cubicBezTo>
                    <a:pt x="37209" y="39720"/>
                    <a:pt x="37750" y="39337"/>
                    <a:pt x="37827" y="38540"/>
                  </a:cubicBezTo>
                  <a:cubicBezTo>
                    <a:pt x="39593" y="36201"/>
                    <a:pt x="41115" y="33792"/>
                    <a:pt x="43273" y="31744"/>
                  </a:cubicBezTo>
                  <a:cubicBezTo>
                    <a:pt x="44449" y="30626"/>
                    <a:pt x="45716" y="29608"/>
                    <a:pt x="47060" y="28698"/>
                  </a:cubicBezTo>
                  <a:cubicBezTo>
                    <a:pt x="47079" y="28686"/>
                    <a:pt x="47099" y="28675"/>
                    <a:pt x="47118" y="28662"/>
                  </a:cubicBezTo>
                  <a:cubicBezTo>
                    <a:pt x="48826" y="27633"/>
                    <a:pt x="50637" y="26785"/>
                    <a:pt x="52524" y="26133"/>
                  </a:cubicBezTo>
                  <a:cubicBezTo>
                    <a:pt x="52902" y="26003"/>
                    <a:pt x="53156" y="25447"/>
                    <a:pt x="52785" y="25145"/>
                  </a:cubicBezTo>
                  <a:cubicBezTo>
                    <a:pt x="52171" y="24648"/>
                    <a:pt x="51613" y="24099"/>
                    <a:pt x="50959" y="23696"/>
                  </a:cubicBezTo>
                  <a:cubicBezTo>
                    <a:pt x="51006" y="23680"/>
                    <a:pt x="51050" y="23660"/>
                    <a:pt x="51097" y="23645"/>
                  </a:cubicBezTo>
                  <a:cubicBezTo>
                    <a:pt x="51251" y="23594"/>
                    <a:pt x="51309" y="23468"/>
                    <a:pt x="51300" y="23347"/>
                  </a:cubicBezTo>
                  <a:cubicBezTo>
                    <a:pt x="51345" y="23292"/>
                    <a:pt x="51376" y="23227"/>
                    <a:pt x="51391" y="23158"/>
                  </a:cubicBezTo>
                  <a:cubicBezTo>
                    <a:pt x="51657" y="23086"/>
                    <a:pt x="51868" y="22805"/>
                    <a:pt x="51676" y="22507"/>
                  </a:cubicBezTo>
                  <a:cubicBezTo>
                    <a:pt x="51561" y="22326"/>
                    <a:pt x="51447" y="22144"/>
                    <a:pt x="51333" y="21962"/>
                  </a:cubicBezTo>
                  <a:cubicBezTo>
                    <a:pt x="51345" y="21962"/>
                    <a:pt x="51359" y="21961"/>
                    <a:pt x="51371" y="21961"/>
                  </a:cubicBezTo>
                  <a:cubicBezTo>
                    <a:pt x="51374" y="21961"/>
                    <a:pt x="51377" y="21961"/>
                    <a:pt x="51379" y="21961"/>
                  </a:cubicBezTo>
                  <a:cubicBezTo>
                    <a:pt x="51539" y="21961"/>
                    <a:pt x="51585" y="21737"/>
                    <a:pt x="51453" y="21658"/>
                  </a:cubicBezTo>
                  <a:cubicBezTo>
                    <a:pt x="51333" y="21585"/>
                    <a:pt x="51198" y="21544"/>
                    <a:pt x="51056" y="21524"/>
                  </a:cubicBezTo>
                  <a:cubicBezTo>
                    <a:pt x="50796" y="21108"/>
                    <a:pt x="50546" y="20689"/>
                    <a:pt x="50290" y="20269"/>
                  </a:cubicBezTo>
                  <a:cubicBezTo>
                    <a:pt x="50030" y="19581"/>
                    <a:pt x="49589" y="18953"/>
                    <a:pt x="49191" y="18312"/>
                  </a:cubicBezTo>
                  <a:cubicBezTo>
                    <a:pt x="48421" y="17077"/>
                    <a:pt x="47572" y="15893"/>
                    <a:pt x="46728" y="14709"/>
                  </a:cubicBezTo>
                  <a:cubicBezTo>
                    <a:pt x="45005" y="12292"/>
                    <a:pt x="43280" y="9876"/>
                    <a:pt x="41551" y="7464"/>
                  </a:cubicBezTo>
                  <a:cubicBezTo>
                    <a:pt x="40019" y="5325"/>
                    <a:pt x="38618" y="2783"/>
                    <a:pt x="36781" y="897"/>
                  </a:cubicBezTo>
                  <a:cubicBezTo>
                    <a:pt x="36255" y="356"/>
                    <a:pt x="35527" y="0"/>
                    <a:pt x="348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34"/>
            <p:cNvSpPr/>
            <p:nvPr/>
          </p:nvSpPr>
          <p:spPr>
            <a:xfrm>
              <a:off x="2990175" y="381350"/>
              <a:ext cx="254450" cy="209600"/>
            </a:xfrm>
            <a:custGeom>
              <a:avLst/>
              <a:gdLst/>
              <a:ahLst/>
              <a:cxnLst/>
              <a:rect l="l" t="t" r="r" b="b"/>
              <a:pathLst>
                <a:path w="10178" h="8384" extrusionOk="0">
                  <a:moveTo>
                    <a:pt x="9489" y="1"/>
                  </a:moveTo>
                  <a:cubicBezTo>
                    <a:pt x="9460" y="1"/>
                    <a:pt x="9430" y="3"/>
                    <a:pt x="9398" y="7"/>
                  </a:cubicBezTo>
                  <a:cubicBezTo>
                    <a:pt x="5315" y="589"/>
                    <a:pt x="1324" y="4315"/>
                    <a:pt x="48" y="8144"/>
                  </a:cubicBezTo>
                  <a:cubicBezTo>
                    <a:pt x="1" y="8286"/>
                    <a:pt x="119" y="8384"/>
                    <a:pt x="239" y="8384"/>
                  </a:cubicBezTo>
                  <a:cubicBezTo>
                    <a:pt x="302" y="8384"/>
                    <a:pt x="366" y="8357"/>
                    <a:pt x="406" y="8294"/>
                  </a:cubicBezTo>
                  <a:cubicBezTo>
                    <a:pt x="1475" y="6637"/>
                    <a:pt x="2632" y="5068"/>
                    <a:pt x="4157" y="3799"/>
                  </a:cubicBezTo>
                  <a:cubicBezTo>
                    <a:pt x="5839" y="2399"/>
                    <a:pt x="7661" y="1727"/>
                    <a:pt x="9647" y="909"/>
                  </a:cubicBezTo>
                  <a:cubicBezTo>
                    <a:pt x="10177" y="691"/>
                    <a:pt x="10017" y="1"/>
                    <a:pt x="948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34"/>
            <p:cNvSpPr/>
            <p:nvPr/>
          </p:nvSpPr>
          <p:spPr>
            <a:xfrm>
              <a:off x="3026350" y="441550"/>
              <a:ext cx="247225" cy="201350"/>
            </a:xfrm>
            <a:custGeom>
              <a:avLst/>
              <a:gdLst/>
              <a:ahLst/>
              <a:cxnLst/>
              <a:rect l="l" t="t" r="r" b="b"/>
              <a:pathLst>
                <a:path w="9889" h="8054" extrusionOk="0">
                  <a:moveTo>
                    <a:pt x="9472" y="1"/>
                  </a:moveTo>
                  <a:cubicBezTo>
                    <a:pt x="9466" y="1"/>
                    <a:pt x="9460" y="1"/>
                    <a:pt x="9454" y="1"/>
                  </a:cubicBezTo>
                  <a:cubicBezTo>
                    <a:pt x="5735" y="204"/>
                    <a:pt x="1142" y="4281"/>
                    <a:pt x="59" y="7752"/>
                  </a:cubicBezTo>
                  <a:cubicBezTo>
                    <a:pt x="0" y="7941"/>
                    <a:pt x="141" y="8053"/>
                    <a:pt x="292" y="8053"/>
                  </a:cubicBezTo>
                  <a:cubicBezTo>
                    <a:pt x="375" y="8053"/>
                    <a:pt x="460" y="8019"/>
                    <a:pt x="517" y="7945"/>
                  </a:cubicBezTo>
                  <a:cubicBezTo>
                    <a:pt x="1756" y="6329"/>
                    <a:pt x="2771" y="4701"/>
                    <a:pt x="4382" y="3401"/>
                  </a:cubicBezTo>
                  <a:cubicBezTo>
                    <a:pt x="6005" y="2092"/>
                    <a:pt x="7844" y="1590"/>
                    <a:pt x="9618" y="609"/>
                  </a:cubicBezTo>
                  <a:cubicBezTo>
                    <a:pt x="9889" y="460"/>
                    <a:pt x="9783" y="1"/>
                    <a:pt x="94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34"/>
            <p:cNvSpPr/>
            <p:nvPr/>
          </p:nvSpPr>
          <p:spPr>
            <a:xfrm>
              <a:off x="3172850" y="661350"/>
              <a:ext cx="224850" cy="198300"/>
            </a:xfrm>
            <a:custGeom>
              <a:avLst/>
              <a:gdLst/>
              <a:ahLst/>
              <a:cxnLst/>
              <a:rect l="l" t="t" r="r" b="b"/>
              <a:pathLst>
                <a:path w="8994" h="7932" extrusionOk="0">
                  <a:moveTo>
                    <a:pt x="8456" y="0"/>
                  </a:moveTo>
                  <a:cubicBezTo>
                    <a:pt x="8425" y="0"/>
                    <a:pt x="8392" y="4"/>
                    <a:pt x="8358" y="11"/>
                  </a:cubicBezTo>
                  <a:cubicBezTo>
                    <a:pt x="5106" y="738"/>
                    <a:pt x="1076" y="4402"/>
                    <a:pt x="60" y="7579"/>
                  </a:cubicBezTo>
                  <a:cubicBezTo>
                    <a:pt x="1" y="7765"/>
                    <a:pt x="174" y="7931"/>
                    <a:pt x="343" y="7931"/>
                  </a:cubicBezTo>
                  <a:cubicBezTo>
                    <a:pt x="409" y="7931"/>
                    <a:pt x="474" y="7907"/>
                    <a:pt x="524" y="7849"/>
                  </a:cubicBezTo>
                  <a:cubicBezTo>
                    <a:pt x="1689" y="6518"/>
                    <a:pt x="2590" y="5030"/>
                    <a:pt x="3913" y="3818"/>
                  </a:cubicBezTo>
                  <a:cubicBezTo>
                    <a:pt x="5371" y="2483"/>
                    <a:pt x="7047" y="1783"/>
                    <a:pt x="8657" y="718"/>
                  </a:cubicBezTo>
                  <a:cubicBezTo>
                    <a:pt x="8993" y="494"/>
                    <a:pt x="8826" y="0"/>
                    <a:pt x="84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34"/>
            <p:cNvSpPr/>
            <p:nvPr/>
          </p:nvSpPr>
          <p:spPr>
            <a:xfrm>
              <a:off x="3219000" y="725650"/>
              <a:ext cx="226500" cy="215375"/>
            </a:xfrm>
            <a:custGeom>
              <a:avLst/>
              <a:gdLst/>
              <a:ahLst/>
              <a:cxnLst/>
              <a:rect l="l" t="t" r="r" b="b"/>
              <a:pathLst>
                <a:path w="9060" h="8615" extrusionOk="0">
                  <a:moveTo>
                    <a:pt x="8466" y="1"/>
                  </a:moveTo>
                  <a:cubicBezTo>
                    <a:pt x="8403" y="1"/>
                    <a:pt x="8336" y="16"/>
                    <a:pt x="8267" y="50"/>
                  </a:cubicBezTo>
                  <a:cubicBezTo>
                    <a:pt x="6348" y="1017"/>
                    <a:pt x="4571" y="2396"/>
                    <a:pt x="3025" y="3882"/>
                  </a:cubicBezTo>
                  <a:cubicBezTo>
                    <a:pt x="1836" y="5024"/>
                    <a:pt x="0" y="6568"/>
                    <a:pt x="62" y="8367"/>
                  </a:cubicBezTo>
                  <a:cubicBezTo>
                    <a:pt x="66" y="8507"/>
                    <a:pt x="206" y="8614"/>
                    <a:pt x="335" y="8614"/>
                  </a:cubicBezTo>
                  <a:cubicBezTo>
                    <a:pt x="409" y="8614"/>
                    <a:pt x="480" y="8578"/>
                    <a:pt x="518" y="8491"/>
                  </a:cubicBezTo>
                  <a:cubicBezTo>
                    <a:pt x="2016" y="5007"/>
                    <a:pt x="5594" y="2708"/>
                    <a:pt x="8679" y="755"/>
                  </a:cubicBezTo>
                  <a:cubicBezTo>
                    <a:pt x="9059" y="514"/>
                    <a:pt x="8832" y="1"/>
                    <a:pt x="84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34"/>
            <p:cNvSpPr/>
            <p:nvPr/>
          </p:nvSpPr>
          <p:spPr>
            <a:xfrm>
              <a:off x="2528200" y="658025"/>
              <a:ext cx="405900" cy="260600"/>
            </a:xfrm>
            <a:custGeom>
              <a:avLst/>
              <a:gdLst/>
              <a:ahLst/>
              <a:cxnLst/>
              <a:rect l="l" t="t" r="r" b="b"/>
              <a:pathLst>
                <a:path w="16236" h="10424" extrusionOk="0">
                  <a:moveTo>
                    <a:pt x="1382" y="2708"/>
                  </a:moveTo>
                  <a:cubicBezTo>
                    <a:pt x="2705" y="4465"/>
                    <a:pt x="4361" y="5818"/>
                    <a:pt x="5564" y="7549"/>
                  </a:cubicBezTo>
                  <a:cubicBezTo>
                    <a:pt x="5049" y="7000"/>
                    <a:pt x="4518" y="6467"/>
                    <a:pt x="3972" y="5947"/>
                  </a:cubicBezTo>
                  <a:cubicBezTo>
                    <a:pt x="3369" y="5370"/>
                    <a:pt x="2751" y="4825"/>
                    <a:pt x="2113" y="4299"/>
                  </a:cubicBezTo>
                  <a:cubicBezTo>
                    <a:pt x="2286" y="4264"/>
                    <a:pt x="2405" y="4031"/>
                    <a:pt x="2251" y="3877"/>
                  </a:cubicBezTo>
                  <a:cubicBezTo>
                    <a:pt x="1869" y="3498"/>
                    <a:pt x="1454" y="3168"/>
                    <a:pt x="1030" y="2840"/>
                  </a:cubicBezTo>
                  <a:lnTo>
                    <a:pt x="1382" y="2708"/>
                  </a:lnTo>
                  <a:close/>
                  <a:moveTo>
                    <a:pt x="9295" y="739"/>
                  </a:moveTo>
                  <a:cubicBezTo>
                    <a:pt x="10900" y="739"/>
                    <a:pt x="11714" y="2042"/>
                    <a:pt x="12738" y="3153"/>
                  </a:cubicBezTo>
                  <a:cubicBezTo>
                    <a:pt x="13607" y="4096"/>
                    <a:pt x="14464" y="5049"/>
                    <a:pt x="15310" y="6013"/>
                  </a:cubicBezTo>
                  <a:cubicBezTo>
                    <a:pt x="13936" y="6363"/>
                    <a:pt x="12589" y="6790"/>
                    <a:pt x="11275" y="7331"/>
                  </a:cubicBezTo>
                  <a:cubicBezTo>
                    <a:pt x="10703" y="7567"/>
                    <a:pt x="10139" y="7820"/>
                    <a:pt x="9583" y="8091"/>
                  </a:cubicBezTo>
                  <a:cubicBezTo>
                    <a:pt x="9104" y="8323"/>
                    <a:pt x="7997" y="9216"/>
                    <a:pt x="7494" y="9216"/>
                  </a:cubicBezTo>
                  <a:cubicBezTo>
                    <a:pt x="7280" y="9214"/>
                    <a:pt x="7087" y="9143"/>
                    <a:pt x="6911" y="9028"/>
                  </a:cubicBezTo>
                  <a:cubicBezTo>
                    <a:pt x="5976" y="6497"/>
                    <a:pt x="3660" y="4237"/>
                    <a:pt x="1564" y="2642"/>
                  </a:cubicBezTo>
                  <a:cubicBezTo>
                    <a:pt x="3992" y="1737"/>
                    <a:pt x="6804" y="749"/>
                    <a:pt x="9284" y="739"/>
                  </a:cubicBezTo>
                  <a:cubicBezTo>
                    <a:pt x="9288" y="739"/>
                    <a:pt x="9291" y="739"/>
                    <a:pt x="9295" y="739"/>
                  </a:cubicBezTo>
                  <a:close/>
                  <a:moveTo>
                    <a:pt x="9522" y="0"/>
                  </a:moveTo>
                  <a:cubicBezTo>
                    <a:pt x="8353" y="0"/>
                    <a:pt x="6970" y="475"/>
                    <a:pt x="5977" y="700"/>
                  </a:cubicBezTo>
                  <a:cubicBezTo>
                    <a:pt x="4041" y="1140"/>
                    <a:pt x="2155" y="1729"/>
                    <a:pt x="300" y="2432"/>
                  </a:cubicBezTo>
                  <a:cubicBezTo>
                    <a:pt x="25" y="2536"/>
                    <a:pt x="1" y="2846"/>
                    <a:pt x="223" y="3018"/>
                  </a:cubicBezTo>
                  <a:cubicBezTo>
                    <a:pt x="702" y="3388"/>
                    <a:pt x="1169" y="3763"/>
                    <a:pt x="1673" y="4093"/>
                  </a:cubicBezTo>
                  <a:cubicBezTo>
                    <a:pt x="3491" y="5760"/>
                    <a:pt x="5144" y="7550"/>
                    <a:pt x="6623" y="9541"/>
                  </a:cubicBezTo>
                  <a:cubicBezTo>
                    <a:pt x="6713" y="9781"/>
                    <a:pt x="6797" y="10028"/>
                    <a:pt x="6867" y="10287"/>
                  </a:cubicBezTo>
                  <a:cubicBezTo>
                    <a:pt x="6892" y="10382"/>
                    <a:pt x="6963" y="10423"/>
                    <a:pt x="7035" y="10423"/>
                  </a:cubicBezTo>
                  <a:cubicBezTo>
                    <a:pt x="7146" y="10423"/>
                    <a:pt x="7261" y="10329"/>
                    <a:pt x="7234" y="10186"/>
                  </a:cubicBezTo>
                  <a:cubicBezTo>
                    <a:pt x="7224" y="10130"/>
                    <a:pt x="7207" y="10076"/>
                    <a:pt x="7196" y="10021"/>
                  </a:cubicBezTo>
                  <a:cubicBezTo>
                    <a:pt x="7219" y="10016"/>
                    <a:pt x="7243" y="10009"/>
                    <a:pt x="7264" y="9998"/>
                  </a:cubicBezTo>
                  <a:cubicBezTo>
                    <a:pt x="9998" y="8390"/>
                    <a:pt x="12869" y="7216"/>
                    <a:pt x="15954" y="6481"/>
                  </a:cubicBezTo>
                  <a:cubicBezTo>
                    <a:pt x="16193" y="6424"/>
                    <a:pt x="16235" y="6133"/>
                    <a:pt x="16091" y="5967"/>
                  </a:cubicBezTo>
                  <a:cubicBezTo>
                    <a:pt x="14926" y="4637"/>
                    <a:pt x="13744" y="3322"/>
                    <a:pt x="12545" y="2023"/>
                  </a:cubicBezTo>
                  <a:cubicBezTo>
                    <a:pt x="11928" y="1357"/>
                    <a:pt x="11266" y="350"/>
                    <a:pt x="10341" y="98"/>
                  </a:cubicBezTo>
                  <a:cubicBezTo>
                    <a:pt x="10087" y="29"/>
                    <a:pt x="9811" y="0"/>
                    <a:pt x="95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34"/>
            <p:cNvSpPr/>
            <p:nvPr/>
          </p:nvSpPr>
          <p:spPr>
            <a:xfrm>
              <a:off x="2739725" y="878000"/>
              <a:ext cx="265375" cy="114400"/>
            </a:xfrm>
            <a:custGeom>
              <a:avLst/>
              <a:gdLst/>
              <a:ahLst/>
              <a:cxnLst/>
              <a:rect l="l" t="t" r="r" b="b"/>
              <a:pathLst>
                <a:path w="10615" h="4576" extrusionOk="0">
                  <a:moveTo>
                    <a:pt x="8807" y="0"/>
                  </a:moveTo>
                  <a:cubicBezTo>
                    <a:pt x="5620" y="0"/>
                    <a:pt x="1581" y="1966"/>
                    <a:pt x="54" y="4386"/>
                  </a:cubicBezTo>
                  <a:cubicBezTo>
                    <a:pt x="1" y="4471"/>
                    <a:pt x="79" y="4576"/>
                    <a:pt x="166" y="4576"/>
                  </a:cubicBezTo>
                  <a:cubicBezTo>
                    <a:pt x="186" y="4576"/>
                    <a:pt x="207" y="4570"/>
                    <a:pt x="226" y="4558"/>
                  </a:cubicBezTo>
                  <a:cubicBezTo>
                    <a:pt x="1875" y="3508"/>
                    <a:pt x="3258" y="2278"/>
                    <a:pt x="5131" y="1591"/>
                  </a:cubicBezTo>
                  <a:cubicBezTo>
                    <a:pt x="6861" y="957"/>
                    <a:pt x="8587" y="1026"/>
                    <a:pt x="10351" y="694"/>
                  </a:cubicBezTo>
                  <a:cubicBezTo>
                    <a:pt x="10615" y="644"/>
                    <a:pt x="10595" y="242"/>
                    <a:pt x="10351" y="180"/>
                  </a:cubicBezTo>
                  <a:cubicBezTo>
                    <a:pt x="9872" y="58"/>
                    <a:pt x="9352" y="0"/>
                    <a:pt x="88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34"/>
            <p:cNvSpPr/>
            <p:nvPr/>
          </p:nvSpPr>
          <p:spPr>
            <a:xfrm>
              <a:off x="2783475" y="946275"/>
              <a:ext cx="254775" cy="113000"/>
            </a:xfrm>
            <a:custGeom>
              <a:avLst/>
              <a:gdLst/>
              <a:ahLst/>
              <a:cxnLst/>
              <a:rect l="l" t="t" r="r" b="b"/>
              <a:pathLst>
                <a:path w="10191" h="4520" extrusionOk="0">
                  <a:moveTo>
                    <a:pt x="9024" y="1"/>
                  </a:moveTo>
                  <a:cubicBezTo>
                    <a:pt x="7296" y="1"/>
                    <a:pt x="5453" y="625"/>
                    <a:pt x="3919" y="1282"/>
                  </a:cubicBezTo>
                  <a:cubicBezTo>
                    <a:pt x="2789" y="1765"/>
                    <a:pt x="261" y="2658"/>
                    <a:pt x="23" y="4060"/>
                  </a:cubicBezTo>
                  <a:cubicBezTo>
                    <a:pt x="1" y="4188"/>
                    <a:pt x="41" y="4285"/>
                    <a:pt x="145" y="4359"/>
                  </a:cubicBezTo>
                  <a:lnTo>
                    <a:pt x="328" y="4490"/>
                  </a:lnTo>
                  <a:cubicBezTo>
                    <a:pt x="356" y="4510"/>
                    <a:pt x="386" y="4519"/>
                    <a:pt x="416" y="4519"/>
                  </a:cubicBezTo>
                  <a:cubicBezTo>
                    <a:pt x="528" y="4519"/>
                    <a:pt x="634" y="4397"/>
                    <a:pt x="599" y="4281"/>
                  </a:cubicBezTo>
                  <a:cubicBezTo>
                    <a:pt x="310" y="3333"/>
                    <a:pt x="4773" y="1735"/>
                    <a:pt x="5289" y="1569"/>
                  </a:cubicBezTo>
                  <a:cubicBezTo>
                    <a:pt x="6773" y="1093"/>
                    <a:pt x="8295" y="1027"/>
                    <a:pt x="9799" y="688"/>
                  </a:cubicBezTo>
                  <a:cubicBezTo>
                    <a:pt x="10190" y="600"/>
                    <a:pt x="10059" y="73"/>
                    <a:pt x="9711" y="36"/>
                  </a:cubicBezTo>
                  <a:cubicBezTo>
                    <a:pt x="9485" y="12"/>
                    <a:pt x="9255" y="1"/>
                    <a:pt x="902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34"/>
            <p:cNvSpPr/>
            <p:nvPr/>
          </p:nvSpPr>
          <p:spPr>
            <a:xfrm>
              <a:off x="2839925" y="1007825"/>
              <a:ext cx="259925" cy="117700"/>
            </a:xfrm>
            <a:custGeom>
              <a:avLst/>
              <a:gdLst/>
              <a:ahLst/>
              <a:cxnLst/>
              <a:rect l="l" t="t" r="r" b="b"/>
              <a:pathLst>
                <a:path w="10397" h="4708" extrusionOk="0">
                  <a:moveTo>
                    <a:pt x="9045" y="1"/>
                  </a:moveTo>
                  <a:cubicBezTo>
                    <a:pt x="5729" y="1"/>
                    <a:pt x="2019" y="2104"/>
                    <a:pt x="58" y="4551"/>
                  </a:cubicBezTo>
                  <a:cubicBezTo>
                    <a:pt x="0" y="4623"/>
                    <a:pt x="54" y="4707"/>
                    <a:pt x="124" y="4707"/>
                  </a:cubicBezTo>
                  <a:cubicBezTo>
                    <a:pt x="145" y="4707"/>
                    <a:pt x="167" y="4700"/>
                    <a:pt x="188" y="4683"/>
                  </a:cubicBezTo>
                  <a:cubicBezTo>
                    <a:pt x="1738" y="3418"/>
                    <a:pt x="3324" y="2289"/>
                    <a:pt x="5224" y="1613"/>
                  </a:cubicBezTo>
                  <a:cubicBezTo>
                    <a:pt x="6821" y="1047"/>
                    <a:pt x="8433" y="1014"/>
                    <a:pt x="10074" y="712"/>
                  </a:cubicBezTo>
                  <a:cubicBezTo>
                    <a:pt x="10385" y="655"/>
                    <a:pt x="10396" y="120"/>
                    <a:pt x="10074" y="73"/>
                  </a:cubicBezTo>
                  <a:cubicBezTo>
                    <a:pt x="9737" y="24"/>
                    <a:pt x="9393" y="1"/>
                    <a:pt x="90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5392349F-6037-46E2-9A6D-A0EAC96C5F35}"/>
              </a:ext>
            </a:extLst>
          </p:cNvPr>
          <p:cNvSpPr txBox="1"/>
          <p:nvPr/>
        </p:nvSpPr>
        <p:spPr>
          <a:xfrm>
            <a:off x="1469008" y="1933332"/>
            <a:ext cx="23753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200" dirty="0"/>
              <a:t>Every element is &gt;= its parent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F9C3469-2A56-4A9F-8643-A4B1BE03B2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9715" y="1493387"/>
            <a:ext cx="4491607" cy="2585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28398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4"/>
          <p:cNvSpPr txBox="1">
            <a:spLocks noGrp="1"/>
          </p:cNvSpPr>
          <p:nvPr>
            <p:ph type="title"/>
          </p:nvPr>
        </p:nvSpPr>
        <p:spPr>
          <a:xfrm>
            <a:off x="1307759" y="947437"/>
            <a:ext cx="2939511" cy="4372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400" b="1" u="sng" dirty="0"/>
              <a:t>Order Property</a:t>
            </a:r>
            <a:r>
              <a:rPr lang="en-US" sz="1400" b="1" dirty="0"/>
              <a:t>	</a:t>
            </a:r>
            <a:endParaRPr lang="en-US" sz="1400" b="1" dirty="0">
              <a:solidFill>
                <a:srgbClr val="C00000"/>
              </a:solidFill>
            </a:endParaRPr>
          </a:p>
        </p:txBody>
      </p:sp>
      <p:sp>
        <p:nvSpPr>
          <p:cNvPr id="234" name="Google Shape;234;p34"/>
          <p:cNvSpPr txBox="1">
            <a:spLocks noGrp="1"/>
          </p:cNvSpPr>
          <p:nvPr>
            <p:ph type="subTitle" idx="1"/>
          </p:nvPr>
        </p:nvSpPr>
        <p:spPr>
          <a:xfrm>
            <a:off x="1307759" y="531752"/>
            <a:ext cx="3439500" cy="53514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Heaps	</a:t>
            </a:r>
          </a:p>
        </p:txBody>
      </p:sp>
      <p:pic>
        <p:nvPicPr>
          <p:cNvPr id="235" name="Google Shape;235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695460">
            <a:off x="7765338" y="3361772"/>
            <a:ext cx="1241024" cy="1610463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grpSp>
        <p:nvGrpSpPr>
          <p:cNvPr id="236" name="Google Shape;236;p34"/>
          <p:cNvGrpSpPr/>
          <p:nvPr/>
        </p:nvGrpSpPr>
        <p:grpSpPr>
          <a:xfrm rot="790859">
            <a:off x="7973758" y="3964891"/>
            <a:ext cx="824184" cy="712067"/>
            <a:chOff x="2341425" y="238100"/>
            <a:chExt cx="1328900" cy="1148125"/>
          </a:xfrm>
        </p:grpSpPr>
        <p:sp>
          <p:nvSpPr>
            <p:cNvPr id="237" name="Google Shape;237;p34"/>
            <p:cNvSpPr/>
            <p:nvPr/>
          </p:nvSpPr>
          <p:spPr>
            <a:xfrm>
              <a:off x="2341425" y="238100"/>
              <a:ext cx="1328900" cy="1148125"/>
            </a:xfrm>
            <a:custGeom>
              <a:avLst/>
              <a:gdLst/>
              <a:ahLst/>
              <a:cxnLst/>
              <a:rect l="l" t="t" r="r" b="b"/>
              <a:pathLst>
                <a:path w="53156" h="45925" extrusionOk="0">
                  <a:moveTo>
                    <a:pt x="49853" y="24103"/>
                  </a:moveTo>
                  <a:cubicBezTo>
                    <a:pt x="50212" y="24609"/>
                    <a:pt x="50681" y="25003"/>
                    <a:pt x="51172" y="25380"/>
                  </a:cubicBezTo>
                  <a:cubicBezTo>
                    <a:pt x="48199" y="26540"/>
                    <a:pt x="45438" y="28144"/>
                    <a:pt x="42987" y="30206"/>
                  </a:cubicBezTo>
                  <a:cubicBezTo>
                    <a:pt x="41727" y="31264"/>
                    <a:pt x="40396" y="32510"/>
                    <a:pt x="39238" y="33887"/>
                  </a:cubicBezTo>
                  <a:cubicBezTo>
                    <a:pt x="39347" y="33688"/>
                    <a:pt x="39460" y="33491"/>
                    <a:pt x="39578" y="33301"/>
                  </a:cubicBezTo>
                  <a:cubicBezTo>
                    <a:pt x="40490" y="31831"/>
                    <a:pt x="41539" y="30449"/>
                    <a:pt x="42711" y="29176"/>
                  </a:cubicBezTo>
                  <a:cubicBezTo>
                    <a:pt x="44775" y="26932"/>
                    <a:pt x="47091" y="25229"/>
                    <a:pt x="49853" y="24103"/>
                  </a:cubicBezTo>
                  <a:close/>
                  <a:moveTo>
                    <a:pt x="35117" y="1053"/>
                  </a:moveTo>
                  <a:lnTo>
                    <a:pt x="35117" y="1053"/>
                  </a:lnTo>
                  <a:cubicBezTo>
                    <a:pt x="36710" y="1715"/>
                    <a:pt x="38294" y="4814"/>
                    <a:pt x="38992" y="5799"/>
                  </a:cubicBezTo>
                  <a:cubicBezTo>
                    <a:pt x="40312" y="7660"/>
                    <a:pt x="41633" y="9523"/>
                    <a:pt x="42954" y="11383"/>
                  </a:cubicBezTo>
                  <a:cubicBezTo>
                    <a:pt x="44182" y="13110"/>
                    <a:pt x="45421" y="14827"/>
                    <a:pt x="46633" y="16564"/>
                  </a:cubicBezTo>
                  <a:cubicBezTo>
                    <a:pt x="46650" y="16588"/>
                    <a:pt x="46667" y="16613"/>
                    <a:pt x="46685" y="16638"/>
                  </a:cubicBezTo>
                  <a:cubicBezTo>
                    <a:pt x="47623" y="18397"/>
                    <a:pt x="48600" y="20134"/>
                    <a:pt x="49618" y="21849"/>
                  </a:cubicBezTo>
                  <a:cubicBezTo>
                    <a:pt x="48693" y="22281"/>
                    <a:pt x="47744" y="23007"/>
                    <a:pt x="47214" y="23343"/>
                  </a:cubicBezTo>
                  <a:cubicBezTo>
                    <a:pt x="45320" y="24544"/>
                    <a:pt x="43587" y="25982"/>
                    <a:pt x="42057" y="27622"/>
                  </a:cubicBezTo>
                  <a:cubicBezTo>
                    <a:pt x="40592" y="29191"/>
                    <a:pt x="39304" y="30938"/>
                    <a:pt x="38281" y="32827"/>
                  </a:cubicBezTo>
                  <a:cubicBezTo>
                    <a:pt x="37877" y="33573"/>
                    <a:pt x="37271" y="34533"/>
                    <a:pt x="36981" y="35496"/>
                  </a:cubicBezTo>
                  <a:cubicBezTo>
                    <a:pt x="36328" y="34434"/>
                    <a:pt x="35635" y="33395"/>
                    <a:pt x="34953" y="32353"/>
                  </a:cubicBezTo>
                  <a:cubicBezTo>
                    <a:pt x="33450" y="30055"/>
                    <a:pt x="31915" y="27777"/>
                    <a:pt x="30347" y="25524"/>
                  </a:cubicBezTo>
                  <a:cubicBezTo>
                    <a:pt x="28841" y="23359"/>
                    <a:pt x="27306" y="21217"/>
                    <a:pt x="25741" y="19095"/>
                  </a:cubicBezTo>
                  <a:cubicBezTo>
                    <a:pt x="24508" y="17421"/>
                    <a:pt x="23256" y="15382"/>
                    <a:pt x="21757" y="13843"/>
                  </a:cubicBezTo>
                  <a:cubicBezTo>
                    <a:pt x="22758" y="10753"/>
                    <a:pt x="24747" y="8361"/>
                    <a:pt x="26903" y="5992"/>
                  </a:cubicBezTo>
                  <a:cubicBezTo>
                    <a:pt x="27357" y="5493"/>
                    <a:pt x="27826" y="4981"/>
                    <a:pt x="28315" y="4481"/>
                  </a:cubicBezTo>
                  <a:cubicBezTo>
                    <a:pt x="29626" y="3498"/>
                    <a:pt x="31045" y="2668"/>
                    <a:pt x="32551" y="2018"/>
                  </a:cubicBezTo>
                  <a:cubicBezTo>
                    <a:pt x="33121" y="1772"/>
                    <a:pt x="33780" y="1496"/>
                    <a:pt x="34476" y="1255"/>
                  </a:cubicBezTo>
                  <a:cubicBezTo>
                    <a:pt x="34702" y="1206"/>
                    <a:pt x="34932" y="1166"/>
                    <a:pt x="35161" y="1125"/>
                  </a:cubicBezTo>
                  <a:cubicBezTo>
                    <a:pt x="35147" y="1101"/>
                    <a:pt x="35132" y="1076"/>
                    <a:pt x="35117" y="1053"/>
                  </a:cubicBezTo>
                  <a:close/>
                  <a:moveTo>
                    <a:pt x="49886" y="22296"/>
                  </a:moveTo>
                  <a:cubicBezTo>
                    <a:pt x="50069" y="22601"/>
                    <a:pt x="50253" y="22905"/>
                    <a:pt x="50437" y="23208"/>
                  </a:cubicBezTo>
                  <a:cubicBezTo>
                    <a:pt x="50328" y="23239"/>
                    <a:pt x="50219" y="23270"/>
                    <a:pt x="50110" y="23305"/>
                  </a:cubicBezTo>
                  <a:cubicBezTo>
                    <a:pt x="50098" y="23304"/>
                    <a:pt x="50086" y="23303"/>
                    <a:pt x="50074" y="23303"/>
                  </a:cubicBezTo>
                  <a:cubicBezTo>
                    <a:pt x="49989" y="23303"/>
                    <a:pt x="49905" y="23334"/>
                    <a:pt x="49839" y="23390"/>
                  </a:cubicBezTo>
                  <a:cubicBezTo>
                    <a:pt x="46983" y="24343"/>
                    <a:pt x="44499" y="26352"/>
                    <a:pt x="42469" y="28520"/>
                  </a:cubicBezTo>
                  <a:cubicBezTo>
                    <a:pt x="40592" y="30525"/>
                    <a:pt x="38254" y="33305"/>
                    <a:pt x="37357" y="36095"/>
                  </a:cubicBezTo>
                  <a:cubicBezTo>
                    <a:pt x="37306" y="36011"/>
                    <a:pt x="37249" y="35923"/>
                    <a:pt x="37190" y="35830"/>
                  </a:cubicBezTo>
                  <a:cubicBezTo>
                    <a:pt x="37565" y="34416"/>
                    <a:pt x="38696" y="32821"/>
                    <a:pt x="39296" y="31878"/>
                  </a:cubicBezTo>
                  <a:cubicBezTo>
                    <a:pt x="40239" y="30393"/>
                    <a:pt x="41330" y="29005"/>
                    <a:pt x="42550" y="27739"/>
                  </a:cubicBezTo>
                  <a:cubicBezTo>
                    <a:pt x="43708" y="26537"/>
                    <a:pt x="44980" y="25451"/>
                    <a:pt x="46348" y="24494"/>
                  </a:cubicBezTo>
                  <a:cubicBezTo>
                    <a:pt x="47234" y="23875"/>
                    <a:pt x="48600" y="22828"/>
                    <a:pt x="49886" y="22296"/>
                  </a:cubicBezTo>
                  <a:close/>
                  <a:moveTo>
                    <a:pt x="20475" y="13918"/>
                  </a:moveTo>
                  <a:cubicBezTo>
                    <a:pt x="20720" y="13985"/>
                    <a:pt x="20968" y="14054"/>
                    <a:pt x="21218" y="14127"/>
                  </a:cubicBezTo>
                  <a:lnTo>
                    <a:pt x="21219" y="14127"/>
                  </a:lnTo>
                  <a:cubicBezTo>
                    <a:pt x="22265" y="15897"/>
                    <a:pt x="23782" y="17534"/>
                    <a:pt x="24979" y="19160"/>
                  </a:cubicBezTo>
                  <a:cubicBezTo>
                    <a:pt x="26409" y="21107"/>
                    <a:pt x="27816" y="23071"/>
                    <a:pt x="29199" y="25052"/>
                  </a:cubicBezTo>
                  <a:cubicBezTo>
                    <a:pt x="30581" y="27035"/>
                    <a:pt x="31937" y="29034"/>
                    <a:pt x="33269" y="31050"/>
                  </a:cubicBezTo>
                  <a:cubicBezTo>
                    <a:pt x="33874" y="31967"/>
                    <a:pt x="34473" y="32886"/>
                    <a:pt x="35069" y="33809"/>
                  </a:cubicBezTo>
                  <a:cubicBezTo>
                    <a:pt x="35425" y="34364"/>
                    <a:pt x="35780" y="34920"/>
                    <a:pt x="36133" y="35475"/>
                  </a:cubicBezTo>
                  <a:lnTo>
                    <a:pt x="36486" y="36032"/>
                  </a:lnTo>
                  <a:cubicBezTo>
                    <a:pt x="36496" y="36074"/>
                    <a:pt x="36508" y="36115"/>
                    <a:pt x="36522" y="36155"/>
                  </a:cubicBezTo>
                  <a:cubicBezTo>
                    <a:pt x="33879" y="32306"/>
                    <a:pt x="31050" y="28568"/>
                    <a:pt x="28325" y="24779"/>
                  </a:cubicBezTo>
                  <a:cubicBezTo>
                    <a:pt x="25722" y="21160"/>
                    <a:pt x="23203" y="17449"/>
                    <a:pt x="20475" y="13918"/>
                  </a:cubicBezTo>
                  <a:close/>
                  <a:moveTo>
                    <a:pt x="37953" y="37630"/>
                  </a:moveTo>
                  <a:cubicBezTo>
                    <a:pt x="37851" y="37834"/>
                    <a:pt x="37753" y="38038"/>
                    <a:pt x="37661" y="38245"/>
                  </a:cubicBezTo>
                  <a:cubicBezTo>
                    <a:pt x="37630" y="38236"/>
                    <a:pt x="37597" y="38231"/>
                    <a:pt x="37565" y="38231"/>
                  </a:cubicBezTo>
                  <a:cubicBezTo>
                    <a:pt x="37533" y="38231"/>
                    <a:pt x="37500" y="38236"/>
                    <a:pt x="37470" y="38245"/>
                  </a:cubicBezTo>
                  <a:cubicBezTo>
                    <a:pt x="37633" y="38041"/>
                    <a:pt x="37793" y="37835"/>
                    <a:pt x="37953" y="37630"/>
                  </a:cubicBezTo>
                  <a:close/>
                  <a:moveTo>
                    <a:pt x="36509" y="38717"/>
                  </a:moveTo>
                  <a:cubicBezTo>
                    <a:pt x="36518" y="38717"/>
                    <a:pt x="36527" y="38717"/>
                    <a:pt x="36536" y="38717"/>
                  </a:cubicBezTo>
                  <a:cubicBezTo>
                    <a:pt x="36609" y="38809"/>
                    <a:pt x="36720" y="38864"/>
                    <a:pt x="36837" y="38865"/>
                  </a:cubicBezTo>
                  <a:cubicBezTo>
                    <a:pt x="36596" y="38971"/>
                    <a:pt x="36282" y="39011"/>
                    <a:pt x="35935" y="39011"/>
                  </a:cubicBezTo>
                  <a:cubicBezTo>
                    <a:pt x="35451" y="39011"/>
                    <a:pt x="34904" y="38934"/>
                    <a:pt x="34409" y="38856"/>
                  </a:cubicBezTo>
                  <a:cubicBezTo>
                    <a:pt x="35105" y="38764"/>
                    <a:pt x="35807" y="38717"/>
                    <a:pt x="36509" y="38717"/>
                  </a:cubicBezTo>
                  <a:close/>
                  <a:moveTo>
                    <a:pt x="15183" y="13113"/>
                  </a:moveTo>
                  <a:cubicBezTo>
                    <a:pt x="16769" y="13113"/>
                    <a:pt x="18319" y="13366"/>
                    <a:pt x="19934" y="13775"/>
                  </a:cubicBezTo>
                  <a:cubicBezTo>
                    <a:pt x="22531" y="17699"/>
                    <a:pt x="25404" y="21460"/>
                    <a:pt x="28149" y="25276"/>
                  </a:cubicBezTo>
                  <a:cubicBezTo>
                    <a:pt x="30879" y="29073"/>
                    <a:pt x="33528" y="32953"/>
                    <a:pt x="36351" y="36684"/>
                  </a:cubicBezTo>
                  <a:cubicBezTo>
                    <a:pt x="34542" y="35843"/>
                    <a:pt x="32568" y="35460"/>
                    <a:pt x="30570" y="35460"/>
                  </a:cubicBezTo>
                  <a:cubicBezTo>
                    <a:pt x="26406" y="35460"/>
                    <a:pt x="22142" y="37123"/>
                    <a:pt x="19074" y="39757"/>
                  </a:cubicBezTo>
                  <a:cubicBezTo>
                    <a:pt x="13793" y="32214"/>
                    <a:pt x="8154" y="24943"/>
                    <a:pt x="2157" y="17945"/>
                  </a:cubicBezTo>
                  <a:lnTo>
                    <a:pt x="2159" y="17945"/>
                  </a:lnTo>
                  <a:cubicBezTo>
                    <a:pt x="5055" y="16227"/>
                    <a:pt x="8015" y="14530"/>
                    <a:pt x="11283" y="13642"/>
                  </a:cubicBezTo>
                  <a:cubicBezTo>
                    <a:pt x="12638" y="13273"/>
                    <a:pt x="13922" y="13113"/>
                    <a:pt x="15183" y="13113"/>
                  </a:cubicBezTo>
                  <a:close/>
                  <a:moveTo>
                    <a:pt x="2578" y="20435"/>
                  </a:moveTo>
                  <a:cubicBezTo>
                    <a:pt x="8168" y="27062"/>
                    <a:pt x="13443" y="33937"/>
                    <a:pt x="18402" y="41058"/>
                  </a:cubicBezTo>
                  <a:cubicBezTo>
                    <a:pt x="18543" y="41262"/>
                    <a:pt x="18758" y="41377"/>
                    <a:pt x="18977" y="41377"/>
                  </a:cubicBezTo>
                  <a:cubicBezTo>
                    <a:pt x="19133" y="41377"/>
                    <a:pt x="19292" y="41318"/>
                    <a:pt x="19427" y="41190"/>
                  </a:cubicBezTo>
                  <a:cubicBezTo>
                    <a:pt x="21632" y="39103"/>
                    <a:pt x="24333" y="37693"/>
                    <a:pt x="27314" y="37090"/>
                  </a:cubicBezTo>
                  <a:cubicBezTo>
                    <a:pt x="28284" y="36894"/>
                    <a:pt x="29226" y="36809"/>
                    <a:pt x="30154" y="36809"/>
                  </a:cubicBezTo>
                  <a:cubicBezTo>
                    <a:pt x="30890" y="36809"/>
                    <a:pt x="31618" y="36863"/>
                    <a:pt x="32345" y="36959"/>
                  </a:cubicBezTo>
                  <a:cubicBezTo>
                    <a:pt x="32139" y="36996"/>
                    <a:pt x="31934" y="37038"/>
                    <a:pt x="31726" y="37085"/>
                  </a:cubicBezTo>
                  <a:cubicBezTo>
                    <a:pt x="29702" y="37535"/>
                    <a:pt x="27672" y="38191"/>
                    <a:pt x="25741" y="38939"/>
                  </a:cubicBezTo>
                  <a:cubicBezTo>
                    <a:pt x="24060" y="39590"/>
                    <a:pt x="22425" y="40379"/>
                    <a:pt x="20975" y="41459"/>
                  </a:cubicBezTo>
                  <a:cubicBezTo>
                    <a:pt x="20335" y="41934"/>
                    <a:pt x="18892" y="42836"/>
                    <a:pt x="18616" y="43758"/>
                  </a:cubicBezTo>
                  <a:cubicBezTo>
                    <a:pt x="15797" y="39642"/>
                    <a:pt x="12269" y="35871"/>
                    <a:pt x="9131" y="31993"/>
                  </a:cubicBezTo>
                  <a:cubicBezTo>
                    <a:pt x="7537" y="30022"/>
                    <a:pt x="5941" y="28055"/>
                    <a:pt x="4343" y="26088"/>
                  </a:cubicBezTo>
                  <a:cubicBezTo>
                    <a:pt x="3509" y="25063"/>
                    <a:pt x="2360" y="24025"/>
                    <a:pt x="1726" y="22872"/>
                  </a:cubicBezTo>
                  <a:lnTo>
                    <a:pt x="1290" y="22336"/>
                  </a:lnTo>
                  <a:cubicBezTo>
                    <a:pt x="1365" y="21812"/>
                    <a:pt x="1612" y="21399"/>
                    <a:pt x="2027" y="21097"/>
                  </a:cubicBezTo>
                  <a:cubicBezTo>
                    <a:pt x="2191" y="20870"/>
                    <a:pt x="2390" y="20654"/>
                    <a:pt x="2578" y="20435"/>
                  </a:cubicBezTo>
                  <a:close/>
                  <a:moveTo>
                    <a:pt x="34214" y="37438"/>
                  </a:moveTo>
                  <a:cubicBezTo>
                    <a:pt x="34480" y="37438"/>
                    <a:pt x="34745" y="37450"/>
                    <a:pt x="35009" y="37476"/>
                  </a:cubicBezTo>
                  <a:cubicBezTo>
                    <a:pt x="35056" y="37488"/>
                    <a:pt x="35104" y="37502"/>
                    <a:pt x="35153" y="37514"/>
                  </a:cubicBezTo>
                  <a:cubicBezTo>
                    <a:pt x="32341" y="37733"/>
                    <a:pt x="29659" y="38637"/>
                    <a:pt x="27141" y="39965"/>
                  </a:cubicBezTo>
                  <a:cubicBezTo>
                    <a:pt x="25564" y="40797"/>
                    <a:pt x="24060" y="41771"/>
                    <a:pt x="22625" y="42823"/>
                  </a:cubicBezTo>
                  <a:cubicBezTo>
                    <a:pt x="22053" y="43241"/>
                    <a:pt x="21266" y="44080"/>
                    <a:pt x="20621" y="44360"/>
                  </a:cubicBezTo>
                  <a:cubicBezTo>
                    <a:pt x="20405" y="44454"/>
                    <a:pt x="20198" y="44493"/>
                    <a:pt x="19997" y="44493"/>
                  </a:cubicBezTo>
                  <a:cubicBezTo>
                    <a:pt x="19802" y="44493"/>
                    <a:pt x="19613" y="44456"/>
                    <a:pt x="19427" y="44400"/>
                  </a:cubicBezTo>
                  <a:cubicBezTo>
                    <a:pt x="19434" y="44391"/>
                    <a:pt x="19440" y="44386"/>
                    <a:pt x="19448" y="44377"/>
                  </a:cubicBezTo>
                  <a:cubicBezTo>
                    <a:pt x="19593" y="44198"/>
                    <a:pt x="19599" y="43995"/>
                    <a:pt x="19448" y="43814"/>
                  </a:cubicBezTo>
                  <a:lnTo>
                    <a:pt x="19430" y="43792"/>
                  </a:lnTo>
                  <a:cubicBezTo>
                    <a:pt x="19697" y="43721"/>
                    <a:pt x="19911" y="43553"/>
                    <a:pt x="20074" y="43287"/>
                  </a:cubicBezTo>
                  <a:cubicBezTo>
                    <a:pt x="20320" y="43038"/>
                    <a:pt x="20576" y="42801"/>
                    <a:pt x="20843" y="42573"/>
                  </a:cubicBezTo>
                  <a:cubicBezTo>
                    <a:pt x="21485" y="42027"/>
                    <a:pt x="22180" y="41552"/>
                    <a:pt x="22907" y="41126"/>
                  </a:cubicBezTo>
                  <a:cubicBezTo>
                    <a:pt x="24188" y="40374"/>
                    <a:pt x="25559" y="39793"/>
                    <a:pt x="26955" y="39291"/>
                  </a:cubicBezTo>
                  <a:cubicBezTo>
                    <a:pt x="29199" y="38484"/>
                    <a:pt x="31750" y="37438"/>
                    <a:pt x="34214" y="37438"/>
                  </a:cubicBezTo>
                  <a:close/>
                  <a:moveTo>
                    <a:pt x="34842" y="0"/>
                  </a:moveTo>
                  <a:cubicBezTo>
                    <a:pt x="34343" y="0"/>
                    <a:pt x="33867" y="188"/>
                    <a:pt x="33507" y="630"/>
                  </a:cubicBezTo>
                  <a:cubicBezTo>
                    <a:pt x="31447" y="1151"/>
                    <a:pt x="29512" y="2015"/>
                    <a:pt x="27862" y="3526"/>
                  </a:cubicBezTo>
                  <a:cubicBezTo>
                    <a:pt x="27217" y="4115"/>
                    <a:pt x="26496" y="4800"/>
                    <a:pt x="25773" y="5555"/>
                  </a:cubicBezTo>
                  <a:cubicBezTo>
                    <a:pt x="23620" y="7604"/>
                    <a:pt x="21769" y="10148"/>
                    <a:pt x="20875" y="12916"/>
                  </a:cubicBezTo>
                  <a:cubicBezTo>
                    <a:pt x="19359" y="12052"/>
                    <a:pt x="17538" y="11727"/>
                    <a:pt x="15721" y="11727"/>
                  </a:cubicBezTo>
                  <a:cubicBezTo>
                    <a:pt x="14356" y="11727"/>
                    <a:pt x="12994" y="11911"/>
                    <a:pt x="11766" y="12185"/>
                  </a:cubicBezTo>
                  <a:cubicBezTo>
                    <a:pt x="7819" y="13067"/>
                    <a:pt x="4277" y="15176"/>
                    <a:pt x="838" y="17217"/>
                  </a:cubicBezTo>
                  <a:cubicBezTo>
                    <a:pt x="458" y="17444"/>
                    <a:pt x="436" y="17923"/>
                    <a:pt x="707" y="18237"/>
                  </a:cubicBezTo>
                  <a:cubicBezTo>
                    <a:pt x="1244" y="18859"/>
                    <a:pt x="1774" y="19488"/>
                    <a:pt x="2305" y="20116"/>
                  </a:cubicBezTo>
                  <a:cubicBezTo>
                    <a:pt x="1441" y="20484"/>
                    <a:pt x="862" y="21064"/>
                    <a:pt x="197" y="21811"/>
                  </a:cubicBezTo>
                  <a:cubicBezTo>
                    <a:pt x="77" y="21947"/>
                    <a:pt x="0" y="22200"/>
                    <a:pt x="127" y="22363"/>
                  </a:cubicBezTo>
                  <a:cubicBezTo>
                    <a:pt x="2951" y="26054"/>
                    <a:pt x="5928" y="29634"/>
                    <a:pt x="8843" y="33254"/>
                  </a:cubicBezTo>
                  <a:cubicBezTo>
                    <a:pt x="11749" y="36861"/>
                    <a:pt x="14485" y="40794"/>
                    <a:pt x="17652" y="44182"/>
                  </a:cubicBezTo>
                  <a:cubicBezTo>
                    <a:pt x="17664" y="44208"/>
                    <a:pt x="17679" y="44232"/>
                    <a:pt x="17699" y="44255"/>
                  </a:cubicBezTo>
                  <a:cubicBezTo>
                    <a:pt x="18282" y="44908"/>
                    <a:pt x="19219" y="45924"/>
                    <a:pt x="20167" y="45924"/>
                  </a:cubicBezTo>
                  <a:cubicBezTo>
                    <a:pt x="20277" y="45924"/>
                    <a:pt x="20387" y="45910"/>
                    <a:pt x="20497" y="45881"/>
                  </a:cubicBezTo>
                  <a:cubicBezTo>
                    <a:pt x="21148" y="45708"/>
                    <a:pt x="21757" y="44978"/>
                    <a:pt x="22286" y="44585"/>
                  </a:cubicBezTo>
                  <a:cubicBezTo>
                    <a:pt x="23162" y="43935"/>
                    <a:pt x="24053" y="43304"/>
                    <a:pt x="24965" y="42705"/>
                  </a:cubicBezTo>
                  <a:cubicBezTo>
                    <a:pt x="27366" y="41130"/>
                    <a:pt x="29934" y="39829"/>
                    <a:pt x="32678" y="39174"/>
                  </a:cubicBezTo>
                  <a:cubicBezTo>
                    <a:pt x="32752" y="39177"/>
                    <a:pt x="32826" y="39174"/>
                    <a:pt x="32900" y="39178"/>
                  </a:cubicBezTo>
                  <a:cubicBezTo>
                    <a:pt x="34054" y="39233"/>
                    <a:pt x="35153" y="39648"/>
                    <a:pt x="36288" y="39715"/>
                  </a:cubicBezTo>
                  <a:cubicBezTo>
                    <a:pt x="36337" y="39718"/>
                    <a:pt x="36385" y="39720"/>
                    <a:pt x="36433" y="39720"/>
                  </a:cubicBezTo>
                  <a:cubicBezTo>
                    <a:pt x="37209" y="39720"/>
                    <a:pt x="37750" y="39337"/>
                    <a:pt x="37827" y="38540"/>
                  </a:cubicBezTo>
                  <a:cubicBezTo>
                    <a:pt x="39593" y="36201"/>
                    <a:pt x="41115" y="33792"/>
                    <a:pt x="43273" y="31744"/>
                  </a:cubicBezTo>
                  <a:cubicBezTo>
                    <a:pt x="44449" y="30626"/>
                    <a:pt x="45716" y="29608"/>
                    <a:pt x="47060" y="28698"/>
                  </a:cubicBezTo>
                  <a:cubicBezTo>
                    <a:pt x="47079" y="28686"/>
                    <a:pt x="47099" y="28675"/>
                    <a:pt x="47118" y="28662"/>
                  </a:cubicBezTo>
                  <a:cubicBezTo>
                    <a:pt x="48826" y="27633"/>
                    <a:pt x="50637" y="26785"/>
                    <a:pt x="52524" y="26133"/>
                  </a:cubicBezTo>
                  <a:cubicBezTo>
                    <a:pt x="52902" y="26003"/>
                    <a:pt x="53156" y="25447"/>
                    <a:pt x="52785" y="25145"/>
                  </a:cubicBezTo>
                  <a:cubicBezTo>
                    <a:pt x="52171" y="24648"/>
                    <a:pt x="51613" y="24099"/>
                    <a:pt x="50959" y="23696"/>
                  </a:cubicBezTo>
                  <a:cubicBezTo>
                    <a:pt x="51006" y="23680"/>
                    <a:pt x="51050" y="23660"/>
                    <a:pt x="51097" y="23645"/>
                  </a:cubicBezTo>
                  <a:cubicBezTo>
                    <a:pt x="51251" y="23594"/>
                    <a:pt x="51309" y="23468"/>
                    <a:pt x="51300" y="23347"/>
                  </a:cubicBezTo>
                  <a:cubicBezTo>
                    <a:pt x="51345" y="23292"/>
                    <a:pt x="51376" y="23227"/>
                    <a:pt x="51391" y="23158"/>
                  </a:cubicBezTo>
                  <a:cubicBezTo>
                    <a:pt x="51657" y="23086"/>
                    <a:pt x="51868" y="22805"/>
                    <a:pt x="51676" y="22507"/>
                  </a:cubicBezTo>
                  <a:cubicBezTo>
                    <a:pt x="51561" y="22326"/>
                    <a:pt x="51447" y="22144"/>
                    <a:pt x="51333" y="21962"/>
                  </a:cubicBezTo>
                  <a:cubicBezTo>
                    <a:pt x="51345" y="21962"/>
                    <a:pt x="51359" y="21961"/>
                    <a:pt x="51371" y="21961"/>
                  </a:cubicBezTo>
                  <a:cubicBezTo>
                    <a:pt x="51374" y="21961"/>
                    <a:pt x="51377" y="21961"/>
                    <a:pt x="51379" y="21961"/>
                  </a:cubicBezTo>
                  <a:cubicBezTo>
                    <a:pt x="51539" y="21961"/>
                    <a:pt x="51585" y="21737"/>
                    <a:pt x="51453" y="21658"/>
                  </a:cubicBezTo>
                  <a:cubicBezTo>
                    <a:pt x="51333" y="21585"/>
                    <a:pt x="51198" y="21544"/>
                    <a:pt x="51056" y="21524"/>
                  </a:cubicBezTo>
                  <a:cubicBezTo>
                    <a:pt x="50796" y="21108"/>
                    <a:pt x="50546" y="20689"/>
                    <a:pt x="50290" y="20269"/>
                  </a:cubicBezTo>
                  <a:cubicBezTo>
                    <a:pt x="50030" y="19581"/>
                    <a:pt x="49589" y="18953"/>
                    <a:pt x="49191" y="18312"/>
                  </a:cubicBezTo>
                  <a:cubicBezTo>
                    <a:pt x="48421" y="17077"/>
                    <a:pt x="47572" y="15893"/>
                    <a:pt x="46728" y="14709"/>
                  </a:cubicBezTo>
                  <a:cubicBezTo>
                    <a:pt x="45005" y="12292"/>
                    <a:pt x="43280" y="9876"/>
                    <a:pt x="41551" y="7464"/>
                  </a:cubicBezTo>
                  <a:cubicBezTo>
                    <a:pt x="40019" y="5325"/>
                    <a:pt x="38618" y="2783"/>
                    <a:pt x="36781" y="897"/>
                  </a:cubicBezTo>
                  <a:cubicBezTo>
                    <a:pt x="36255" y="356"/>
                    <a:pt x="35527" y="0"/>
                    <a:pt x="348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34"/>
            <p:cNvSpPr/>
            <p:nvPr/>
          </p:nvSpPr>
          <p:spPr>
            <a:xfrm>
              <a:off x="2990175" y="381350"/>
              <a:ext cx="254450" cy="209600"/>
            </a:xfrm>
            <a:custGeom>
              <a:avLst/>
              <a:gdLst/>
              <a:ahLst/>
              <a:cxnLst/>
              <a:rect l="l" t="t" r="r" b="b"/>
              <a:pathLst>
                <a:path w="10178" h="8384" extrusionOk="0">
                  <a:moveTo>
                    <a:pt x="9489" y="1"/>
                  </a:moveTo>
                  <a:cubicBezTo>
                    <a:pt x="9460" y="1"/>
                    <a:pt x="9430" y="3"/>
                    <a:pt x="9398" y="7"/>
                  </a:cubicBezTo>
                  <a:cubicBezTo>
                    <a:pt x="5315" y="589"/>
                    <a:pt x="1324" y="4315"/>
                    <a:pt x="48" y="8144"/>
                  </a:cubicBezTo>
                  <a:cubicBezTo>
                    <a:pt x="1" y="8286"/>
                    <a:pt x="119" y="8384"/>
                    <a:pt x="239" y="8384"/>
                  </a:cubicBezTo>
                  <a:cubicBezTo>
                    <a:pt x="302" y="8384"/>
                    <a:pt x="366" y="8357"/>
                    <a:pt x="406" y="8294"/>
                  </a:cubicBezTo>
                  <a:cubicBezTo>
                    <a:pt x="1475" y="6637"/>
                    <a:pt x="2632" y="5068"/>
                    <a:pt x="4157" y="3799"/>
                  </a:cubicBezTo>
                  <a:cubicBezTo>
                    <a:pt x="5839" y="2399"/>
                    <a:pt x="7661" y="1727"/>
                    <a:pt x="9647" y="909"/>
                  </a:cubicBezTo>
                  <a:cubicBezTo>
                    <a:pt x="10177" y="691"/>
                    <a:pt x="10017" y="1"/>
                    <a:pt x="948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34"/>
            <p:cNvSpPr/>
            <p:nvPr/>
          </p:nvSpPr>
          <p:spPr>
            <a:xfrm>
              <a:off x="3026350" y="441550"/>
              <a:ext cx="247225" cy="201350"/>
            </a:xfrm>
            <a:custGeom>
              <a:avLst/>
              <a:gdLst/>
              <a:ahLst/>
              <a:cxnLst/>
              <a:rect l="l" t="t" r="r" b="b"/>
              <a:pathLst>
                <a:path w="9889" h="8054" extrusionOk="0">
                  <a:moveTo>
                    <a:pt x="9472" y="1"/>
                  </a:moveTo>
                  <a:cubicBezTo>
                    <a:pt x="9466" y="1"/>
                    <a:pt x="9460" y="1"/>
                    <a:pt x="9454" y="1"/>
                  </a:cubicBezTo>
                  <a:cubicBezTo>
                    <a:pt x="5735" y="204"/>
                    <a:pt x="1142" y="4281"/>
                    <a:pt x="59" y="7752"/>
                  </a:cubicBezTo>
                  <a:cubicBezTo>
                    <a:pt x="0" y="7941"/>
                    <a:pt x="141" y="8053"/>
                    <a:pt x="292" y="8053"/>
                  </a:cubicBezTo>
                  <a:cubicBezTo>
                    <a:pt x="375" y="8053"/>
                    <a:pt x="460" y="8019"/>
                    <a:pt x="517" y="7945"/>
                  </a:cubicBezTo>
                  <a:cubicBezTo>
                    <a:pt x="1756" y="6329"/>
                    <a:pt x="2771" y="4701"/>
                    <a:pt x="4382" y="3401"/>
                  </a:cubicBezTo>
                  <a:cubicBezTo>
                    <a:pt x="6005" y="2092"/>
                    <a:pt x="7844" y="1590"/>
                    <a:pt x="9618" y="609"/>
                  </a:cubicBezTo>
                  <a:cubicBezTo>
                    <a:pt x="9889" y="460"/>
                    <a:pt x="9783" y="1"/>
                    <a:pt x="94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34"/>
            <p:cNvSpPr/>
            <p:nvPr/>
          </p:nvSpPr>
          <p:spPr>
            <a:xfrm>
              <a:off x="3172850" y="661350"/>
              <a:ext cx="224850" cy="198300"/>
            </a:xfrm>
            <a:custGeom>
              <a:avLst/>
              <a:gdLst/>
              <a:ahLst/>
              <a:cxnLst/>
              <a:rect l="l" t="t" r="r" b="b"/>
              <a:pathLst>
                <a:path w="8994" h="7932" extrusionOk="0">
                  <a:moveTo>
                    <a:pt x="8456" y="0"/>
                  </a:moveTo>
                  <a:cubicBezTo>
                    <a:pt x="8425" y="0"/>
                    <a:pt x="8392" y="4"/>
                    <a:pt x="8358" y="11"/>
                  </a:cubicBezTo>
                  <a:cubicBezTo>
                    <a:pt x="5106" y="738"/>
                    <a:pt x="1076" y="4402"/>
                    <a:pt x="60" y="7579"/>
                  </a:cubicBezTo>
                  <a:cubicBezTo>
                    <a:pt x="1" y="7765"/>
                    <a:pt x="174" y="7931"/>
                    <a:pt x="343" y="7931"/>
                  </a:cubicBezTo>
                  <a:cubicBezTo>
                    <a:pt x="409" y="7931"/>
                    <a:pt x="474" y="7907"/>
                    <a:pt x="524" y="7849"/>
                  </a:cubicBezTo>
                  <a:cubicBezTo>
                    <a:pt x="1689" y="6518"/>
                    <a:pt x="2590" y="5030"/>
                    <a:pt x="3913" y="3818"/>
                  </a:cubicBezTo>
                  <a:cubicBezTo>
                    <a:pt x="5371" y="2483"/>
                    <a:pt x="7047" y="1783"/>
                    <a:pt x="8657" y="718"/>
                  </a:cubicBezTo>
                  <a:cubicBezTo>
                    <a:pt x="8993" y="494"/>
                    <a:pt x="8826" y="0"/>
                    <a:pt x="84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34"/>
            <p:cNvSpPr/>
            <p:nvPr/>
          </p:nvSpPr>
          <p:spPr>
            <a:xfrm>
              <a:off x="3219000" y="725650"/>
              <a:ext cx="226500" cy="215375"/>
            </a:xfrm>
            <a:custGeom>
              <a:avLst/>
              <a:gdLst/>
              <a:ahLst/>
              <a:cxnLst/>
              <a:rect l="l" t="t" r="r" b="b"/>
              <a:pathLst>
                <a:path w="9060" h="8615" extrusionOk="0">
                  <a:moveTo>
                    <a:pt x="8466" y="1"/>
                  </a:moveTo>
                  <a:cubicBezTo>
                    <a:pt x="8403" y="1"/>
                    <a:pt x="8336" y="16"/>
                    <a:pt x="8267" y="50"/>
                  </a:cubicBezTo>
                  <a:cubicBezTo>
                    <a:pt x="6348" y="1017"/>
                    <a:pt x="4571" y="2396"/>
                    <a:pt x="3025" y="3882"/>
                  </a:cubicBezTo>
                  <a:cubicBezTo>
                    <a:pt x="1836" y="5024"/>
                    <a:pt x="0" y="6568"/>
                    <a:pt x="62" y="8367"/>
                  </a:cubicBezTo>
                  <a:cubicBezTo>
                    <a:pt x="66" y="8507"/>
                    <a:pt x="206" y="8614"/>
                    <a:pt x="335" y="8614"/>
                  </a:cubicBezTo>
                  <a:cubicBezTo>
                    <a:pt x="409" y="8614"/>
                    <a:pt x="480" y="8578"/>
                    <a:pt x="518" y="8491"/>
                  </a:cubicBezTo>
                  <a:cubicBezTo>
                    <a:pt x="2016" y="5007"/>
                    <a:pt x="5594" y="2708"/>
                    <a:pt x="8679" y="755"/>
                  </a:cubicBezTo>
                  <a:cubicBezTo>
                    <a:pt x="9059" y="514"/>
                    <a:pt x="8832" y="1"/>
                    <a:pt x="84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34"/>
            <p:cNvSpPr/>
            <p:nvPr/>
          </p:nvSpPr>
          <p:spPr>
            <a:xfrm>
              <a:off x="2528200" y="658025"/>
              <a:ext cx="405900" cy="260600"/>
            </a:xfrm>
            <a:custGeom>
              <a:avLst/>
              <a:gdLst/>
              <a:ahLst/>
              <a:cxnLst/>
              <a:rect l="l" t="t" r="r" b="b"/>
              <a:pathLst>
                <a:path w="16236" h="10424" extrusionOk="0">
                  <a:moveTo>
                    <a:pt x="1382" y="2708"/>
                  </a:moveTo>
                  <a:cubicBezTo>
                    <a:pt x="2705" y="4465"/>
                    <a:pt x="4361" y="5818"/>
                    <a:pt x="5564" y="7549"/>
                  </a:cubicBezTo>
                  <a:cubicBezTo>
                    <a:pt x="5049" y="7000"/>
                    <a:pt x="4518" y="6467"/>
                    <a:pt x="3972" y="5947"/>
                  </a:cubicBezTo>
                  <a:cubicBezTo>
                    <a:pt x="3369" y="5370"/>
                    <a:pt x="2751" y="4825"/>
                    <a:pt x="2113" y="4299"/>
                  </a:cubicBezTo>
                  <a:cubicBezTo>
                    <a:pt x="2286" y="4264"/>
                    <a:pt x="2405" y="4031"/>
                    <a:pt x="2251" y="3877"/>
                  </a:cubicBezTo>
                  <a:cubicBezTo>
                    <a:pt x="1869" y="3498"/>
                    <a:pt x="1454" y="3168"/>
                    <a:pt x="1030" y="2840"/>
                  </a:cubicBezTo>
                  <a:lnTo>
                    <a:pt x="1382" y="2708"/>
                  </a:lnTo>
                  <a:close/>
                  <a:moveTo>
                    <a:pt x="9295" y="739"/>
                  </a:moveTo>
                  <a:cubicBezTo>
                    <a:pt x="10900" y="739"/>
                    <a:pt x="11714" y="2042"/>
                    <a:pt x="12738" y="3153"/>
                  </a:cubicBezTo>
                  <a:cubicBezTo>
                    <a:pt x="13607" y="4096"/>
                    <a:pt x="14464" y="5049"/>
                    <a:pt x="15310" y="6013"/>
                  </a:cubicBezTo>
                  <a:cubicBezTo>
                    <a:pt x="13936" y="6363"/>
                    <a:pt x="12589" y="6790"/>
                    <a:pt x="11275" y="7331"/>
                  </a:cubicBezTo>
                  <a:cubicBezTo>
                    <a:pt x="10703" y="7567"/>
                    <a:pt x="10139" y="7820"/>
                    <a:pt x="9583" y="8091"/>
                  </a:cubicBezTo>
                  <a:cubicBezTo>
                    <a:pt x="9104" y="8323"/>
                    <a:pt x="7997" y="9216"/>
                    <a:pt x="7494" y="9216"/>
                  </a:cubicBezTo>
                  <a:cubicBezTo>
                    <a:pt x="7280" y="9214"/>
                    <a:pt x="7087" y="9143"/>
                    <a:pt x="6911" y="9028"/>
                  </a:cubicBezTo>
                  <a:cubicBezTo>
                    <a:pt x="5976" y="6497"/>
                    <a:pt x="3660" y="4237"/>
                    <a:pt x="1564" y="2642"/>
                  </a:cubicBezTo>
                  <a:cubicBezTo>
                    <a:pt x="3992" y="1737"/>
                    <a:pt x="6804" y="749"/>
                    <a:pt x="9284" y="739"/>
                  </a:cubicBezTo>
                  <a:cubicBezTo>
                    <a:pt x="9288" y="739"/>
                    <a:pt x="9291" y="739"/>
                    <a:pt x="9295" y="739"/>
                  </a:cubicBezTo>
                  <a:close/>
                  <a:moveTo>
                    <a:pt x="9522" y="0"/>
                  </a:moveTo>
                  <a:cubicBezTo>
                    <a:pt x="8353" y="0"/>
                    <a:pt x="6970" y="475"/>
                    <a:pt x="5977" y="700"/>
                  </a:cubicBezTo>
                  <a:cubicBezTo>
                    <a:pt x="4041" y="1140"/>
                    <a:pt x="2155" y="1729"/>
                    <a:pt x="300" y="2432"/>
                  </a:cubicBezTo>
                  <a:cubicBezTo>
                    <a:pt x="25" y="2536"/>
                    <a:pt x="1" y="2846"/>
                    <a:pt x="223" y="3018"/>
                  </a:cubicBezTo>
                  <a:cubicBezTo>
                    <a:pt x="702" y="3388"/>
                    <a:pt x="1169" y="3763"/>
                    <a:pt x="1673" y="4093"/>
                  </a:cubicBezTo>
                  <a:cubicBezTo>
                    <a:pt x="3491" y="5760"/>
                    <a:pt x="5144" y="7550"/>
                    <a:pt x="6623" y="9541"/>
                  </a:cubicBezTo>
                  <a:cubicBezTo>
                    <a:pt x="6713" y="9781"/>
                    <a:pt x="6797" y="10028"/>
                    <a:pt x="6867" y="10287"/>
                  </a:cubicBezTo>
                  <a:cubicBezTo>
                    <a:pt x="6892" y="10382"/>
                    <a:pt x="6963" y="10423"/>
                    <a:pt x="7035" y="10423"/>
                  </a:cubicBezTo>
                  <a:cubicBezTo>
                    <a:pt x="7146" y="10423"/>
                    <a:pt x="7261" y="10329"/>
                    <a:pt x="7234" y="10186"/>
                  </a:cubicBezTo>
                  <a:cubicBezTo>
                    <a:pt x="7224" y="10130"/>
                    <a:pt x="7207" y="10076"/>
                    <a:pt x="7196" y="10021"/>
                  </a:cubicBezTo>
                  <a:cubicBezTo>
                    <a:pt x="7219" y="10016"/>
                    <a:pt x="7243" y="10009"/>
                    <a:pt x="7264" y="9998"/>
                  </a:cubicBezTo>
                  <a:cubicBezTo>
                    <a:pt x="9998" y="8390"/>
                    <a:pt x="12869" y="7216"/>
                    <a:pt x="15954" y="6481"/>
                  </a:cubicBezTo>
                  <a:cubicBezTo>
                    <a:pt x="16193" y="6424"/>
                    <a:pt x="16235" y="6133"/>
                    <a:pt x="16091" y="5967"/>
                  </a:cubicBezTo>
                  <a:cubicBezTo>
                    <a:pt x="14926" y="4637"/>
                    <a:pt x="13744" y="3322"/>
                    <a:pt x="12545" y="2023"/>
                  </a:cubicBezTo>
                  <a:cubicBezTo>
                    <a:pt x="11928" y="1357"/>
                    <a:pt x="11266" y="350"/>
                    <a:pt x="10341" y="98"/>
                  </a:cubicBezTo>
                  <a:cubicBezTo>
                    <a:pt x="10087" y="29"/>
                    <a:pt x="9811" y="0"/>
                    <a:pt x="95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34"/>
            <p:cNvSpPr/>
            <p:nvPr/>
          </p:nvSpPr>
          <p:spPr>
            <a:xfrm>
              <a:off x="2739725" y="878000"/>
              <a:ext cx="265375" cy="114400"/>
            </a:xfrm>
            <a:custGeom>
              <a:avLst/>
              <a:gdLst/>
              <a:ahLst/>
              <a:cxnLst/>
              <a:rect l="l" t="t" r="r" b="b"/>
              <a:pathLst>
                <a:path w="10615" h="4576" extrusionOk="0">
                  <a:moveTo>
                    <a:pt x="8807" y="0"/>
                  </a:moveTo>
                  <a:cubicBezTo>
                    <a:pt x="5620" y="0"/>
                    <a:pt x="1581" y="1966"/>
                    <a:pt x="54" y="4386"/>
                  </a:cubicBezTo>
                  <a:cubicBezTo>
                    <a:pt x="1" y="4471"/>
                    <a:pt x="79" y="4576"/>
                    <a:pt x="166" y="4576"/>
                  </a:cubicBezTo>
                  <a:cubicBezTo>
                    <a:pt x="186" y="4576"/>
                    <a:pt x="207" y="4570"/>
                    <a:pt x="226" y="4558"/>
                  </a:cubicBezTo>
                  <a:cubicBezTo>
                    <a:pt x="1875" y="3508"/>
                    <a:pt x="3258" y="2278"/>
                    <a:pt x="5131" y="1591"/>
                  </a:cubicBezTo>
                  <a:cubicBezTo>
                    <a:pt x="6861" y="957"/>
                    <a:pt x="8587" y="1026"/>
                    <a:pt x="10351" y="694"/>
                  </a:cubicBezTo>
                  <a:cubicBezTo>
                    <a:pt x="10615" y="644"/>
                    <a:pt x="10595" y="242"/>
                    <a:pt x="10351" y="180"/>
                  </a:cubicBezTo>
                  <a:cubicBezTo>
                    <a:pt x="9872" y="58"/>
                    <a:pt x="9352" y="0"/>
                    <a:pt x="88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34"/>
            <p:cNvSpPr/>
            <p:nvPr/>
          </p:nvSpPr>
          <p:spPr>
            <a:xfrm>
              <a:off x="2783475" y="946275"/>
              <a:ext cx="254775" cy="113000"/>
            </a:xfrm>
            <a:custGeom>
              <a:avLst/>
              <a:gdLst/>
              <a:ahLst/>
              <a:cxnLst/>
              <a:rect l="l" t="t" r="r" b="b"/>
              <a:pathLst>
                <a:path w="10191" h="4520" extrusionOk="0">
                  <a:moveTo>
                    <a:pt x="9024" y="1"/>
                  </a:moveTo>
                  <a:cubicBezTo>
                    <a:pt x="7296" y="1"/>
                    <a:pt x="5453" y="625"/>
                    <a:pt x="3919" y="1282"/>
                  </a:cubicBezTo>
                  <a:cubicBezTo>
                    <a:pt x="2789" y="1765"/>
                    <a:pt x="261" y="2658"/>
                    <a:pt x="23" y="4060"/>
                  </a:cubicBezTo>
                  <a:cubicBezTo>
                    <a:pt x="1" y="4188"/>
                    <a:pt x="41" y="4285"/>
                    <a:pt x="145" y="4359"/>
                  </a:cubicBezTo>
                  <a:lnTo>
                    <a:pt x="328" y="4490"/>
                  </a:lnTo>
                  <a:cubicBezTo>
                    <a:pt x="356" y="4510"/>
                    <a:pt x="386" y="4519"/>
                    <a:pt x="416" y="4519"/>
                  </a:cubicBezTo>
                  <a:cubicBezTo>
                    <a:pt x="528" y="4519"/>
                    <a:pt x="634" y="4397"/>
                    <a:pt x="599" y="4281"/>
                  </a:cubicBezTo>
                  <a:cubicBezTo>
                    <a:pt x="310" y="3333"/>
                    <a:pt x="4773" y="1735"/>
                    <a:pt x="5289" y="1569"/>
                  </a:cubicBezTo>
                  <a:cubicBezTo>
                    <a:pt x="6773" y="1093"/>
                    <a:pt x="8295" y="1027"/>
                    <a:pt x="9799" y="688"/>
                  </a:cubicBezTo>
                  <a:cubicBezTo>
                    <a:pt x="10190" y="600"/>
                    <a:pt x="10059" y="73"/>
                    <a:pt x="9711" y="36"/>
                  </a:cubicBezTo>
                  <a:cubicBezTo>
                    <a:pt x="9485" y="12"/>
                    <a:pt x="9255" y="1"/>
                    <a:pt x="902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34"/>
            <p:cNvSpPr/>
            <p:nvPr/>
          </p:nvSpPr>
          <p:spPr>
            <a:xfrm>
              <a:off x="2839925" y="1007825"/>
              <a:ext cx="259925" cy="117700"/>
            </a:xfrm>
            <a:custGeom>
              <a:avLst/>
              <a:gdLst/>
              <a:ahLst/>
              <a:cxnLst/>
              <a:rect l="l" t="t" r="r" b="b"/>
              <a:pathLst>
                <a:path w="10397" h="4708" extrusionOk="0">
                  <a:moveTo>
                    <a:pt x="9045" y="1"/>
                  </a:moveTo>
                  <a:cubicBezTo>
                    <a:pt x="5729" y="1"/>
                    <a:pt x="2019" y="2104"/>
                    <a:pt x="58" y="4551"/>
                  </a:cubicBezTo>
                  <a:cubicBezTo>
                    <a:pt x="0" y="4623"/>
                    <a:pt x="54" y="4707"/>
                    <a:pt x="124" y="4707"/>
                  </a:cubicBezTo>
                  <a:cubicBezTo>
                    <a:pt x="145" y="4707"/>
                    <a:pt x="167" y="4700"/>
                    <a:pt x="188" y="4683"/>
                  </a:cubicBezTo>
                  <a:cubicBezTo>
                    <a:pt x="1738" y="3418"/>
                    <a:pt x="3324" y="2289"/>
                    <a:pt x="5224" y="1613"/>
                  </a:cubicBezTo>
                  <a:cubicBezTo>
                    <a:pt x="6821" y="1047"/>
                    <a:pt x="8433" y="1014"/>
                    <a:pt x="10074" y="712"/>
                  </a:cubicBezTo>
                  <a:cubicBezTo>
                    <a:pt x="10385" y="655"/>
                    <a:pt x="10396" y="120"/>
                    <a:pt x="10074" y="73"/>
                  </a:cubicBezTo>
                  <a:cubicBezTo>
                    <a:pt x="9737" y="24"/>
                    <a:pt x="9393" y="1"/>
                    <a:pt x="90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5392349F-6037-46E2-9A6D-A0EAC96C5F35}"/>
              </a:ext>
            </a:extLst>
          </p:cNvPr>
          <p:cNvSpPr txBox="1"/>
          <p:nvPr/>
        </p:nvSpPr>
        <p:spPr>
          <a:xfrm>
            <a:off x="2682296" y="1463534"/>
            <a:ext cx="44288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Which of the following are valid heaps?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7DCAC43-D2A3-445F-B2A3-015832689D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8531" y="1868701"/>
            <a:ext cx="6933621" cy="2303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03309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4"/>
          <p:cNvSpPr txBox="1">
            <a:spLocks noGrp="1"/>
          </p:cNvSpPr>
          <p:nvPr>
            <p:ph type="title"/>
          </p:nvPr>
        </p:nvSpPr>
        <p:spPr>
          <a:xfrm>
            <a:off x="1307759" y="947437"/>
            <a:ext cx="2939511" cy="4372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u="sng" dirty="0"/>
              <a:t>Insertion</a:t>
            </a:r>
            <a:r>
              <a:rPr lang="en-US" sz="1400" b="1" dirty="0"/>
              <a:t>	</a:t>
            </a:r>
            <a:endParaRPr lang="en-US" sz="1400" b="1" dirty="0">
              <a:solidFill>
                <a:srgbClr val="C00000"/>
              </a:solidFill>
            </a:endParaRPr>
          </a:p>
        </p:txBody>
      </p:sp>
      <p:sp>
        <p:nvSpPr>
          <p:cNvPr id="234" name="Google Shape;234;p34"/>
          <p:cNvSpPr txBox="1">
            <a:spLocks noGrp="1"/>
          </p:cNvSpPr>
          <p:nvPr>
            <p:ph type="subTitle" idx="1"/>
          </p:nvPr>
        </p:nvSpPr>
        <p:spPr>
          <a:xfrm>
            <a:off x="1307759" y="531752"/>
            <a:ext cx="3439500" cy="53514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Heaps	</a:t>
            </a:r>
          </a:p>
        </p:txBody>
      </p:sp>
      <p:pic>
        <p:nvPicPr>
          <p:cNvPr id="235" name="Google Shape;235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695460">
            <a:off x="7765338" y="3361772"/>
            <a:ext cx="1241024" cy="1610463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grpSp>
        <p:nvGrpSpPr>
          <p:cNvPr id="236" name="Google Shape;236;p34"/>
          <p:cNvGrpSpPr/>
          <p:nvPr/>
        </p:nvGrpSpPr>
        <p:grpSpPr>
          <a:xfrm rot="790859">
            <a:off x="7973758" y="3964891"/>
            <a:ext cx="824184" cy="712067"/>
            <a:chOff x="2341425" y="238100"/>
            <a:chExt cx="1328900" cy="1148125"/>
          </a:xfrm>
        </p:grpSpPr>
        <p:sp>
          <p:nvSpPr>
            <p:cNvPr id="237" name="Google Shape;237;p34"/>
            <p:cNvSpPr/>
            <p:nvPr/>
          </p:nvSpPr>
          <p:spPr>
            <a:xfrm>
              <a:off x="2341425" y="238100"/>
              <a:ext cx="1328900" cy="1148125"/>
            </a:xfrm>
            <a:custGeom>
              <a:avLst/>
              <a:gdLst/>
              <a:ahLst/>
              <a:cxnLst/>
              <a:rect l="l" t="t" r="r" b="b"/>
              <a:pathLst>
                <a:path w="53156" h="45925" extrusionOk="0">
                  <a:moveTo>
                    <a:pt x="49853" y="24103"/>
                  </a:moveTo>
                  <a:cubicBezTo>
                    <a:pt x="50212" y="24609"/>
                    <a:pt x="50681" y="25003"/>
                    <a:pt x="51172" y="25380"/>
                  </a:cubicBezTo>
                  <a:cubicBezTo>
                    <a:pt x="48199" y="26540"/>
                    <a:pt x="45438" y="28144"/>
                    <a:pt x="42987" y="30206"/>
                  </a:cubicBezTo>
                  <a:cubicBezTo>
                    <a:pt x="41727" y="31264"/>
                    <a:pt x="40396" y="32510"/>
                    <a:pt x="39238" y="33887"/>
                  </a:cubicBezTo>
                  <a:cubicBezTo>
                    <a:pt x="39347" y="33688"/>
                    <a:pt x="39460" y="33491"/>
                    <a:pt x="39578" y="33301"/>
                  </a:cubicBezTo>
                  <a:cubicBezTo>
                    <a:pt x="40490" y="31831"/>
                    <a:pt x="41539" y="30449"/>
                    <a:pt x="42711" y="29176"/>
                  </a:cubicBezTo>
                  <a:cubicBezTo>
                    <a:pt x="44775" y="26932"/>
                    <a:pt x="47091" y="25229"/>
                    <a:pt x="49853" y="24103"/>
                  </a:cubicBezTo>
                  <a:close/>
                  <a:moveTo>
                    <a:pt x="35117" y="1053"/>
                  </a:moveTo>
                  <a:lnTo>
                    <a:pt x="35117" y="1053"/>
                  </a:lnTo>
                  <a:cubicBezTo>
                    <a:pt x="36710" y="1715"/>
                    <a:pt x="38294" y="4814"/>
                    <a:pt x="38992" y="5799"/>
                  </a:cubicBezTo>
                  <a:cubicBezTo>
                    <a:pt x="40312" y="7660"/>
                    <a:pt x="41633" y="9523"/>
                    <a:pt x="42954" y="11383"/>
                  </a:cubicBezTo>
                  <a:cubicBezTo>
                    <a:pt x="44182" y="13110"/>
                    <a:pt x="45421" y="14827"/>
                    <a:pt x="46633" y="16564"/>
                  </a:cubicBezTo>
                  <a:cubicBezTo>
                    <a:pt x="46650" y="16588"/>
                    <a:pt x="46667" y="16613"/>
                    <a:pt x="46685" y="16638"/>
                  </a:cubicBezTo>
                  <a:cubicBezTo>
                    <a:pt x="47623" y="18397"/>
                    <a:pt x="48600" y="20134"/>
                    <a:pt x="49618" y="21849"/>
                  </a:cubicBezTo>
                  <a:cubicBezTo>
                    <a:pt x="48693" y="22281"/>
                    <a:pt x="47744" y="23007"/>
                    <a:pt x="47214" y="23343"/>
                  </a:cubicBezTo>
                  <a:cubicBezTo>
                    <a:pt x="45320" y="24544"/>
                    <a:pt x="43587" y="25982"/>
                    <a:pt x="42057" y="27622"/>
                  </a:cubicBezTo>
                  <a:cubicBezTo>
                    <a:pt x="40592" y="29191"/>
                    <a:pt x="39304" y="30938"/>
                    <a:pt x="38281" y="32827"/>
                  </a:cubicBezTo>
                  <a:cubicBezTo>
                    <a:pt x="37877" y="33573"/>
                    <a:pt x="37271" y="34533"/>
                    <a:pt x="36981" y="35496"/>
                  </a:cubicBezTo>
                  <a:cubicBezTo>
                    <a:pt x="36328" y="34434"/>
                    <a:pt x="35635" y="33395"/>
                    <a:pt x="34953" y="32353"/>
                  </a:cubicBezTo>
                  <a:cubicBezTo>
                    <a:pt x="33450" y="30055"/>
                    <a:pt x="31915" y="27777"/>
                    <a:pt x="30347" y="25524"/>
                  </a:cubicBezTo>
                  <a:cubicBezTo>
                    <a:pt x="28841" y="23359"/>
                    <a:pt x="27306" y="21217"/>
                    <a:pt x="25741" y="19095"/>
                  </a:cubicBezTo>
                  <a:cubicBezTo>
                    <a:pt x="24508" y="17421"/>
                    <a:pt x="23256" y="15382"/>
                    <a:pt x="21757" y="13843"/>
                  </a:cubicBezTo>
                  <a:cubicBezTo>
                    <a:pt x="22758" y="10753"/>
                    <a:pt x="24747" y="8361"/>
                    <a:pt x="26903" y="5992"/>
                  </a:cubicBezTo>
                  <a:cubicBezTo>
                    <a:pt x="27357" y="5493"/>
                    <a:pt x="27826" y="4981"/>
                    <a:pt x="28315" y="4481"/>
                  </a:cubicBezTo>
                  <a:cubicBezTo>
                    <a:pt x="29626" y="3498"/>
                    <a:pt x="31045" y="2668"/>
                    <a:pt x="32551" y="2018"/>
                  </a:cubicBezTo>
                  <a:cubicBezTo>
                    <a:pt x="33121" y="1772"/>
                    <a:pt x="33780" y="1496"/>
                    <a:pt x="34476" y="1255"/>
                  </a:cubicBezTo>
                  <a:cubicBezTo>
                    <a:pt x="34702" y="1206"/>
                    <a:pt x="34932" y="1166"/>
                    <a:pt x="35161" y="1125"/>
                  </a:cubicBezTo>
                  <a:cubicBezTo>
                    <a:pt x="35147" y="1101"/>
                    <a:pt x="35132" y="1076"/>
                    <a:pt x="35117" y="1053"/>
                  </a:cubicBezTo>
                  <a:close/>
                  <a:moveTo>
                    <a:pt x="49886" y="22296"/>
                  </a:moveTo>
                  <a:cubicBezTo>
                    <a:pt x="50069" y="22601"/>
                    <a:pt x="50253" y="22905"/>
                    <a:pt x="50437" y="23208"/>
                  </a:cubicBezTo>
                  <a:cubicBezTo>
                    <a:pt x="50328" y="23239"/>
                    <a:pt x="50219" y="23270"/>
                    <a:pt x="50110" y="23305"/>
                  </a:cubicBezTo>
                  <a:cubicBezTo>
                    <a:pt x="50098" y="23304"/>
                    <a:pt x="50086" y="23303"/>
                    <a:pt x="50074" y="23303"/>
                  </a:cubicBezTo>
                  <a:cubicBezTo>
                    <a:pt x="49989" y="23303"/>
                    <a:pt x="49905" y="23334"/>
                    <a:pt x="49839" y="23390"/>
                  </a:cubicBezTo>
                  <a:cubicBezTo>
                    <a:pt x="46983" y="24343"/>
                    <a:pt x="44499" y="26352"/>
                    <a:pt x="42469" y="28520"/>
                  </a:cubicBezTo>
                  <a:cubicBezTo>
                    <a:pt x="40592" y="30525"/>
                    <a:pt x="38254" y="33305"/>
                    <a:pt x="37357" y="36095"/>
                  </a:cubicBezTo>
                  <a:cubicBezTo>
                    <a:pt x="37306" y="36011"/>
                    <a:pt x="37249" y="35923"/>
                    <a:pt x="37190" y="35830"/>
                  </a:cubicBezTo>
                  <a:cubicBezTo>
                    <a:pt x="37565" y="34416"/>
                    <a:pt x="38696" y="32821"/>
                    <a:pt x="39296" y="31878"/>
                  </a:cubicBezTo>
                  <a:cubicBezTo>
                    <a:pt x="40239" y="30393"/>
                    <a:pt x="41330" y="29005"/>
                    <a:pt x="42550" y="27739"/>
                  </a:cubicBezTo>
                  <a:cubicBezTo>
                    <a:pt x="43708" y="26537"/>
                    <a:pt x="44980" y="25451"/>
                    <a:pt x="46348" y="24494"/>
                  </a:cubicBezTo>
                  <a:cubicBezTo>
                    <a:pt x="47234" y="23875"/>
                    <a:pt x="48600" y="22828"/>
                    <a:pt x="49886" y="22296"/>
                  </a:cubicBezTo>
                  <a:close/>
                  <a:moveTo>
                    <a:pt x="20475" y="13918"/>
                  </a:moveTo>
                  <a:cubicBezTo>
                    <a:pt x="20720" y="13985"/>
                    <a:pt x="20968" y="14054"/>
                    <a:pt x="21218" y="14127"/>
                  </a:cubicBezTo>
                  <a:lnTo>
                    <a:pt x="21219" y="14127"/>
                  </a:lnTo>
                  <a:cubicBezTo>
                    <a:pt x="22265" y="15897"/>
                    <a:pt x="23782" y="17534"/>
                    <a:pt x="24979" y="19160"/>
                  </a:cubicBezTo>
                  <a:cubicBezTo>
                    <a:pt x="26409" y="21107"/>
                    <a:pt x="27816" y="23071"/>
                    <a:pt x="29199" y="25052"/>
                  </a:cubicBezTo>
                  <a:cubicBezTo>
                    <a:pt x="30581" y="27035"/>
                    <a:pt x="31937" y="29034"/>
                    <a:pt x="33269" y="31050"/>
                  </a:cubicBezTo>
                  <a:cubicBezTo>
                    <a:pt x="33874" y="31967"/>
                    <a:pt x="34473" y="32886"/>
                    <a:pt x="35069" y="33809"/>
                  </a:cubicBezTo>
                  <a:cubicBezTo>
                    <a:pt x="35425" y="34364"/>
                    <a:pt x="35780" y="34920"/>
                    <a:pt x="36133" y="35475"/>
                  </a:cubicBezTo>
                  <a:lnTo>
                    <a:pt x="36486" y="36032"/>
                  </a:lnTo>
                  <a:cubicBezTo>
                    <a:pt x="36496" y="36074"/>
                    <a:pt x="36508" y="36115"/>
                    <a:pt x="36522" y="36155"/>
                  </a:cubicBezTo>
                  <a:cubicBezTo>
                    <a:pt x="33879" y="32306"/>
                    <a:pt x="31050" y="28568"/>
                    <a:pt x="28325" y="24779"/>
                  </a:cubicBezTo>
                  <a:cubicBezTo>
                    <a:pt x="25722" y="21160"/>
                    <a:pt x="23203" y="17449"/>
                    <a:pt x="20475" y="13918"/>
                  </a:cubicBezTo>
                  <a:close/>
                  <a:moveTo>
                    <a:pt x="37953" y="37630"/>
                  </a:moveTo>
                  <a:cubicBezTo>
                    <a:pt x="37851" y="37834"/>
                    <a:pt x="37753" y="38038"/>
                    <a:pt x="37661" y="38245"/>
                  </a:cubicBezTo>
                  <a:cubicBezTo>
                    <a:pt x="37630" y="38236"/>
                    <a:pt x="37597" y="38231"/>
                    <a:pt x="37565" y="38231"/>
                  </a:cubicBezTo>
                  <a:cubicBezTo>
                    <a:pt x="37533" y="38231"/>
                    <a:pt x="37500" y="38236"/>
                    <a:pt x="37470" y="38245"/>
                  </a:cubicBezTo>
                  <a:cubicBezTo>
                    <a:pt x="37633" y="38041"/>
                    <a:pt x="37793" y="37835"/>
                    <a:pt x="37953" y="37630"/>
                  </a:cubicBezTo>
                  <a:close/>
                  <a:moveTo>
                    <a:pt x="36509" y="38717"/>
                  </a:moveTo>
                  <a:cubicBezTo>
                    <a:pt x="36518" y="38717"/>
                    <a:pt x="36527" y="38717"/>
                    <a:pt x="36536" y="38717"/>
                  </a:cubicBezTo>
                  <a:cubicBezTo>
                    <a:pt x="36609" y="38809"/>
                    <a:pt x="36720" y="38864"/>
                    <a:pt x="36837" y="38865"/>
                  </a:cubicBezTo>
                  <a:cubicBezTo>
                    <a:pt x="36596" y="38971"/>
                    <a:pt x="36282" y="39011"/>
                    <a:pt x="35935" y="39011"/>
                  </a:cubicBezTo>
                  <a:cubicBezTo>
                    <a:pt x="35451" y="39011"/>
                    <a:pt x="34904" y="38934"/>
                    <a:pt x="34409" y="38856"/>
                  </a:cubicBezTo>
                  <a:cubicBezTo>
                    <a:pt x="35105" y="38764"/>
                    <a:pt x="35807" y="38717"/>
                    <a:pt x="36509" y="38717"/>
                  </a:cubicBezTo>
                  <a:close/>
                  <a:moveTo>
                    <a:pt x="15183" y="13113"/>
                  </a:moveTo>
                  <a:cubicBezTo>
                    <a:pt x="16769" y="13113"/>
                    <a:pt x="18319" y="13366"/>
                    <a:pt x="19934" y="13775"/>
                  </a:cubicBezTo>
                  <a:cubicBezTo>
                    <a:pt x="22531" y="17699"/>
                    <a:pt x="25404" y="21460"/>
                    <a:pt x="28149" y="25276"/>
                  </a:cubicBezTo>
                  <a:cubicBezTo>
                    <a:pt x="30879" y="29073"/>
                    <a:pt x="33528" y="32953"/>
                    <a:pt x="36351" y="36684"/>
                  </a:cubicBezTo>
                  <a:cubicBezTo>
                    <a:pt x="34542" y="35843"/>
                    <a:pt x="32568" y="35460"/>
                    <a:pt x="30570" y="35460"/>
                  </a:cubicBezTo>
                  <a:cubicBezTo>
                    <a:pt x="26406" y="35460"/>
                    <a:pt x="22142" y="37123"/>
                    <a:pt x="19074" y="39757"/>
                  </a:cubicBezTo>
                  <a:cubicBezTo>
                    <a:pt x="13793" y="32214"/>
                    <a:pt x="8154" y="24943"/>
                    <a:pt x="2157" y="17945"/>
                  </a:cubicBezTo>
                  <a:lnTo>
                    <a:pt x="2159" y="17945"/>
                  </a:lnTo>
                  <a:cubicBezTo>
                    <a:pt x="5055" y="16227"/>
                    <a:pt x="8015" y="14530"/>
                    <a:pt x="11283" y="13642"/>
                  </a:cubicBezTo>
                  <a:cubicBezTo>
                    <a:pt x="12638" y="13273"/>
                    <a:pt x="13922" y="13113"/>
                    <a:pt x="15183" y="13113"/>
                  </a:cubicBezTo>
                  <a:close/>
                  <a:moveTo>
                    <a:pt x="2578" y="20435"/>
                  </a:moveTo>
                  <a:cubicBezTo>
                    <a:pt x="8168" y="27062"/>
                    <a:pt x="13443" y="33937"/>
                    <a:pt x="18402" y="41058"/>
                  </a:cubicBezTo>
                  <a:cubicBezTo>
                    <a:pt x="18543" y="41262"/>
                    <a:pt x="18758" y="41377"/>
                    <a:pt x="18977" y="41377"/>
                  </a:cubicBezTo>
                  <a:cubicBezTo>
                    <a:pt x="19133" y="41377"/>
                    <a:pt x="19292" y="41318"/>
                    <a:pt x="19427" y="41190"/>
                  </a:cubicBezTo>
                  <a:cubicBezTo>
                    <a:pt x="21632" y="39103"/>
                    <a:pt x="24333" y="37693"/>
                    <a:pt x="27314" y="37090"/>
                  </a:cubicBezTo>
                  <a:cubicBezTo>
                    <a:pt x="28284" y="36894"/>
                    <a:pt x="29226" y="36809"/>
                    <a:pt x="30154" y="36809"/>
                  </a:cubicBezTo>
                  <a:cubicBezTo>
                    <a:pt x="30890" y="36809"/>
                    <a:pt x="31618" y="36863"/>
                    <a:pt x="32345" y="36959"/>
                  </a:cubicBezTo>
                  <a:cubicBezTo>
                    <a:pt x="32139" y="36996"/>
                    <a:pt x="31934" y="37038"/>
                    <a:pt x="31726" y="37085"/>
                  </a:cubicBezTo>
                  <a:cubicBezTo>
                    <a:pt x="29702" y="37535"/>
                    <a:pt x="27672" y="38191"/>
                    <a:pt x="25741" y="38939"/>
                  </a:cubicBezTo>
                  <a:cubicBezTo>
                    <a:pt x="24060" y="39590"/>
                    <a:pt x="22425" y="40379"/>
                    <a:pt x="20975" y="41459"/>
                  </a:cubicBezTo>
                  <a:cubicBezTo>
                    <a:pt x="20335" y="41934"/>
                    <a:pt x="18892" y="42836"/>
                    <a:pt x="18616" y="43758"/>
                  </a:cubicBezTo>
                  <a:cubicBezTo>
                    <a:pt x="15797" y="39642"/>
                    <a:pt x="12269" y="35871"/>
                    <a:pt x="9131" y="31993"/>
                  </a:cubicBezTo>
                  <a:cubicBezTo>
                    <a:pt x="7537" y="30022"/>
                    <a:pt x="5941" y="28055"/>
                    <a:pt x="4343" y="26088"/>
                  </a:cubicBezTo>
                  <a:cubicBezTo>
                    <a:pt x="3509" y="25063"/>
                    <a:pt x="2360" y="24025"/>
                    <a:pt x="1726" y="22872"/>
                  </a:cubicBezTo>
                  <a:lnTo>
                    <a:pt x="1290" y="22336"/>
                  </a:lnTo>
                  <a:cubicBezTo>
                    <a:pt x="1365" y="21812"/>
                    <a:pt x="1612" y="21399"/>
                    <a:pt x="2027" y="21097"/>
                  </a:cubicBezTo>
                  <a:cubicBezTo>
                    <a:pt x="2191" y="20870"/>
                    <a:pt x="2390" y="20654"/>
                    <a:pt x="2578" y="20435"/>
                  </a:cubicBezTo>
                  <a:close/>
                  <a:moveTo>
                    <a:pt x="34214" y="37438"/>
                  </a:moveTo>
                  <a:cubicBezTo>
                    <a:pt x="34480" y="37438"/>
                    <a:pt x="34745" y="37450"/>
                    <a:pt x="35009" y="37476"/>
                  </a:cubicBezTo>
                  <a:cubicBezTo>
                    <a:pt x="35056" y="37488"/>
                    <a:pt x="35104" y="37502"/>
                    <a:pt x="35153" y="37514"/>
                  </a:cubicBezTo>
                  <a:cubicBezTo>
                    <a:pt x="32341" y="37733"/>
                    <a:pt x="29659" y="38637"/>
                    <a:pt x="27141" y="39965"/>
                  </a:cubicBezTo>
                  <a:cubicBezTo>
                    <a:pt x="25564" y="40797"/>
                    <a:pt x="24060" y="41771"/>
                    <a:pt x="22625" y="42823"/>
                  </a:cubicBezTo>
                  <a:cubicBezTo>
                    <a:pt x="22053" y="43241"/>
                    <a:pt x="21266" y="44080"/>
                    <a:pt x="20621" y="44360"/>
                  </a:cubicBezTo>
                  <a:cubicBezTo>
                    <a:pt x="20405" y="44454"/>
                    <a:pt x="20198" y="44493"/>
                    <a:pt x="19997" y="44493"/>
                  </a:cubicBezTo>
                  <a:cubicBezTo>
                    <a:pt x="19802" y="44493"/>
                    <a:pt x="19613" y="44456"/>
                    <a:pt x="19427" y="44400"/>
                  </a:cubicBezTo>
                  <a:cubicBezTo>
                    <a:pt x="19434" y="44391"/>
                    <a:pt x="19440" y="44386"/>
                    <a:pt x="19448" y="44377"/>
                  </a:cubicBezTo>
                  <a:cubicBezTo>
                    <a:pt x="19593" y="44198"/>
                    <a:pt x="19599" y="43995"/>
                    <a:pt x="19448" y="43814"/>
                  </a:cubicBezTo>
                  <a:lnTo>
                    <a:pt x="19430" y="43792"/>
                  </a:lnTo>
                  <a:cubicBezTo>
                    <a:pt x="19697" y="43721"/>
                    <a:pt x="19911" y="43553"/>
                    <a:pt x="20074" y="43287"/>
                  </a:cubicBezTo>
                  <a:cubicBezTo>
                    <a:pt x="20320" y="43038"/>
                    <a:pt x="20576" y="42801"/>
                    <a:pt x="20843" y="42573"/>
                  </a:cubicBezTo>
                  <a:cubicBezTo>
                    <a:pt x="21485" y="42027"/>
                    <a:pt x="22180" y="41552"/>
                    <a:pt x="22907" y="41126"/>
                  </a:cubicBezTo>
                  <a:cubicBezTo>
                    <a:pt x="24188" y="40374"/>
                    <a:pt x="25559" y="39793"/>
                    <a:pt x="26955" y="39291"/>
                  </a:cubicBezTo>
                  <a:cubicBezTo>
                    <a:pt x="29199" y="38484"/>
                    <a:pt x="31750" y="37438"/>
                    <a:pt x="34214" y="37438"/>
                  </a:cubicBezTo>
                  <a:close/>
                  <a:moveTo>
                    <a:pt x="34842" y="0"/>
                  </a:moveTo>
                  <a:cubicBezTo>
                    <a:pt x="34343" y="0"/>
                    <a:pt x="33867" y="188"/>
                    <a:pt x="33507" y="630"/>
                  </a:cubicBezTo>
                  <a:cubicBezTo>
                    <a:pt x="31447" y="1151"/>
                    <a:pt x="29512" y="2015"/>
                    <a:pt x="27862" y="3526"/>
                  </a:cubicBezTo>
                  <a:cubicBezTo>
                    <a:pt x="27217" y="4115"/>
                    <a:pt x="26496" y="4800"/>
                    <a:pt x="25773" y="5555"/>
                  </a:cubicBezTo>
                  <a:cubicBezTo>
                    <a:pt x="23620" y="7604"/>
                    <a:pt x="21769" y="10148"/>
                    <a:pt x="20875" y="12916"/>
                  </a:cubicBezTo>
                  <a:cubicBezTo>
                    <a:pt x="19359" y="12052"/>
                    <a:pt x="17538" y="11727"/>
                    <a:pt x="15721" y="11727"/>
                  </a:cubicBezTo>
                  <a:cubicBezTo>
                    <a:pt x="14356" y="11727"/>
                    <a:pt x="12994" y="11911"/>
                    <a:pt x="11766" y="12185"/>
                  </a:cubicBezTo>
                  <a:cubicBezTo>
                    <a:pt x="7819" y="13067"/>
                    <a:pt x="4277" y="15176"/>
                    <a:pt x="838" y="17217"/>
                  </a:cubicBezTo>
                  <a:cubicBezTo>
                    <a:pt x="458" y="17444"/>
                    <a:pt x="436" y="17923"/>
                    <a:pt x="707" y="18237"/>
                  </a:cubicBezTo>
                  <a:cubicBezTo>
                    <a:pt x="1244" y="18859"/>
                    <a:pt x="1774" y="19488"/>
                    <a:pt x="2305" y="20116"/>
                  </a:cubicBezTo>
                  <a:cubicBezTo>
                    <a:pt x="1441" y="20484"/>
                    <a:pt x="862" y="21064"/>
                    <a:pt x="197" y="21811"/>
                  </a:cubicBezTo>
                  <a:cubicBezTo>
                    <a:pt x="77" y="21947"/>
                    <a:pt x="0" y="22200"/>
                    <a:pt x="127" y="22363"/>
                  </a:cubicBezTo>
                  <a:cubicBezTo>
                    <a:pt x="2951" y="26054"/>
                    <a:pt x="5928" y="29634"/>
                    <a:pt x="8843" y="33254"/>
                  </a:cubicBezTo>
                  <a:cubicBezTo>
                    <a:pt x="11749" y="36861"/>
                    <a:pt x="14485" y="40794"/>
                    <a:pt x="17652" y="44182"/>
                  </a:cubicBezTo>
                  <a:cubicBezTo>
                    <a:pt x="17664" y="44208"/>
                    <a:pt x="17679" y="44232"/>
                    <a:pt x="17699" y="44255"/>
                  </a:cubicBezTo>
                  <a:cubicBezTo>
                    <a:pt x="18282" y="44908"/>
                    <a:pt x="19219" y="45924"/>
                    <a:pt x="20167" y="45924"/>
                  </a:cubicBezTo>
                  <a:cubicBezTo>
                    <a:pt x="20277" y="45924"/>
                    <a:pt x="20387" y="45910"/>
                    <a:pt x="20497" y="45881"/>
                  </a:cubicBezTo>
                  <a:cubicBezTo>
                    <a:pt x="21148" y="45708"/>
                    <a:pt x="21757" y="44978"/>
                    <a:pt x="22286" y="44585"/>
                  </a:cubicBezTo>
                  <a:cubicBezTo>
                    <a:pt x="23162" y="43935"/>
                    <a:pt x="24053" y="43304"/>
                    <a:pt x="24965" y="42705"/>
                  </a:cubicBezTo>
                  <a:cubicBezTo>
                    <a:pt x="27366" y="41130"/>
                    <a:pt x="29934" y="39829"/>
                    <a:pt x="32678" y="39174"/>
                  </a:cubicBezTo>
                  <a:cubicBezTo>
                    <a:pt x="32752" y="39177"/>
                    <a:pt x="32826" y="39174"/>
                    <a:pt x="32900" y="39178"/>
                  </a:cubicBezTo>
                  <a:cubicBezTo>
                    <a:pt x="34054" y="39233"/>
                    <a:pt x="35153" y="39648"/>
                    <a:pt x="36288" y="39715"/>
                  </a:cubicBezTo>
                  <a:cubicBezTo>
                    <a:pt x="36337" y="39718"/>
                    <a:pt x="36385" y="39720"/>
                    <a:pt x="36433" y="39720"/>
                  </a:cubicBezTo>
                  <a:cubicBezTo>
                    <a:pt x="37209" y="39720"/>
                    <a:pt x="37750" y="39337"/>
                    <a:pt x="37827" y="38540"/>
                  </a:cubicBezTo>
                  <a:cubicBezTo>
                    <a:pt x="39593" y="36201"/>
                    <a:pt x="41115" y="33792"/>
                    <a:pt x="43273" y="31744"/>
                  </a:cubicBezTo>
                  <a:cubicBezTo>
                    <a:pt x="44449" y="30626"/>
                    <a:pt x="45716" y="29608"/>
                    <a:pt x="47060" y="28698"/>
                  </a:cubicBezTo>
                  <a:cubicBezTo>
                    <a:pt x="47079" y="28686"/>
                    <a:pt x="47099" y="28675"/>
                    <a:pt x="47118" y="28662"/>
                  </a:cubicBezTo>
                  <a:cubicBezTo>
                    <a:pt x="48826" y="27633"/>
                    <a:pt x="50637" y="26785"/>
                    <a:pt x="52524" y="26133"/>
                  </a:cubicBezTo>
                  <a:cubicBezTo>
                    <a:pt x="52902" y="26003"/>
                    <a:pt x="53156" y="25447"/>
                    <a:pt x="52785" y="25145"/>
                  </a:cubicBezTo>
                  <a:cubicBezTo>
                    <a:pt x="52171" y="24648"/>
                    <a:pt x="51613" y="24099"/>
                    <a:pt x="50959" y="23696"/>
                  </a:cubicBezTo>
                  <a:cubicBezTo>
                    <a:pt x="51006" y="23680"/>
                    <a:pt x="51050" y="23660"/>
                    <a:pt x="51097" y="23645"/>
                  </a:cubicBezTo>
                  <a:cubicBezTo>
                    <a:pt x="51251" y="23594"/>
                    <a:pt x="51309" y="23468"/>
                    <a:pt x="51300" y="23347"/>
                  </a:cubicBezTo>
                  <a:cubicBezTo>
                    <a:pt x="51345" y="23292"/>
                    <a:pt x="51376" y="23227"/>
                    <a:pt x="51391" y="23158"/>
                  </a:cubicBezTo>
                  <a:cubicBezTo>
                    <a:pt x="51657" y="23086"/>
                    <a:pt x="51868" y="22805"/>
                    <a:pt x="51676" y="22507"/>
                  </a:cubicBezTo>
                  <a:cubicBezTo>
                    <a:pt x="51561" y="22326"/>
                    <a:pt x="51447" y="22144"/>
                    <a:pt x="51333" y="21962"/>
                  </a:cubicBezTo>
                  <a:cubicBezTo>
                    <a:pt x="51345" y="21962"/>
                    <a:pt x="51359" y="21961"/>
                    <a:pt x="51371" y="21961"/>
                  </a:cubicBezTo>
                  <a:cubicBezTo>
                    <a:pt x="51374" y="21961"/>
                    <a:pt x="51377" y="21961"/>
                    <a:pt x="51379" y="21961"/>
                  </a:cubicBezTo>
                  <a:cubicBezTo>
                    <a:pt x="51539" y="21961"/>
                    <a:pt x="51585" y="21737"/>
                    <a:pt x="51453" y="21658"/>
                  </a:cubicBezTo>
                  <a:cubicBezTo>
                    <a:pt x="51333" y="21585"/>
                    <a:pt x="51198" y="21544"/>
                    <a:pt x="51056" y="21524"/>
                  </a:cubicBezTo>
                  <a:cubicBezTo>
                    <a:pt x="50796" y="21108"/>
                    <a:pt x="50546" y="20689"/>
                    <a:pt x="50290" y="20269"/>
                  </a:cubicBezTo>
                  <a:cubicBezTo>
                    <a:pt x="50030" y="19581"/>
                    <a:pt x="49589" y="18953"/>
                    <a:pt x="49191" y="18312"/>
                  </a:cubicBezTo>
                  <a:cubicBezTo>
                    <a:pt x="48421" y="17077"/>
                    <a:pt x="47572" y="15893"/>
                    <a:pt x="46728" y="14709"/>
                  </a:cubicBezTo>
                  <a:cubicBezTo>
                    <a:pt x="45005" y="12292"/>
                    <a:pt x="43280" y="9876"/>
                    <a:pt x="41551" y="7464"/>
                  </a:cubicBezTo>
                  <a:cubicBezTo>
                    <a:pt x="40019" y="5325"/>
                    <a:pt x="38618" y="2783"/>
                    <a:pt x="36781" y="897"/>
                  </a:cubicBezTo>
                  <a:cubicBezTo>
                    <a:pt x="36255" y="356"/>
                    <a:pt x="35527" y="0"/>
                    <a:pt x="348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34"/>
            <p:cNvSpPr/>
            <p:nvPr/>
          </p:nvSpPr>
          <p:spPr>
            <a:xfrm>
              <a:off x="2990175" y="381350"/>
              <a:ext cx="254450" cy="209600"/>
            </a:xfrm>
            <a:custGeom>
              <a:avLst/>
              <a:gdLst/>
              <a:ahLst/>
              <a:cxnLst/>
              <a:rect l="l" t="t" r="r" b="b"/>
              <a:pathLst>
                <a:path w="10178" h="8384" extrusionOk="0">
                  <a:moveTo>
                    <a:pt x="9489" y="1"/>
                  </a:moveTo>
                  <a:cubicBezTo>
                    <a:pt x="9460" y="1"/>
                    <a:pt x="9430" y="3"/>
                    <a:pt x="9398" y="7"/>
                  </a:cubicBezTo>
                  <a:cubicBezTo>
                    <a:pt x="5315" y="589"/>
                    <a:pt x="1324" y="4315"/>
                    <a:pt x="48" y="8144"/>
                  </a:cubicBezTo>
                  <a:cubicBezTo>
                    <a:pt x="1" y="8286"/>
                    <a:pt x="119" y="8384"/>
                    <a:pt x="239" y="8384"/>
                  </a:cubicBezTo>
                  <a:cubicBezTo>
                    <a:pt x="302" y="8384"/>
                    <a:pt x="366" y="8357"/>
                    <a:pt x="406" y="8294"/>
                  </a:cubicBezTo>
                  <a:cubicBezTo>
                    <a:pt x="1475" y="6637"/>
                    <a:pt x="2632" y="5068"/>
                    <a:pt x="4157" y="3799"/>
                  </a:cubicBezTo>
                  <a:cubicBezTo>
                    <a:pt x="5839" y="2399"/>
                    <a:pt x="7661" y="1727"/>
                    <a:pt x="9647" y="909"/>
                  </a:cubicBezTo>
                  <a:cubicBezTo>
                    <a:pt x="10177" y="691"/>
                    <a:pt x="10017" y="1"/>
                    <a:pt x="948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34"/>
            <p:cNvSpPr/>
            <p:nvPr/>
          </p:nvSpPr>
          <p:spPr>
            <a:xfrm>
              <a:off x="3026350" y="441550"/>
              <a:ext cx="247225" cy="201350"/>
            </a:xfrm>
            <a:custGeom>
              <a:avLst/>
              <a:gdLst/>
              <a:ahLst/>
              <a:cxnLst/>
              <a:rect l="l" t="t" r="r" b="b"/>
              <a:pathLst>
                <a:path w="9889" h="8054" extrusionOk="0">
                  <a:moveTo>
                    <a:pt x="9472" y="1"/>
                  </a:moveTo>
                  <a:cubicBezTo>
                    <a:pt x="9466" y="1"/>
                    <a:pt x="9460" y="1"/>
                    <a:pt x="9454" y="1"/>
                  </a:cubicBezTo>
                  <a:cubicBezTo>
                    <a:pt x="5735" y="204"/>
                    <a:pt x="1142" y="4281"/>
                    <a:pt x="59" y="7752"/>
                  </a:cubicBezTo>
                  <a:cubicBezTo>
                    <a:pt x="0" y="7941"/>
                    <a:pt x="141" y="8053"/>
                    <a:pt x="292" y="8053"/>
                  </a:cubicBezTo>
                  <a:cubicBezTo>
                    <a:pt x="375" y="8053"/>
                    <a:pt x="460" y="8019"/>
                    <a:pt x="517" y="7945"/>
                  </a:cubicBezTo>
                  <a:cubicBezTo>
                    <a:pt x="1756" y="6329"/>
                    <a:pt x="2771" y="4701"/>
                    <a:pt x="4382" y="3401"/>
                  </a:cubicBezTo>
                  <a:cubicBezTo>
                    <a:pt x="6005" y="2092"/>
                    <a:pt x="7844" y="1590"/>
                    <a:pt x="9618" y="609"/>
                  </a:cubicBezTo>
                  <a:cubicBezTo>
                    <a:pt x="9889" y="460"/>
                    <a:pt x="9783" y="1"/>
                    <a:pt x="94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34"/>
            <p:cNvSpPr/>
            <p:nvPr/>
          </p:nvSpPr>
          <p:spPr>
            <a:xfrm>
              <a:off x="3172850" y="661350"/>
              <a:ext cx="224850" cy="198300"/>
            </a:xfrm>
            <a:custGeom>
              <a:avLst/>
              <a:gdLst/>
              <a:ahLst/>
              <a:cxnLst/>
              <a:rect l="l" t="t" r="r" b="b"/>
              <a:pathLst>
                <a:path w="8994" h="7932" extrusionOk="0">
                  <a:moveTo>
                    <a:pt x="8456" y="0"/>
                  </a:moveTo>
                  <a:cubicBezTo>
                    <a:pt x="8425" y="0"/>
                    <a:pt x="8392" y="4"/>
                    <a:pt x="8358" y="11"/>
                  </a:cubicBezTo>
                  <a:cubicBezTo>
                    <a:pt x="5106" y="738"/>
                    <a:pt x="1076" y="4402"/>
                    <a:pt x="60" y="7579"/>
                  </a:cubicBezTo>
                  <a:cubicBezTo>
                    <a:pt x="1" y="7765"/>
                    <a:pt x="174" y="7931"/>
                    <a:pt x="343" y="7931"/>
                  </a:cubicBezTo>
                  <a:cubicBezTo>
                    <a:pt x="409" y="7931"/>
                    <a:pt x="474" y="7907"/>
                    <a:pt x="524" y="7849"/>
                  </a:cubicBezTo>
                  <a:cubicBezTo>
                    <a:pt x="1689" y="6518"/>
                    <a:pt x="2590" y="5030"/>
                    <a:pt x="3913" y="3818"/>
                  </a:cubicBezTo>
                  <a:cubicBezTo>
                    <a:pt x="5371" y="2483"/>
                    <a:pt x="7047" y="1783"/>
                    <a:pt x="8657" y="718"/>
                  </a:cubicBezTo>
                  <a:cubicBezTo>
                    <a:pt x="8993" y="494"/>
                    <a:pt x="8826" y="0"/>
                    <a:pt x="84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34"/>
            <p:cNvSpPr/>
            <p:nvPr/>
          </p:nvSpPr>
          <p:spPr>
            <a:xfrm>
              <a:off x="3219000" y="725650"/>
              <a:ext cx="226500" cy="215375"/>
            </a:xfrm>
            <a:custGeom>
              <a:avLst/>
              <a:gdLst/>
              <a:ahLst/>
              <a:cxnLst/>
              <a:rect l="l" t="t" r="r" b="b"/>
              <a:pathLst>
                <a:path w="9060" h="8615" extrusionOk="0">
                  <a:moveTo>
                    <a:pt x="8466" y="1"/>
                  </a:moveTo>
                  <a:cubicBezTo>
                    <a:pt x="8403" y="1"/>
                    <a:pt x="8336" y="16"/>
                    <a:pt x="8267" y="50"/>
                  </a:cubicBezTo>
                  <a:cubicBezTo>
                    <a:pt x="6348" y="1017"/>
                    <a:pt x="4571" y="2396"/>
                    <a:pt x="3025" y="3882"/>
                  </a:cubicBezTo>
                  <a:cubicBezTo>
                    <a:pt x="1836" y="5024"/>
                    <a:pt x="0" y="6568"/>
                    <a:pt x="62" y="8367"/>
                  </a:cubicBezTo>
                  <a:cubicBezTo>
                    <a:pt x="66" y="8507"/>
                    <a:pt x="206" y="8614"/>
                    <a:pt x="335" y="8614"/>
                  </a:cubicBezTo>
                  <a:cubicBezTo>
                    <a:pt x="409" y="8614"/>
                    <a:pt x="480" y="8578"/>
                    <a:pt x="518" y="8491"/>
                  </a:cubicBezTo>
                  <a:cubicBezTo>
                    <a:pt x="2016" y="5007"/>
                    <a:pt x="5594" y="2708"/>
                    <a:pt x="8679" y="755"/>
                  </a:cubicBezTo>
                  <a:cubicBezTo>
                    <a:pt x="9059" y="514"/>
                    <a:pt x="8832" y="1"/>
                    <a:pt x="84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34"/>
            <p:cNvSpPr/>
            <p:nvPr/>
          </p:nvSpPr>
          <p:spPr>
            <a:xfrm>
              <a:off x="2528200" y="658025"/>
              <a:ext cx="405900" cy="260600"/>
            </a:xfrm>
            <a:custGeom>
              <a:avLst/>
              <a:gdLst/>
              <a:ahLst/>
              <a:cxnLst/>
              <a:rect l="l" t="t" r="r" b="b"/>
              <a:pathLst>
                <a:path w="16236" h="10424" extrusionOk="0">
                  <a:moveTo>
                    <a:pt x="1382" y="2708"/>
                  </a:moveTo>
                  <a:cubicBezTo>
                    <a:pt x="2705" y="4465"/>
                    <a:pt x="4361" y="5818"/>
                    <a:pt x="5564" y="7549"/>
                  </a:cubicBezTo>
                  <a:cubicBezTo>
                    <a:pt x="5049" y="7000"/>
                    <a:pt x="4518" y="6467"/>
                    <a:pt x="3972" y="5947"/>
                  </a:cubicBezTo>
                  <a:cubicBezTo>
                    <a:pt x="3369" y="5370"/>
                    <a:pt x="2751" y="4825"/>
                    <a:pt x="2113" y="4299"/>
                  </a:cubicBezTo>
                  <a:cubicBezTo>
                    <a:pt x="2286" y="4264"/>
                    <a:pt x="2405" y="4031"/>
                    <a:pt x="2251" y="3877"/>
                  </a:cubicBezTo>
                  <a:cubicBezTo>
                    <a:pt x="1869" y="3498"/>
                    <a:pt x="1454" y="3168"/>
                    <a:pt x="1030" y="2840"/>
                  </a:cubicBezTo>
                  <a:lnTo>
                    <a:pt x="1382" y="2708"/>
                  </a:lnTo>
                  <a:close/>
                  <a:moveTo>
                    <a:pt x="9295" y="739"/>
                  </a:moveTo>
                  <a:cubicBezTo>
                    <a:pt x="10900" y="739"/>
                    <a:pt x="11714" y="2042"/>
                    <a:pt x="12738" y="3153"/>
                  </a:cubicBezTo>
                  <a:cubicBezTo>
                    <a:pt x="13607" y="4096"/>
                    <a:pt x="14464" y="5049"/>
                    <a:pt x="15310" y="6013"/>
                  </a:cubicBezTo>
                  <a:cubicBezTo>
                    <a:pt x="13936" y="6363"/>
                    <a:pt x="12589" y="6790"/>
                    <a:pt x="11275" y="7331"/>
                  </a:cubicBezTo>
                  <a:cubicBezTo>
                    <a:pt x="10703" y="7567"/>
                    <a:pt x="10139" y="7820"/>
                    <a:pt x="9583" y="8091"/>
                  </a:cubicBezTo>
                  <a:cubicBezTo>
                    <a:pt x="9104" y="8323"/>
                    <a:pt x="7997" y="9216"/>
                    <a:pt x="7494" y="9216"/>
                  </a:cubicBezTo>
                  <a:cubicBezTo>
                    <a:pt x="7280" y="9214"/>
                    <a:pt x="7087" y="9143"/>
                    <a:pt x="6911" y="9028"/>
                  </a:cubicBezTo>
                  <a:cubicBezTo>
                    <a:pt x="5976" y="6497"/>
                    <a:pt x="3660" y="4237"/>
                    <a:pt x="1564" y="2642"/>
                  </a:cubicBezTo>
                  <a:cubicBezTo>
                    <a:pt x="3992" y="1737"/>
                    <a:pt x="6804" y="749"/>
                    <a:pt x="9284" y="739"/>
                  </a:cubicBezTo>
                  <a:cubicBezTo>
                    <a:pt x="9288" y="739"/>
                    <a:pt x="9291" y="739"/>
                    <a:pt x="9295" y="739"/>
                  </a:cubicBezTo>
                  <a:close/>
                  <a:moveTo>
                    <a:pt x="9522" y="0"/>
                  </a:moveTo>
                  <a:cubicBezTo>
                    <a:pt x="8353" y="0"/>
                    <a:pt x="6970" y="475"/>
                    <a:pt x="5977" y="700"/>
                  </a:cubicBezTo>
                  <a:cubicBezTo>
                    <a:pt x="4041" y="1140"/>
                    <a:pt x="2155" y="1729"/>
                    <a:pt x="300" y="2432"/>
                  </a:cubicBezTo>
                  <a:cubicBezTo>
                    <a:pt x="25" y="2536"/>
                    <a:pt x="1" y="2846"/>
                    <a:pt x="223" y="3018"/>
                  </a:cubicBezTo>
                  <a:cubicBezTo>
                    <a:pt x="702" y="3388"/>
                    <a:pt x="1169" y="3763"/>
                    <a:pt x="1673" y="4093"/>
                  </a:cubicBezTo>
                  <a:cubicBezTo>
                    <a:pt x="3491" y="5760"/>
                    <a:pt x="5144" y="7550"/>
                    <a:pt x="6623" y="9541"/>
                  </a:cubicBezTo>
                  <a:cubicBezTo>
                    <a:pt x="6713" y="9781"/>
                    <a:pt x="6797" y="10028"/>
                    <a:pt x="6867" y="10287"/>
                  </a:cubicBezTo>
                  <a:cubicBezTo>
                    <a:pt x="6892" y="10382"/>
                    <a:pt x="6963" y="10423"/>
                    <a:pt x="7035" y="10423"/>
                  </a:cubicBezTo>
                  <a:cubicBezTo>
                    <a:pt x="7146" y="10423"/>
                    <a:pt x="7261" y="10329"/>
                    <a:pt x="7234" y="10186"/>
                  </a:cubicBezTo>
                  <a:cubicBezTo>
                    <a:pt x="7224" y="10130"/>
                    <a:pt x="7207" y="10076"/>
                    <a:pt x="7196" y="10021"/>
                  </a:cubicBezTo>
                  <a:cubicBezTo>
                    <a:pt x="7219" y="10016"/>
                    <a:pt x="7243" y="10009"/>
                    <a:pt x="7264" y="9998"/>
                  </a:cubicBezTo>
                  <a:cubicBezTo>
                    <a:pt x="9998" y="8390"/>
                    <a:pt x="12869" y="7216"/>
                    <a:pt x="15954" y="6481"/>
                  </a:cubicBezTo>
                  <a:cubicBezTo>
                    <a:pt x="16193" y="6424"/>
                    <a:pt x="16235" y="6133"/>
                    <a:pt x="16091" y="5967"/>
                  </a:cubicBezTo>
                  <a:cubicBezTo>
                    <a:pt x="14926" y="4637"/>
                    <a:pt x="13744" y="3322"/>
                    <a:pt x="12545" y="2023"/>
                  </a:cubicBezTo>
                  <a:cubicBezTo>
                    <a:pt x="11928" y="1357"/>
                    <a:pt x="11266" y="350"/>
                    <a:pt x="10341" y="98"/>
                  </a:cubicBezTo>
                  <a:cubicBezTo>
                    <a:pt x="10087" y="29"/>
                    <a:pt x="9811" y="0"/>
                    <a:pt x="95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34"/>
            <p:cNvSpPr/>
            <p:nvPr/>
          </p:nvSpPr>
          <p:spPr>
            <a:xfrm>
              <a:off x="2739725" y="878000"/>
              <a:ext cx="265375" cy="114400"/>
            </a:xfrm>
            <a:custGeom>
              <a:avLst/>
              <a:gdLst/>
              <a:ahLst/>
              <a:cxnLst/>
              <a:rect l="l" t="t" r="r" b="b"/>
              <a:pathLst>
                <a:path w="10615" h="4576" extrusionOk="0">
                  <a:moveTo>
                    <a:pt x="8807" y="0"/>
                  </a:moveTo>
                  <a:cubicBezTo>
                    <a:pt x="5620" y="0"/>
                    <a:pt x="1581" y="1966"/>
                    <a:pt x="54" y="4386"/>
                  </a:cubicBezTo>
                  <a:cubicBezTo>
                    <a:pt x="1" y="4471"/>
                    <a:pt x="79" y="4576"/>
                    <a:pt x="166" y="4576"/>
                  </a:cubicBezTo>
                  <a:cubicBezTo>
                    <a:pt x="186" y="4576"/>
                    <a:pt x="207" y="4570"/>
                    <a:pt x="226" y="4558"/>
                  </a:cubicBezTo>
                  <a:cubicBezTo>
                    <a:pt x="1875" y="3508"/>
                    <a:pt x="3258" y="2278"/>
                    <a:pt x="5131" y="1591"/>
                  </a:cubicBezTo>
                  <a:cubicBezTo>
                    <a:pt x="6861" y="957"/>
                    <a:pt x="8587" y="1026"/>
                    <a:pt x="10351" y="694"/>
                  </a:cubicBezTo>
                  <a:cubicBezTo>
                    <a:pt x="10615" y="644"/>
                    <a:pt x="10595" y="242"/>
                    <a:pt x="10351" y="180"/>
                  </a:cubicBezTo>
                  <a:cubicBezTo>
                    <a:pt x="9872" y="58"/>
                    <a:pt x="9352" y="0"/>
                    <a:pt x="88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34"/>
            <p:cNvSpPr/>
            <p:nvPr/>
          </p:nvSpPr>
          <p:spPr>
            <a:xfrm>
              <a:off x="2783475" y="946275"/>
              <a:ext cx="254775" cy="113000"/>
            </a:xfrm>
            <a:custGeom>
              <a:avLst/>
              <a:gdLst/>
              <a:ahLst/>
              <a:cxnLst/>
              <a:rect l="l" t="t" r="r" b="b"/>
              <a:pathLst>
                <a:path w="10191" h="4520" extrusionOk="0">
                  <a:moveTo>
                    <a:pt x="9024" y="1"/>
                  </a:moveTo>
                  <a:cubicBezTo>
                    <a:pt x="7296" y="1"/>
                    <a:pt x="5453" y="625"/>
                    <a:pt x="3919" y="1282"/>
                  </a:cubicBezTo>
                  <a:cubicBezTo>
                    <a:pt x="2789" y="1765"/>
                    <a:pt x="261" y="2658"/>
                    <a:pt x="23" y="4060"/>
                  </a:cubicBezTo>
                  <a:cubicBezTo>
                    <a:pt x="1" y="4188"/>
                    <a:pt x="41" y="4285"/>
                    <a:pt x="145" y="4359"/>
                  </a:cubicBezTo>
                  <a:lnTo>
                    <a:pt x="328" y="4490"/>
                  </a:lnTo>
                  <a:cubicBezTo>
                    <a:pt x="356" y="4510"/>
                    <a:pt x="386" y="4519"/>
                    <a:pt x="416" y="4519"/>
                  </a:cubicBezTo>
                  <a:cubicBezTo>
                    <a:pt x="528" y="4519"/>
                    <a:pt x="634" y="4397"/>
                    <a:pt x="599" y="4281"/>
                  </a:cubicBezTo>
                  <a:cubicBezTo>
                    <a:pt x="310" y="3333"/>
                    <a:pt x="4773" y="1735"/>
                    <a:pt x="5289" y="1569"/>
                  </a:cubicBezTo>
                  <a:cubicBezTo>
                    <a:pt x="6773" y="1093"/>
                    <a:pt x="8295" y="1027"/>
                    <a:pt x="9799" y="688"/>
                  </a:cubicBezTo>
                  <a:cubicBezTo>
                    <a:pt x="10190" y="600"/>
                    <a:pt x="10059" y="73"/>
                    <a:pt x="9711" y="36"/>
                  </a:cubicBezTo>
                  <a:cubicBezTo>
                    <a:pt x="9485" y="12"/>
                    <a:pt x="9255" y="1"/>
                    <a:pt x="902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34"/>
            <p:cNvSpPr/>
            <p:nvPr/>
          </p:nvSpPr>
          <p:spPr>
            <a:xfrm>
              <a:off x="2839925" y="1007825"/>
              <a:ext cx="259925" cy="117700"/>
            </a:xfrm>
            <a:custGeom>
              <a:avLst/>
              <a:gdLst/>
              <a:ahLst/>
              <a:cxnLst/>
              <a:rect l="l" t="t" r="r" b="b"/>
              <a:pathLst>
                <a:path w="10397" h="4708" extrusionOk="0">
                  <a:moveTo>
                    <a:pt x="9045" y="1"/>
                  </a:moveTo>
                  <a:cubicBezTo>
                    <a:pt x="5729" y="1"/>
                    <a:pt x="2019" y="2104"/>
                    <a:pt x="58" y="4551"/>
                  </a:cubicBezTo>
                  <a:cubicBezTo>
                    <a:pt x="0" y="4623"/>
                    <a:pt x="54" y="4707"/>
                    <a:pt x="124" y="4707"/>
                  </a:cubicBezTo>
                  <a:cubicBezTo>
                    <a:pt x="145" y="4707"/>
                    <a:pt x="167" y="4700"/>
                    <a:pt x="188" y="4683"/>
                  </a:cubicBezTo>
                  <a:cubicBezTo>
                    <a:pt x="1738" y="3418"/>
                    <a:pt x="3324" y="2289"/>
                    <a:pt x="5224" y="1613"/>
                  </a:cubicBezTo>
                  <a:cubicBezTo>
                    <a:pt x="6821" y="1047"/>
                    <a:pt x="8433" y="1014"/>
                    <a:pt x="10074" y="712"/>
                  </a:cubicBezTo>
                  <a:cubicBezTo>
                    <a:pt x="10385" y="655"/>
                    <a:pt x="10396" y="120"/>
                    <a:pt x="10074" y="73"/>
                  </a:cubicBezTo>
                  <a:cubicBezTo>
                    <a:pt x="9737" y="24"/>
                    <a:pt x="9393" y="1"/>
                    <a:pt x="90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5392349F-6037-46E2-9A6D-A0EAC96C5F35}"/>
              </a:ext>
            </a:extLst>
          </p:cNvPr>
          <p:cNvSpPr txBox="1"/>
          <p:nvPr/>
        </p:nvSpPr>
        <p:spPr>
          <a:xfrm>
            <a:off x="1307759" y="1769095"/>
            <a:ext cx="260130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200" dirty="0"/>
              <a:t>Inserting a node is also easy. Insertion uses trickle up, rather than trickle down.</a:t>
            </a:r>
          </a:p>
          <a:p>
            <a:pPr algn="just"/>
            <a:endParaRPr lang="en-US" sz="1200" dirty="0"/>
          </a:p>
          <a:p>
            <a:pPr algn="just"/>
            <a:r>
              <a:rPr lang="en-US" sz="1200" dirty="0"/>
              <a:t>Initially, the node to be inserted is placed in the first open position at the end of the array, increasing the array size by one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8A25463-DBC7-4ED3-8C2D-AE55E88FBB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9060" y="1451276"/>
            <a:ext cx="5074920" cy="2004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2112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4"/>
          <p:cNvSpPr txBox="1">
            <a:spLocks noGrp="1"/>
          </p:cNvSpPr>
          <p:nvPr>
            <p:ph type="title"/>
          </p:nvPr>
        </p:nvSpPr>
        <p:spPr>
          <a:xfrm>
            <a:off x="1307759" y="947437"/>
            <a:ext cx="2939511" cy="4372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u="sng" dirty="0"/>
              <a:t>Insertion</a:t>
            </a:r>
            <a:r>
              <a:rPr lang="en-US" sz="1400" b="1" dirty="0"/>
              <a:t>	</a:t>
            </a:r>
            <a:endParaRPr lang="en-US" sz="1400" b="1" dirty="0">
              <a:solidFill>
                <a:srgbClr val="C00000"/>
              </a:solidFill>
            </a:endParaRPr>
          </a:p>
        </p:txBody>
      </p:sp>
      <p:sp>
        <p:nvSpPr>
          <p:cNvPr id="234" name="Google Shape;234;p34"/>
          <p:cNvSpPr txBox="1">
            <a:spLocks noGrp="1"/>
          </p:cNvSpPr>
          <p:nvPr>
            <p:ph type="subTitle" idx="1"/>
          </p:nvPr>
        </p:nvSpPr>
        <p:spPr>
          <a:xfrm>
            <a:off x="1307759" y="531752"/>
            <a:ext cx="3439500" cy="53514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Heaps	</a:t>
            </a:r>
          </a:p>
        </p:txBody>
      </p:sp>
      <p:pic>
        <p:nvPicPr>
          <p:cNvPr id="235" name="Google Shape;235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695460">
            <a:off x="7765338" y="3361772"/>
            <a:ext cx="1241024" cy="1610463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grpSp>
        <p:nvGrpSpPr>
          <p:cNvPr id="236" name="Google Shape;236;p34"/>
          <p:cNvGrpSpPr/>
          <p:nvPr/>
        </p:nvGrpSpPr>
        <p:grpSpPr>
          <a:xfrm rot="790859">
            <a:off x="7973758" y="3964891"/>
            <a:ext cx="824184" cy="712067"/>
            <a:chOff x="2341425" y="238100"/>
            <a:chExt cx="1328900" cy="1148125"/>
          </a:xfrm>
        </p:grpSpPr>
        <p:sp>
          <p:nvSpPr>
            <p:cNvPr id="237" name="Google Shape;237;p34"/>
            <p:cNvSpPr/>
            <p:nvPr/>
          </p:nvSpPr>
          <p:spPr>
            <a:xfrm>
              <a:off x="2341425" y="238100"/>
              <a:ext cx="1328900" cy="1148125"/>
            </a:xfrm>
            <a:custGeom>
              <a:avLst/>
              <a:gdLst/>
              <a:ahLst/>
              <a:cxnLst/>
              <a:rect l="l" t="t" r="r" b="b"/>
              <a:pathLst>
                <a:path w="53156" h="45925" extrusionOk="0">
                  <a:moveTo>
                    <a:pt x="49853" y="24103"/>
                  </a:moveTo>
                  <a:cubicBezTo>
                    <a:pt x="50212" y="24609"/>
                    <a:pt x="50681" y="25003"/>
                    <a:pt x="51172" y="25380"/>
                  </a:cubicBezTo>
                  <a:cubicBezTo>
                    <a:pt x="48199" y="26540"/>
                    <a:pt x="45438" y="28144"/>
                    <a:pt x="42987" y="30206"/>
                  </a:cubicBezTo>
                  <a:cubicBezTo>
                    <a:pt x="41727" y="31264"/>
                    <a:pt x="40396" y="32510"/>
                    <a:pt x="39238" y="33887"/>
                  </a:cubicBezTo>
                  <a:cubicBezTo>
                    <a:pt x="39347" y="33688"/>
                    <a:pt x="39460" y="33491"/>
                    <a:pt x="39578" y="33301"/>
                  </a:cubicBezTo>
                  <a:cubicBezTo>
                    <a:pt x="40490" y="31831"/>
                    <a:pt x="41539" y="30449"/>
                    <a:pt x="42711" y="29176"/>
                  </a:cubicBezTo>
                  <a:cubicBezTo>
                    <a:pt x="44775" y="26932"/>
                    <a:pt x="47091" y="25229"/>
                    <a:pt x="49853" y="24103"/>
                  </a:cubicBezTo>
                  <a:close/>
                  <a:moveTo>
                    <a:pt x="35117" y="1053"/>
                  </a:moveTo>
                  <a:lnTo>
                    <a:pt x="35117" y="1053"/>
                  </a:lnTo>
                  <a:cubicBezTo>
                    <a:pt x="36710" y="1715"/>
                    <a:pt x="38294" y="4814"/>
                    <a:pt x="38992" y="5799"/>
                  </a:cubicBezTo>
                  <a:cubicBezTo>
                    <a:pt x="40312" y="7660"/>
                    <a:pt x="41633" y="9523"/>
                    <a:pt x="42954" y="11383"/>
                  </a:cubicBezTo>
                  <a:cubicBezTo>
                    <a:pt x="44182" y="13110"/>
                    <a:pt x="45421" y="14827"/>
                    <a:pt x="46633" y="16564"/>
                  </a:cubicBezTo>
                  <a:cubicBezTo>
                    <a:pt x="46650" y="16588"/>
                    <a:pt x="46667" y="16613"/>
                    <a:pt x="46685" y="16638"/>
                  </a:cubicBezTo>
                  <a:cubicBezTo>
                    <a:pt x="47623" y="18397"/>
                    <a:pt x="48600" y="20134"/>
                    <a:pt x="49618" y="21849"/>
                  </a:cubicBezTo>
                  <a:cubicBezTo>
                    <a:pt x="48693" y="22281"/>
                    <a:pt x="47744" y="23007"/>
                    <a:pt x="47214" y="23343"/>
                  </a:cubicBezTo>
                  <a:cubicBezTo>
                    <a:pt x="45320" y="24544"/>
                    <a:pt x="43587" y="25982"/>
                    <a:pt x="42057" y="27622"/>
                  </a:cubicBezTo>
                  <a:cubicBezTo>
                    <a:pt x="40592" y="29191"/>
                    <a:pt x="39304" y="30938"/>
                    <a:pt x="38281" y="32827"/>
                  </a:cubicBezTo>
                  <a:cubicBezTo>
                    <a:pt x="37877" y="33573"/>
                    <a:pt x="37271" y="34533"/>
                    <a:pt x="36981" y="35496"/>
                  </a:cubicBezTo>
                  <a:cubicBezTo>
                    <a:pt x="36328" y="34434"/>
                    <a:pt x="35635" y="33395"/>
                    <a:pt x="34953" y="32353"/>
                  </a:cubicBezTo>
                  <a:cubicBezTo>
                    <a:pt x="33450" y="30055"/>
                    <a:pt x="31915" y="27777"/>
                    <a:pt x="30347" y="25524"/>
                  </a:cubicBezTo>
                  <a:cubicBezTo>
                    <a:pt x="28841" y="23359"/>
                    <a:pt x="27306" y="21217"/>
                    <a:pt x="25741" y="19095"/>
                  </a:cubicBezTo>
                  <a:cubicBezTo>
                    <a:pt x="24508" y="17421"/>
                    <a:pt x="23256" y="15382"/>
                    <a:pt x="21757" y="13843"/>
                  </a:cubicBezTo>
                  <a:cubicBezTo>
                    <a:pt x="22758" y="10753"/>
                    <a:pt x="24747" y="8361"/>
                    <a:pt x="26903" y="5992"/>
                  </a:cubicBezTo>
                  <a:cubicBezTo>
                    <a:pt x="27357" y="5493"/>
                    <a:pt x="27826" y="4981"/>
                    <a:pt x="28315" y="4481"/>
                  </a:cubicBezTo>
                  <a:cubicBezTo>
                    <a:pt x="29626" y="3498"/>
                    <a:pt x="31045" y="2668"/>
                    <a:pt x="32551" y="2018"/>
                  </a:cubicBezTo>
                  <a:cubicBezTo>
                    <a:pt x="33121" y="1772"/>
                    <a:pt x="33780" y="1496"/>
                    <a:pt x="34476" y="1255"/>
                  </a:cubicBezTo>
                  <a:cubicBezTo>
                    <a:pt x="34702" y="1206"/>
                    <a:pt x="34932" y="1166"/>
                    <a:pt x="35161" y="1125"/>
                  </a:cubicBezTo>
                  <a:cubicBezTo>
                    <a:pt x="35147" y="1101"/>
                    <a:pt x="35132" y="1076"/>
                    <a:pt x="35117" y="1053"/>
                  </a:cubicBezTo>
                  <a:close/>
                  <a:moveTo>
                    <a:pt x="49886" y="22296"/>
                  </a:moveTo>
                  <a:cubicBezTo>
                    <a:pt x="50069" y="22601"/>
                    <a:pt x="50253" y="22905"/>
                    <a:pt x="50437" y="23208"/>
                  </a:cubicBezTo>
                  <a:cubicBezTo>
                    <a:pt x="50328" y="23239"/>
                    <a:pt x="50219" y="23270"/>
                    <a:pt x="50110" y="23305"/>
                  </a:cubicBezTo>
                  <a:cubicBezTo>
                    <a:pt x="50098" y="23304"/>
                    <a:pt x="50086" y="23303"/>
                    <a:pt x="50074" y="23303"/>
                  </a:cubicBezTo>
                  <a:cubicBezTo>
                    <a:pt x="49989" y="23303"/>
                    <a:pt x="49905" y="23334"/>
                    <a:pt x="49839" y="23390"/>
                  </a:cubicBezTo>
                  <a:cubicBezTo>
                    <a:pt x="46983" y="24343"/>
                    <a:pt x="44499" y="26352"/>
                    <a:pt x="42469" y="28520"/>
                  </a:cubicBezTo>
                  <a:cubicBezTo>
                    <a:pt x="40592" y="30525"/>
                    <a:pt x="38254" y="33305"/>
                    <a:pt x="37357" y="36095"/>
                  </a:cubicBezTo>
                  <a:cubicBezTo>
                    <a:pt x="37306" y="36011"/>
                    <a:pt x="37249" y="35923"/>
                    <a:pt x="37190" y="35830"/>
                  </a:cubicBezTo>
                  <a:cubicBezTo>
                    <a:pt x="37565" y="34416"/>
                    <a:pt x="38696" y="32821"/>
                    <a:pt x="39296" y="31878"/>
                  </a:cubicBezTo>
                  <a:cubicBezTo>
                    <a:pt x="40239" y="30393"/>
                    <a:pt x="41330" y="29005"/>
                    <a:pt x="42550" y="27739"/>
                  </a:cubicBezTo>
                  <a:cubicBezTo>
                    <a:pt x="43708" y="26537"/>
                    <a:pt x="44980" y="25451"/>
                    <a:pt x="46348" y="24494"/>
                  </a:cubicBezTo>
                  <a:cubicBezTo>
                    <a:pt x="47234" y="23875"/>
                    <a:pt x="48600" y="22828"/>
                    <a:pt x="49886" y="22296"/>
                  </a:cubicBezTo>
                  <a:close/>
                  <a:moveTo>
                    <a:pt x="20475" y="13918"/>
                  </a:moveTo>
                  <a:cubicBezTo>
                    <a:pt x="20720" y="13985"/>
                    <a:pt x="20968" y="14054"/>
                    <a:pt x="21218" y="14127"/>
                  </a:cubicBezTo>
                  <a:lnTo>
                    <a:pt x="21219" y="14127"/>
                  </a:lnTo>
                  <a:cubicBezTo>
                    <a:pt x="22265" y="15897"/>
                    <a:pt x="23782" y="17534"/>
                    <a:pt x="24979" y="19160"/>
                  </a:cubicBezTo>
                  <a:cubicBezTo>
                    <a:pt x="26409" y="21107"/>
                    <a:pt x="27816" y="23071"/>
                    <a:pt x="29199" y="25052"/>
                  </a:cubicBezTo>
                  <a:cubicBezTo>
                    <a:pt x="30581" y="27035"/>
                    <a:pt x="31937" y="29034"/>
                    <a:pt x="33269" y="31050"/>
                  </a:cubicBezTo>
                  <a:cubicBezTo>
                    <a:pt x="33874" y="31967"/>
                    <a:pt x="34473" y="32886"/>
                    <a:pt x="35069" y="33809"/>
                  </a:cubicBezTo>
                  <a:cubicBezTo>
                    <a:pt x="35425" y="34364"/>
                    <a:pt x="35780" y="34920"/>
                    <a:pt x="36133" y="35475"/>
                  </a:cubicBezTo>
                  <a:lnTo>
                    <a:pt x="36486" y="36032"/>
                  </a:lnTo>
                  <a:cubicBezTo>
                    <a:pt x="36496" y="36074"/>
                    <a:pt x="36508" y="36115"/>
                    <a:pt x="36522" y="36155"/>
                  </a:cubicBezTo>
                  <a:cubicBezTo>
                    <a:pt x="33879" y="32306"/>
                    <a:pt x="31050" y="28568"/>
                    <a:pt x="28325" y="24779"/>
                  </a:cubicBezTo>
                  <a:cubicBezTo>
                    <a:pt x="25722" y="21160"/>
                    <a:pt x="23203" y="17449"/>
                    <a:pt x="20475" y="13918"/>
                  </a:cubicBezTo>
                  <a:close/>
                  <a:moveTo>
                    <a:pt x="37953" y="37630"/>
                  </a:moveTo>
                  <a:cubicBezTo>
                    <a:pt x="37851" y="37834"/>
                    <a:pt x="37753" y="38038"/>
                    <a:pt x="37661" y="38245"/>
                  </a:cubicBezTo>
                  <a:cubicBezTo>
                    <a:pt x="37630" y="38236"/>
                    <a:pt x="37597" y="38231"/>
                    <a:pt x="37565" y="38231"/>
                  </a:cubicBezTo>
                  <a:cubicBezTo>
                    <a:pt x="37533" y="38231"/>
                    <a:pt x="37500" y="38236"/>
                    <a:pt x="37470" y="38245"/>
                  </a:cubicBezTo>
                  <a:cubicBezTo>
                    <a:pt x="37633" y="38041"/>
                    <a:pt x="37793" y="37835"/>
                    <a:pt x="37953" y="37630"/>
                  </a:cubicBezTo>
                  <a:close/>
                  <a:moveTo>
                    <a:pt x="36509" y="38717"/>
                  </a:moveTo>
                  <a:cubicBezTo>
                    <a:pt x="36518" y="38717"/>
                    <a:pt x="36527" y="38717"/>
                    <a:pt x="36536" y="38717"/>
                  </a:cubicBezTo>
                  <a:cubicBezTo>
                    <a:pt x="36609" y="38809"/>
                    <a:pt x="36720" y="38864"/>
                    <a:pt x="36837" y="38865"/>
                  </a:cubicBezTo>
                  <a:cubicBezTo>
                    <a:pt x="36596" y="38971"/>
                    <a:pt x="36282" y="39011"/>
                    <a:pt x="35935" y="39011"/>
                  </a:cubicBezTo>
                  <a:cubicBezTo>
                    <a:pt x="35451" y="39011"/>
                    <a:pt x="34904" y="38934"/>
                    <a:pt x="34409" y="38856"/>
                  </a:cubicBezTo>
                  <a:cubicBezTo>
                    <a:pt x="35105" y="38764"/>
                    <a:pt x="35807" y="38717"/>
                    <a:pt x="36509" y="38717"/>
                  </a:cubicBezTo>
                  <a:close/>
                  <a:moveTo>
                    <a:pt x="15183" y="13113"/>
                  </a:moveTo>
                  <a:cubicBezTo>
                    <a:pt x="16769" y="13113"/>
                    <a:pt x="18319" y="13366"/>
                    <a:pt x="19934" y="13775"/>
                  </a:cubicBezTo>
                  <a:cubicBezTo>
                    <a:pt x="22531" y="17699"/>
                    <a:pt x="25404" y="21460"/>
                    <a:pt x="28149" y="25276"/>
                  </a:cubicBezTo>
                  <a:cubicBezTo>
                    <a:pt x="30879" y="29073"/>
                    <a:pt x="33528" y="32953"/>
                    <a:pt x="36351" y="36684"/>
                  </a:cubicBezTo>
                  <a:cubicBezTo>
                    <a:pt x="34542" y="35843"/>
                    <a:pt x="32568" y="35460"/>
                    <a:pt x="30570" y="35460"/>
                  </a:cubicBezTo>
                  <a:cubicBezTo>
                    <a:pt x="26406" y="35460"/>
                    <a:pt x="22142" y="37123"/>
                    <a:pt x="19074" y="39757"/>
                  </a:cubicBezTo>
                  <a:cubicBezTo>
                    <a:pt x="13793" y="32214"/>
                    <a:pt x="8154" y="24943"/>
                    <a:pt x="2157" y="17945"/>
                  </a:cubicBezTo>
                  <a:lnTo>
                    <a:pt x="2159" y="17945"/>
                  </a:lnTo>
                  <a:cubicBezTo>
                    <a:pt x="5055" y="16227"/>
                    <a:pt x="8015" y="14530"/>
                    <a:pt x="11283" y="13642"/>
                  </a:cubicBezTo>
                  <a:cubicBezTo>
                    <a:pt x="12638" y="13273"/>
                    <a:pt x="13922" y="13113"/>
                    <a:pt x="15183" y="13113"/>
                  </a:cubicBezTo>
                  <a:close/>
                  <a:moveTo>
                    <a:pt x="2578" y="20435"/>
                  </a:moveTo>
                  <a:cubicBezTo>
                    <a:pt x="8168" y="27062"/>
                    <a:pt x="13443" y="33937"/>
                    <a:pt x="18402" y="41058"/>
                  </a:cubicBezTo>
                  <a:cubicBezTo>
                    <a:pt x="18543" y="41262"/>
                    <a:pt x="18758" y="41377"/>
                    <a:pt x="18977" y="41377"/>
                  </a:cubicBezTo>
                  <a:cubicBezTo>
                    <a:pt x="19133" y="41377"/>
                    <a:pt x="19292" y="41318"/>
                    <a:pt x="19427" y="41190"/>
                  </a:cubicBezTo>
                  <a:cubicBezTo>
                    <a:pt x="21632" y="39103"/>
                    <a:pt x="24333" y="37693"/>
                    <a:pt x="27314" y="37090"/>
                  </a:cubicBezTo>
                  <a:cubicBezTo>
                    <a:pt x="28284" y="36894"/>
                    <a:pt x="29226" y="36809"/>
                    <a:pt x="30154" y="36809"/>
                  </a:cubicBezTo>
                  <a:cubicBezTo>
                    <a:pt x="30890" y="36809"/>
                    <a:pt x="31618" y="36863"/>
                    <a:pt x="32345" y="36959"/>
                  </a:cubicBezTo>
                  <a:cubicBezTo>
                    <a:pt x="32139" y="36996"/>
                    <a:pt x="31934" y="37038"/>
                    <a:pt x="31726" y="37085"/>
                  </a:cubicBezTo>
                  <a:cubicBezTo>
                    <a:pt x="29702" y="37535"/>
                    <a:pt x="27672" y="38191"/>
                    <a:pt x="25741" y="38939"/>
                  </a:cubicBezTo>
                  <a:cubicBezTo>
                    <a:pt x="24060" y="39590"/>
                    <a:pt x="22425" y="40379"/>
                    <a:pt x="20975" y="41459"/>
                  </a:cubicBezTo>
                  <a:cubicBezTo>
                    <a:pt x="20335" y="41934"/>
                    <a:pt x="18892" y="42836"/>
                    <a:pt x="18616" y="43758"/>
                  </a:cubicBezTo>
                  <a:cubicBezTo>
                    <a:pt x="15797" y="39642"/>
                    <a:pt x="12269" y="35871"/>
                    <a:pt x="9131" y="31993"/>
                  </a:cubicBezTo>
                  <a:cubicBezTo>
                    <a:pt x="7537" y="30022"/>
                    <a:pt x="5941" y="28055"/>
                    <a:pt x="4343" y="26088"/>
                  </a:cubicBezTo>
                  <a:cubicBezTo>
                    <a:pt x="3509" y="25063"/>
                    <a:pt x="2360" y="24025"/>
                    <a:pt x="1726" y="22872"/>
                  </a:cubicBezTo>
                  <a:lnTo>
                    <a:pt x="1290" y="22336"/>
                  </a:lnTo>
                  <a:cubicBezTo>
                    <a:pt x="1365" y="21812"/>
                    <a:pt x="1612" y="21399"/>
                    <a:pt x="2027" y="21097"/>
                  </a:cubicBezTo>
                  <a:cubicBezTo>
                    <a:pt x="2191" y="20870"/>
                    <a:pt x="2390" y="20654"/>
                    <a:pt x="2578" y="20435"/>
                  </a:cubicBezTo>
                  <a:close/>
                  <a:moveTo>
                    <a:pt x="34214" y="37438"/>
                  </a:moveTo>
                  <a:cubicBezTo>
                    <a:pt x="34480" y="37438"/>
                    <a:pt x="34745" y="37450"/>
                    <a:pt x="35009" y="37476"/>
                  </a:cubicBezTo>
                  <a:cubicBezTo>
                    <a:pt x="35056" y="37488"/>
                    <a:pt x="35104" y="37502"/>
                    <a:pt x="35153" y="37514"/>
                  </a:cubicBezTo>
                  <a:cubicBezTo>
                    <a:pt x="32341" y="37733"/>
                    <a:pt x="29659" y="38637"/>
                    <a:pt x="27141" y="39965"/>
                  </a:cubicBezTo>
                  <a:cubicBezTo>
                    <a:pt x="25564" y="40797"/>
                    <a:pt x="24060" y="41771"/>
                    <a:pt x="22625" y="42823"/>
                  </a:cubicBezTo>
                  <a:cubicBezTo>
                    <a:pt x="22053" y="43241"/>
                    <a:pt x="21266" y="44080"/>
                    <a:pt x="20621" y="44360"/>
                  </a:cubicBezTo>
                  <a:cubicBezTo>
                    <a:pt x="20405" y="44454"/>
                    <a:pt x="20198" y="44493"/>
                    <a:pt x="19997" y="44493"/>
                  </a:cubicBezTo>
                  <a:cubicBezTo>
                    <a:pt x="19802" y="44493"/>
                    <a:pt x="19613" y="44456"/>
                    <a:pt x="19427" y="44400"/>
                  </a:cubicBezTo>
                  <a:cubicBezTo>
                    <a:pt x="19434" y="44391"/>
                    <a:pt x="19440" y="44386"/>
                    <a:pt x="19448" y="44377"/>
                  </a:cubicBezTo>
                  <a:cubicBezTo>
                    <a:pt x="19593" y="44198"/>
                    <a:pt x="19599" y="43995"/>
                    <a:pt x="19448" y="43814"/>
                  </a:cubicBezTo>
                  <a:lnTo>
                    <a:pt x="19430" y="43792"/>
                  </a:lnTo>
                  <a:cubicBezTo>
                    <a:pt x="19697" y="43721"/>
                    <a:pt x="19911" y="43553"/>
                    <a:pt x="20074" y="43287"/>
                  </a:cubicBezTo>
                  <a:cubicBezTo>
                    <a:pt x="20320" y="43038"/>
                    <a:pt x="20576" y="42801"/>
                    <a:pt x="20843" y="42573"/>
                  </a:cubicBezTo>
                  <a:cubicBezTo>
                    <a:pt x="21485" y="42027"/>
                    <a:pt x="22180" y="41552"/>
                    <a:pt x="22907" y="41126"/>
                  </a:cubicBezTo>
                  <a:cubicBezTo>
                    <a:pt x="24188" y="40374"/>
                    <a:pt x="25559" y="39793"/>
                    <a:pt x="26955" y="39291"/>
                  </a:cubicBezTo>
                  <a:cubicBezTo>
                    <a:pt x="29199" y="38484"/>
                    <a:pt x="31750" y="37438"/>
                    <a:pt x="34214" y="37438"/>
                  </a:cubicBezTo>
                  <a:close/>
                  <a:moveTo>
                    <a:pt x="34842" y="0"/>
                  </a:moveTo>
                  <a:cubicBezTo>
                    <a:pt x="34343" y="0"/>
                    <a:pt x="33867" y="188"/>
                    <a:pt x="33507" y="630"/>
                  </a:cubicBezTo>
                  <a:cubicBezTo>
                    <a:pt x="31447" y="1151"/>
                    <a:pt x="29512" y="2015"/>
                    <a:pt x="27862" y="3526"/>
                  </a:cubicBezTo>
                  <a:cubicBezTo>
                    <a:pt x="27217" y="4115"/>
                    <a:pt x="26496" y="4800"/>
                    <a:pt x="25773" y="5555"/>
                  </a:cubicBezTo>
                  <a:cubicBezTo>
                    <a:pt x="23620" y="7604"/>
                    <a:pt x="21769" y="10148"/>
                    <a:pt x="20875" y="12916"/>
                  </a:cubicBezTo>
                  <a:cubicBezTo>
                    <a:pt x="19359" y="12052"/>
                    <a:pt x="17538" y="11727"/>
                    <a:pt x="15721" y="11727"/>
                  </a:cubicBezTo>
                  <a:cubicBezTo>
                    <a:pt x="14356" y="11727"/>
                    <a:pt x="12994" y="11911"/>
                    <a:pt x="11766" y="12185"/>
                  </a:cubicBezTo>
                  <a:cubicBezTo>
                    <a:pt x="7819" y="13067"/>
                    <a:pt x="4277" y="15176"/>
                    <a:pt x="838" y="17217"/>
                  </a:cubicBezTo>
                  <a:cubicBezTo>
                    <a:pt x="458" y="17444"/>
                    <a:pt x="436" y="17923"/>
                    <a:pt x="707" y="18237"/>
                  </a:cubicBezTo>
                  <a:cubicBezTo>
                    <a:pt x="1244" y="18859"/>
                    <a:pt x="1774" y="19488"/>
                    <a:pt x="2305" y="20116"/>
                  </a:cubicBezTo>
                  <a:cubicBezTo>
                    <a:pt x="1441" y="20484"/>
                    <a:pt x="862" y="21064"/>
                    <a:pt x="197" y="21811"/>
                  </a:cubicBezTo>
                  <a:cubicBezTo>
                    <a:pt x="77" y="21947"/>
                    <a:pt x="0" y="22200"/>
                    <a:pt x="127" y="22363"/>
                  </a:cubicBezTo>
                  <a:cubicBezTo>
                    <a:pt x="2951" y="26054"/>
                    <a:pt x="5928" y="29634"/>
                    <a:pt x="8843" y="33254"/>
                  </a:cubicBezTo>
                  <a:cubicBezTo>
                    <a:pt x="11749" y="36861"/>
                    <a:pt x="14485" y="40794"/>
                    <a:pt x="17652" y="44182"/>
                  </a:cubicBezTo>
                  <a:cubicBezTo>
                    <a:pt x="17664" y="44208"/>
                    <a:pt x="17679" y="44232"/>
                    <a:pt x="17699" y="44255"/>
                  </a:cubicBezTo>
                  <a:cubicBezTo>
                    <a:pt x="18282" y="44908"/>
                    <a:pt x="19219" y="45924"/>
                    <a:pt x="20167" y="45924"/>
                  </a:cubicBezTo>
                  <a:cubicBezTo>
                    <a:pt x="20277" y="45924"/>
                    <a:pt x="20387" y="45910"/>
                    <a:pt x="20497" y="45881"/>
                  </a:cubicBezTo>
                  <a:cubicBezTo>
                    <a:pt x="21148" y="45708"/>
                    <a:pt x="21757" y="44978"/>
                    <a:pt x="22286" y="44585"/>
                  </a:cubicBezTo>
                  <a:cubicBezTo>
                    <a:pt x="23162" y="43935"/>
                    <a:pt x="24053" y="43304"/>
                    <a:pt x="24965" y="42705"/>
                  </a:cubicBezTo>
                  <a:cubicBezTo>
                    <a:pt x="27366" y="41130"/>
                    <a:pt x="29934" y="39829"/>
                    <a:pt x="32678" y="39174"/>
                  </a:cubicBezTo>
                  <a:cubicBezTo>
                    <a:pt x="32752" y="39177"/>
                    <a:pt x="32826" y="39174"/>
                    <a:pt x="32900" y="39178"/>
                  </a:cubicBezTo>
                  <a:cubicBezTo>
                    <a:pt x="34054" y="39233"/>
                    <a:pt x="35153" y="39648"/>
                    <a:pt x="36288" y="39715"/>
                  </a:cubicBezTo>
                  <a:cubicBezTo>
                    <a:pt x="36337" y="39718"/>
                    <a:pt x="36385" y="39720"/>
                    <a:pt x="36433" y="39720"/>
                  </a:cubicBezTo>
                  <a:cubicBezTo>
                    <a:pt x="37209" y="39720"/>
                    <a:pt x="37750" y="39337"/>
                    <a:pt x="37827" y="38540"/>
                  </a:cubicBezTo>
                  <a:cubicBezTo>
                    <a:pt x="39593" y="36201"/>
                    <a:pt x="41115" y="33792"/>
                    <a:pt x="43273" y="31744"/>
                  </a:cubicBezTo>
                  <a:cubicBezTo>
                    <a:pt x="44449" y="30626"/>
                    <a:pt x="45716" y="29608"/>
                    <a:pt x="47060" y="28698"/>
                  </a:cubicBezTo>
                  <a:cubicBezTo>
                    <a:pt x="47079" y="28686"/>
                    <a:pt x="47099" y="28675"/>
                    <a:pt x="47118" y="28662"/>
                  </a:cubicBezTo>
                  <a:cubicBezTo>
                    <a:pt x="48826" y="27633"/>
                    <a:pt x="50637" y="26785"/>
                    <a:pt x="52524" y="26133"/>
                  </a:cubicBezTo>
                  <a:cubicBezTo>
                    <a:pt x="52902" y="26003"/>
                    <a:pt x="53156" y="25447"/>
                    <a:pt x="52785" y="25145"/>
                  </a:cubicBezTo>
                  <a:cubicBezTo>
                    <a:pt x="52171" y="24648"/>
                    <a:pt x="51613" y="24099"/>
                    <a:pt x="50959" y="23696"/>
                  </a:cubicBezTo>
                  <a:cubicBezTo>
                    <a:pt x="51006" y="23680"/>
                    <a:pt x="51050" y="23660"/>
                    <a:pt x="51097" y="23645"/>
                  </a:cubicBezTo>
                  <a:cubicBezTo>
                    <a:pt x="51251" y="23594"/>
                    <a:pt x="51309" y="23468"/>
                    <a:pt x="51300" y="23347"/>
                  </a:cubicBezTo>
                  <a:cubicBezTo>
                    <a:pt x="51345" y="23292"/>
                    <a:pt x="51376" y="23227"/>
                    <a:pt x="51391" y="23158"/>
                  </a:cubicBezTo>
                  <a:cubicBezTo>
                    <a:pt x="51657" y="23086"/>
                    <a:pt x="51868" y="22805"/>
                    <a:pt x="51676" y="22507"/>
                  </a:cubicBezTo>
                  <a:cubicBezTo>
                    <a:pt x="51561" y="22326"/>
                    <a:pt x="51447" y="22144"/>
                    <a:pt x="51333" y="21962"/>
                  </a:cubicBezTo>
                  <a:cubicBezTo>
                    <a:pt x="51345" y="21962"/>
                    <a:pt x="51359" y="21961"/>
                    <a:pt x="51371" y="21961"/>
                  </a:cubicBezTo>
                  <a:cubicBezTo>
                    <a:pt x="51374" y="21961"/>
                    <a:pt x="51377" y="21961"/>
                    <a:pt x="51379" y="21961"/>
                  </a:cubicBezTo>
                  <a:cubicBezTo>
                    <a:pt x="51539" y="21961"/>
                    <a:pt x="51585" y="21737"/>
                    <a:pt x="51453" y="21658"/>
                  </a:cubicBezTo>
                  <a:cubicBezTo>
                    <a:pt x="51333" y="21585"/>
                    <a:pt x="51198" y="21544"/>
                    <a:pt x="51056" y="21524"/>
                  </a:cubicBezTo>
                  <a:cubicBezTo>
                    <a:pt x="50796" y="21108"/>
                    <a:pt x="50546" y="20689"/>
                    <a:pt x="50290" y="20269"/>
                  </a:cubicBezTo>
                  <a:cubicBezTo>
                    <a:pt x="50030" y="19581"/>
                    <a:pt x="49589" y="18953"/>
                    <a:pt x="49191" y="18312"/>
                  </a:cubicBezTo>
                  <a:cubicBezTo>
                    <a:pt x="48421" y="17077"/>
                    <a:pt x="47572" y="15893"/>
                    <a:pt x="46728" y="14709"/>
                  </a:cubicBezTo>
                  <a:cubicBezTo>
                    <a:pt x="45005" y="12292"/>
                    <a:pt x="43280" y="9876"/>
                    <a:pt x="41551" y="7464"/>
                  </a:cubicBezTo>
                  <a:cubicBezTo>
                    <a:pt x="40019" y="5325"/>
                    <a:pt x="38618" y="2783"/>
                    <a:pt x="36781" y="897"/>
                  </a:cubicBezTo>
                  <a:cubicBezTo>
                    <a:pt x="36255" y="356"/>
                    <a:pt x="35527" y="0"/>
                    <a:pt x="348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34"/>
            <p:cNvSpPr/>
            <p:nvPr/>
          </p:nvSpPr>
          <p:spPr>
            <a:xfrm>
              <a:off x="2990175" y="381350"/>
              <a:ext cx="254450" cy="209600"/>
            </a:xfrm>
            <a:custGeom>
              <a:avLst/>
              <a:gdLst/>
              <a:ahLst/>
              <a:cxnLst/>
              <a:rect l="l" t="t" r="r" b="b"/>
              <a:pathLst>
                <a:path w="10178" h="8384" extrusionOk="0">
                  <a:moveTo>
                    <a:pt x="9489" y="1"/>
                  </a:moveTo>
                  <a:cubicBezTo>
                    <a:pt x="9460" y="1"/>
                    <a:pt x="9430" y="3"/>
                    <a:pt x="9398" y="7"/>
                  </a:cubicBezTo>
                  <a:cubicBezTo>
                    <a:pt x="5315" y="589"/>
                    <a:pt x="1324" y="4315"/>
                    <a:pt x="48" y="8144"/>
                  </a:cubicBezTo>
                  <a:cubicBezTo>
                    <a:pt x="1" y="8286"/>
                    <a:pt x="119" y="8384"/>
                    <a:pt x="239" y="8384"/>
                  </a:cubicBezTo>
                  <a:cubicBezTo>
                    <a:pt x="302" y="8384"/>
                    <a:pt x="366" y="8357"/>
                    <a:pt x="406" y="8294"/>
                  </a:cubicBezTo>
                  <a:cubicBezTo>
                    <a:pt x="1475" y="6637"/>
                    <a:pt x="2632" y="5068"/>
                    <a:pt x="4157" y="3799"/>
                  </a:cubicBezTo>
                  <a:cubicBezTo>
                    <a:pt x="5839" y="2399"/>
                    <a:pt x="7661" y="1727"/>
                    <a:pt x="9647" y="909"/>
                  </a:cubicBezTo>
                  <a:cubicBezTo>
                    <a:pt x="10177" y="691"/>
                    <a:pt x="10017" y="1"/>
                    <a:pt x="948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34"/>
            <p:cNvSpPr/>
            <p:nvPr/>
          </p:nvSpPr>
          <p:spPr>
            <a:xfrm>
              <a:off x="3026350" y="441550"/>
              <a:ext cx="247225" cy="201350"/>
            </a:xfrm>
            <a:custGeom>
              <a:avLst/>
              <a:gdLst/>
              <a:ahLst/>
              <a:cxnLst/>
              <a:rect l="l" t="t" r="r" b="b"/>
              <a:pathLst>
                <a:path w="9889" h="8054" extrusionOk="0">
                  <a:moveTo>
                    <a:pt x="9472" y="1"/>
                  </a:moveTo>
                  <a:cubicBezTo>
                    <a:pt x="9466" y="1"/>
                    <a:pt x="9460" y="1"/>
                    <a:pt x="9454" y="1"/>
                  </a:cubicBezTo>
                  <a:cubicBezTo>
                    <a:pt x="5735" y="204"/>
                    <a:pt x="1142" y="4281"/>
                    <a:pt x="59" y="7752"/>
                  </a:cubicBezTo>
                  <a:cubicBezTo>
                    <a:pt x="0" y="7941"/>
                    <a:pt x="141" y="8053"/>
                    <a:pt x="292" y="8053"/>
                  </a:cubicBezTo>
                  <a:cubicBezTo>
                    <a:pt x="375" y="8053"/>
                    <a:pt x="460" y="8019"/>
                    <a:pt x="517" y="7945"/>
                  </a:cubicBezTo>
                  <a:cubicBezTo>
                    <a:pt x="1756" y="6329"/>
                    <a:pt x="2771" y="4701"/>
                    <a:pt x="4382" y="3401"/>
                  </a:cubicBezTo>
                  <a:cubicBezTo>
                    <a:pt x="6005" y="2092"/>
                    <a:pt x="7844" y="1590"/>
                    <a:pt x="9618" y="609"/>
                  </a:cubicBezTo>
                  <a:cubicBezTo>
                    <a:pt x="9889" y="460"/>
                    <a:pt x="9783" y="1"/>
                    <a:pt x="94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34"/>
            <p:cNvSpPr/>
            <p:nvPr/>
          </p:nvSpPr>
          <p:spPr>
            <a:xfrm>
              <a:off x="3172850" y="661350"/>
              <a:ext cx="224850" cy="198300"/>
            </a:xfrm>
            <a:custGeom>
              <a:avLst/>
              <a:gdLst/>
              <a:ahLst/>
              <a:cxnLst/>
              <a:rect l="l" t="t" r="r" b="b"/>
              <a:pathLst>
                <a:path w="8994" h="7932" extrusionOk="0">
                  <a:moveTo>
                    <a:pt x="8456" y="0"/>
                  </a:moveTo>
                  <a:cubicBezTo>
                    <a:pt x="8425" y="0"/>
                    <a:pt x="8392" y="4"/>
                    <a:pt x="8358" y="11"/>
                  </a:cubicBezTo>
                  <a:cubicBezTo>
                    <a:pt x="5106" y="738"/>
                    <a:pt x="1076" y="4402"/>
                    <a:pt x="60" y="7579"/>
                  </a:cubicBezTo>
                  <a:cubicBezTo>
                    <a:pt x="1" y="7765"/>
                    <a:pt x="174" y="7931"/>
                    <a:pt x="343" y="7931"/>
                  </a:cubicBezTo>
                  <a:cubicBezTo>
                    <a:pt x="409" y="7931"/>
                    <a:pt x="474" y="7907"/>
                    <a:pt x="524" y="7849"/>
                  </a:cubicBezTo>
                  <a:cubicBezTo>
                    <a:pt x="1689" y="6518"/>
                    <a:pt x="2590" y="5030"/>
                    <a:pt x="3913" y="3818"/>
                  </a:cubicBezTo>
                  <a:cubicBezTo>
                    <a:pt x="5371" y="2483"/>
                    <a:pt x="7047" y="1783"/>
                    <a:pt x="8657" y="718"/>
                  </a:cubicBezTo>
                  <a:cubicBezTo>
                    <a:pt x="8993" y="494"/>
                    <a:pt x="8826" y="0"/>
                    <a:pt x="84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34"/>
            <p:cNvSpPr/>
            <p:nvPr/>
          </p:nvSpPr>
          <p:spPr>
            <a:xfrm>
              <a:off x="3219000" y="725650"/>
              <a:ext cx="226500" cy="215375"/>
            </a:xfrm>
            <a:custGeom>
              <a:avLst/>
              <a:gdLst/>
              <a:ahLst/>
              <a:cxnLst/>
              <a:rect l="l" t="t" r="r" b="b"/>
              <a:pathLst>
                <a:path w="9060" h="8615" extrusionOk="0">
                  <a:moveTo>
                    <a:pt x="8466" y="1"/>
                  </a:moveTo>
                  <a:cubicBezTo>
                    <a:pt x="8403" y="1"/>
                    <a:pt x="8336" y="16"/>
                    <a:pt x="8267" y="50"/>
                  </a:cubicBezTo>
                  <a:cubicBezTo>
                    <a:pt x="6348" y="1017"/>
                    <a:pt x="4571" y="2396"/>
                    <a:pt x="3025" y="3882"/>
                  </a:cubicBezTo>
                  <a:cubicBezTo>
                    <a:pt x="1836" y="5024"/>
                    <a:pt x="0" y="6568"/>
                    <a:pt x="62" y="8367"/>
                  </a:cubicBezTo>
                  <a:cubicBezTo>
                    <a:pt x="66" y="8507"/>
                    <a:pt x="206" y="8614"/>
                    <a:pt x="335" y="8614"/>
                  </a:cubicBezTo>
                  <a:cubicBezTo>
                    <a:pt x="409" y="8614"/>
                    <a:pt x="480" y="8578"/>
                    <a:pt x="518" y="8491"/>
                  </a:cubicBezTo>
                  <a:cubicBezTo>
                    <a:pt x="2016" y="5007"/>
                    <a:pt x="5594" y="2708"/>
                    <a:pt x="8679" y="755"/>
                  </a:cubicBezTo>
                  <a:cubicBezTo>
                    <a:pt x="9059" y="514"/>
                    <a:pt x="8832" y="1"/>
                    <a:pt x="84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34"/>
            <p:cNvSpPr/>
            <p:nvPr/>
          </p:nvSpPr>
          <p:spPr>
            <a:xfrm>
              <a:off x="2528200" y="658025"/>
              <a:ext cx="405900" cy="260600"/>
            </a:xfrm>
            <a:custGeom>
              <a:avLst/>
              <a:gdLst/>
              <a:ahLst/>
              <a:cxnLst/>
              <a:rect l="l" t="t" r="r" b="b"/>
              <a:pathLst>
                <a:path w="16236" h="10424" extrusionOk="0">
                  <a:moveTo>
                    <a:pt x="1382" y="2708"/>
                  </a:moveTo>
                  <a:cubicBezTo>
                    <a:pt x="2705" y="4465"/>
                    <a:pt x="4361" y="5818"/>
                    <a:pt x="5564" y="7549"/>
                  </a:cubicBezTo>
                  <a:cubicBezTo>
                    <a:pt x="5049" y="7000"/>
                    <a:pt x="4518" y="6467"/>
                    <a:pt x="3972" y="5947"/>
                  </a:cubicBezTo>
                  <a:cubicBezTo>
                    <a:pt x="3369" y="5370"/>
                    <a:pt x="2751" y="4825"/>
                    <a:pt x="2113" y="4299"/>
                  </a:cubicBezTo>
                  <a:cubicBezTo>
                    <a:pt x="2286" y="4264"/>
                    <a:pt x="2405" y="4031"/>
                    <a:pt x="2251" y="3877"/>
                  </a:cubicBezTo>
                  <a:cubicBezTo>
                    <a:pt x="1869" y="3498"/>
                    <a:pt x="1454" y="3168"/>
                    <a:pt x="1030" y="2840"/>
                  </a:cubicBezTo>
                  <a:lnTo>
                    <a:pt x="1382" y="2708"/>
                  </a:lnTo>
                  <a:close/>
                  <a:moveTo>
                    <a:pt x="9295" y="739"/>
                  </a:moveTo>
                  <a:cubicBezTo>
                    <a:pt x="10900" y="739"/>
                    <a:pt x="11714" y="2042"/>
                    <a:pt x="12738" y="3153"/>
                  </a:cubicBezTo>
                  <a:cubicBezTo>
                    <a:pt x="13607" y="4096"/>
                    <a:pt x="14464" y="5049"/>
                    <a:pt x="15310" y="6013"/>
                  </a:cubicBezTo>
                  <a:cubicBezTo>
                    <a:pt x="13936" y="6363"/>
                    <a:pt x="12589" y="6790"/>
                    <a:pt x="11275" y="7331"/>
                  </a:cubicBezTo>
                  <a:cubicBezTo>
                    <a:pt x="10703" y="7567"/>
                    <a:pt x="10139" y="7820"/>
                    <a:pt x="9583" y="8091"/>
                  </a:cubicBezTo>
                  <a:cubicBezTo>
                    <a:pt x="9104" y="8323"/>
                    <a:pt x="7997" y="9216"/>
                    <a:pt x="7494" y="9216"/>
                  </a:cubicBezTo>
                  <a:cubicBezTo>
                    <a:pt x="7280" y="9214"/>
                    <a:pt x="7087" y="9143"/>
                    <a:pt x="6911" y="9028"/>
                  </a:cubicBezTo>
                  <a:cubicBezTo>
                    <a:pt x="5976" y="6497"/>
                    <a:pt x="3660" y="4237"/>
                    <a:pt x="1564" y="2642"/>
                  </a:cubicBezTo>
                  <a:cubicBezTo>
                    <a:pt x="3992" y="1737"/>
                    <a:pt x="6804" y="749"/>
                    <a:pt x="9284" y="739"/>
                  </a:cubicBezTo>
                  <a:cubicBezTo>
                    <a:pt x="9288" y="739"/>
                    <a:pt x="9291" y="739"/>
                    <a:pt x="9295" y="739"/>
                  </a:cubicBezTo>
                  <a:close/>
                  <a:moveTo>
                    <a:pt x="9522" y="0"/>
                  </a:moveTo>
                  <a:cubicBezTo>
                    <a:pt x="8353" y="0"/>
                    <a:pt x="6970" y="475"/>
                    <a:pt x="5977" y="700"/>
                  </a:cubicBezTo>
                  <a:cubicBezTo>
                    <a:pt x="4041" y="1140"/>
                    <a:pt x="2155" y="1729"/>
                    <a:pt x="300" y="2432"/>
                  </a:cubicBezTo>
                  <a:cubicBezTo>
                    <a:pt x="25" y="2536"/>
                    <a:pt x="1" y="2846"/>
                    <a:pt x="223" y="3018"/>
                  </a:cubicBezTo>
                  <a:cubicBezTo>
                    <a:pt x="702" y="3388"/>
                    <a:pt x="1169" y="3763"/>
                    <a:pt x="1673" y="4093"/>
                  </a:cubicBezTo>
                  <a:cubicBezTo>
                    <a:pt x="3491" y="5760"/>
                    <a:pt x="5144" y="7550"/>
                    <a:pt x="6623" y="9541"/>
                  </a:cubicBezTo>
                  <a:cubicBezTo>
                    <a:pt x="6713" y="9781"/>
                    <a:pt x="6797" y="10028"/>
                    <a:pt x="6867" y="10287"/>
                  </a:cubicBezTo>
                  <a:cubicBezTo>
                    <a:pt x="6892" y="10382"/>
                    <a:pt x="6963" y="10423"/>
                    <a:pt x="7035" y="10423"/>
                  </a:cubicBezTo>
                  <a:cubicBezTo>
                    <a:pt x="7146" y="10423"/>
                    <a:pt x="7261" y="10329"/>
                    <a:pt x="7234" y="10186"/>
                  </a:cubicBezTo>
                  <a:cubicBezTo>
                    <a:pt x="7224" y="10130"/>
                    <a:pt x="7207" y="10076"/>
                    <a:pt x="7196" y="10021"/>
                  </a:cubicBezTo>
                  <a:cubicBezTo>
                    <a:pt x="7219" y="10016"/>
                    <a:pt x="7243" y="10009"/>
                    <a:pt x="7264" y="9998"/>
                  </a:cubicBezTo>
                  <a:cubicBezTo>
                    <a:pt x="9998" y="8390"/>
                    <a:pt x="12869" y="7216"/>
                    <a:pt x="15954" y="6481"/>
                  </a:cubicBezTo>
                  <a:cubicBezTo>
                    <a:pt x="16193" y="6424"/>
                    <a:pt x="16235" y="6133"/>
                    <a:pt x="16091" y="5967"/>
                  </a:cubicBezTo>
                  <a:cubicBezTo>
                    <a:pt x="14926" y="4637"/>
                    <a:pt x="13744" y="3322"/>
                    <a:pt x="12545" y="2023"/>
                  </a:cubicBezTo>
                  <a:cubicBezTo>
                    <a:pt x="11928" y="1357"/>
                    <a:pt x="11266" y="350"/>
                    <a:pt x="10341" y="98"/>
                  </a:cubicBezTo>
                  <a:cubicBezTo>
                    <a:pt x="10087" y="29"/>
                    <a:pt x="9811" y="0"/>
                    <a:pt x="95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34"/>
            <p:cNvSpPr/>
            <p:nvPr/>
          </p:nvSpPr>
          <p:spPr>
            <a:xfrm>
              <a:off x="2739725" y="878000"/>
              <a:ext cx="265375" cy="114400"/>
            </a:xfrm>
            <a:custGeom>
              <a:avLst/>
              <a:gdLst/>
              <a:ahLst/>
              <a:cxnLst/>
              <a:rect l="l" t="t" r="r" b="b"/>
              <a:pathLst>
                <a:path w="10615" h="4576" extrusionOk="0">
                  <a:moveTo>
                    <a:pt x="8807" y="0"/>
                  </a:moveTo>
                  <a:cubicBezTo>
                    <a:pt x="5620" y="0"/>
                    <a:pt x="1581" y="1966"/>
                    <a:pt x="54" y="4386"/>
                  </a:cubicBezTo>
                  <a:cubicBezTo>
                    <a:pt x="1" y="4471"/>
                    <a:pt x="79" y="4576"/>
                    <a:pt x="166" y="4576"/>
                  </a:cubicBezTo>
                  <a:cubicBezTo>
                    <a:pt x="186" y="4576"/>
                    <a:pt x="207" y="4570"/>
                    <a:pt x="226" y="4558"/>
                  </a:cubicBezTo>
                  <a:cubicBezTo>
                    <a:pt x="1875" y="3508"/>
                    <a:pt x="3258" y="2278"/>
                    <a:pt x="5131" y="1591"/>
                  </a:cubicBezTo>
                  <a:cubicBezTo>
                    <a:pt x="6861" y="957"/>
                    <a:pt x="8587" y="1026"/>
                    <a:pt x="10351" y="694"/>
                  </a:cubicBezTo>
                  <a:cubicBezTo>
                    <a:pt x="10615" y="644"/>
                    <a:pt x="10595" y="242"/>
                    <a:pt x="10351" y="180"/>
                  </a:cubicBezTo>
                  <a:cubicBezTo>
                    <a:pt x="9872" y="58"/>
                    <a:pt x="9352" y="0"/>
                    <a:pt x="88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34"/>
            <p:cNvSpPr/>
            <p:nvPr/>
          </p:nvSpPr>
          <p:spPr>
            <a:xfrm>
              <a:off x="2783475" y="946275"/>
              <a:ext cx="254775" cy="113000"/>
            </a:xfrm>
            <a:custGeom>
              <a:avLst/>
              <a:gdLst/>
              <a:ahLst/>
              <a:cxnLst/>
              <a:rect l="l" t="t" r="r" b="b"/>
              <a:pathLst>
                <a:path w="10191" h="4520" extrusionOk="0">
                  <a:moveTo>
                    <a:pt x="9024" y="1"/>
                  </a:moveTo>
                  <a:cubicBezTo>
                    <a:pt x="7296" y="1"/>
                    <a:pt x="5453" y="625"/>
                    <a:pt x="3919" y="1282"/>
                  </a:cubicBezTo>
                  <a:cubicBezTo>
                    <a:pt x="2789" y="1765"/>
                    <a:pt x="261" y="2658"/>
                    <a:pt x="23" y="4060"/>
                  </a:cubicBezTo>
                  <a:cubicBezTo>
                    <a:pt x="1" y="4188"/>
                    <a:pt x="41" y="4285"/>
                    <a:pt x="145" y="4359"/>
                  </a:cubicBezTo>
                  <a:lnTo>
                    <a:pt x="328" y="4490"/>
                  </a:lnTo>
                  <a:cubicBezTo>
                    <a:pt x="356" y="4510"/>
                    <a:pt x="386" y="4519"/>
                    <a:pt x="416" y="4519"/>
                  </a:cubicBezTo>
                  <a:cubicBezTo>
                    <a:pt x="528" y="4519"/>
                    <a:pt x="634" y="4397"/>
                    <a:pt x="599" y="4281"/>
                  </a:cubicBezTo>
                  <a:cubicBezTo>
                    <a:pt x="310" y="3333"/>
                    <a:pt x="4773" y="1735"/>
                    <a:pt x="5289" y="1569"/>
                  </a:cubicBezTo>
                  <a:cubicBezTo>
                    <a:pt x="6773" y="1093"/>
                    <a:pt x="8295" y="1027"/>
                    <a:pt x="9799" y="688"/>
                  </a:cubicBezTo>
                  <a:cubicBezTo>
                    <a:pt x="10190" y="600"/>
                    <a:pt x="10059" y="73"/>
                    <a:pt x="9711" y="36"/>
                  </a:cubicBezTo>
                  <a:cubicBezTo>
                    <a:pt x="9485" y="12"/>
                    <a:pt x="9255" y="1"/>
                    <a:pt x="902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34"/>
            <p:cNvSpPr/>
            <p:nvPr/>
          </p:nvSpPr>
          <p:spPr>
            <a:xfrm>
              <a:off x="2839925" y="1007825"/>
              <a:ext cx="259925" cy="117700"/>
            </a:xfrm>
            <a:custGeom>
              <a:avLst/>
              <a:gdLst/>
              <a:ahLst/>
              <a:cxnLst/>
              <a:rect l="l" t="t" r="r" b="b"/>
              <a:pathLst>
                <a:path w="10397" h="4708" extrusionOk="0">
                  <a:moveTo>
                    <a:pt x="9045" y="1"/>
                  </a:moveTo>
                  <a:cubicBezTo>
                    <a:pt x="5729" y="1"/>
                    <a:pt x="2019" y="2104"/>
                    <a:pt x="58" y="4551"/>
                  </a:cubicBezTo>
                  <a:cubicBezTo>
                    <a:pt x="0" y="4623"/>
                    <a:pt x="54" y="4707"/>
                    <a:pt x="124" y="4707"/>
                  </a:cubicBezTo>
                  <a:cubicBezTo>
                    <a:pt x="145" y="4707"/>
                    <a:pt x="167" y="4700"/>
                    <a:pt x="188" y="4683"/>
                  </a:cubicBezTo>
                  <a:cubicBezTo>
                    <a:pt x="1738" y="3418"/>
                    <a:pt x="3324" y="2289"/>
                    <a:pt x="5224" y="1613"/>
                  </a:cubicBezTo>
                  <a:cubicBezTo>
                    <a:pt x="6821" y="1047"/>
                    <a:pt x="8433" y="1014"/>
                    <a:pt x="10074" y="712"/>
                  </a:cubicBezTo>
                  <a:cubicBezTo>
                    <a:pt x="10385" y="655"/>
                    <a:pt x="10396" y="120"/>
                    <a:pt x="10074" y="73"/>
                  </a:cubicBezTo>
                  <a:cubicBezTo>
                    <a:pt x="9737" y="24"/>
                    <a:pt x="9393" y="1"/>
                    <a:pt x="90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5392349F-6037-46E2-9A6D-A0EAC96C5F35}"/>
              </a:ext>
            </a:extLst>
          </p:cNvPr>
          <p:cNvSpPr txBox="1"/>
          <p:nvPr/>
        </p:nvSpPr>
        <p:spPr>
          <a:xfrm>
            <a:off x="1307759" y="1769095"/>
            <a:ext cx="260130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200" dirty="0"/>
              <a:t>Inserting a node is also easy. Insertion uses trickle up, rather than trickle down.</a:t>
            </a:r>
          </a:p>
          <a:p>
            <a:pPr algn="just"/>
            <a:endParaRPr lang="en-US" sz="1200" dirty="0"/>
          </a:p>
          <a:p>
            <a:pPr algn="just"/>
            <a:r>
              <a:rPr lang="en-US" sz="1200" dirty="0"/>
              <a:t>Initially, the node to be inserted is placed in the first open position at the end of the array, increasing the array size by one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B6650397-4685-452C-BE7B-C23E5989DB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2405" y="1718607"/>
            <a:ext cx="4981575" cy="1829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94145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4"/>
          <p:cNvSpPr txBox="1">
            <a:spLocks noGrp="1"/>
          </p:cNvSpPr>
          <p:nvPr>
            <p:ph type="title"/>
          </p:nvPr>
        </p:nvSpPr>
        <p:spPr>
          <a:xfrm>
            <a:off x="1307759" y="947437"/>
            <a:ext cx="2939511" cy="4372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u="sng" dirty="0"/>
              <a:t>Insertion</a:t>
            </a:r>
            <a:r>
              <a:rPr lang="en-US" sz="1400" b="1" dirty="0"/>
              <a:t>	</a:t>
            </a:r>
            <a:endParaRPr lang="en-US" sz="1400" b="1" dirty="0">
              <a:solidFill>
                <a:srgbClr val="C00000"/>
              </a:solidFill>
            </a:endParaRPr>
          </a:p>
        </p:txBody>
      </p:sp>
      <p:sp>
        <p:nvSpPr>
          <p:cNvPr id="234" name="Google Shape;234;p34"/>
          <p:cNvSpPr txBox="1">
            <a:spLocks noGrp="1"/>
          </p:cNvSpPr>
          <p:nvPr>
            <p:ph type="subTitle" idx="1"/>
          </p:nvPr>
        </p:nvSpPr>
        <p:spPr>
          <a:xfrm>
            <a:off x="1307759" y="531752"/>
            <a:ext cx="3439500" cy="53514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Heaps	</a:t>
            </a:r>
          </a:p>
        </p:txBody>
      </p:sp>
      <p:pic>
        <p:nvPicPr>
          <p:cNvPr id="235" name="Google Shape;235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695460">
            <a:off x="7765338" y="3361772"/>
            <a:ext cx="1241024" cy="1610463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grpSp>
        <p:nvGrpSpPr>
          <p:cNvPr id="236" name="Google Shape;236;p34"/>
          <p:cNvGrpSpPr/>
          <p:nvPr/>
        </p:nvGrpSpPr>
        <p:grpSpPr>
          <a:xfrm rot="790859">
            <a:off x="7973758" y="3964891"/>
            <a:ext cx="824184" cy="712067"/>
            <a:chOff x="2341425" y="238100"/>
            <a:chExt cx="1328900" cy="1148125"/>
          </a:xfrm>
        </p:grpSpPr>
        <p:sp>
          <p:nvSpPr>
            <p:cNvPr id="237" name="Google Shape;237;p34"/>
            <p:cNvSpPr/>
            <p:nvPr/>
          </p:nvSpPr>
          <p:spPr>
            <a:xfrm>
              <a:off x="2341425" y="238100"/>
              <a:ext cx="1328900" cy="1148125"/>
            </a:xfrm>
            <a:custGeom>
              <a:avLst/>
              <a:gdLst/>
              <a:ahLst/>
              <a:cxnLst/>
              <a:rect l="l" t="t" r="r" b="b"/>
              <a:pathLst>
                <a:path w="53156" h="45925" extrusionOk="0">
                  <a:moveTo>
                    <a:pt x="49853" y="24103"/>
                  </a:moveTo>
                  <a:cubicBezTo>
                    <a:pt x="50212" y="24609"/>
                    <a:pt x="50681" y="25003"/>
                    <a:pt x="51172" y="25380"/>
                  </a:cubicBezTo>
                  <a:cubicBezTo>
                    <a:pt x="48199" y="26540"/>
                    <a:pt x="45438" y="28144"/>
                    <a:pt x="42987" y="30206"/>
                  </a:cubicBezTo>
                  <a:cubicBezTo>
                    <a:pt x="41727" y="31264"/>
                    <a:pt x="40396" y="32510"/>
                    <a:pt x="39238" y="33887"/>
                  </a:cubicBezTo>
                  <a:cubicBezTo>
                    <a:pt x="39347" y="33688"/>
                    <a:pt x="39460" y="33491"/>
                    <a:pt x="39578" y="33301"/>
                  </a:cubicBezTo>
                  <a:cubicBezTo>
                    <a:pt x="40490" y="31831"/>
                    <a:pt x="41539" y="30449"/>
                    <a:pt x="42711" y="29176"/>
                  </a:cubicBezTo>
                  <a:cubicBezTo>
                    <a:pt x="44775" y="26932"/>
                    <a:pt x="47091" y="25229"/>
                    <a:pt x="49853" y="24103"/>
                  </a:cubicBezTo>
                  <a:close/>
                  <a:moveTo>
                    <a:pt x="35117" y="1053"/>
                  </a:moveTo>
                  <a:lnTo>
                    <a:pt x="35117" y="1053"/>
                  </a:lnTo>
                  <a:cubicBezTo>
                    <a:pt x="36710" y="1715"/>
                    <a:pt x="38294" y="4814"/>
                    <a:pt x="38992" y="5799"/>
                  </a:cubicBezTo>
                  <a:cubicBezTo>
                    <a:pt x="40312" y="7660"/>
                    <a:pt x="41633" y="9523"/>
                    <a:pt x="42954" y="11383"/>
                  </a:cubicBezTo>
                  <a:cubicBezTo>
                    <a:pt x="44182" y="13110"/>
                    <a:pt x="45421" y="14827"/>
                    <a:pt x="46633" y="16564"/>
                  </a:cubicBezTo>
                  <a:cubicBezTo>
                    <a:pt x="46650" y="16588"/>
                    <a:pt x="46667" y="16613"/>
                    <a:pt x="46685" y="16638"/>
                  </a:cubicBezTo>
                  <a:cubicBezTo>
                    <a:pt x="47623" y="18397"/>
                    <a:pt x="48600" y="20134"/>
                    <a:pt x="49618" y="21849"/>
                  </a:cubicBezTo>
                  <a:cubicBezTo>
                    <a:pt x="48693" y="22281"/>
                    <a:pt x="47744" y="23007"/>
                    <a:pt x="47214" y="23343"/>
                  </a:cubicBezTo>
                  <a:cubicBezTo>
                    <a:pt x="45320" y="24544"/>
                    <a:pt x="43587" y="25982"/>
                    <a:pt x="42057" y="27622"/>
                  </a:cubicBezTo>
                  <a:cubicBezTo>
                    <a:pt x="40592" y="29191"/>
                    <a:pt x="39304" y="30938"/>
                    <a:pt x="38281" y="32827"/>
                  </a:cubicBezTo>
                  <a:cubicBezTo>
                    <a:pt x="37877" y="33573"/>
                    <a:pt x="37271" y="34533"/>
                    <a:pt x="36981" y="35496"/>
                  </a:cubicBezTo>
                  <a:cubicBezTo>
                    <a:pt x="36328" y="34434"/>
                    <a:pt x="35635" y="33395"/>
                    <a:pt x="34953" y="32353"/>
                  </a:cubicBezTo>
                  <a:cubicBezTo>
                    <a:pt x="33450" y="30055"/>
                    <a:pt x="31915" y="27777"/>
                    <a:pt x="30347" y="25524"/>
                  </a:cubicBezTo>
                  <a:cubicBezTo>
                    <a:pt x="28841" y="23359"/>
                    <a:pt x="27306" y="21217"/>
                    <a:pt x="25741" y="19095"/>
                  </a:cubicBezTo>
                  <a:cubicBezTo>
                    <a:pt x="24508" y="17421"/>
                    <a:pt x="23256" y="15382"/>
                    <a:pt x="21757" y="13843"/>
                  </a:cubicBezTo>
                  <a:cubicBezTo>
                    <a:pt x="22758" y="10753"/>
                    <a:pt x="24747" y="8361"/>
                    <a:pt x="26903" y="5992"/>
                  </a:cubicBezTo>
                  <a:cubicBezTo>
                    <a:pt x="27357" y="5493"/>
                    <a:pt x="27826" y="4981"/>
                    <a:pt x="28315" y="4481"/>
                  </a:cubicBezTo>
                  <a:cubicBezTo>
                    <a:pt x="29626" y="3498"/>
                    <a:pt x="31045" y="2668"/>
                    <a:pt x="32551" y="2018"/>
                  </a:cubicBezTo>
                  <a:cubicBezTo>
                    <a:pt x="33121" y="1772"/>
                    <a:pt x="33780" y="1496"/>
                    <a:pt x="34476" y="1255"/>
                  </a:cubicBezTo>
                  <a:cubicBezTo>
                    <a:pt x="34702" y="1206"/>
                    <a:pt x="34932" y="1166"/>
                    <a:pt x="35161" y="1125"/>
                  </a:cubicBezTo>
                  <a:cubicBezTo>
                    <a:pt x="35147" y="1101"/>
                    <a:pt x="35132" y="1076"/>
                    <a:pt x="35117" y="1053"/>
                  </a:cubicBezTo>
                  <a:close/>
                  <a:moveTo>
                    <a:pt x="49886" y="22296"/>
                  </a:moveTo>
                  <a:cubicBezTo>
                    <a:pt x="50069" y="22601"/>
                    <a:pt x="50253" y="22905"/>
                    <a:pt x="50437" y="23208"/>
                  </a:cubicBezTo>
                  <a:cubicBezTo>
                    <a:pt x="50328" y="23239"/>
                    <a:pt x="50219" y="23270"/>
                    <a:pt x="50110" y="23305"/>
                  </a:cubicBezTo>
                  <a:cubicBezTo>
                    <a:pt x="50098" y="23304"/>
                    <a:pt x="50086" y="23303"/>
                    <a:pt x="50074" y="23303"/>
                  </a:cubicBezTo>
                  <a:cubicBezTo>
                    <a:pt x="49989" y="23303"/>
                    <a:pt x="49905" y="23334"/>
                    <a:pt x="49839" y="23390"/>
                  </a:cubicBezTo>
                  <a:cubicBezTo>
                    <a:pt x="46983" y="24343"/>
                    <a:pt x="44499" y="26352"/>
                    <a:pt x="42469" y="28520"/>
                  </a:cubicBezTo>
                  <a:cubicBezTo>
                    <a:pt x="40592" y="30525"/>
                    <a:pt x="38254" y="33305"/>
                    <a:pt x="37357" y="36095"/>
                  </a:cubicBezTo>
                  <a:cubicBezTo>
                    <a:pt x="37306" y="36011"/>
                    <a:pt x="37249" y="35923"/>
                    <a:pt x="37190" y="35830"/>
                  </a:cubicBezTo>
                  <a:cubicBezTo>
                    <a:pt x="37565" y="34416"/>
                    <a:pt x="38696" y="32821"/>
                    <a:pt x="39296" y="31878"/>
                  </a:cubicBezTo>
                  <a:cubicBezTo>
                    <a:pt x="40239" y="30393"/>
                    <a:pt x="41330" y="29005"/>
                    <a:pt x="42550" y="27739"/>
                  </a:cubicBezTo>
                  <a:cubicBezTo>
                    <a:pt x="43708" y="26537"/>
                    <a:pt x="44980" y="25451"/>
                    <a:pt x="46348" y="24494"/>
                  </a:cubicBezTo>
                  <a:cubicBezTo>
                    <a:pt x="47234" y="23875"/>
                    <a:pt x="48600" y="22828"/>
                    <a:pt x="49886" y="22296"/>
                  </a:cubicBezTo>
                  <a:close/>
                  <a:moveTo>
                    <a:pt x="20475" y="13918"/>
                  </a:moveTo>
                  <a:cubicBezTo>
                    <a:pt x="20720" y="13985"/>
                    <a:pt x="20968" y="14054"/>
                    <a:pt x="21218" y="14127"/>
                  </a:cubicBezTo>
                  <a:lnTo>
                    <a:pt x="21219" y="14127"/>
                  </a:lnTo>
                  <a:cubicBezTo>
                    <a:pt x="22265" y="15897"/>
                    <a:pt x="23782" y="17534"/>
                    <a:pt x="24979" y="19160"/>
                  </a:cubicBezTo>
                  <a:cubicBezTo>
                    <a:pt x="26409" y="21107"/>
                    <a:pt x="27816" y="23071"/>
                    <a:pt x="29199" y="25052"/>
                  </a:cubicBezTo>
                  <a:cubicBezTo>
                    <a:pt x="30581" y="27035"/>
                    <a:pt x="31937" y="29034"/>
                    <a:pt x="33269" y="31050"/>
                  </a:cubicBezTo>
                  <a:cubicBezTo>
                    <a:pt x="33874" y="31967"/>
                    <a:pt x="34473" y="32886"/>
                    <a:pt x="35069" y="33809"/>
                  </a:cubicBezTo>
                  <a:cubicBezTo>
                    <a:pt x="35425" y="34364"/>
                    <a:pt x="35780" y="34920"/>
                    <a:pt x="36133" y="35475"/>
                  </a:cubicBezTo>
                  <a:lnTo>
                    <a:pt x="36486" y="36032"/>
                  </a:lnTo>
                  <a:cubicBezTo>
                    <a:pt x="36496" y="36074"/>
                    <a:pt x="36508" y="36115"/>
                    <a:pt x="36522" y="36155"/>
                  </a:cubicBezTo>
                  <a:cubicBezTo>
                    <a:pt x="33879" y="32306"/>
                    <a:pt x="31050" y="28568"/>
                    <a:pt x="28325" y="24779"/>
                  </a:cubicBezTo>
                  <a:cubicBezTo>
                    <a:pt x="25722" y="21160"/>
                    <a:pt x="23203" y="17449"/>
                    <a:pt x="20475" y="13918"/>
                  </a:cubicBezTo>
                  <a:close/>
                  <a:moveTo>
                    <a:pt x="37953" y="37630"/>
                  </a:moveTo>
                  <a:cubicBezTo>
                    <a:pt x="37851" y="37834"/>
                    <a:pt x="37753" y="38038"/>
                    <a:pt x="37661" y="38245"/>
                  </a:cubicBezTo>
                  <a:cubicBezTo>
                    <a:pt x="37630" y="38236"/>
                    <a:pt x="37597" y="38231"/>
                    <a:pt x="37565" y="38231"/>
                  </a:cubicBezTo>
                  <a:cubicBezTo>
                    <a:pt x="37533" y="38231"/>
                    <a:pt x="37500" y="38236"/>
                    <a:pt x="37470" y="38245"/>
                  </a:cubicBezTo>
                  <a:cubicBezTo>
                    <a:pt x="37633" y="38041"/>
                    <a:pt x="37793" y="37835"/>
                    <a:pt x="37953" y="37630"/>
                  </a:cubicBezTo>
                  <a:close/>
                  <a:moveTo>
                    <a:pt x="36509" y="38717"/>
                  </a:moveTo>
                  <a:cubicBezTo>
                    <a:pt x="36518" y="38717"/>
                    <a:pt x="36527" y="38717"/>
                    <a:pt x="36536" y="38717"/>
                  </a:cubicBezTo>
                  <a:cubicBezTo>
                    <a:pt x="36609" y="38809"/>
                    <a:pt x="36720" y="38864"/>
                    <a:pt x="36837" y="38865"/>
                  </a:cubicBezTo>
                  <a:cubicBezTo>
                    <a:pt x="36596" y="38971"/>
                    <a:pt x="36282" y="39011"/>
                    <a:pt x="35935" y="39011"/>
                  </a:cubicBezTo>
                  <a:cubicBezTo>
                    <a:pt x="35451" y="39011"/>
                    <a:pt x="34904" y="38934"/>
                    <a:pt x="34409" y="38856"/>
                  </a:cubicBezTo>
                  <a:cubicBezTo>
                    <a:pt x="35105" y="38764"/>
                    <a:pt x="35807" y="38717"/>
                    <a:pt x="36509" y="38717"/>
                  </a:cubicBezTo>
                  <a:close/>
                  <a:moveTo>
                    <a:pt x="15183" y="13113"/>
                  </a:moveTo>
                  <a:cubicBezTo>
                    <a:pt x="16769" y="13113"/>
                    <a:pt x="18319" y="13366"/>
                    <a:pt x="19934" y="13775"/>
                  </a:cubicBezTo>
                  <a:cubicBezTo>
                    <a:pt x="22531" y="17699"/>
                    <a:pt x="25404" y="21460"/>
                    <a:pt x="28149" y="25276"/>
                  </a:cubicBezTo>
                  <a:cubicBezTo>
                    <a:pt x="30879" y="29073"/>
                    <a:pt x="33528" y="32953"/>
                    <a:pt x="36351" y="36684"/>
                  </a:cubicBezTo>
                  <a:cubicBezTo>
                    <a:pt x="34542" y="35843"/>
                    <a:pt x="32568" y="35460"/>
                    <a:pt x="30570" y="35460"/>
                  </a:cubicBezTo>
                  <a:cubicBezTo>
                    <a:pt x="26406" y="35460"/>
                    <a:pt x="22142" y="37123"/>
                    <a:pt x="19074" y="39757"/>
                  </a:cubicBezTo>
                  <a:cubicBezTo>
                    <a:pt x="13793" y="32214"/>
                    <a:pt x="8154" y="24943"/>
                    <a:pt x="2157" y="17945"/>
                  </a:cubicBezTo>
                  <a:lnTo>
                    <a:pt x="2159" y="17945"/>
                  </a:lnTo>
                  <a:cubicBezTo>
                    <a:pt x="5055" y="16227"/>
                    <a:pt x="8015" y="14530"/>
                    <a:pt x="11283" y="13642"/>
                  </a:cubicBezTo>
                  <a:cubicBezTo>
                    <a:pt x="12638" y="13273"/>
                    <a:pt x="13922" y="13113"/>
                    <a:pt x="15183" y="13113"/>
                  </a:cubicBezTo>
                  <a:close/>
                  <a:moveTo>
                    <a:pt x="2578" y="20435"/>
                  </a:moveTo>
                  <a:cubicBezTo>
                    <a:pt x="8168" y="27062"/>
                    <a:pt x="13443" y="33937"/>
                    <a:pt x="18402" y="41058"/>
                  </a:cubicBezTo>
                  <a:cubicBezTo>
                    <a:pt x="18543" y="41262"/>
                    <a:pt x="18758" y="41377"/>
                    <a:pt x="18977" y="41377"/>
                  </a:cubicBezTo>
                  <a:cubicBezTo>
                    <a:pt x="19133" y="41377"/>
                    <a:pt x="19292" y="41318"/>
                    <a:pt x="19427" y="41190"/>
                  </a:cubicBezTo>
                  <a:cubicBezTo>
                    <a:pt x="21632" y="39103"/>
                    <a:pt x="24333" y="37693"/>
                    <a:pt x="27314" y="37090"/>
                  </a:cubicBezTo>
                  <a:cubicBezTo>
                    <a:pt x="28284" y="36894"/>
                    <a:pt x="29226" y="36809"/>
                    <a:pt x="30154" y="36809"/>
                  </a:cubicBezTo>
                  <a:cubicBezTo>
                    <a:pt x="30890" y="36809"/>
                    <a:pt x="31618" y="36863"/>
                    <a:pt x="32345" y="36959"/>
                  </a:cubicBezTo>
                  <a:cubicBezTo>
                    <a:pt x="32139" y="36996"/>
                    <a:pt x="31934" y="37038"/>
                    <a:pt x="31726" y="37085"/>
                  </a:cubicBezTo>
                  <a:cubicBezTo>
                    <a:pt x="29702" y="37535"/>
                    <a:pt x="27672" y="38191"/>
                    <a:pt x="25741" y="38939"/>
                  </a:cubicBezTo>
                  <a:cubicBezTo>
                    <a:pt x="24060" y="39590"/>
                    <a:pt x="22425" y="40379"/>
                    <a:pt x="20975" y="41459"/>
                  </a:cubicBezTo>
                  <a:cubicBezTo>
                    <a:pt x="20335" y="41934"/>
                    <a:pt x="18892" y="42836"/>
                    <a:pt x="18616" y="43758"/>
                  </a:cubicBezTo>
                  <a:cubicBezTo>
                    <a:pt x="15797" y="39642"/>
                    <a:pt x="12269" y="35871"/>
                    <a:pt x="9131" y="31993"/>
                  </a:cubicBezTo>
                  <a:cubicBezTo>
                    <a:pt x="7537" y="30022"/>
                    <a:pt x="5941" y="28055"/>
                    <a:pt x="4343" y="26088"/>
                  </a:cubicBezTo>
                  <a:cubicBezTo>
                    <a:pt x="3509" y="25063"/>
                    <a:pt x="2360" y="24025"/>
                    <a:pt x="1726" y="22872"/>
                  </a:cubicBezTo>
                  <a:lnTo>
                    <a:pt x="1290" y="22336"/>
                  </a:lnTo>
                  <a:cubicBezTo>
                    <a:pt x="1365" y="21812"/>
                    <a:pt x="1612" y="21399"/>
                    <a:pt x="2027" y="21097"/>
                  </a:cubicBezTo>
                  <a:cubicBezTo>
                    <a:pt x="2191" y="20870"/>
                    <a:pt x="2390" y="20654"/>
                    <a:pt x="2578" y="20435"/>
                  </a:cubicBezTo>
                  <a:close/>
                  <a:moveTo>
                    <a:pt x="34214" y="37438"/>
                  </a:moveTo>
                  <a:cubicBezTo>
                    <a:pt x="34480" y="37438"/>
                    <a:pt x="34745" y="37450"/>
                    <a:pt x="35009" y="37476"/>
                  </a:cubicBezTo>
                  <a:cubicBezTo>
                    <a:pt x="35056" y="37488"/>
                    <a:pt x="35104" y="37502"/>
                    <a:pt x="35153" y="37514"/>
                  </a:cubicBezTo>
                  <a:cubicBezTo>
                    <a:pt x="32341" y="37733"/>
                    <a:pt x="29659" y="38637"/>
                    <a:pt x="27141" y="39965"/>
                  </a:cubicBezTo>
                  <a:cubicBezTo>
                    <a:pt x="25564" y="40797"/>
                    <a:pt x="24060" y="41771"/>
                    <a:pt x="22625" y="42823"/>
                  </a:cubicBezTo>
                  <a:cubicBezTo>
                    <a:pt x="22053" y="43241"/>
                    <a:pt x="21266" y="44080"/>
                    <a:pt x="20621" y="44360"/>
                  </a:cubicBezTo>
                  <a:cubicBezTo>
                    <a:pt x="20405" y="44454"/>
                    <a:pt x="20198" y="44493"/>
                    <a:pt x="19997" y="44493"/>
                  </a:cubicBezTo>
                  <a:cubicBezTo>
                    <a:pt x="19802" y="44493"/>
                    <a:pt x="19613" y="44456"/>
                    <a:pt x="19427" y="44400"/>
                  </a:cubicBezTo>
                  <a:cubicBezTo>
                    <a:pt x="19434" y="44391"/>
                    <a:pt x="19440" y="44386"/>
                    <a:pt x="19448" y="44377"/>
                  </a:cubicBezTo>
                  <a:cubicBezTo>
                    <a:pt x="19593" y="44198"/>
                    <a:pt x="19599" y="43995"/>
                    <a:pt x="19448" y="43814"/>
                  </a:cubicBezTo>
                  <a:lnTo>
                    <a:pt x="19430" y="43792"/>
                  </a:lnTo>
                  <a:cubicBezTo>
                    <a:pt x="19697" y="43721"/>
                    <a:pt x="19911" y="43553"/>
                    <a:pt x="20074" y="43287"/>
                  </a:cubicBezTo>
                  <a:cubicBezTo>
                    <a:pt x="20320" y="43038"/>
                    <a:pt x="20576" y="42801"/>
                    <a:pt x="20843" y="42573"/>
                  </a:cubicBezTo>
                  <a:cubicBezTo>
                    <a:pt x="21485" y="42027"/>
                    <a:pt x="22180" y="41552"/>
                    <a:pt x="22907" y="41126"/>
                  </a:cubicBezTo>
                  <a:cubicBezTo>
                    <a:pt x="24188" y="40374"/>
                    <a:pt x="25559" y="39793"/>
                    <a:pt x="26955" y="39291"/>
                  </a:cubicBezTo>
                  <a:cubicBezTo>
                    <a:pt x="29199" y="38484"/>
                    <a:pt x="31750" y="37438"/>
                    <a:pt x="34214" y="37438"/>
                  </a:cubicBezTo>
                  <a:close/>
                  <a:moveTo>
                    <a:pt x="34842" y="0"/>
                  </a:moveTo>
                  <a:cubicBezTo>
                    <a:pt x="34343" y="0"/>
                    <a:pt x="33867" y="188"/>
                    <a:pt x="33507" y="630"/>
                  </a:cubicBezTo>
                  <a:cubicBezTo>
                    <a:pt x="31447" y="1151"/>
                    <a:pt x="29512" y="2015"/>
                    <a:pt x="27862" y="3526"/>
                  </a:cubicBezTo>
                  <a:cubicBezTo>
                    <a:pt x="27217" y="4115"/>
                    <a:pt x="26496" y="4800"/>
                    <a:pt x="25773" y="5555"/>
                  </a:cubicBezTo>
                  <a:cubicBezTo>
                    <a:pt x="23620" y="7604"/>
                    <a:pt x="21769" y="10148"/>
                    <a:pt x="20875" y="12916"/>
                  </a:cubicBezTo>
                  <a:cubicBezTo>
                    <a:pt x="19359" y="12052"/>
                    <a:pt x="17538" y="11727"/>
                    <a:pt x="15721" y="11727"/>
                  </a:cubicBezTo>
                  <a:cubicBezTo>
                    <a:pt x="14356" y="11727"/>
                    <a:pt x="12994" y="11911"/>
                    <a:pt x="11766" y="12185"/>
                  </a:cubicBezTo>
                  <a:cubicBezTo>
                    <a:pt x="7819" y="13067"/>
                    <a:pt x="4277" y="15176"/>
                    <a:pt x="838" y="17217"/>
                  </a:cubicBezTo>
                  <a:cubicBezTo>
                    <a:pt x="458" y="17444"/>
                    <a:pt x="436" y="17923"/>
                    <a:pt x="707" y="18237"/>
                  </a:cubicBezTo>
                  <a:cubicBezTo>
                    <a:pt x="1244" y="18859"/>
                    <a:pt x="1774" y="19488"/>
                    <a:pt x="2305" y="20116"/>
                  </a:cubicBezTo>
                  <a:cubicBezTo>
                    <a:pt x="1441" y="20484"/>
                    <a:pt x="862" y="21064"/>
                    <a:pt x="197" y="21811"/>
                  </a:cubicBezTo>
                  <a:cubicBezTo>
                    <a:pt x="77" y="21947"/>
                    <a:pt x="0" y="22200"/>
                    <a:pt x="127" y="22363"/>
                  </a:cubicBezTo>
                  <a:cubicBezTo>
                    <a:pt x="2951" y="26054"/>
                    <a:pt x="5928" y="29634"/>
                    <a:pt x="8843" y="33254"/>
                  </a:cubicBezTo>
                  <a:cubicBezTo>
                    <a:pt x="11749" y="36861"/>
                    <a:pt x="14485" y="40794"/>
                    <a:pt x="17652" y="44182"/>
                  </a:cubicBezTo>
                  <a:cubicBezTo>
                    <a:pt x="17664" y="44208"/>
                    <a:pt x="17679" y="44232"/>
                    <a:pt x="17699" y="44255"/>
                  </a:cubicBezTo>
                  <a:cubicBezTo>
                    <a:pt x="18282" y="44908"/>
                    <a:pt x="19219" y="45924"/>
                    <a:pt x="20167" y="45924"/>
                  </a:cubicBezTo>
                  <a:cubicBezTo>
                    <a:pt x="20277" y="45924"/>
                    <a:pt x="20387" y="45910"/>
                    <a:pt x="20497" y="45881"/>
                  </a:cubicBezTo>
                  <a:cubicBezTo>
                    <a:pt x="21148" y="45708"/>
                    <a:pt x="21757" y="44978"/>
                    <a:pt x="22286" y="44585"/>
                  </a:cubicBezTo>
                  <a:cubicBezTo>
                    <a:pt x="23162" y="43935"/>
                    <a:pt x="24053" y="43304"/>
                    <a:pt x="24965" y="42705"/>
                  </a:cubicBezTo>
                  <a:cubicBezTo>
                    <a:pt x="27366" y="41130"/>
                    <a:pt x="29934" y="39829"/>
                    <a:pt x="32678" y="39174"/>
                  </a:cubicBezTo>
                  <a:cubicBezTo>
                    <a:pt x="32752" y="39177"/>
                    <a:pt x="32826" y="39174"/>
                    <a:pt x="32900" y="39178"/>
                  </a:cubicBezTo>
                  <a:cubicBezTo>
                    <a:pt x="34054" y="39233"/>
                    <a:pt x="35153" y="39648"/>
                    <a:pt x="36288" y="39715"/>
                  </a:cubicBezTo>
                  <a:cubicBezTo>
                    <a:pt x="36337" y="39718"/>
                    <a:pt x="36385" y="39720"/>
                    <a:pt x="36433" y="39720"/>
                  </a:cubicBezTo>
                  <a:cubicBezTo>
                    <a:pt x="37209" y="39720"/>
                    <a:pt x="37750" y="39337"/>
                    <a:pt x="37827" y="38540"/>
                  </a:cubicBezTo>
                  <a:cubicBezTo>
                    <a:pt x="39593" y="36201"/>
                    <a:pt x="41115" y="33792"/>
                    <a:pt x="43273" y="31744"/>
                  </a:cubicBezTo>
                  <a:cubicBezTo>
                    <a:pt x="44449" y="30626"/>
                    <a:pt x="45716" y="29608"/>
                    <a:pt x="47060" y="28698"/>
                  </a:cubicBezTo>
                  <a:cubicBezTo>
                    <a:pt x="47079" y="28686"/>
                    <a:pt x="47099" y="28675"/>
                    <a:pt x="47118" y="28662"/>
                  </a:cubicBezTo>
                  <a:cubicBezTo>
                    <a:pt x="48826" y="27633"/>
                    <a:pt x="50637" y="26785"/>
                    <a:pt x="52524" y="26133"/>
                  </a:cubicBezTo>
                  <a:cubicBezTo>
                    <a:pt x="52902" y="26003"/>
                    <a:pt x="53156" y="25447"/>
                    <a:pt x="52785" y="25145"/>
                  </a:cubicBezTo>
                  <a:cubicBezTo>
                    <a:pt x="52171" y="24648"/>
                    <a:pt x="51613" y="24099"/>
                    <a:pt x="50959" y="23696"/>
                  </a:cubicBezTo>
                  <a:cubicBezTo>
                    <a:pt x="51006" y="23680"/>
                    <a:pt x="51050" y="23660"/>
                    <a:pt x="51097" y="23645"/>
                  </a:cubicBezTo>
                  <a:cubicBezTo>
                    <a:pt x="51251" y="23594"/>
                    <a:pt x="51309" y="23468"/>
                    <a:pt x="51300" y="23347"/>
                  </a:cubicBezTo>
                  <a:cubicBezTo>
                    <a:pt x="51345" y="23292"/>
                    <a:pt x="51376" y="23227"/>
                    <a:pt x="51391" y="23158"/>
                  </a:cubicBezTo>
                  <a:cubicBezTo>
                    <a:pt x="51657" y="23086"/>
                    <a:pt x="51868" y="22805"/>
                    <a:pt x="51676" y="22507"/>
                  </a:cubicBezTo>
                  <a:cubicBezTo>
                    <a:pt x="51561" y="22326"/>
                    <a:pt x="51447" y="22144"/>
                    <a:pt x="51333" y="21962"/>
                  </a:cubicBezTo>
                  <a:cubicBezTo>
                    <a:pt x="51345" y="21962"/>
                    <a:pt x="51359" y="21961"/>
                    <a:pt x="51371" y="21961"/>
                  </a:cubicBezTo>
                  <a:cubicBezTo>
                    <a:pt x="51374" y="21961"/>
                    <a:pt x="51377" y="21961"/>
                    <a:pt x="51379" y="21961"/>
                  </a:cubicBezTo>
                  <a:cubicBezTo>
                    <a:pt x="51539" y="21961"/>
                    <a:pt x="51585" y="21737"/>
                    <a:pt x="51453" y="21658"/>
                  </a:cubicBezTo>
                  <a:cubicBezTo>
                    <a:pt x="51333" y="21585"/>
                    <a:pt x="51198" y="21544"/>
                    <a:pt x="51056" y="21524"/>
                  </a:cubicBezTo>
                  <a:cubicBezTo>
                    <a:pt x="50796" y="21108"/>
                    <a:pt x="50546" y="20689"/>
                    <a:pt x="50290" y="20269"/>
                  </a:cubicBezTo>
                  <a:cubicBezTo>
                    <a:pt x="50030" y="19581"/>
                    <a:pt x="49589" y="18953"/>
                    <a:pt x="49191" y="18312"/>
                  </a:cubicBezTo>
                  <a:cubicBezTo>
                    <a:pt x="48421" y="17077"/>
                    <a:pt x="47572" y="15893"/>
                    <a:pt x="46728" y="14709"/>
                  </a:cubicBezTo>
                  <a:cubicBezTo>
                    <a:pt x="45005" y="12292"/>
                    <a:pt x="43280" y="9876"/>
                    <a:pt x="41551" y="7464"/>
                  </a:cubicBezTo>
                  <a:cubicBezTo>
                    <a:pt x="40019" y="5325"/>
                    <a:pt x="38618" y="2783"/>
                    <a:pt x="36781" y="897"/>
                  </a:cubicBezTo>
                  <a:cubicBezTo>
                    <a:pt x="36255" y="356"/>
                    <a:pt x="35527" y="0"/>
                    <a:pt x="348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34"/>
            <p:cNvSpPr/>
            <p:nvPr/>
          </p:nvSpPr>
          <p:spPr>
            <a:xfrm>
              <a:off x="2990175" y="381350"/>
              <a:ext cx="254450" cy="209600"/>
            </a:xfrm>
            <a:custGeom>
              <a:avLst/>
              <a:gdLst/>
              <a:ahLst/>
              <a:cxnLst/>
              <a:rect l="l" t="t" r="r" b="b"/>
              <a:pathLst>
                <a:path w="10178" h="8384" extrusionOk="0">
                  <a:moveTo>
                    <a:pt x="9489" y="1"/>
                  </a:moveTo>
                  <a:cubicBezTo>
                    <a:pt x="9460" y="1"/>
                    <a:pt x="9430" y="3"/>
                    <a:pt x="9398" y="7"/>
                  </a:cubicBezTo>
                  <a:cubicBezTo>
                    <a:pt x="5315" y="589"/>
                    <a:pt x="1324" y="4315"/>
                    <a:pt x="48" y="8144"/>
                  </a:cubicBezTo>
                  <a:cubicBezTo>
                    <a:pt x="1" y="8286"/>
                    <a:pt x="119" y="8384"/>
                    <a:pt x="239" y="8384"/>
                  </a:cubicBezTo>
                  <a:cubicBezTo>
                    <a:pt x="302" y="8384"/>
                    <a:pt x="366" y="8357"/>
                    <a:pt x="406" y="8294"/>
                  </a:cubicBezTo>
                  <a:cubicBezTo>
                    <a:pt x="1475" y="6637"/>
                    <a:pt x="2632" y="5068"/>
                    <a:pt x="4157" y="3799"/>
                  </a:cubicBezTo>
                  <a:cubicBezTo>
                    <a:pt x="5839" y="2399"/>
                    <a:pt x="7661" y="1727"/>
                    <a:pt x="9647" y="909"/>
                  </a:cubicBezTo>
                  <a:cubicBezTo>
                    <a:pt x="10177" y="691"/>
                    <a:pt x="10017" y="1"/>
                    <a:pt x="948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34"/>
            <p:cNvSpPr/>
            <p:nvPr/>
          </p:nvSpPr>
          <p:spPr>
            <a:xfrm>
              <a:off x="3026350" y="441550"/>
              <a:ext cx="247225" cy="201350"/>
            </a:xfrm>
            <a:custGeom>
              <a:avLst/>
              <a:gdLst/>
              <a:ahLst/>
              <a:cxnLst/>
              <a:rect l="l" t="t" r="r" b="b"/>
              <a:pathLst>
                <a:path w="9889" h="8054" extrusionOk="0">
                  <a:moveTo>
                    <a:pt x="9472" y="1"/>
                  </a:moveTo>
                  <a:cubicBezTo>
                    <a:pt x="9466" y="1"/>
                    <a:pt x="9460" y="1"/>
                    <a:pt x="9454" y="1"/>
                  </a:cubicBezTo>
                  <a:cubicBezTo>
                    <a:pt x="5735" y="204"/>
                    <a:pt x="1142" y="4281"/>
                    <a:pt x="59" y="7752"/>
                  </a:cubicBezTo>
                  <a:cubicBezTo>
                    <a:pt x="0" y="7941"/>
                    <a:pt x="141" y="8053"/>
                    <a:pt x="292" y="8053"/>
                  </a:cubicBezTo>
                  <a:cubicBezTo>
                    <a:pt x="375" y="8053"/>
                    <a:pt x="460" y="8019"/>
                    <a:pt x="517" y="7945"/>
                  </a:cubicBezTo>
                  <a:cubicBezTo>
                    <a:pt x="1756" y="6329"/>
                    <a:pt x="2771" y="4701"/>
                    <a:pt x="4382" y="3401"/>
                  </a:cubicBezTo>
                  <a:cubicBezTo>
                    <a:pt x="6005" y="2092"/>
                    <a:pt x="7844" y="1590"/>
                    <a:pt x="9618" y="609"/>
                  </a:cubicBezTo>
                  <a:cubicBezTo>
                    <a:pt x="9889" y="460"/>
                    <a:pt x="9783" y="1"/>
                    <a:pt x="94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34"/>
            <p:cNvSpPr/>
            <p:nvPr/>
          </p:nvSpPr>
          <p:spPr>
            <a:xfrm>
              <a:off x="3172850" y="661350"/>
              <a:ext cx="224850" cy="198300"/>
            </a:xfrm>
            <a:custGeom>
              <a:avLst/>
              <a:gdLst/>
              <a:ahLst/>
              <a:cxnLst/>
              <a:rect l="l" t="t" r="r" b="b"/>
              <a:pathLst>
                <a:path w="8994" h="7932" extrusionOk="0">
                  <a:moveTo>
                    <a:pt x="8456" y="0"/>
                  </a:moveTo>
                  <a:cubicBezTo>
                    <a:pt x="8425" y="0"/>
                    <a:pt x="8392" y="4"/>
                    <a:pt x="8358" y="11"/>
                  </a:cubicBezTo>
                  <a:cubicBezTo>
                    <a:pt x="5106" y="738"/>
                    <a:pt x="1076" y="4402"/>
                    <a:pt x="60" y="7579"/>
                  </a:cubicBezTo>
                  <a:cubicBezTo>
                    <a:pt x="1" y="7765"/>
                    <a:pt x="174" y="7931"/>
                    <a:pt x="343" y="7931"/>
                  </a:cubicBezTo>
                  <a:cubicBezTo>
                    <a:pt x="409" y="7931"/>
                    <a:pt x="474" y="7907"/>
                    <a:pt x="524" y="7849"/>
                  </a:cubicBezTo>
                  <a:cubicBezTo>
                    <a:pt x="1689" y="6518"/>
                    <a:pt x="2590" y="5030"/>
                    <a:pt x="3913" y="3818"/>
                  </a:cubicBezTo>
                  <a:cubicBezTo>
                    <a:pt x="5371" y="2483"/>
                    <a:pt x="7047" y="1783"/>
                    <a:pt x="8657" y="718"/>
                  </a:cubicBezTo>
                  <a:cubicBezTo>
                    <a:pt x="8993" y="494"/>
                    <a:pt x="8826" y="0"/>
                    <a:pt x="84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34"/>
            <p:cNvSpPr/>
            <p:nvPr/>
          </p:nvSpPr>
          <p:spPr>
            <a:xfrm>
              <a:off x="3219000" y="725650"/>
              <a:ext cx="226500" cy="215375"/>
            </a:xfrm>
            <a:custGeom>
              <a:avLst/>
              <a:gdLst/>
              <a:ahLst/>
              <a:cxnLst/>
              <a:rect l="l" t="t" r="r" b="b"/>
              <a:pathLst>
                <a:path w="9060" h="8615" extrusionOk="0">
                  <a:moveTo>
                    <a:pt x="8466" y="1"/>
                  </a:moveTo>
                  <a:cubicBezTo>
                    <a:pt x="8403" y="1"/>
                    <a:pt x="8336" y="16"/>
                    <a:pt x="8267" y="50"/>
                  </a:cubicBezTo>
                  <a:cubicBezTo>
                    <a:pt x="6348" y="1017"/>
                    <a:pt x="4571" y="2396"/>
                    <a:pt x="3025" y="3882"/>
                  </a:cubicBezTo>
                  <a:cubicBezTo>
                    <a:pt x="1836" y="5024"/>
                    <a:pt x="0" y="6568"/>
                    <a:pt x="62" y="8367"/>
                  </a:cubicBezTo>
                  <a:cubicBezTo>
                    <a:pt x="66" y="8507"/>
                    <a:pt x="206" y="8614"/>
                    <a:pt x="335" y="8614"/>
                  </a:cubicBezTo>
                  <a:cubicBezTo>
                    <a:pt x="409" y="8614"/>
                    <a:pt x="480" y="8578"/>
                    <a:pt x="518" y="8491"/>
                  </a:cubicBezTo>
                  <a:cubicBezTo>
                    <a:pt x="2016" y="5007"/>
                    <a:pt x="5594" y="2708"/>
                    <a:pt x="8679" y="755"/>
                  </a:cubicBezTo>
                  <a:cubicBezTo>
                    <a:pt x="9059" y="514"/>
                    <a:pt x="8832" y="1"/>
                    <a:pt x="84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34"/>
            <p:cNvSpPr/>
            <p:nvPr/>
          </p:nvSpPr>
          <p:spPr>
            <a:xfrm>
              <a:off x="2528200" y="658025"/>
              <a:ext cx="405900" cy="260600"/>
            </a:xfrm>
            <a:custGeom>
              <a:avLst/>
              <a:gdLst/>
              <a:ahLst/>
              <a:cxnLst/>
              <a:rect l="l" t="t" r="r" b="b"/>
              <a:pathLst>
                <a:path w="16236" h="10424" extrusionOk="0">
                  <a:moveTo>
                    <a:pt x="1382" y="2708"/>
                  </a:moveTo>
                  <a:cubicBezTo>
                    <a:pt x="2705" y="4465"/>
                    <a:pt x="4361" y="5818"/>
                    <a:pt x="5564" y="7549"/>
                  </a:cubicBezTo>
                  <a:cubicBezTo>
                    <a:pt x="5049" y="7000"/>
                    <a:pt x="4518" y="6467"/>
                    <a:pt x="3972" y="5947"/>
                  </a:cubicBezTo>
                  <a:cubicBezTo>
                    <a:pt x="3369" y="5370"/>
                    <a:pt x="2751" y="4825"/>
                    <a:pt x="2113" y="4299"/>
                  </a:cubicBezTo>
                  <a:cubicBezTo>
                    <a:pt x="2286" y="4264"/>
                    <a:pt x="2405" y="4031"/>
                    <a:pt x="2251" y="3877"/>
                  </a:cubicBezTo>
                  <a:cubicBezTo>
                    <a:pt x="1869" y="3498"/>
                    <a:pt x="1454" y="3168"/>
                    <a:pt x="1030" y="2840"/>
                  </a:cubicBezTo>
                  <a:lnTo>
                    <a:pt x="1382" y="2708"/>
                  </a:lnTo>
                  <a:close/>
                  <a:moveTo>
                    <a:pt x="9295" y="739"/>
                  </a:moveTo>
                  <a:cubicBezTo>
                    <a:pt x="10900" y="739"/>
                    <a:pt x="11714" y="2042"/>
                    <a:pt x="12738" y="3153"/>
                  </a:cubicBezTo>
                  <a:cubicBezTo>
                    <a:pt x="13607" y="4096"/>
                    <a:pt x="14464" y="5049"/>
                    <a:pt x="15310" y="6013"/>
                  </a:cubicBezTo>
                  <a:cubicBezTo>
                    <a:pt x="13936" y="6363"/>
                    <a:pt x="12589" y="6790"/>
                    <a:pt x="11275" y="7331"/>
                  </a:cubicBezTo>
                  <a:cubicBezTo>
                    <a:pt x="10703" y="7567"/>
                    <a:pt x="10139" y="7820"/>
                    <a:pt x="9583" y="8091"/>
                  </a:cubicBezTo>
                  <a:cubicBezTo>
                    <a:pt x="9104" y="8323"/>
                    <a:pt x="7997" y="9216"/>
                    <a:pt x="7494" y="9216"/>
                  </a:cubicBezTo>
                  <a:cubicBezTo>
                    <a:pt x="7280" y="9214"/>
                    <a:pt x="7087" y="9143"/>
                    <a:pt x="6911" y="9028"/>
                  </a:cubicBezTo>
                  <a:cubicBezTo>
                    <a:pt x="5976" y="6497"/>
                    <a:pt x="3660" y="4237"/>
                    <a:pt x="1564" y="2642"/>
                  </a:cubicBezTo>
                  <a:cubicBezTo>
                    <a:pt x="3992" y="1737"/>
                    <a:pt x="6804" y="749"/>
                    <a:pt x="9284" y="739"/>
                  </a:cubicBezTo>
                  <a:cubicBezTo>
                    <a:pt x="9288" y="739"/>
                    <a:pt x="9291" y="739"/>
                    <a:pt x="9295" y="739"/>
                  </a:cubicBezTo>
                  <a:close/>
                  <a:moveTo>
                    <a:pt x="9522" y="0"/>
                  </a:moveTo>
                  <a:cubicBezTo>
                    <a:pt x="8353" y="0"/>
                    <a:pt x="6970" y="475"/>
                    <a:pt x="5977" y="700"/>
                  </a:cubicBezTo>
                  <a:cubicBezTo>
                    <a:pt x="4041" y="1140"/>
                    <a:pt x="2155" y="1729"/>
                    <a:pt x="300" y="2432"/>
                  </a:cubicBezTo>
                  <a:cubicBezTo>
                    <a:pt x="25" y="2536"/>
                    <a:pt x="1" y="2846"/>
                    <a:pt x="223" y="3018"/>
                  </a:cubicBezTo>
                  <a:cubicBezTo>
                    <a:pt x="702" y="3388"/>
                    <a:pt x="1169" y="3763"/>
                    <a:pt x="1673" y="4093"/>
                  </a:cubicBezTo>
                  <a:cubicBezTo>
                    <a:pt x="3491" y="5760"/>
                    <a:pt x="5144" y="7550"/>
                    <a:pt x="6623" y="9541"/>
                  </a:cubicBezTo>
                  <a:cubicBezTo>
                    <a:pt x="6713" y="9781"/>
                    <a:pt x="6797" y="10028"/>
                    <a:pt x="6867" y="10287"/>
                  </a:cubicBezTo>
                  <a:cubicBezTo>
                    <a:pt x="6892" y="10382"/>
                    <a:pt x="6963" y="10423"/>
                    <a:pt x="7035" y="10423"/>
                  </a:cubicBezTo>
                  <a:cubicBezTo>
                    <a:pt x="7146" y="10423"/>
                    <a:pt x="7261" y="10329"/>
                    <a:pt x="7234" y="10186"/>
                  </a:cubicBezTo>
                  <a:cubicBezTo>
                    <a:pt x="7224" y="10130"/>
                    <a:pt x="7207" y="10076"/>
                    <a:pt x="7196" y="10021"/>
                  </a:cubicBezTo>
                  <a:cubicBezTo>
                    <a:pt x="7219" y="10016"/>
                    <a:pt x="7243" y="10009"/>
                    <a:pt x="7264" y="9998"/>
                  </a:cubicBezTo>
                  <a:cubicBezTo>
                    <a:pt x="9998" y="8390"/>
                    <a:pt x="12869" y="7216"/>
                    <a:pt x="15954" y="6481"/>
                  </a:cubicBezTo>
                  <a:cubicBezTo>
                    <a:pt x="16193" y="6424"/>
                    <a:pt x="16235" y="6133"/>
                    <a:pt x="16091" y="5967"/>
                  </a:cubicBezTo>
                  <a:cubicBezTo>
                    <a:pt x="14926" y="4637"/>
                    <a:pt x="13744" y="3322"/>
                    <a:pt x="12545" y="2023"/>
                  </a:cubicBezTo>
                  <a:cubicBezTo>
                    <a:pt x="11928" y="1357"/>
                    <a:pt x="11266" y="350"/>
                    <a:pt x="10341" y="98"/>
                  </a:cubicBezTo>
                  <a:cubicBezTo>
                    <a:pt x="10087" y="29"/>
                    <a:pt x="9811" y="0"/>
                    <a:pt x="95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34"/>
            <p:cNvSpPr/>
            <p:nvPr/>
          </p:nvSpPr>
          <p:spPr>
            <a:xfrm>
              <a:off x="2739725" y="878000"/>
              <a:ext cx="265375" cy="114400"/>
            </a:xfrm>
            <a:custGeom>
              <a:avLst/>
              <a:gdLst/>
              <a:ahLst/>
              <a:cxnLst/>
              <a:rect l="l" t="t" r="r" b="b"/>
              <a:pathLst>
                <a:path w="10615" h="4576" extrusionOk="0">
                  <a:moveTo>
                    <a:pt x="8807" y="0"/>
                  </a:moveTo>
                  <a:cubicBezTo>
                    <a:pt x="5620" y="0"/>
                    <a:pt x="1581" y="1966"/>
                    <a:pt x="54" y="4386"/>
                  </a:cubicBezTo>
                  <a:cubicBezTo>
                    <a:pt x="1" y="4471"/>
                    <a:pt x="79" y="4576"/>
                    <a:pt x="166" y="4576"/>
                  </a:cubicBezTo>
                  <a:cubicBezTo>
                    <a:pt x="186" y="4576"/>
                    <a:pt x="207" y="4570"/>
                    <a:pt x="226" y="4558"/>
                  </a:cubicBezTo>
                  <a:cubicBezTo>
                    <a:pt x="1875" y="3508"/>
                    <a:pt x="3258" y="2278"/>
                    <a:pt x="5131" y="1591"/>
                  </a:cubicBezTo>
                  <a:cubicBezTo>
                    <a:pt x="6861" y="957"/>
                    <a:pt x="8587" y="1026"/>
                    <a:pt x="10351" y="694"/>
                  </a:cubicBezTo>
                  <a:cubicBezTo>
                    <a:pt x="10615" y="644"/>
                    <a:pt x="10595" y="242"/>
                    <a:pt x="10351" y="180"/>
                  </a:cubicBezTo>
                  <a:cubicBezTo>
                    <a:pt x="9872" y="58"/>
                    <a:pt x="9352" y="0"/>
                    <a:pt x="88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34"/>
            <p:cNvSpPr/>
            <p:nvPr/>
          </p:nvSpPr>
          <p:spPr>
            <a:xfrm>
              <a:off x="2783475" y="946275"/>
              <a:ext cx="254775" cy="113000"/>
            </a:xfrm>
            <a:custGeom>
              <a:avLst/>
              <a:gdLst/>
              <a:ahLst/>
              <a:cxnLst/>
              <a:rect l="l" t="t" r="r" b="b"/>
              <a:pathLst>
                <a:path w="10191" h="4520" extrusionOk="0">
                  <a:moveTo>
                    <a:pt x="9024" y="1"/>
                  </a:moveTo>
                  <a:cubicBezTo>
                    <a:pt x="7296" y="1"/>
                    <a:pt x="5453" y="625"/>
                    <a:pt x="3919" y="1282"/>
                  </a:cubicBezTo>
                  <a:cubicBezTo>
                    <a:pt x="2789" y="1765"/>
                    <a:pt x="261" y="2658"/>
                    <a:pt x="23" y="4060"/>
                  </a:cubicBezTo>
                  <a:cubicBezTo>
                    <a:pt x="1" y="4188"/>
                    <a:pt x="41" y="4285"/>
                    <a:pt x="145" y="4359"/>
                  </a:cubicBezTo>
                  <a:lnTo>
                    <a:pt x="328" y="4490"/>
                  </a:lnTo>
                  <a:cubicBezTo>
                    <a:pt x="356" y="4510"/>
                    <a:pt x="386" y="4519"/>
                    <a:pt x="416" y="4519"/>
                  </a:cubicBezTo>
                  <a:cubicBezTo>
                    <a:pt x="528" y="4519"/>
                    <a:pt x="634" y="4397"/>
                    <a:pt x="599" y="4281"/>
                  </a:cubicBezTo>
                  <a:cubicBezTo>
                    <a:pt x="310" y="3333"/>
                    <a:pt x="4773" y="1735"/>
                    <a:pt x="5289" y="1569"/>
                  </a:cubicBezTo>
                  <a:cubicBezTo>
                    <a:pt x="6773" y="1093"/>
                    <a:pt x="8295" y="1027"/>
                    <a:pt x="9799" y="688"/>
                  </a:cubicBezTo>
                  <a:cubicBezTo>
                    <a:pt x="10190" y="600"/>
                    <a:pt x="10059" y="73"/>
                    <a:pt x="9711" y="36"/>
                  </a:cubicBezTo>
                  <a:cubicBezTo>
                    <a:pt x="9485" y="12"/>
                    <a:pt x="9255" y="1"/>
                    <a:pt x="902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34"/>
            <p:cNvSpPr/>
            <p:nvPr/>
          </p:nvSpPr>
          <p:spPr>
            <a:xfrm>
              <a:off x="2839925" y="1007825"/>
              <a:ext cx="259925" cy="117700"/>
            </a:xfrm>
            <a:custGeom>
              <a:avLst/>
              <a:gdLst/>
              <a:ahLst/>
              <a:cxnLst/>
              <a:rect l="l" t="t" r="r" b="b"/>
              <a:pathLst>
                <a:path w="10397" h="4708" extrusionOk="0">
                  <a:moveTo>
                    <a:pt x="9045" y="1"/>
                  </a:moveTo>
                  <a:cubicBezTo>
                    <a:pt x="5729" y="1"/>
                    <a:pt x="2019" y="2104"/>
                    <a:pt x="58" y="4551"/>
                  </a:cubicBezTo>
                  <a:cubicBezTo>
                    <a:pt x="0" y="4623"/>
                    <a:pt x="54" y="4707"/>
                    <a:pt x="124" y="4707"/>
                  </a:cubicBezTo>
                  <a:cubicBezTo>
                    <a:pt x="145" y="4707"/>
                    <a:pt x="167" y="4700"/>
                    <a:pt x="188" y="4683"/>
                  </a:cubicBezTo>
                  <a:cubicBezTo>
                    <a:pt x="1738" y="3418"/>
                    <a:pt x="3324" y="2289"/>
                    <a:pt x="5224" y="1613"/>
                  </a:cubicBezTo>
                  <a:cubicBezTo>
                    <a:pt x="6821" y="1047"/>
                    <a:pt x="8433" y="1014"/>
                    <a:pt x="10074" y="712"/>
                  </a:cubicBezTo>
                  <a:cubicBezTo>
                    <a:pt x="10385" y="655"/>
                    <a:pt x="10396" y="120"/>
                    <a:pt x="10074" y="73"/>
                  </a:cubicBezTo>
                  <a:cubicBezTo>
                    <a:pt x="9737" y="24"/>
                    <a:pt x="9393" y="1"/>
                    <a:pt x="90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5392349F-6037-46E2-9A6D-A0EAC96C5F35}"/>
              </a:ext>
            </a:extLst>
          </p:cNvPr>
          <p:cNvSpPr txBox="1"/>
          <p:nvPr/>
        </p:nvSpPr>
        <p:spPr>
          <a:xfrm>
            <a:off x="1307759" y="1769095"/>
            <a:ext cx="260130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200" dirty="0"/>
              <a:t>Inserting a node is also easy. Insertion uses trickle up, rather than trickle down.</a:t>
            </a:r>
          </a:p>
          <a:p>
            <a:pPr algn="just"/>
            <a:endParaRPr lang="en-US" sz="1200" dirty="0"/>
          </a:p>
          <a:p>
            <a:pPr algn="just"/>
            <a:r>
              <a:rPr lang="en-US" sz="1200" dirty="0"/>
              <a:t>Initially, the node to be inserted is placed in the first open position at the end of the array, increasing the array size by one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E71203C-E102-4D71-8BC6-FEE208C6D2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6680" y="1647826"/>
            <a:ext cx="3406201" cy="1960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1389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4"/>
          <p:cNvSpPr txBox="1">
            <a:spLocks noGrp="1"/>
          </p:cNvSpPr>
          <p:nvPr>
            <p:ph type="title"/>
          </p:nvPr>
        </p:nvSpPr>
        <p:spPr>
          <a:xfrm>
            <a:off x="1307759" y="947437"/>
            <a:ext cx="2939511" cy="4372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u="sng" dirty="0"/>
              <a:t>Insertion</a:t>
            </a:r>
            <a:br>
              <a:rPr lang="en-US" b="1" dirty="0"/>
            </a:br>
            <a:r>
              <a:rPr lang="en-US" b="1" dirty="0"/>
              <a:t>  </a:t>
            </a:r>
            <a:r>
              <a:rPr lang="en-US" b="1" u="sng" dirty="0">
                <a:solidFill>
                  <a:srgbClr val="C00000"/>
                </a:solidFill>
              </a:rPr>
              <a:t>Maxheap</a:t>
            </a:r>
            <a:br>
              <a:rPr lang="en-US" b="1" u="sng" dirty="0">
                <a:solidFill>
                  <a:srgbClr val="C00000"/>
                </a:solidFill>
              </a:rPr>
            </a:br>
            <a:r>
              <a:rPr lang="en-US" sz="1400" b="1" dirty="0"/>
              <a:t>	</a:t>
            </a:r>
            <a:endParaRPr lang="en-US" sz="1400" b="1" dirty="0">
              <a:solidFill>
                <a:srgbClr val="C00000"/>
              </a:solidFill>
            </a:endParaRPr>
          </a:p>
        </p:txBody>
      </p:sp>
      <p:sp>
        <p:nvSpPr>
          <p:cNvPr id="234" name="Google Shape;234;p34"/>
          <p:cNvSpPr txBox="1">
            <a:spLocks noGrp="1"/>
          </p:cNvSpPr>
          <p:nvPr>
            <p:ph type="subTitle" idx="1"/>
          </p:nvPr>
        </p:nvSpPr>
        <p:spPr>
          <a:xfrm>
            <a:off x="1307759" y="531752"/>
            <a:ext cx="3439500" cy="53514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Heaps	</a:t>
            </a:r>
          </a:p>
        </p:txBody>
      </p:sp>
      <p:pic>
        <p:nvPicPr>
          <p:cNvPr id="235" name="Google Shape;235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695460">
            <a:off x="7765338" y="3361772"/>
            <a:ext cx="1241024" cy="1610463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grpSp>
        <p:nvGrpSpPr>
          <p:cNvPr id="236" name="Google Shape;236;p34"/>
          <p:cNvGrpSpPr/>
          <p:nvPr/>
        </p:nvGrpSpPr>
        <p:grpSpPr>
          <a:xfrm rot="790859">
            <a:off x="7973758" y="3964891"/>
            <a:ext cx="824184" cy="712067"/>
            <a:chOff x="2341425" y="238100"/>
            <a:chExt cx="1328900" cy="1148125"/>
          </a:xfrm>
        </p:grpSpPr>
        <p:sp>
          <p:nvSpPr>
            <p:cNvPr id="237" name="Google Shape;237;p34"/>
            <p:cNvSpPr/>
            <p:nvPr/>
          </p:nvSpPr>
          <p:spPr>
            <a:xfrm>
              <a:off x="2341425" y="238100"/>
              <a:ext cx="1328900" cy="1148125"/>
            </a:xfrm>
            <a:custGeom>
              <a:avLst/>
              <a:gdLst/>
              <a:ahLst/>
              <a:cxnLst/>
              <a:rect l="l" t="t" r="r" b="b"/>
              <a:pathLst>
                <a:path w="53156" h="45925" extrusionOk="0">
                  <a:moveTo>
                    <a:pt x="49853" y="24103"/>
                  </a:moveTo>
                  <a:cubicBezTo>
                    <a:pt x="50212" y="24609"/>
                    <a:pt x="50681" y="25003"/>
                    <a:pt x="51172" y="25380"/>
                  </a:cubicBezTo>
                  <a:cubicBezTo>
                    <a:pt x="48199" y="26540"/>
                    <a:pt x="45438" y="28144"/>
                    <a:pt x="42987" y="30206"/>
                  </a:cubicBezTo>
                  <a:cubicBezTo>
                    <a:pt x="41727" y="31264"/>
                    <a:pt x="40396" y="32510"/>
                    <a:pt x="39238" y="33887"/>
                  </a:cubicBezTo>
                  <a:cubicBezTo>
                    <a:pt x="39347" y="33688"/>
                    <a:pt x="39460" y="33491"/>
                    <a:pt x="39578" y="33301"/>
                  </a:cubicBezTo>
                  <a:cubicBezTo>
                    <a:pt x="40490" y="31831"/>
                    <a:pt x="41539" y="30449"/>
                    <a:pt x="42711" y="29176"/>
                  </a:cubicBezTo>
                  <a:cubicBezTo>
                    <a:pt x="44775" y="26932"/>
                    <a:pt x="47091" y="25229"/>
                    <a:pt x="49853" y="24103"/>
                  </a:cubicBezTo>
                  <a:close/>
                  <a:moveTo>
                    <a:pt x="35117" y="1053"/>
                  </a:moveTo>
                  <a:lnTo>
                    <a:pt x="35117" y="1053"/>
                  </a:lnTo>
                  <a:cubicBezTo>
                    <a:pt x="36710" y="1715"/>
                    <a:pt x="38294" y="4814"/>
                    <a:pt x="38992" y="5799"/>
                  </a:cubicBezTo>
                  <a:cubicBezTo>
                    <a:pt x="40312" y="7660"/>
                    <a:pt x="41633" y="9523"/>
                    <a:pt x="42954" y="11383"/>
                  </a:cubicBezTo>
                  <a:cubicBezTo>
                    <a:pt x="44182" y="13110"/>
                    <a:pt x="45421" y="14827"/>
                    <a:pt x="46633" y="16564"/>
                  </a:cubicBezTo>
                  <a:cubicBezTo>
                    <a:pt x="46650" y="16588"/>
                    <a:pt x="46667" y="16613"/>
                    <a:pt x="46685" y="16638"/>
                  </a:cubicBezTo>
                  <a:cubicBezTo>
                    <a:pt x="47623" y="18397"/>
                    <a:pt x="48600" y="20134"/>
                    <a:pt x="49618" y="21849"/>
                  </a:cubicBezTo>
                  <a:cubicBezTo>
                    <a:pt x="48693" y="22281"/>
                    <a:pt x="47744" y="23007"/>
                    <a:pt x="47214" y="23343"/>
                  </a:cubicBezTo>
                  <a:cubicBezTo>
                    <a:pt x="45320" y="24544"/>
                    <a:pt x="43587" y="25982"/>
                    <a:pt x="42057" y="27622"/>
                  </a:cubicBezTo>
                  <a:cubicBezTo>
                    <a:pt x="40592" y="29191"/>
                    <a:pt x="39304" y="30938"/>
                    <a:pt x="38281" y="32827"/>
                  </a:cubicBezTo>
                  <a:cubicBezTo>
                    <a:pt x="37877" y="33573"/>
                    <a:pt x="37271" y="34533"/>
                    <a:pt x="36981" y="35496"/>
                  </a:cubicBezTo>
                  <a:cubicBezTo>
                    <a:pt x="36328" y="34434"/>
                    <a:pt x="35635" y="33395"/>
                    <a:pt x="34953" y="32353"/>
                  </a:cubicBezTo>
                  <a:cubicBezTo>
                    <a:pt x="33450" y="30055"/>
                    <a:pt x="31915" y="27777"/>
                    <a:pt x="30347" y="25524"/>
                  </a:cubicBezTo>
                  <a:cubicBezTo>
                    <a:pt x="28841" y="23359"/>
                    <a:pt x="27306" y="21217"/>
                    <a:pt x="25741" y="19095"/>
                  </a:cubicBezTo>
                  <a:cubicBezTo>
                    <a:pt x="24508" y="17421"/>
                    <a:pt x="23256" y="15382"/>
                    <a:pt x="21757" y="13843"/>
                  </a:cubicBezTo>
                  <a:cubicBezTo>
                    <a:pt x="22758" y="10753"/>
                    <a:pt x="24747" y="8361"/>
                    <a:pt x="26903" y="5992"/>
                  </a:cubicBezTo>
                  <a:cubicBezTo>
                    <a:pt x="27357" y="5493"/>
                    <a:pt x="27826" y="4981"/>
                    <a:pt x="28315" y="4481"/>
                  </a:cubicBezTo>
                  <a:cubicBezTo>
                    <a:pt x="29626" y="3498"/>
                    <a:pt x="31045" y="2668"/>
                    <a:pt x="32551" y="2018"/>
                  </a:cubicBezTo>
                  <a:cubicBezTo>
                    <a:pt x="33121" y="1772"/>
                    <a:pt x="33780" y="1496"/>
                    <a:pt x="34476" y="1255"/>
                  </a:cubicBezTo>
                  <a:cubicBezTo>
                    <a:pt x="34702" y="1206"/>
                    <a:pt x="34932" y="1166"/>
                    <a:pt x="35161" y="1125"/>
                  </a:cubicBezTo>
                  <a:cubicBezTo>
                    <a:pt x="35147" y="1101"/>
                    <a:pt x="35132" y="1076"/>
                    <a:pt x="35117" y="1053"/>
                  </a:cubicBezTo>
                  <a:close/>
                  <a:moveTo>
                    <a:pt x="49886" y="22296"/>
                  </a:moveTo>
                  <a:cubicBezTo>
                    <a:pt x="50069" y="22601"/>
                    <a:pt x="50253" y="22905"/>
                    <a:pt x="50437" y="23208"/>
                  </a:cubicBezTo>
                  <a:cubicBezTo>
                    <a:pt x="50328" y="23239"/>
                    <a:pt x="50219" y="23270"/>
                    <a:pt x="50110" y="23305"/>
                  </a:cubicBezTo>
                  <a:cubicBezTo>
                    <a:pt x="50098" y="23304"/>
                    <a:pt x="50086" y="23303"/>
                    <a:pt x="50074" y="23303"/>
                  </a:cubicBezTo>
                  <a:cubicBezTo>
                    <a:pt x="49989" y="23303"/>
                    <a:pt x="49905" y="23334"/>
                    <a:pt x="49839" y="23390"/>
                  </a:cubicBezTo>
                  <a:cubicBezTo>
                    <a:pt x="46983" y="24343"/>
                    <a:pt x="44499" y="26352"/>
                    <a:pt x="42469" y="28520"/>
                  </a:cubicBezTo>
                  <a:cubicBezTo>
                    <a:pt x="40592" y="30525"/>
                    <a:pt x="38254" y="33305"/>
                    <a:pt x="37357" y="36095"/>
                  </a:cubicBezTo>
                  <a:cubicBezTo>
                    <a:pt x="37306" y="36011"/>
                    <a:pt x="37249" y="35923"/>
                    <a:pt x="37190" y="35830"/>
                  </a:cubicBezTo>
                  <a:cubicBezTo>
                    <a:pt x="37565" y="34416"/>
                    <a:pt x="38696" y="32821"/>
                    <a:pt x="39296" y="31878"/>
                  </a:cubicBezTo>
                  <a:cubicBezTo>
                    <a:pt x="40239" y="30393"/>
                    <a:pt x="41330" y="29005"/>
                    <a:pt x="42550" y="27739"/>
                  </a:cubicBezTo>
                  <a:cubicBezTo>
                    <a:pt x="43708" y="26537"/>
                    <a:pt x="44980" y="25451"/>
                    <a:pt x="46348" y="24494"/>
                  </a:cubicBezTo>
                  <a:cubicBezTo>
                    <a:pt x="47234" y="23875"/>
                    <a:pt x="48600" y="22828"/>
                    <a:pt x="49886" y="22296"/>
                  </a:cubicBezTo>
                  <a:close/>
                  <a:moveTo>
                    <a:pt x="20475" y="13918"/>
                  </a:moveTo>
                  <a:cubicBezTo>
                    <a:pt x="20720" y="13985"/>
                    <a:pt x="20968" y="14054"/>
                    <a:pt x="21218" y="14127"/>
                  </a:cubicBezTo>
                  <a:lnTo>
                    <a:pt x="21219" y="14127"/>
                  </a:lnTo>
                  <a:cubicBezTo>
                    <a:pt x="22265" y="15897"/>
                    <a:pt x="23782" y="17534"/>
                    <a:pt x="24979" y="19160"/>
                  </a:cubicBezTo>
                  <a:cubicBezTo>
                    <a:pt x="26409" y="21107"/>
                    <a:pt x="27816" y="23071"/>
                    <a:pt x="29199" y="25052"/>
                  </a:cubicBezTo>
                  <a:cubicBezTo>
                    <a:pt x="30581" y="27035"/>
                    <a:pt x="31937" y="29034"/>
                    <a:pt x="33269" y="31050"/>
                  </a:cubicBezTo>
                  <a:cubicBezTo>
                    <a:pt x="33874" y="31967"/>
                    <a:pt x="34473" y="32886"/>
                    <a:pt x="35069" y="33809"/>
                  </a:cubicBezTo>
                  <a:cubicBezTo>
                    <a:pt x="35425" y="34364"/>
                    <a:pt x="35780" y="34920"/>
                    <a:pt x="36133" y="35475"/>
                  </a:cubicBezTo>
                  <a:lnTo>
                    <a:pt x="36486" y="36032"/>
                  </a:lnTo>
                  <a:cubicBezTo>
                    <a:pt x="36496" y="36074"/>
                    <a:pt x="36508" y="36115"/>
                    <a:pt x="36522" y="36155"/>
                  </a:cubicBezTo>
                  <a:cubicBezTo>
                    <a:pt x="33879" y="32306"/>
                    <a:pt x="31050" y="28568"/>
                    <a:pt x="28325" y="24779"/>
                  </a:cubicBezTo>
                  <a:cubicBezTo>
                    <a:pt x="25722" y="21160"/>
                    <a:pt x="23203" y="17449"/>
                    <a:pt x="20475" y="13918"/>
                  </a:cubicBezTo>
                  <a:close/>
                  <a:moveTo>
                    <a:pt x="37953" y="37630"/>
                  </a:moveTo>
                  <a:cubicBezTo>
                    <a:pt x="37851" y="37834"/>
                    <a:pt x="37753" y="38038"/>
                    <a:pt x="37661" y="38245"/>
                  </a:cubicBezTo>
                  <a:cubicBezTo>
                    <a:pt x="37630" y="38236"/>
                    <a:pt x="37597" y="38231"/>
                    <a:pt x="37565" y="38231"/>
                  </a:cubicBezTo>
                  <a:cubicBezTo>
                    <a:pt x="37533" y="38231"/>
                    <a:pt x="37500" y="38236"/>
                    <a:pt x="37470" y="38245"/>
                  </a:cubicBezTo>
                  <a:cubicBezTo>
                    <a:pt x="37633" y="38041"/>
                    <a:pt x="37793" y="37835"/>
                    <a:pt x="37953" y="37630"/>
                  </a:cubicBezTo>
                  <a:close/>
                  <a:moveTo>
                    <a:pt x="36509" y="38717"/>
                  </a:moveTo>
                  <a:cubicBezTo>
                    <a:pt x="36518" y="38717"/>
                    <a:pt x="36527" y="38717"/>
                    <a:pt x="36536" y="38717"/>
                  </a:cubicBezTo>
                  <a:cubicBezTo>
                    <a:pt x="36609" y="38809"/>
                    <a:pt x="36720" y="38864"/>
                    <a:pt x="36837" y="38865"/>
                  </a:cubicBezTo>
                  <a:cubicBezTo>
                    <a:pt x="36596" y="38971"/>
                    <a:pt x="36282" y="39011"/>
                    <a:pt x="35935" y="39011"/>
                  </a:cubicBezTo>
                  <a:cubicBezTo>
                    <a:pt x="35451" y="39011"/>
                    <a:pt x="34904" y="38934"/>
                    <a:pt x="34409" y="38856"/>
                  </a:cubicBezTo>
                  <a:cubicBezTo>
                    <a:pt x="35105" y="38764"/>
                    <a:pt x="35807" y="38717"/>
                    <a:pt x="36509" y="38717"/>
                  </a:cubicBezTo>
                  <a:close/>
                  <a:moveTo>
                    <a:pt x="15183" y="13113"/>
                  </a:moveTo>
                  <a:cubicBezTo>
                    <a:pt x="16769" y="13113"/>
                    <a:pt x="18319" y="13366"/>
                    <a:pt x="19934" y="13775"/>
                  </a:cubicBezTo>
                  <a:cubicBezTo>
                    <a:pt x="22531" y="17699"/>
                    <a:pt x="25404" y="21460"/>
                    <a:pt x="28149" y="25276"/>
                  </a:cubicBezTo>
                  <a:cubicBezTo>
                    <a:pt x="30879" y="29073"/>
                    <a:pt x="33528" y="32953"/>
                    <a:pt x="36351" y="36684"/>
                  </a:cubicBezTo>
                  <a:cubicBezTo>
                    <a:pt x="34542" y="35843"/>
                    <a:pt x="32568" y="35460"/>
                    <a:pt x="30570" y="35460"/>
                  </a:cubicBezTo>
                  <a:cubicBezTo>
                    <a:pt x="26406" y="35460"/>
                    <a:pt x="22142" y="37123"/>
                    <a:pt x="19074" y="39757"/>
                  </a:cubicBezTo>
                  <a:cubicBezTo>
                    <a:pt x="13793" y="32214"/>
                    <a:pt x="8154" y="24943"/>
                    <a:pt x="2157" y="17945"/>
                  </a:cubicBezTo>
                  <a:lnTo>
                    <a:pt x="2159" y="17945"/>
                  </a:lnTo>
                  <a:cubicBezTo>
                    <a:pt x="5055" y="16227"/>
                    <a:pt x="8015" y="14530"/>
                    <a:pt x="11283" y="13642"/>
                  </a:cubicBezTo>
                  <a:cubicBezTo>
                    <a:pt x="12638" y="13273"/>
                    <a:pt x="13922" y="13113"/>
                    <a:pt x="15183" y="13113"/>
                  </a:cubicBezTo>
                  <a:close/>
                  <a:moveTo>
                    <a:pt x="2578" y="20435"/>
                  </a:moveTo>
                  <a:cubicBezTo>
                    <a:pt x="8168" y="27062"/>
                    <a:pt x="13443" y="33937"/>
                    <a:pt x="18402" y="41058"/>
                  </a:cubicBezTo>
                  <a:cubicBezTo>
                    <a:pt x="18543" y="41262"/>
                    <a:pt x="18758" y="41377"/>
                    <a:pt x="18977" y="41377"/>
                  </a:cubicBezTo>
                  <a:cubicBezTo>
                    <a:pt x="19133" y="41377"/>
                    <a:pt x="19292" y="41318"/>
                    <a:pt x="19427" y="41190"/>
                  </a:cubicBezTo>
                  <a:cubicBezTo>
                    <a:pt x="21632" y="39103"/>
                    <a:pt x="24333" y="37693"/>
                    <a:pt x="27314" y="37090"/>
                  </a:cubicBezTo>
                  <a:cubicBezTo>
                    <a:pt x="28284" y="36894"/>
                    <a:pt x="29226" y="36809"/>
                    <a:pt x="30154" y="36809"/>
                  </a:cubicBezTo>
                  <a:cubicBezTo>
                    <a:pt x="30890" y="36809"/>
                    <a:pt x="31618" y="36863"/>
                    <a:pt x="32345" y="36959"/>
                  </a:cubicBezTo>
                  <a:cubicBezTo>
                    <a:pt x="32139" y="36996"/>
                    <a:pt x="31934" y="37038"/>
                    <a:pt x="31726" y="37085"/>
                  </a:cubicBezTo>
                  <a:cubicBezTo>
                    <a:pt x="29702" y="37535"/>
                    <a:pt x="27672" y="38191"/>
                    <a:pt x="25741" y="38939"/>
                  </a:cubicBezTo>
                  <a:cubicBezTo>
                    <a:pt x="24060" y="39590"/>
                    <a:pt x="22425" y="40379"/>
                    <a:pt x="20975" y="41459"/>
                  </a:cubicBezTo>
                  <a:cubicBezTo>
                    <a:pt x="20335" y="41934"/>
                    <a:pt x="18892" y="42836"/>
                    <a:pt x="18616" y="43758"/>
                  </a:cubicBezTo>
                  <a:cubicBezTo>
                    <a:pt x="15797" y="39642"/>
                    <a:pt x="12269" y="35871"/>
                    <a:pt x="9131" y="31993"/>
                  </a:cubicBezTo>
                  <a:cubicBezTo>
                    <a:pt x="7537" y="30022"/>
                    <a:pt x="5941" y="28055"/>
                    <a:pt x="4343" y="26088"/>
                  </a:cubicBezTo>
                  <a:cubicBezTo>
                    <a:pt x="3509" y="25063"/>
                    <a:pt x="2360" y="24025"/>
                    <a:pt x="1726" y="22872"/>
                  </a:cubicBezTo>
                  <a:lnTo>
                    <a:pt x="1290" y="22336"/>
                  </a:lnTo>
                  <a:cubicBezTo>
                    <a:pt x="1365" y="21812"/>
                    <a:pt x="1612" y="21399"/>
                    <a:pt x="2027" y="21097"/>
                  </a:cubicBezTo>
                  <a:cubicBezTo>
                    <a:pt x="2191" y="20870"/>
                    <a:pt x="2390" y="20654"/>
                    <a:pt x="2578" y="20435"/>
                  </a:cubicBezTo>
                  <a:close/>
                  <a:moveTo>
                    <a:pt x="34214" y="37438"/>
                  </a:moveTo>
                  <a:cubicBezTo>
                    <a:pt x="34480" y="37438"/>
                    <a:pt x="34745" y="37450"/>
                    <a:pt x="35009" y="37476"/>
                  </a:cubicBezTo>
                  <a:cubicBezTo>
                    <a:pt x="35056" y="37488"/>
                    <a:pt x="35104" y="37502"/>
                    <a:pt x="35153" y="37514"/>
                  </a:cubicBezTo>
                  <a:cubicBezTo>
                    <a:pt x="32341" y="37733"/>
                    <a:pt x="29659" y="38637"/>
                    <a:pt x="27141" y="39965"/>
                  </a:cubicBezTo>
                  <a:cubicBezTo>
                    <a:pt x="25564" y="40797"/>
                    <a:pt x="24060" y="41771"/>
                    <a:pt x="22625" y="42823"/>
                  </a:cubicBezTo>
                  <a:cubicBezTo>
                    <a:pt x="22053" y="43241"/>
                    <a:pt x="21266" y="44080"/>
                    <a:pt x="20621" y="44360"/>
                  </a:cubicBezTo>
                  <a:cubicBezTo>
                    <a:pt x="20405" y="44454"/>
                    <a:pt x="20198" y="44493"/>
                    <a:pt x="19997" y="44493"/>
                  </a:cubicBezTo>
                  <a:cubicBezTo>
                    <a:pt x="19802" y="44493"/>
                    <a:pt x="19613" y="44456"/>
                    <a:pt x="19427" y="44400"/>
                  </a:cubicBezTo>
                  <a:cubicBezTo>
                    <a:pt x="19434" y="44391"/>
                    <a:pt x="19440" y="44386"/>
                    <a:pt x="19448" y="44377"/>
                  </a:cubicBezTo>
                  <a:cubicBezTo>
                    <a:pt x="19593" y="44198"/>
                    <a:pt x="19599" y="43995"/>
                    <a:pt x="19448" y="43814"/>
                  </a:cubicBezTo>
                  <a:lnTo>
                    <a:pt x="19430" y="43792"/>
                  </a:lnTo>
                  <a:cubicBezTo>
                    <a:pt x="19697" y="43721"/>
                    <a:pt x="19911" y="43553"/>
                    <a:pt x="20074" y="43287"/>
                  </a:cubicBezTo>
                  <a:cubicBezTo>
                    <a:pt x="20320" y="43038"/>
                    <a:pt x="20576" y="42801"/>
                    <a:pt x="20843" y="42573"/>
                  </a:cubicBezTo>
                  <a:cubicBezTo>
                    <a:pt x="21485" y="42027"/>
                    <a:pt x="22180" y="41552"/>
                    <a:pt x="22907" y="41126"/>
                  </a:cubicBezTo>
                  <a:cubicBezTo>
                    <a:pt x="24188" y="40374"/>
                    <a:pt x="25559" y="39793"/>
                    <a:pt x="26955" y="39291"/>
                  </a:cubicBezTo>
                  <a:cubicBezTo>
                    <a:pt x="29199" y="38484"/>
                    <a:pt x="31750" y="37438"/>
                    <a:pt x="34214" y="37438"/>
                  </a:cubicBezTo>
                  <a:close/>
                  <a:moveTo>
                    <a:pt x="34842" y="0"/>
                  </a:moveTo>
                  <a:cubicBezTo>
                    <a:pt x="34343" y="0"/>
                    <a:pt x="33867" y="188"/>
                    <a:pt x="33507" y="630"/>
                  </a:cubicBezTo>
                  <a:cubicBezTo>
                    <a:pt x="31447" y="1151"/>
                    <a:pt x="29512" y="2015"/>
                    <a:pt x="27862" y="3526"/>
                  </a:cubicBezTo>
                  <a:cubicBezTo>
                    <a:pt x="27217" y="4115"/>
                    <a:pt x="26496" y="4800"/>
                    <a:pt x="25773" y="5555"/>
                  </a:cubicBezTo>
                  <a:cubicBezTo>
                    <a:pt x="23620" y="7604"/>
                    <a:pt x="21769" y="10148"/>
                    <a:pt x="20875" y="12916"/>
                  </a:cubicBezTo>
                  <a:cubicBezTo>
                    <a:pt x="19359" y="12052"/>
                    <a:pt x="17538" y="11727"/>
                    <a:pt x="15721" y="11727"/>
                  </a:cubicBezTo>
                  <a:cubicBezTo>
                    <a:pt x="14356" y="11727"/>
                    <a:pt x="12994" y="11911"/>
                    <a:pt x="11766" y="12185"/>
                  </a:cubicBezTo>
                  <a:cubicBezTo>
                    <a:pt x="7819" y="13067"/>
                    <a:pt x="4277" y="15176"/>
                    <a:pt x="838" y="17217"/>
                  </a:cubicBezTo>
                  <a:cubicBezTo>
                    <a:pt x="458" y="17444"/>
                    <a:pt x="436" y="17923"/>
                    <a:pt x="707" y="18237"/>
                  </a:cubicBezTo>
                  <a:cubicBezTo>
                    <a:pt x="1244" y="18859"/>
                    <a:pt x="1774" y="19488"/>
                    <a:pt x="2305" y="20116"/>
                  </a:cubicBezTo>
                  <a:cubicBezTo>
                    <a:pt x="1441" y="20484"/>
                    <a:pt x="862" y="21064"/>
                    <a:pt x="197" y="21811"/>
                  </a:cubicBezTo>
                  <a:cubicBezTo>
                    <a:pt x="77" y="21947"/>
                    <a:pt x="0" y="22200"/>
                    <a:pt x="127" y="22363"/>
                  </a:cubicBezTo>
                  <a:cubicBezTo>
                    <a:pt x="2951" y="26054"/>
                    <a:pt x="5928" y="29634"/>
                    <a:pt x="8843" y="33254"/>
                  </a:cubicBezTo>
                  <a:cubicBezTo>
                    <a:pt x="11749" y="36861"/>
                    <a:pt x="14485" y="40794"/>
                    <a:pt x="17652" y="44182"/>
                  </a:cubicBezTo>
                  <a:cubicBezTo>
                    <a:pt x="17664" y="44208"/>
                    <a:pt x="17679" y="44232"/>
                    <a:pt x="17699" y="44255"/>
                  </a:cubicBezTo>
                  <a:cubicBezTo>
                    <a:pt x="18282" y="44908"/>
                    <a:pt x="19219" y="45924"/>
                    <a:pt x="20167" y="45924"/>
                  </a:cubicBezTo>
                  <a:cubicBezTo>
                    <a:pt x="20277" y="45924"/>
                    <a:pt x="20387" y="45910"/>
                    <a:pt x="20497" y="45881"/>
                  </a:cubicBezTo>
                  <a:cubicBezTo>
                    <a:pt x="21148" y="45708"/>
                    <a:pt x="21757" y="44978"/>
                    <a:pt x="22286" y="44585"/>
                  </a:cubicBezTo>
                  <a:cubicBezTo>
                    <a:pt x="23162" y="43935"/>
                    <a:pt x="24053" y="43304"/>
                    <a:pt x="24965" y="42705"/>
                  </a:cubicBezTo>
                  <a:cubicBezTo>
                    <a:pt x="27366" y="41130"/>
                    <a:pt x="29934" y="39829"/>
                    <a:pt x="32678" y="39174"/>
                  </a:cubicBezTo>
                  <a:cubicBezTo>
                    <a:pt x="32752" y="39177"/>
                    <a:pt x="32826" y="39174"/>
                    <a:pt x="32900" y="39178"/>
                  </a:cubicBezTo>
                  <a:cubicBezTo>
                    <a:pt x="34054" y="39233"/>
                    <a:pt x="35153" y="39648"/>
                    <a:pt x="36288" y="39715"/>
                  </a:cubicBezTo>
                  <a:cubicBezTo>
                    <a:pt x="36337" y="39718"/>
                    <a:pt x="36385" y="39720"/>
                    <a:pt x="36433" y="39720"/>
                  </a:cubicBezTo>
                  <a:cubicBezTo>
                    <a:pt x="37209" y="39720"/>
                    <a:pt x="37750" y="39337"/>
                    <a:pt x="37827" y="38540"/>
                  </a:cubicBezTo>
                  <a:cubicBezTo>
                    <a:pt x="39593" y="36201"/>
                    <a:pt x="41115" y="33792"/>
                    <a:pt x="43273" y="31744"/>
                  </a:cubicBezTo>
                  <a:cubicBezTo>
                    <a:pt x="44449" y="30626"/>
                    <a:pt x="45716" y="29608"/>
                    <a:pt x="47060" y="28698"/>
                  </a:cubicBezTo>
                  <a:cubicBezTo>
                    <a:pt x="47079" y="28686"/>
                    <a:pt x="47099" y="28675"/>
                    <a:pt x="47118" y="28662"/>
                  </a:cubicBezTo>
                  <a:cubicBezTo>
                    <a:pt x="48826" y="27633"/>
                    <a:pt x="50637" y="26785"/>
                    <a:pt x="52524" y="26133"/>
                  </a:cubicBezTo>
                  <a:cubicBezTo>
                    <a:pt x="52902" y="26003"/>
                    <a:pt x="53156" y="25447"/>
                    <a:pt x="52785" y="25145"/>
                  </a:cubicBezTo>
                  <a:cubicBezTo>
                    <a:pt x="52171" y="24648"/>
                    <a:pt x="51613" y="24099"/>
                    <a:pt x="50959" y="23696"/>
                  </a:cubicBezTo>
                  <a:cubicBezTo>
                    <a:pt x="51006" y="23680"/>
                    <a:pt x="51050" y="23660"/>
                    <a:pt x="51097" y="23645"/>
                  </a:cubicBezTo>
                  <a:cubicBezTo>
                    <a:pt x="51251" y="23594"/>
                    <a:pt x="51309" y="23468"/>
                    <a:pt x="51300" y="23347"/>
                  </a:cubicBezTo>
                  <a:cubicBezTo>
                    <a:pt x="51345" y="23292"/>
                    <a:pt x="51376" y="23227"/>
                    <a:pt x="51391" y="23158"/>
                  </a:cubicBezTo>
                  <a:cubicBezTo>
                    <a:pt x="51657" y="23086"/>
                    <a:pt x="51868" y="22805"/>
                    <a:pt x="51676" y="22507"/>
                  </a:cubicBezTo>
                  <a:cubicBezTo>
                    <a:pt x="51561" y="22326"/>
                    <a:pt x="51447" y="22144"/>
                    <a:pt x="51333" y="21962"/>
                  </a:cubicBezTo>
                  <a:cubicBezTo>
                    <a:pt x="51345" y="21962"/>
                    <a:pt x="51359" y="21961"/>
                    <a:pt x="51371" y="21961"/>
                  </a:cubicBezTo>
                  <a:cubicBezTo>
                    <a:pt x="51374" y="21961"/>
                    <a:pt x="51377" y="21961"/>
                    <a:pt x="51379" y="21961"/>
                  </a:cubicBezTo>
                  <a:cubicBezTo>
                    <a:pt x="51539" y="21961"/>
                    <a:pt x="51585" y="21737"/>
                    <a:pt x="51453" y="21658"/>
                  </a:cubicBezTo>
                  <a:cubicBezTo>
                    <a:pt x="51333" y="21585"/>
                    <a:pt x="51198" y="21544"/>
                    <a:pt x="51056" y="21524"/>
                  </a:cubicBezTo>
                  <a:cubicBezTo>
                    <a:pt x="50796" y="21108"/>
                    <a:pt x="50546" y="20689"/>
                    <a:pt x="50290" y="20269"/>
                  </a:cubicBezTo>
                  <a:cubicBezTo>
                    <a:pt x="50030" y="19581"/>
                    <a:pt x="49589" y="18953"/>
                    <a:pt x="49191" y="18312"/>
                  </a:cubicBezTo>
                  <a:cubicBezTo>
                    <a:pt x="48421" y="17077"/>
                    <a:pt x="47572" y="15893"/>
                    <a:pt x="46728" y="14709"/>
                  </a:cubicBezTo>
                  <a:cubicBezTo>
                    <a:pt x="45005" y="12292"/>
                    <a:pt x="43280" y="9876"/>
                    <a:pt x="41551" y="7464"/>
                  </a:cubicBezTo>
                  <a:cubicBezTo>
                    <a:pt x="40019" y="5325"/>
                    <a:pt x="38618" y="2783"/>
                    <a:pt x="36781" y="897"/>
                  </a:cubicBezTo>
                  <a:cubicBezTo>
                    <a:pt x="36255" y="356"/>
                    <a:pt x="35527" y="0"/>
                    <a:pt x="348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34"/>
            <p:cNvSpPr/>
            <p:nvPr/>
          </p:nvSpPr>
          <p:spPr>
            <a:xfrm>
              <a:off x="2990175" y="381350"/>
              <a:ext cx="254450" cy="209600"/>
            </a:xfrm>
            <a:custGeom>
              <a:avLst/>
              <a:gdLst/>
              <a:ahLst/>
              <a:cxnLst/>
              <a:rect l="l" t="t" r="r" b="b"/>
              <a:pathLst>
                <a:path w="10178" h="8384" extrusionOk="0">
                  <a:moveTo>
                    <a:pt x="9489" y="1"/>
                  </a:moveTo>
                  <a:cubicBezTo>
                    <a:pt x="9460" y="1"/>
                    <a:pt x="9430" y="3"/>
                    <a:pt x="9398" y="7"/>
                  </a:cubicBezTo>
                  <a:cubicBezTo>
                    <a:pt x="5315" y="589"/>
                    <a:pt x="1324" y="4315"/>
                    <a:pt x="48" y="8144"/>
                  </a:cubicBezTo>
                  <a:cubicBezTo>
                    <a:pt x="1" y="8286"/>
                    <a:pt x="119" y="8384"/>
                    <a:pt x="239" y="8384"/>
                  </a:cubicBezTo>
                  <a:cubicBezTo>
                    <a:pt x="302" y="8384"/>
                    <a:pt x="366" y="8357"/>
                    <a:pt x="406" y="8294"/>
                  </a:cubicBezTo>
                  <a:cubicBezTo>
                    <a:pt x="1475" y="6637"/>
                    <a:pt x="2632" y="5068"/>
                    <a:pt x="4157" y="3799"/>
                  </a:cubicBezTo>
                  <a:cubicBezTo>
                    <a:pt x="5839" y="2399"/>
                    <a:pt x="7661" y="1727"/>
                    <a:pt x="9647" y="909"/>
                  </a:cubicBezTo>
                  <a:cubicBezTo>
                    <a:pt x="10177" y="691"/>
                    <a:pt x="10017" y="1"/>
                    <a:pt x="948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34"/>
            <p:cNvSpPr/>
            <p:nvPr/>
          </p:nvSpPr>
          <p:spPr>
            <a:xfrm>
              <a:off x="3026350" y="441550"/>
              <a:ext cx="247225" cy="201350"/>
            </a:xfrm>
            <a:custGeom>
              <a:avLst/>
              <a:gdLst/>
              <a:ahLst/>
              <a:cxnLst/>
              <a:rect l="l" t="t" r="r" b="b"/>
              <a:pathLst>
                <a:path w="9889" h="8054" extrusionOk="0">
                  <a:moveTo>
                    <a:pt x="9472" y="1"/>
                  </a:moveTo>
                  <a:cubicBezTo>
                    <a:pt x="9466" y="1"/>
                    <a:pt x="9460" y="1"/>
                    <a:pt x="9454" y="1"/>
                  </a:cubicBezTo>
                  <a:cubicBezTo>
                    <a:pt x="5735" y="204"/>
                    <a:pt x="1142" y="4281"/>
                    <a:pt x="59" y="7752"/>
                  </a:cubicBezTo>
                  <a:cubicBezTo>
                    <a:pt x="0" y="7941"/>
                    <a:pt x="141" y="8053"/>
                    <a:pt x="292" y="8053"/>
                  </a:cubicBezTo>
                  <a:cubicBezTo>
                    <a:pt x="375" y="8053"/>
                    <a:pt x="460" y="8019"/>
                    <a:pt x="517" y="7945"/>
                  </a:cubicBezTo>
                  <a:cubicBezTo>
                    <a:pt x="1756" y="6329"/>
                    <a:pt x="2771" y="4701"/>
                    <a:pt x="4382" y="3401"/>
                  </a:cubicBezTo>
                  <a:cubicBezTo>
                    <a:pt x="6005" y="2092"/>
                    <a:pt x="7844" y="1590"/>
                    <a:pt x="9618" y="609"/>
                  </a:cubicBezTo>
                  <a:cubicBezTo>
                    <a:pt x="9889" y="460"/>
                    <a:pt x="9783" y="1"/>
                    <a:pt x="94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34"/>
            <p:cNvSpPr/>
            <p:nvPr/>
          </p:nvSpPr>
          <p:spPr>
            <a:xfrm>
              <a:off x="3172850" y="661350"/>
              <a:ext cx="224850" cy="198300"/>
            </a:xfrm>
            <a:custGeom>
              <a:avLst/>
              <a:gdLst/>
              <a:ahLst/>
              <a:cxnLst/>
              <a:rect l="l" t="t" r="r" b="b"/>
              <a:pathLst>
                <a:path w="8994" h="7932" extrusionOk="0">
                  <a:moveTo>
                    <a:pt x="8456" y="0"/>
                  </a:moveTo>
                  <a:cubicBezTo>
                    <a:pt x="8425" y="0"/>
                    <a:pt x="8392" y="4"/>
                    <a:pt x="8358" y="11"/>
                  </a:cubicBezTo>
                  <a:cubicBezTo>
                    <a:pt x="5106" y="738"/>
                    <a:pt x="1076" y="4402"/>
                    <a:pt x="60" y="7579"/>
                  </a:cubicBezTo>
                  <a:cubicBezTo>
                    <a:pt x="1" y="7765"/>
                    <a:pt x="174" y="7931"/>
                    <a:pt x="343" y="7931"/>
                  </a:cubicBezTo>
                  <a:cubicBezTo>
                    <a:pt x="409" y="7931"/>
                    <a:pt x="474" y="7907"/>
                    <a:pt x="524" y="7849"/>
                  </a:cubicBezTo>
                  <a:cubicBezTo>
                    <a:pt x="1689" y="6518"/>
                    <a:pt x="2590" y="5030"/>
                    <a:pt x="3913" y="3818"/>
                  </a:cubicBezTo>
                  <a:cubicBezTo>
                    <a:pt x="5371" y="2483"/>
                    <a:pt x="7047" y="1783"/>
                    <a:pt x="8657" y="718"/>
                  </a:cubicBezTo>
                  <a:cubicBezTo>
                    <a:pt x="8993" y="494"/>
                    <a:pt x="8826" y="0"/>
                    <a:pt x="84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34"/>
            <p:cNvSpPr/>
            <p:nvPr/>
          </p:nvSpPr>
          <p:spPr>
            <a:xfrm>
              <a:off x="3219000" y="725650"/>
              <a:ext cx="226500" cy="215375"/>
            </a:xfrm>
            <a:custGeom>
              <a:avLst/>
              <a:gdLst/>
              <a:ahLst/>
              <a:cxnLst/>
              <a:rect l="l" t="t" r="r" b="b"/>
              <a:pathLst>
                <a:path w="9060" h="8615" extrusionOk="0">
                  <a:moveTo>
                    <a:pt x="8466" y="1"/>
                  </a:moveTo>
                  <a:cubicBezTo>
                    <a:pt x="8403" y="1"/>
                    <a:pt x="8336" y="16"/>
                    <a:pt x="8267" y="50"/>
                  </a:cubicBezTo>
                  <a:cubicBezTo>
                    <a:pt x="6348" y="1017"/>
                    <a:pt x="4571" y="2396"/>
                    <a:pt x="3025" y="3882"/>
                  </a:cubicBezTo>
                  <a:cubicBezTo>
                    <a:pt x="1836" y="5024"/>
                    <a:pt x="0" y="6568"/>
                    <a:pt x="62" y="8367"/>
                  </a:cubicBezTo>
                  <a:cubicBezTo>
                    <a:pt x="66" y="8507"/>
                    <a:pt x="206" y="8614"/>
                    <a:pt x="335" y="8614"/>
                  </a:cubicBezTo>
                  <a:cubicBezTo>
                    <a:pt x="409" y="8614"/>
                    <a:pt x="480" y="8578"/>
                    <a:pt x="518" y="8491"/>
                  </a:cubicBezTo>
                  <a:cubicBezTo>
                    <a:pt x="2016" y="5007"/>
                    <a:pt x="5594" y="2708"/>
                    <a:pt x="8679" y="755"/>
                  </a:cubicBezTo>
                  <a:cubicBezTo>
                    <a:pt x="9059" y="514"/>
                    <a:pt x="8832" y="1"/>
                    <a:pt x="84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34"/>
            <p:cNvSpPr/>
            <p:nvPr/>
          </p:nvSpPr>
          <p:spPr>
            <a:xfrm>
              <a:off x="2528200" y="658025"/>
              <a:ext cx="405900" cy="260600"/>
            </a:xfrm>
            <a:custGeom>
              <a:avLst/>
              <a:gdLst/>
              <a:ahLst/>
              <a:cxnLst/>
              <a:rect l="l" t="t" r="r" b="b"/>
              <a:pathLst>
                <a:path w="16236" h="10424" extrusionOk="0">
                  <a:moveTo>
                    <a:pt x="1382" y="2708"/>
                  </a:moveTo>
                  <a:cubicBezTo>
                    <a:pt x="2705" y="4465"/>
                    <a:pt x="4361" y="5818"/>
                    <a:pt x="5564" y="7549"/>
                  </a:cubicBezTo>
                  <a:cubicBezTo>
                    <a:pt x="5049" y="7000"/>
                    <a:pt x="4518" y="6467"/>
                    <a:pt x="3972" y="5947"/>
                  </a:cubicBezTo>
                  <a:cubicBezTo>
                    <a:pt x="3369" y="5370"/>
                    <a:pt x="2751" y="4825"/>
                    <a:pt x="2113" y="4299"/>
                  </a:cubicBezTo>
                  <a:cubicBezTo>
                    <a:pt x="2286" y="4264"/>
                    <a:pt x="2405" y="4031"/>
                    <a:pt x="2251" y="3877"/>
                  </a:cubicBezTo>
                  <a:cubicBezTo>
                    <a:pt x="1869" y="3498"/>
                    <a:pt x="1454" y="3168"/>
                    <a:pt x="1030" y="2840"/>
                  </a:cubicBezTo>
                  <a:lnTo>
                    <a:pt x="1382" y="2708"/>
                  </a:lnTo>
                  <a:close/>
                  <a:moveTo>
                    <a:pt x="9295" y="739"/>
                  </a:moveTo>
                  <a:cubicBezTo>
                    <a:pt x="10900" y="739"/>
                    <a:pt x="11714" y="2042"/>
                    <a:pt x="12738" y="3153"/>
                  </a:cubicBezTo>
                  <a:cubicBezTo>
                    <a:pt x="13607" y="4096"/>
                    <a:pt x="14464" y="5049"/>
                    <a:pt x="15310" y="6013"/>
                  </a:cubicBezTo>
                  <a:cubicBezTo>
                    <a:pt x="13936" y="6363"/>
                    <a:pt x="12589" y="6790"/>
                    <a:pt x="11275" y="7331"/>
                  </a:cubicBezTo>
                  <a:cubicBezTo>
                    <a:pt x="10703" y="7567"/>
                    <a:pt x="10139" y="7820"/>
                    <a:pt x="9583" y="8091"/>
                  </a:cubicBezTo>
                  <a:cubicBezTo>
                    <a:pt x="9104" y="8323"/>
                    <a:pt x="7997" y="9216"/>
                    <a:pt x="7494" y="9216"/>
                  </a:cubicBezTo>
                  <a:cubicBezTo>
                    <a:pt x="7280" y="9214"/>
                    <a:pt x="7087" y="9143"/>
                    <a:pt x="6911" y="9028"/>
                  </a:cubicBezTo>
                  <a:cubicBezTo>
                    <a:pt x="5976" y="6497"/>
                    <a:pt x="3660" y="4237"/>
                    <a:pt x="1564" y="2642"/>
                  </a:cubicBezTo>
                  <a:cubicBezTo>
                    <a:pt x="3992" y="1737"/>
                    <a:pt x="6804" y="749"/>
                    <a:pt x="9284" y="739"/>
                  </a:cubicBezTo>
                  <a:cubicBezTo>
                    <a:pt x="9288" y="739"/>
                    <a:pt x="9291" y="739"/>
                    <a:pt x="9295" y="739"/>
                  </a:cubicBezTo>
                  <a:close/>
                  <a:moveTo>
                    <a:pt x="9522" y="0"/>
                  </a:moveTo>
                  <a:cubicBezTo>
                    <a:pt x="8353" y="0"/>
                    <a:pt x="6970" y="475"/>
                    <a:pt x="5977" y="700"/>
                  </a:cubicBezTo>
                  <a:cubicBezTo>
                    <a:pt x="4041" y="1140"/>
                    <a:pt x="2155" y="1729"/>
                    <a:pt x="300" y="2432"/>
                  </a:cubicBezTo>
                  <a:cubicBezTo>
                    <a:pt x="25" y="2536"/>
                    <a:pt x="1" y="2846"/>
                    <a:pt x="223" y="3018"/>
                  </a:cubicBezTo>
                  <a:cubicBezTo>
                    <a:pt x="702" y="3388"/>
                    <a:pt x="1169" y="3763"/>
                    <a:pt x="1673" y="4093"/>
                  </a:cubicBezTo>
                  <a:cubicBezTo>
                    <a:pt x="3491" y="5760"/>
                    <a:pt x="5144" y="7550"/>
                    <a:pt x="6623" y="9541"/>
                  </a:cubicBezTo>
                  <a:cubicBezTo>
                    <a:pt x="6713" y="9781"/>
                    <a:pt x="6797" y="10028"/>
                    <a:pt x="6867" y="10287"/>
                  </a:cubicBezTo>
                  <a:cubicBezTo>
                    <a:pt x="6892" y="10382"/>
                    <a:pt x="6963" y="10423"/>
                    <a:pt x="7035" y="10423"/>
                  </a:cubicBezTo>
                  <a:cubicBezTo>
                    <a:pt x="7146" y="10423"/>
                    <a:pt x="7261" y="10329"/>
                    <a:pt x="7234" y="10186"/>
                  </a:cubicBezTo>
                  <a:cubicBezTo>
                    <a:pt x="7224" y="10130"/>
                    <a:pt x="7207" y="10076"/>
                    <a:pt x="7196" y="10021"/>
                  </a:cubicBezTo>
                  <a:cubicBezTo>
                    <a:pt x="7219" y="10016"/>
                    <a:pt x="7243" y="10009"/>
                    <a:pt x="7264" y="9998"/>
                  </a:cubicBezTo>
                  <a:cubicBezTo>
                    <a:pt x="9998" y="8390"/>
                    <a:pt x="12869" y="7216"/>
                    <a:pt x="15954" y="6481"/>
                  </a:cubicBezTo>
                  <a:cubicBezTo>
                    <a:pt x="16193" y="6424"/>
                    <a:pt x="16235" y="6133"/>
                    <a:pt x="16091" y="5967"/>
                  </a:cubicBezTo>
                  <a:cubicBezTo>
                    <a:pt x="14926" y="4637"/>
                    <a:pt x="13744" y="3322"/>
                    <a:pt x="12545" y="2023"/>
                  </a:cubicBezTo>
                  <a:cubicBezTo>
                    <a:pt x="11928" y="1357"/>
                    <a:pt x="11266" y="350"/>
                    <a:pt x="10341" y="98"/>
                  </a:cubicBezTo>
                  <a:cubicBezTo>
                    <a:pt x="10087" y="29"/>
                    <a:pt x="9811" y="0"/>
                    <a:pt x="95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34"/>
            <p:cNvSpPr/>
            <p:nvPr/>
          </p:nvSpPr>
          <p:spPr>
            <a:xfrm>
              <a:off x="2739725" y="878000"/>
              <a:ext cx="265375" cy="114400"/>
            </a:xfrm>
            <a:custGeom>
              <a:avLst/>
              <a:gdLst/>
              <a:ahLst/>
              <a:cxnLst/>
              <a:rect l="l" t="t" r="r" b="b"/>
              <a:pathLst>
                <a:path w="10615" h="4576" extrusionOk="0">
                  <a:moveTo>
                    <a:pt x="8807" y="0"/>
                  </a:moveTo>
                  <a:cubicBezTo>
                    <a:pt x="5620" y="0"/>
                    <a:pt x="1581" y="1966"/>
                    <a:pt x="54" y="4386"/>
                  </a:cubicBezTo>
                  <a:cubicBezTo>
                    <a:pt x="1" y="4471"/>
                    <a:pt x="79" y="4576"/>
                    <a:pt x="166" y="4576"/>
                  </a:cubicBezTo>
                  <a:cubicBezTo>
                    <a:pt x="186" y="4576"/>
                    <a:pt x="207" y="4570"/>
                    <a:pt x="226" y="4558"/>
                  </a:cubicBezTo>
                  <a:cubicBezTo>
                    <a:pt x="1875" y="3508"/>
                    <a:pt x="3258" y="2278"/>
                    <a:pt x="5131" y="1591"/>
                  </a:cubicBezTo>
                  <a:cubicBezTo>
                    <a:pt x="6861" y="957"/>
                    <a:pt x="8587" y="1026"/>
                    <a:pt x="10351" y="694"/>
                  </a:cubicBezTo>
                  <a:cubicBezTo>
                    <a:pt x="10615" y="644"/>
                    <a:pt x="10595" y="242"/>
                    <a:pt x="10351" y="180"/>
                  </a:cubicBezTo>
                  <a:cubicBezTo>
                    <a:pt x="9872" y="58"/>
                    <a:pt x="9352" y="0"/>
                    <a:pt x="88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34"/>
            <p:cNvSpPr/>
            <p:nvPr/>
          </p:nvSpPr>
          <p:spPr>
            <a:xfrm>
              <a:off x="2783475" y="946275"/>
              <a:ext cx="254775" cy="113000"/>
            </a:xfrm>
            <a:custGeom>
              <a:avLst/>
              <a:gdLst/>
              <a:ahLst/>
              <a:cxnLst/>
              <a:rect l="l" t="t" r="r" b="b"/>
              <a:pathLst>
                <a:path w="10191" h="4520" extrusionOk="0">
                  <a:moveTo>
                    <a:pt x="9024" y="1"/>
                  </a:moveTo>
                  <a:cubicBezTo>
                    <a:pt x="7296" y="1"/>
                    <a:pt x="5453" y="625"/>
                    <a:pt x="3919" y="1282"/>
                  </a:cubicBezTo>
                  <a:cubicBezTo>
                    <a:pt x="2789" y="1765"/>
                    <a:pt x="261" y="2658"/>
                    <a:pt x="23" y="4060"/>
                  </a:cubicBezTo>
                  <a:cubicBezTo>
                    <a:pt x="1" y="4188"/>
                    <a:pt x="41" y="4285"/>
                    <a:pt x="145" y="4359"/>
                  </a:cubicBezTo>
                  <a:lnTo>
                    <a:pt x="328" y="4490"/>
                  </a:lnTo>
                  <a:cubicBezTo>
                    <a:pt x="356" y="4510"/>
                    <a:pt x="386" y="4519"/>
                    <a:pt x="416" y="4519"/>
                  </a:cubicBezTo>
                  <a:cubicBezTo>
                    <a:pt x="528" y="4519"/>
                    <a:pt x="634" y="4397"/>
                    <a:pt x="599" y="4281"/>
                  </a:cubicBezTo>
                  <a:cubicBezTo>
                    <a:pt x="310" y="3333"/>
                    <a:pt x="4773" y="1735"/>
                    <a:pt x="5289" y="1569"/>
                  </a:cubicBezTo>
                  <a:cubicBezTo>
                    <a:pt x="6773" y="1093"/>
                    <a:pt x="8295" y="1027"/>
                    <a:pt x="9799" y="688"/>
                  </a:cubicBezTo>
                  <a:cubicBezTo>
                    <a:pt x="10190" y="600"/>
                    <a:pt x="10059" y="73"/>
                    <a:pt x="9711" y="36"/>
                  </a:cubicBezTo>
                  <a:cubicBezTo>
                    <a:pt x="9485" y="12"/>
                    <a:pt x="9255" y="1"/>
                    <a:pt x="902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34"/>
            <p:cNvSpPr/>
            <p:nvPr/>
          </p:nvSpPr>
          <p:spPr>
            <a:xfrm>
              <a:off x="2839925" y="1007825"/>
              <a:ext cx="259925" cy="117700"/>
            </a:xfrm>
            <a:custGeom>
              <a:avLst/>
              <a:gdLst/>
              <a:ahLst/>
              <a:cxnLst/>
              <a:rect l="l" t="t" r="r" b="b"/>
              <a:pathLst>
                <a:path w="10397" h="4708" extrusionOk="0">
                  <a:moveTo>
                    <a:pt x="9045" y="1"/>
                  </a:moveTo>
                  <a:cubicBezTo>
                    <a:pt x="5729" y="1"/>
                    <a:pt x="2019" y="2104"/>
                    <a:pt x="58" y="4551"/>
                  </a:cubicBezTo>
                  <a:cubicBezTo>
                    <a:pt x="0" y="4623"/>
                    <a:pt x="54" y="4707"/>
                    <a:pt x="124" y="4707"/>
                  </a:cubicBezTo>
                  <a:cubicBezTo>
                    <a:pt x="145" y="4707"/>
                    <a:pt x="167" y="4700"/>
                    <a:pt x="188" y="4683"/>
                  </a:cubicBezTo>
                  <a:cubicBezTo>
                    <a:pt x="1738" y="3418"/>
                    <a:pt x="3324" y="2289"/>
                    <a:pt x="5224" y="1613"/>
                  </a:cubicBezTo>
                  <a:cubicBezTo>
                    <a:pt x="6821" y="1047"/>
                    <a:pt x="8433" y="1014"/>
                    <a:pt x="10074" y="712"/>
                  </a:cubicBezTo>
                  <a:cubicBezTo>
                    <a:pt x="10385" y="655"/>
                    <a:pt x="10396" y="120"/>
                    <a:pt x="10074" y="73"/>
                  </a:cubicBezTo>
                  <a:cubicBezTo>
                    <a:pt x="9737" y="24"/>
                    <a:pt x="9393" y="1"/>
                    <a:pt x="90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5392349F-6037-46E2-9A6D-A0EAC96C5F35}"/>
              </a:ext>
            </a:extLst>
          </p:cNvPr>
          <p:cNvSpPr txBox="1"/>
          <p:nvPr/>
        </p:nvSpPr>
        <p:spPr>
          <a:xfrm>
            <a:off x="1307759" y="1769095"/>
            <a:ext cx="26013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200" b="1" dirty="0"/>
              <a:t>Let’s try inserting 50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6213068-872A-4B99-BF44-7B2168BF91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5283" y="1509202"/>
            <a:ext cx="4570958" cy="238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16671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4"/>
          <p:cNvSpPr txBox="1">
            <a:spLocks noGrp="1"/>
          </p:cNvSpPr>
          <p:nvPr>
            <p:ph type="title"/>
          </p:nvPr>
        </p:nvSpPr>
        <p:spPr>
          <a:xfrm>
            <a:off x="1307759" y="947437"/>
            <a:ext cx="2939511" cy="4372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u="sng" dirty="0"/>
              <a:t>Insertion</a:t>
            </a:r>
            <a:br>
              <a:rPr lang="en-US" b="1" dirty="0"/>
            </a:br>
            <a:r>
              <a:rPr lang="en-US" b="1" dirty="0"/>
              <a:t>  </a:t>
            </a:r>
            <a:r>
              <a:rPr lang="en-US" b="1" u="sng" dirty="0">
                <a:solidFill>
                  <a:srgbClr val="C00000"/>
                </a:solidFill>
              </a:rPr>
              <a:t>Maxheap</a:t>
            </a:r>
            <a:br>
              <a:rPr lang="en-US" b="1" u="sng" dirty="0">
                <a:solidFill>
                  <a:srgbClr val="C00000"/>
                </a:solidFill>
              </a:rPr>
            </a:br>
            <a:r>
              <a:rPr lang="en-US" sz="1400" b="1" dirty="0"/>
              <a:t>	</a:t>
            </a:r>
            <a:endParaRPr lang="en-US" sz="1400" b="1" dirty="0">
              <a:solidFill>
                <a:srgbClr val="C00000"/>
              </a:solidFill>
            </a:endParaRPr>
          </a:p>
        </p:txBody>
      </p:sp>
      <p:sp>
        <p:nvSpPr>
          <p:cNvPr id="234" name="Google Shape;234;p34"/>
          <p:cNvSpPr txBox="1">
            <a:spLocks noGrp="1"/>
          </p:cNvSpPr>
          <p:nvPr>
            <p:ph type="subTitle" idx="1"/>
          </p:nvPr>
        </p:nvSpPr>
        <p:spPr>
          <a:xfrm>
            <a:off x="1307759" y="531752"/>
            <a:ext cx="3439500" cy="53514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Heaps	</a:t>
            </a:r>
          </a:p>
        </p:txBody>
      </p:sp>
      <p:pic>
        <p:nvPicPr>
          <p:cNvPr id="235" name="Google Shape;235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695460">
            <a:off x="7765338" y="3361772"/>
            <a:ext cx="1241024" cy="1610463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grpSp>
        <p:nvGrpSpPr>
          <p:cNvPr id="236" name="Google Shape;236;p34"/>
          <p:cNvGrpSpPr/>
          <p:nvPr/>
        </p:nvGrpSpPr>
        <p:grpSpPr>
          <a:xfrm rot="790859">
            <a:off x="7973758" y="3964891"/>
            <a:ext cx="824184" cy="712067"/>
            <a:chOff x="2341425" y="238100"/>
            <a:chExt cx="1328900" cy="1148125"/>
          </a:xfrm>
        </p:grpSpPr>
        <p:sp>
          <p:nvSpPr>
            <p:cNvPr id="237" name="Google Shape;237;p34"/>
            <p:cNvSpPr/>
            <p:nvPr/>
          </p:nvSpPr>
          <p:spPr>
            <a:xfrm>
              <a:off x="2341425" y="238100"/>
              <a:ext cx="1328900" cy="1148125"/>
            </a:xfrm>
            <a:custGeom>
              <a:avLst/>
              <a:gdLst/>
              <a:ahLst/>
              <a:cxnLst/>
              <a:rect l="l" t="t" r="r" b="b"/>
              <a:pathLst>
                <a:path w="53156" h="45925" extrusionOk="0">
                  <a:moveTo>
                    <a:pt x="49853" y="24103"/>
                  </a:moveTo>
                  <a:cubicBezTo>
                    <a:pt x="50212" y="24609"/>
                    <a:pt x="50681" y="25003"/>
                    <a:pt x="51172" y="25380"/>
                  </a:cubicBezTo>
                  <a:cubicBezTo>
                    <a:pt x="48199" y="26540"/>
                    <a:pt x="45438" y="28144"/>
                    <a:pt x="42987" y="30206"/>
                  </a:cubicBezTo>
                  <a:cubicBezTo>
                    <a:pt x="41727" y="31264"/>
                    <a:pt x="40396" y="32510"/>
                    <a:pt x="39238" y="33887"/>
                  </a:cubicBezTo>
                  <a:cubicBezTo>
                    <a:pt x="39347" y="33688"/>
                    <a:pt x="39460" y="33491"/>
                    <a:pt x="39578" y="33301"/>
                  </a:cubicBezTo>
                  <a:cubicBezTo>
                    <a:pt x="40490" y="31831"/>
                    <a:pt x="41539" y="30449"/>
                    <a:pt x="42711" y="29176"/>
                  </a:cubicBezTo>
                  <a:cubicBezTo>
                    <a:pt x="44775" y="26932"/>
                    <a:pt x="47091" y="25229"/>
                    <a:pt x="49853" y="24103"/>
                  </a:cubicBezTo>
                  <a:close/>
                  <a:moveTo>
                    <a:pt x="35117" y="1053"/>
                  </a:moveTo>
                  <a:lnTo>
                    <a:pt x="35117" y="1053"/>
                  </a:lnTo>
                  <a:cubicBezTo>
                    <a:pt x="36710" y="1715"/>
                    <a:pt x="38294" y="4814"/>
                    <a:pt x="38992" y="5799"/>
                  </a:cubicBezTo>
                  <a:cubicBezTo>
                    <a:pt x="40312" y="7660"/>
                    <a:pt x="41633" y="9523"/>
                    <a:pt x="42954" y="11383"/>
                  </a:cubicBezTo>
                  <a:cubicBezTo>
                    <a:pt x="44182" y="13110"/>
                    <a:pt x="45421" y="14827"/>
                    <a:pt x="46633" y="16564"/>
                  </a:cubicBezTo>
                  <a:cubicBezTo>
                    <a:pt x="46650" y="16588"/>
                    <a:pt x="46667" y="16613"/>
                    <a:pt x="46685" y="16638"/>
                  </a:cubicBezTo>
                  <a:cubicBezTo>
                    <a:pt x="47623" y="18397"/>
                    <a:pt x="48600" y="20134"/>
                    <a:pt x="49618" y="21849"/>
                  </a:cubicBezTo>
                  <a:cubicBezTo>
                    <a:pt x="48693" y="22281"/>
                    <a:pt x="47744" y="23007"/>
                    <a:pt x="47214" y="23343"/>
                  </a:cubicBezTo>
                  <a:cubicBezTo>
                    <a:pt x="45320" y="24544"/>
                    <a:pt x="43587" y="25982"/>
                    <a:pt x="42057" y="27622"/>
                  </a:cubicBezTo>
                  <a:cubicBezTo>
                    <a:pt x="40592" y="29191"/>
                    <a:pt x="39304" y="30938"/>
                    <a:pt x="38281" y="32827"/>
                  </a:cubicBezTo>
                  <a:cubicBezTo>
                    <a:pt x="37877" y="33573"/>
                    <a:pt x="37271" y="34533"/>
                    <a:pt x="36981" y="35496"/>
                  </a:cubicBezTo>
                  <a:cubicBezTo>
                    <a:pt x="36328" y="34434"/>
                    <a:pt x="35635" y="33395"/>
                    <a:pt x="34953" y="32353"/>
                  </a:cubicBezTo>
                  <a:cubicBezTo>
                    <a:pt x="33450" y="30055"/>
                    <a:pt x="31915" y="27777"/>
                    <a:pt x="30347" y="25524"/>
                  </a:cubicBezTo>
                  <a:cubicBezTo>
                    <a:pt x="28841" y="23359"/>
                    <a:pt x="27306" y="21217"/>
                    <a:pt x="25741" y="19095"/>
                  </a:cubicBezTo>
                  <a:cubicBezTo>
                    <a:pt x="24508" y="17421"/>
                    <a:pt x="23256" y="15382"/>
                    <a:pt x="21757" y="13843"/>
                  </a:cubicBezTo>
                  <a:cubicBezTo>
                    <a:pt x="22758" y="10753"/>
                    <a:pt x="24747" y="8361"/>
                    <a:pt x="26903" y="5992"/>
                  </a:cubicBezTo>
                  <a:cubicBezTo>
                    <a:pt x="27357" y="5493"/>
                    <a:pt x="27826" y="4981"/>
                    <a:pt x="28315" y="4481"/>
                  </a:cubicBezTo>
                  <a:cubicBezTo>
                    <a:pt x="29626" y="3498"/>
                    <a:pt x="31045" y="2668"/>
                    <a:pt x="32551" y="2018"/>
                  </a:cubicBezTo>
                  <a:cubicBezTo>
                    <a:pt x="33121" y="1772"/>
                    <a:pt x="33780" y="1496"/>
                    <a:pt x="34476" y="1255"/>
                  </a:cubicBezTo>
                  <a:cubicBezTo>
                    <a:pt x="34702" y="1206"/>
                    <a:pt x="34932" y="1166"/>
                    <a:pt x="35161" y="1125"/>
                  </a:cubicBezTo>
                  <a:cubicBezTo>
                    <a:pt x="35147" y="1101"/>
                    <a:pt x="35132" y="1076"/>
                    <a:pt x="35117" y="1053"/>
                  </a:cubicBezTo>
                  <a:close/>
                  <a:moveTo>
                    <a:pt x="49886" y="22296"/>
                  </a:moveTo>
                  <a:cubicBezTo>
                    <a:pt x="50069" y="22601"/>
                    <a:pt x="50253" y="22905"/>
                    <a:pt x="50437" y="23208"/>
                  </a:cubicBezTo>
                  <a:cubicBezTo>
                    <a:pt x="50328" y="23239"/>
                    <a:pt x="50219" y="23270"/>
                    <a:pt x="50110" y="23305"/>
                  </a:cubicBezTo>
                  <a:cubicBezTo>
                    <a:pt x="50098" y="23304"/>
                    <a:pt x="50086" y="23303"/>
                    <a:pt x="50074" y="23303"/>
                  </a:cubicBezTo>
                  <a:cubicBezTo>
                    <a:pt x="49989" y="23303"/>
                    <a:pt x="49905" y="23334"/>
                    <a:pt x="49839" y="23390"/>
                  </a:cubicBezTo>
                  <a:cubicBezTo>
                    <a:pt x="46983" y="24343"/>
                    <a:pt x="44499" y="26352"/>
                    <a:pt x="42469" y="28520"/>
                  </a:cubicBezTo>
                  <a:cubicBezTo>
                    <a:pt x="40592" y="30525"/>
                    <a:pt x="38254" y="33305"/>
                    <a:pt x="37357" y="36095"/>
                  </a:cubicBezTo>
                  <a:cubicBezTo>
                    <a:pt x="37306" y="36011"/>
                    <a:pt x="37249" y="35923"/>
                    <a:pt x="37190" y="35830"/>
                  </a:cubicBezTo>
                  <a:cubicBezTo>
                    <a:pt x="37565" y="34416"/>
                    <a:pt x="38696" y="32821"/>
                    <a:pt x="39296" y="31878"/>
                  </a:cubicBezTo>
                  <a:cubicBezTo>
                    <a:pt x="40239" y="30393"/>
                    <a:pt x="41330" y="29005"/>
                    <a:pt x="42550" y="27739"/>
                  </a:cubicBezTo>
                  <a:cubicBezTo>
                    <a:pt x="43708" y="26537"/>
                    <a:pt x="44980" y="25451"/>
                    <a:pt x="46348" y="24494"/>
                  </a:cubicBezTo>
                  <a:cubicBezTo>
                    <a:pt x="47234" y="23875"/>
                    <a:pt x="48600" y="22828"/>
                    <a:pt x="49886" y="22296"/>
                  </a:cubicBezTo>
                  <a:close/>
                  <a:moveTo>
                    <a:pt x="20475" y="13918"/>
                  </a:moveTo>
                  <a:cubicBezTo>
                    <a:pt x="20720" y="13985"/>
                    <a:pt x="20968" y="14054"/>
                    <a:pt x="21218" y="14127"/>
                  </a:cubicBezTo>
                  <a:lnTo>
                    <a:pt x="21219" y="14127"/>
                  </a:lnTo>
                  <a:cubicBezTo>
                    <a:pt x="22265" y="15897"/>
                    <a:pt x="23782" y="17534"/>
                    <a:pt x="24979" y="19160"/>
                  </a:cubicBezTo>
                  <a:cubicBezTo>
                    <a:pt x="26409" y="21107"/>
                    <a:pt x="27816" y="23071"/>
                    <a:pt x="29199" y="25052"/>
                  </a:cubicBezTo>
                  <a:cubicBezTo>
                    <a:pt x="30581" y="27035"/>
                    <a:pt x="31937" y="29034"/>
                    <a:pt x="33269" y="31050"/>
                  </a:cubicBezTo>
                  <a:cubicBezTo>
                    <a:pt x="33874" y="31967"/>
                    <a:pt x="34473" y="32886"/>
                    <a:pt x="35069" y="33809"/>
                  </a:cubicBezTo>
                  <a:cubicBezTo>
                    <a:pt x="35425" y="34364"/>
                    <a:pt x="35780" y="34920"/>
                    <a:pt x="36133" y="35475"/>
                  </a:cubicBezTo>
                  <a:lnTo>
                    <a:pt x="36486" y="36032"/>
                  </a:lnTo>
                  <a:cubicBezTo>
                    <a:pt x="36496" y="36074"/>
                    <a:pt x="36508" y="36115"/>
                    <a:pt x="36522" y="36155"/>
                  </a:cubicBezTo>
                  <a:cubicBezTo>
                    <a:pt x="33879" y="32306"/>
                    <a:pt x="31050" y="28568"/>
                    <a:pt x="28325" y="24779"/>
                  </a:cubicBezTo>
                  <a:cubicBezTo>
                    <a:pt x="25722" y="21160"/>
                    <a:pt x="23203" y="17449"/>
                    <a:pt x="20475" y="13918"/>
                  </a:cubicBezTo>
                  <a:close/>
                  <a:moveTo>
                    <a:pt x="37953" y="37630"/>
                  </a:moveTo>
                  <a:cubicBezTo>
                    <a:pt x="37851" y="37834"/>
                    <a:pt x="37753" y="38038"/>
                    <a:pt x="37661" y="38245"/>
                  </a:cubicBezTo>
                  <a:cubicBezTo>
                    <a:pt x="37630" y="38236"/>
                    <a:pt x="37597" y="38231"/>
                    <a:pt x="37565" y="38231"/>
                  </a:cubicBezTo>
                  <a:cubicBezTo>
                    <a:pt x="37533" y="38231"/>
                    <a:pt x="37500" y="38236"/>
                    <a:pt x="37470" y="38245"/>
                  </a:cubicBezTo>
                  <a:cubicBezTo>
                    <a:pt x="37633" y="38041"/>
                    <a:pt x="37793" y="37835"/>
                    <a:pt x="37953" y="37630"/>
                  </a:cubicBezTo>
                  <a:close/>
                  <a:moveTo>
                    <a:pt x="36509" y="38717"/>
                  </a:moveTo>
                  <a:cubicBezTo>
                    <a:pt x="36518" y="38717"/>
                    <a:pt x="36527" y="38717"/>
                    <a:pt x="36536" y="38717"/>
                  </a:cubicBezTo>
                  <a:cubicBezTo>
                    <a:pt x="36609" y="38809"/>
                    <a:pt x="36720" y="38864"/>
                    <a:pt x="36837" y="38865"/>
                  </a:cubicBezTo>
                  <a:cubicBezTo>
                    <a:pt x="36596" y="38971"/>
                    <a:pt x="36282" y="39011"/>
                    <a:pt x="35935" y="39011"/>
                  </a:cubicBezTo>
                  <a:cubicBezTo>
                    <a:pt x="35451" y="39011"/>
                    <a:pt x="34904" y="38934"/>
                    <a:pt x="34409" y="38856"/>
                  </a:cubicBezTo>
                  <a:cubicBezTo>
                    <a:pt x="35105" y="38764"/>
                    <a:pt x="35807" y="38717"/>
                    <a:pt x="36509" y="38717"/>
                  </a:cubicBezTo>
                  <a:close/>
                  <a:moveTo>
                    <a:pt x="15183" y="13113"/>
                  </a:moveTo>
                  <a:cubicBezTo>
                    <a:pt x="16769" y="13113"/>
                    <a:pt x="18319" y="13366"/>
                    <a:pt x="19934" y="13775"/>
                  </a:cubicBezTo>
                  <a:cubicBezTo>
                    <a:pt x="22531" y="17699"/>
                    <a:pt x="25404" y="21460"/>
                    <a:pt x="28149" y="25276"/>
                  </a:cubicBezTo>
                  <a:cubicBezTo>
                    <a:pt x="30879" y="29073"/>
                    <a:pt x="33528" y="32953"/>
                    <a:pt x="36351" y="36684"/>
                  </a:cubicBezTo>
                  <a:cubicBezTo>
                    <a:pt x="34542" y="35843"/>
                    <a:pt x="32568" y="35460"/>
                    <a:pt x="30570" y="35460"/>
                  </a:cubicBezTo>
                  <a:cubicBezTo>
                    <a:pt x="26406" y="35460"/>
                    <a:pt x="22142" y="37123"/>
                    <a:pt x="19074" y="39757"/>
                  </a:cubicBezTo>
                  <a:cubicBezTo>
                    <a:pt x="13793" y="32214"/>
                    <a:pt x="8154" y="24943"/>
                    <a:pt x="2157" y="17945"/>
                  </a:cubicBezTo>
                  <a:lnTo>
                    <a:pt x="2159" y="17945"/>
                  </a:lnTo>
                  <a:cubicBezTo>
                    <a:pt x="5055" y="16227"/>
                    <a:pt x="8015" y="14530"/>
                    <a:pt x="11283" y="13642"/>
                  </a:cubicBezTo>
                  <a:cubicBezTo>
                    <a:pt x="12638" y="13273"/>
                    <a:pt x="13922" y="13113"/>
                    <a:pt x="15183" y="13113"/>
                  </a:cubicBezTo>
                  <a:close/>
                  <a:moveTo>
                    <a:pt x="2578" y="20435"/>
                  </a:moveTo>
                  <a:cubicBezTo>
                    <a:pt x="8168" y="27062"/>
                    <a:pt x="13443" y="33937"/>
                    <a:pt x="18402" y="41058"/>
                  </a:cubicBezTo>
                  <a:cubicBezTo>
                    <a:pt x="18543" y="41262"/>
                    <a:pt x="18758" y="41377"/>
                    <a:pt x="18977" y="41377"/>
                  </a:cubicBezTo>
                  <a:cubicBezTo>
                    <a:pt x="19133" y="41377"/>
                    <a:pt x="19292" y="41318"/>
                    <a:pt x="19427" y="41190"/>
                  </a:cubicBezTo>
                  <a:cubicBezTo>
                    <a:pt x="21632" y="39103"/>
                    <a:pt x="24333" y="37693"/>
                    <a:pt x="27314" y="37090"/>
                  </a:cubicBezTo>
                  <a:cubicBezTo>
                    <a:pt x="28284" y="36894"/>
                    <a:pt x="29226" y="36809"/>
                    <a:pt x="30154" y="36809"/>
                  </a:cubicBezTo>
                  <a:cubicBezTo>
                    <a:pt x="30890" y="36809"/>
                    <a:pt x="31618" y="36863"/>
                    <a:pt x="32345" y="36959"/>
                  </a:cubicBezTo>
                  <a:cubicBezTo>
                    <a:pt x="32139" y="36996"/>
                    <a:pt x="31934" y="37038"/>
                    <a:pt x="31726" y="37085"/>
                  </a:cubicBezTo>
                  <a:cubicBezTo>
                    <a:pt x="29702" y="37535"/>
                    <a:pt x="27672" y="38191"/>
                    <a:pt x="25741" y="38939"/>
                  </a:cubicBezTo>
                  <a:cubicBezTo>
                    <a:pt x="24060" y="39590"/>
                    <a:pt x="22425" y="40379"/>
                    <a:pt x="20975" y="41459"/>
                  </a:cubicBezTo>
                  <a:cubicBezTo>
                    <a:pt x="20335" y="41934"/>
                    <a:pt x="18892" y="42836"/>
                    <a:pt x="18616" y="43758"/>
                  </a:cubicBezTo>
                  <a:cubicBezTo>
                    <a:pt x="15797" y="39642"/>
                    <a:pt x="12269" y="35871"/>
                    <a:pt x="9131" y="31993"/>
                  </a:cubicBezTo>
                  <a:cubicBezTo>
                    <a:pt x="7537" y="30022"/>
                    <a:pt x="5941" y="28055"/>
                    <a:pt x="4343" y="26088"/>
                  </a:cubicBezTo>
                  <a:cubicBezTo>
                    <a:pt x="3509" y="25063"/>
                    <a:pt x="2360" y="24025"/>
                    <a:pt x="1726" y="22872"/>
                  </a:cubicBezTo>
                  <a:lnTo>
                    <a:pt x="1290" y="22336"/>
                  </a:lnTo>
                  <a:cubicBezTo>
                    <a:pt x="1365" y="21812"/>
                    <a:pt x="1612" y="21399"/>
                    <a:pt x="2027" y="21097"/>
                  </a:cubicBezTo>
                  <a:cubicBezTo>
                    <a:pt x="2191" y="20870"/>
                    <a:pt x="2390" y="20654"/>
                    <a:pt x="2578" y="20435"/>
                  </a:cubicBezTo>
                  <a:close/>
                  <a:moveTo>
                    <a:pt x="34214" y="37438"/>
                  </a:moveTo>
                  <a:cubicBezTo>
                    <a:pt x="34480" y="37438"/>
                    <a:pt x="34745" y="37450"/>
                    <a:pt x="35009" y="37476"/>
                  </a:cubicBezTo>
                  <a:cubicBezTo>
                    <a:pt x="35056" y="37488"/>
                    <a:pt x="35104" y="37502"/>
                    <a:pt x="35153" y="37514"/>
                  </a:cubicBezTo>
                  <a:cubicBezTo>
                    <a:pt x="32341" y="37733"/>
                    <a:pt x="29659" y="38637"/>
                    <a:pt x="27141" y="39965"/>
                  </a:cubicBezTo>
                  <a:cubicBezTo>
                    <a:pt x="25564" y="40797"/>
                    <a:pt x="24060" y="41771"/>
                    <a:pt x="22625" y="42823"/>
                  </a:cubicBezTo>
                  <a:cubicBezTo>
                    <a:pt x="22053" y="43241"/>
                    <a:pt x="21266" y="44080"/>
                    <a:pt x="20621" y="44360"/>
                  </a:cubicBezTo>
                  <a:cubicBezTo>
                    <a:pt x="20405" y="44454"/>
                    <a:pt x="20198" y="44493"/>
                    <a:pt x="19997" y="44493"/>
                  </a:cubicBezTo>
                  <a:cubicBezTo>
                    <a:pt x="19802" y="44493"/>
                    <a:pt x="19613" y="44456"/>
                    <a:pt x="19427" y="44400"/>
                  </a:cubicBezTo>
                  <a:cubicBezTo>
                    <a:pt x="19434" y="44391"/>
                    <a:pt x="19440" y="44386"/>
                    <a:pt x="19448" y="44377"/>
                  </a:cubicBezTo>
                  <a:cubicBezTo>
                    <a:pt x="19593" y="44198"/>
                    <a:pt x="19599" y="43995"/>
                    <a:pt x="19448" y="43814"/>
                  </a:cubicBezTo>
                  <a:lnTo>
                    <a:pt x="19430" y="43792"/>
                  </a:lnTo>
                  <a:cubicBezTo>
                    <a:pt x="19697" y="43721"/>
                    <a:pt x="19911" y="43553"/>
                    <a:pt x="20074" y="43287"/>
                  </a:cubicBezTo>
                  <a:cubicBezTo>
                    <a:pt x="20320" y="43038"/>
                    <a:pt x="20576" y="42801"/>
                    <a:pt x="20843" y="42573"/>
                  </a:cubicBezTo>
                  <a:cubicBezTo>
                    <a:pt x="21485" y="42027"/>
                    <a:pt x="22180" y="41552"/>
                    <a:pt x="22907" y="41126"/>
                  </a:cubicBezTo>
                  <a:cubicBezTo>
                    <a:pt x="24188" y="40374"/>
                    <a:pt x="25559" y="39793"/>
                    <a:pt x="26955" y="39291"/>
                  </a:cubicBezTo>
                  <a:cubicBezTo>
                    <a:pt x="29199" y="38484"/>
                    <a:pt x="31750" y="37438"/>
                    <a:pt x="34214" y="37438"/>
                  </a:cubicBezTo>
                  <a:close/>
                  <a:moveTo>
                    <a:pt x="34842" y="0"/>
                  </a:moveTo>
                  <a:cubicBezTo>
                    <a:pt x="34343" y="0"/>
                    <a:pt x="33867" y="188"/>
                    <a:pt x="33507" y="630"/>
                  </a:cubicBezTo>
                  <a:cubicBezTo>
                    <a:pt x="31447" y="1151"/>
                    <a:pt x="29512" y="2015"/>
                    <a:pt x="27862" y="3526"/>
                  </a:cubicBezTo>
                  <a:cubicBezTo>
                    <a:pt x="27217" y="4115"/>
                    <a:pt x="26496" y="4800"/>
                    <a:pt x="25773" y="5555"/>
                  </a:cubicBezTo>
                  <a:cubicBezTo>
                    <a:pt x="23620" y="7604"/>
                    <a:pt x="21769" y="10148"/>
                    <a:pt x="20875" y="12916"/>
                  </a:cubicBezTo>
                  <a:cubicBezTo>
                    <a:pt x="19359" y="12052"/>
                    <a:pt x="17538" y="11727"/>
                    <a:pt x="15721" y="11727"/>
                  </a:cubicBezTo>
                  <a:cubicBezTo>
                    <a:pt x="14356" y="11727"/>
                    <a:pt x="12994" y="11911"/>
                    <a:pt x="11766" y="12185"/>
                  </a:cubicBezTo>
                  <a:cubicBezTo>
                    <a:pt x="7819" y="13067"/>
                    <a:pt x="4277" y="15176"/>
                    <a:pt x="838" y="17217"/>
                  </a:cubicBezTo>
                  <a:cubicBezTo>
                    <a:pt x="458" y="17444"/>
                    <a:pt x="436" y="17923"/>
                    <a:pt x="707" y="18237"/>
                  </a:cubicBezTo>
                  <a:cubicBezTo>
                    <a:pt x="1244" y="18859"/>
                    <a:pt x="1774" y="19488"/>
                    <a:pt x="2305" y="20116"/>
                  </a:cubicBezTo>
                  <a:cubicBezTo>
                    <a:pt x="1441" y="20484"/>
                    <a:pt x="862" y="21064"/>
                    <a:pt x="197" y="21811"/>
                  </a:cubicBezTo>
                  <a:cubicBezTo>
                    <a:pt x="77" y="21947"/>
                    <a:pt x="0" y="22200"/>
                    <a:pt x="127" y="22363"/>
                  </a:cubicBezTo>
                  <a:cubicBezTo>
                    <a:pt x="2951" y="26054"/>
                    <a:pt x="5928" y="29634"/>
                    <a:pt x="8843" y="33254"/>
                  </a:cubicBezTo>
                  <a:cubicBezTo>
                    <a:pt x="11749" y="36861"/>
                    <a:pt x="14485" y="40794"/>
                    <a:pt x="17652" y="44182"/>
                  </a:cubicBezTo>
                  <a:cubicBezTo>
                    <a:pt x="17664" y="44208"/>
                    <a:pt x="17679" y="44232"/>
                    <a:pt x="17699" y="44255"/>
                  </a:cubicBezTo>
                  <a:cubicBezTo>
                    <a:pt x="18282" y="44908"/>
                    <a:pt x="19219" y="45924"/>
                    <a:pt x="20167" y="45924"/>
                  </a:cubicBezTo>
                  <a:cubicBezTo>
                    <a:pt x="20277" y="45924"/>
                    <a:pt x="20387" y="45910"/>
                    <a:pt x="20497" y="45881"/>
                  </a:cubicBezTo>
                  <a:cubicBezTo>
                    <a:pt x="21148" y="45708"/>
                    <a:pt x="21757" y="44978"/>
                    <a:pt x="22286" y="44585"/>
                  </a:cubicBezTo>
                  <a:cubicBezTo>
                    <a:pt x="23162" y="43935"/>
                    <a:pt x="24053" y="43304"/>
                    <a:pt x="24965" y="42705"/>
                  </a:cubicBezTo>
                  <a:cubicBezTo>
                    <a:pt x="27366" y="41130"/>
                    <a:pt x="29934" y="39829"/>
                    <a:pt x="32678" y="39174"/>
                  </a:cubicBezTo>
                  <a:cubicBezTo>
                    <a:pt x="32752" y="39177"/>
                    <a:pt x="32826" y="39174"/>
                    <a:pt x="32900" y="39178"/>
                  </a:cubicBezTo>
                  <a:cubicBezTo>
                    <a:pt x="34054" y="39233"/>
                    <a:pt x="35153" y="39648"/>
                    <a:pt x="36288" y="39715"/>
                  </a:cubicBezTo>
                  <a:cubicBezTo>
                    <a:pt x="36337" y="39718"/>
                    <a:pt x="36385" y="39720"/>
                    <a:pt x="36433" y="39720"/>
                  </a:cubicBezTo>
                  <a:cubicBezTo>
                    <a:pt x="37209" y="39720"/>
                    <a:pt x="37750" y="39337"/>
                    <a:pt x="37827" y="38540"/>
                  </a:cubicBezTo>
                  <a:cubicBezTo>
                    <a:pt x="39593" y="36201"/>
                    <a:pt x="41115" y="33792"/>
                    <a:pt x="43273" y="31744"/>
                  </a:cubicBezTo>
                  <a:cubicBezTo>
                    <a:pt x="44449" y="30626"/>
                    <a:pt x="45716" y="29608"/>
                    <a:pt x="47060" y="28698"/>
                  </a:cubicBezTo>
                  <a:cubicBezTo>
                    <a:pt x="47079" y="28686"/>
                    <a:pt x="47099" y="28675"/>
                    <a:pt x="47118" y="28662"/>
                  </a:cubicBezTo>
                  <a:cubicBezTo>
                    <a:pt x="48826" y="27633"/>
                    <a:pt x="50637" y="26785"/>
                    <a:pt x="52524" y="26133"/>
                  </a:cubicBezTo>
                  <a:cubicBezTo>
                    <a:pt x="52902" y="26003"/>
                    <a:pt x="53156" y="25447"/>
                    <a:pt x="52785" y="25145"/>
                  </a:cubicBezTo>
                  <a:cubicBezTo>
                    <a:pt x="52171" y="24648"/>
                    <a:pt x="51613" y="24099"/>
                    <a:pt x="50959" y="23696"/>
                  </a:cubicBezTo>
                  <a:cubicBezTo>
                    <a:pt x="51006" y="23680"/>
                    <a:pt x="51050" y="23660"/>
                    <a:pt x="51097" y="23645"/>
                  </a:cubicBezTo>
                  <a:cubicBezTo>
                    <a:pt x="51251" y="23594"/>
                    <a:pt x="51309" y="23468"/>
                    <a:pt x="51300" y="23347"/>
                  </a:cubicBezTo>
                  <a:cubicBezTo>
                    <a:pt x="51345" y="23292"/>
                    <a:pt x="51376" y="23227"/>
                    <a:pt x="51391" y="23158"/>
                  </a:cubicBezTo>
                  <a:cubicBezTo>
                    <a:pt x="51657" y="23086"/>
                    <a:pt x="51868" y="22805"/>
                    <a:pt x="51676" y="22507"/>
                  </a:cubicBezTo>
                  <a:cubicBezTo>
                    <a:pt x="51561" y="22326"/>
                    <a:pt x="51447" y="22144"/>
                    <a:pt x="51333" y="21962"/>
                  </a:cubicBezTo>
                  <a:cubicBezTo>
                    <a:pt x="51345" y="21962"/>
                    <a:pt x="51359" y="21961"/>
                    <a:pt x="51371" y="21961"/>
                  </a:cubicBezTo>
                  <a:cubicBezTo>
                    <a:pt x="51374" y="21961"/>
                    <a:pt x="51377" y="21961"/>
                    <a:pt x="51379" y="21961"/>
                  </a:cubicBezTo>
                  <a:cubicBezTo>
                    <a:pt x="51539" y="21961"/>
                    <a:pt x="51585" y="21737"/>
                    <a:pt x="51453" y="21658"/>
                  </a:cubicBezTo>
                  <a:cubicBezTo>
                    <a:pt x="51333" y="21585"/>
                    <a:pt x="51198" y="21544"/>
                    <a:pt x="51056" y="21524"/>
                  </a:cubicBezTo>
                  <a:cubicBezTo>
                    <a:pt x="50796" y="21108"/>
                    <a:pt x="50546" y="20689"/>
                    <a:pt x="50290" y="20269"/>
                  </a:cubicBezTo>
                  <a:cubicBezTo>
                    <a:pt x="50030" y="19581"/>
                    <a:pt x="49589" y="18953"/>
                    <a:pt x="49191" y="18312"/>
                  </a:cubicBezTo>
                  <a:cubicBezTo>
                    <a:pt x="48421" y="17077"/>
                    <a:pt x="47572" y="15893"/>
                    <a:pt x="46728" y="14709"/>
                  </a:cubicBezTo>
                  <a:cubicBezTo>
                    <a:pt x="45005" y="12292"/>
                    <a:pt x="43280" y="9876"/>
                    <a:pt x="41551" y="7464"/>
                  </a:cubicBezTo>
                  <a:cubicBezTo>
                    <a:pt x="40019" y="5325"/>
                    <a:pt x="38618" y="2783"/>
                    <a:pt x="36781" y="897"/>
                  </a:cubicBezTo>
                  <a:cubicBezTo>
                    <a:pt x="36255" y="356"/>
                    <a:pt x="35527" y="0"/>
                    <a:pt x="348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34"/>
            <p:cNvSpPr/>
            <p:nvPr/>
          </p:nvSpPr>
          <p:spPr>
            <a:xfrm>
              <a:off x="2990175" y="381350"/>
              <a:ext cx="254450" cy="209600"/>
            </a:xfrm>
            <a:custGeom>
              <a:avLst/>
              <a:gdLst/>
              <a:ahLst/>
              <a:cxnLst/>
              <a:rect l="l" t="t" r="r" b="b"/>
              <a:pathLst>
                <a:path w="10178" h="8384" extrusionOk="0">
                  <a:moveTo>
                    <a:pt x="9489" y="1"/>
                  </a:moveTo>
                  <a:cubicBezTo>
                    <a:pt x="9460" y="1"/>
                    <a:pt x="9430" y="3"/>
                    <a:pt x="9398" y="7"/>
                  </a:cubicBezTo>
                  <a:cubicBezTo>
                    <a:pt x="5315" y="589"/>
                    <a:pt x="1324" y="4315"/>
                    <a:pt x="48" y="8144"/>
                  </a:cubicBezTo>
                  <a:cubicBezTo>
                    <a:pt x="1" y="8286"/>
                    <a:pt x="119" y="8384"/>
                    <a:pt x="239" y="8384"/>
                  </a:cubicBezTo>
                  <a:cubicBezTo>
                    <a:pt x="302" y="8384"/>
                    <a:pt x="366" y="8357"/>
                    <a:pt x="406" y="8294"/>
                  </a:cubicBezTo>
                  <a:cubicBezTo>
                    <a:pt x="1475" y="6637"/>
                    <a:pt x="2632" y="5068"/>
                    <a:pt x="4157" y="3799"/>
                  </a:cubicBezTo>
                  <a:cubicBezTo>
                    <a:pt x="5839" y="2399"/>
                    <a:pt x="7661" y="1727"/>
                    <a:pt x="9647" y="909"/>
                  </a:cubicBezTo>
                  <a:cubicBezTo>
                    <a:pt x="10177" y="691"/>
                    <a:pt x="10017" y="1"/>
                    <a:pt x="948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34"/>
            <p:cNvSpPr/>
            <p:nvPr/>
          </p:nvSpPr>
          <p:spPr>
            <a:xfrm>
              <a:off x="3026350" y="441550"/>
              <a:ext cx="247225" cy="201350"/>
            </a:xfrm>
            <a:custGeom>
              <a:avLst/>
              <a:gdLst/>
              <a:ahLst/>
              <a:cxnLst/>
              <a:rect l="l" t="t" r="r" b="b"/>
              <a:pathLst>
                <a:path w="9889" h="8054" extrusionOk="0">
                  <a:moveTo>
                    <a:pt x="9472" y="1"/>
                  </a:moveTo>
                  <a:cubicBezTo>
                    <a:pt x="9466" y="1"/>
                    <a:pt x="9460" y="1"/>
                    <a:pt x="9454" y="1"/>
                  </a:cubicBezTo>
                  <a:cubicBezTo>
                    <a:pt x="5735" y="204"/>
                    <a:pt x="1142" y="4281"/>
                    <a:pt x="59" y="7752"/>
                  </a:cubicBezTo>
                  <a:cubicBezTo>
                    <a:pt x="0" y="7941"/>
                    <a:pt x="141" y="8053"/>
                    <a:pt x="292" y="8053"/>
                  </a:cubicBezTo>
                  <a:cubicBezTo>
                    <a:pt x="375" y="8053"/>
                    <a:pt x="460" y="8019"/>
                    <a:pt x="517" y="7945"/>
                  </a:cubicBezTo>
                  <a:cubicBezTo>
                    <a:pt x="1756" y="6329"/>
                    <a:pt x="2771" y="4701"/>
                    <a:pt x="4382" y="3401"/>
                  </a:cubicBezTo>
                  <a:cubicBezTo>
                    <a:pt x="6005" y="2092"/>
                    <a:pt x="7844" y="1590"/>
                    <a:pt x="9618" y="609"/>
                  </a:cubicBezTo>
                  <a:cubicBezTo>
                    <a:pt x="9889" y="460"/>
                    <a:pt x="9783" y="1"/>
                    <a:pt x="94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34"/>
            <p:cNvSpPr/>
            <p:nvPr/>
          </p:nvSpPr>
          <p:spPr>
            <a:xfrm>
              <a:off x="3172850" y="661350"/>
              <a:ext cx="224850" cy="198300"/>
            </a:xfrm>
            <a:custGeom>
              <a:avLst/>
              <a:gdLst/>
              <a:ahLst/>
              <a:cxnLst/>
              <a:rect l="l" t="t" r="r" b="b"/>
              <a:pathLst>
                <a:path w="8994" h="7932" extrusionOk="0">
                  <a:moveTo>
                    <a:pt x="8456" y="0"/>
                  </a:moveTo>
                  <a:cubicBezTo>
                    <a:pt x="8425" y="0"/>
                    <a:pt x="8392" y="4"/>
                    <a:pt x="8358" y="11"/>
                  </a:cubicBezTo>
                  <a:cubicBezTo>
                    <a:pt x="5106" y="738"/>
                    <a:pt x="1076" y="4402"/>
                    <a:pt x="60" y="7579"/>
                  </a:cubicBezTo>
                  <a:cubicBezTo>
                    <a:pt x="1" y="7765"/>
                    <a:pt x="174" y="7931"/>
                    <a:pt x="343" y="7931"/>
                  </a:cubicBezTo>
                  <a:cubicBezTo>
                    <a:pt x="409" y="7931"/>
                    <a:pt x="474" y="7907"/>
                    <a:pt x="524" y="7849"/>
                  </a:cubicBezTo>
                  <a:cubicBezTo>
                    <a:pt x="1689" y="6518"/>
                    <a:pt x="2590" y="5030"/>
                    <a:pt x="3913" y="3818"/>
                  </a:cubicBezTo>
                  <a:cubicBezTo>
                    <a:pt x="5371" y="2483"/>
                    <a:pt x="7047" y="1783"/>
                    <a:pt x="8657" y="718"/>
                  </a:cubicBezTo>
                  <a:cubicBezTo>
                    <a:pt x="8993" y="494"/>
                    <a:pt x="8826" y="0"/>
                    <a:pt x="84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34"/>
            <p:cNvSpPr/>
            <p:nvPr/>
          </p:nvSpPr>
          <p:spPr>
            <a:xfrm>
              <a:off x="3219000" y="725650"/>
              <a:ext cx="226500" cy="215375"/>
            </a:xfrm>
            <a:custGeom>
              <a:avLst/>
              <a:gdLst/>
              <a:ahLst/>
              <a:cxnLst/>
              <a:rect l="l" t="t" r="r" b="b"/>
              <a:pathLst>
                <a:path w="9060" h="8615" extrusionOk="0">
                  <a:moveTo>
                    <a:pt x="8466" y="1"/>
                  </a:moveTo>
                  <a:cubicBezTo>
                    <a:pt x="8403" y="1"/>
                    <a:pt x="8336" y="16"/>
                    <a:pt x="8267" y="50"/>
                  </a:cubicBezTo>
                  <a:cubicBezTo>
                    <a:pt x="6348" y="1017"/>
                    <a:pt x="4571" y="2396"/>
                    <a:pt x="3025" y="3882"/>
                  </a:cubicBezTo>
                  <a:cubicBezTo>
                    <a:pt x="1836" y="5024"/>
                    <a:pt x="0" y="6568"/>
                    <a:pt x="62" y="8367"/>
                  </a:cubicBezTo>
                  <a:cubicBezTo>
                    <a:pt x="66" y="8507"/>
                    <a:pt x="206" y="8614"/>
                    <a:pt x="335" y="8614"/>
                  </a:cubicBezTo>
                  <a:cubicBezTo>
                    <a:pt x="409" y="8614"/>
                    <a:pt x="480" y="8578"/>
                    <a:pt x="518" y="8491"/>
                  </a:cubicBezTo>
                  <a:cubicBezTo>
                    <a:pt x="2016" y="5007"/>
                    <a:pt x="5594" y="2708"/>
                    <a:pt x="8679" y="755"/>
                  </a:cubicBezTo>
                  <a:cubicBezTo>
                    <a:pt x="9059" y="514"/>
                    <a:pt x="8832" y="1"/>
                    <a:pt x="84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34"/>
            <p:cNvSpPr/>
            <p:nvPr/>
          </p:nvSpPr>
          <p:spPr>
            <a:xfrm>
              <a:off x="2528200" y="658025"/>
              <a:ext cx="405900" cy="260600"/>
            </a:xfrm>
            <a:custGeom>
              <a:avLst/>
              <a:gdLst/>
              <a:ahLst/>
              <a:cxnLst/>
              <a:rect l="l" t="t" r="r" b="b"/>
              <a:pathLst>
                <a:path w="16236" h="10424" extrusionOk="0">
                  <a:moveTo>
                    <a:pt x="1382" y="2708"/>
                  </a:moveTo>
                  <a:cubicBezTo>
                    <a:pt x="2705" y="4465"/>
                    <a:pt x="4361" y="5818"/>
                    <a:pt x="5564" y="7549"/>
                  </a:cubicBezTo>
                  <a:cubicBezTo>
                    <a:pt x="5049" y="7000"/>
                    <a:pt x="4518" y="6467"/>
                    <a:pt x="3972" y="5947"/>
                  </a:cubicBezTo>
                  <a:cubicBezTo>
                    <a:pt x="3369" y="5370"/>
                    <a:pt x="2751" y="4825"/>
                    <a:pt x="2113" y="4299"/>
                  </a:cubicBezTo>
                  <a:cubicBezTo>
                    <a:pt x="2286" y="4264"/>
                    <a:pt x="2405" y="4031"/>
                    <a:pt x="2251" y="3877"/>
                  </a:cubicBezTo>
                  <a:cubicBezTo>
                    <a:pt x="1869" y="3498"/>
                    <a:pt x="1454" y="3168"/>
                    <a:pt x="1030" y="2840"/>
                  </a:cubicBezTo>
                  <a:lnTo>
                    <a:pt x="1382" y="2708"/>
                  </a:lnTo>
                  <a:close/>
                  <a:moveTo>
                    <a:pt x="9295" y="739"/>
                  </a:moveTo>
                  <a:cubicBezTo>
                    <a:pt x="10900" y="739"/>
                    <a:pt x="11714" y="2042"/>
                    <a:pt x="12738" y="3153"/>
                  </a:cubicBezTo>
                  <a:cubicBezTo>
                    <a:pt x="13607" y="4096"/>
                    <a:pt x="14464" y="5049"/>
                    <a:pt x="15310" y="6013"/>
                  </a:cubicBezTo>
                  <a:cubicBezTo>
                    <a:pt x="13936" y="6363"/>
                    <a:pt x="12589" y="6790"/>
                    <a:pt x="11275" y="7331"/>
                  </a:cubicBezTo>
                  <a:cubicBezTo>
                    <a:pt x="10703" y="7567"/>
                    <a:pt x="10139" y="7820"/>
                    <a:pt x="9583" y="8091"/>
                  </a:cubicBezTo>
                  <a:cubicBezTo>
                    <a:pt x="9104" y="8323"/>
                    <a:pt x="7997" y="9216"/>
                    <a:pt x="7494" y="9216"/>
                  </a:cubicBezTo>
                  <a:cubicBezTo>
                    <a:pt x="7280" y="9214"/>
                    <a:pt x="7087" y="9143"/>
                    <a:pt x="6911" y="9028"/>
                  </a:cubicBezTo>
                  <a:cubicBezTo>
                    <a:pt x="5976" y="6497"/>
                    <a:pt x="3660" y="4237"/>
                    <a:pt x="1564" y="2642"/>
                  </a:cubicBezTo>
                  <a:cubicBezTo>
                    <a:pt x="3992" y="1737"/>
                    <a:pt x="6804" y="749"/>
                    <a:pt x="9284" y="739"/>
                  </a:cubicBezTo>
                  <a:cubicBezTo>
                    <a:pt x="9288" y="739"/>
                    <a:pt x="9291" y="739"/>
                    <a:pt x="9295" y="739"/>
                  </a:cubicBezTo>
                  <a:close/>
                  <a:moveTo>
                    <a:pt x="9522" y="0"/>
                  </a:moveTo>
                  <a:cubicBezTo>
                    <a:pt x="8353" y="0"/>
                    <a:pt x="6970" y="475"/>
                    <a:pt x="5977" y="700"/>
                  </a:cubicBezTo>
                  <a:cubicBezTo>
                    <a:pt x="4041" y="1140"/>
                    <a:pt x="2155" y="1729"/>
                    <a:pt x="300" y="2432"/>
                  </a:cubicBezTo>
                  <a:cubicBezTo>
                    <a:pt x="25" y="2536"/>
                    <a:pt x="1" y="2846"/>
                    <a:pt x="223" y="3018"/>
                  </a:cubicBezTo>
                  <a:cubicBezTo>
                    <a:pt x="702" y="3388"/>
                    <a:pt x="1169" y="3763"/>
                    <a:pt x="1673" y="4093"/>
                  </a:cubicBezTo>
                  <a:cubicBezTo>
                    <a:pt x="3491" y="5760"/>
                    <a:pt x="5144" y="7550"/>
                    <a:pt x="6623" y="9541"/>
                  </a:cubicBezTo>
                  <a:cubicBezTo>
                    <a:pt x="6713" y="9781"/>
                    <a:pt x="6797" y="10028"/>
                    <a:pt x="6867" y="10287"/>
                  </a:cubicBezTo>
                  <a:cubicBezTo>
                    <a:pt x="6892" y="10382"/>
                    <a:pt x="6963" y="10423"/>
                    <a:pt x="7035" y="10423"/>
                  </a:cubicBezTo>
                  <a:cubicBezTo>
                    <a:pt x="7146" y="10423"/>
                    <a:pt x="7261" y="10329"/>
                    <a:pt x="7234" y="10186"/>
                  </a:cubicBezTo>
                  <a:cubicBezTo>
                    <a:pt x="7224" y="10130"/>
                    <a:pt x="7207" y="10076"/>
                    <a:pt x="7196" y="10021"/>
                  </a:cubicBezTo>
                  <a:cubicBezTo>
                    <a:pt x="7219" y="10016"/>
                    <a:pt x="7243" y="10009"/>
                    <a:pt x="7264" y="9998"/>
                  </a:cubicBezTo>
                  <a:cubicBezTo>
                    <a:pt x="9998" y="8390"/>
                    <a:pt x="12869" y="7216"/>
                    <a:pt x="15954" y="6481"/>
                  </a:cubicBezTo>
                  <a:cubicBezTo>
                    <a:pt x="16193" y="6424"/>
                    <a:pt x="16235" y="6133"/>
                    <a:pt x="16091" y="5967"/>
                  </a:cubicBezTo>
                  <a:cubicBezTo>
                    <a:pt x="14926" y="4637"/>
                    <a:pt x="13744" y="3322"/>
                    <a:pt x="12545" y="2023"/>
                  </a:cubicBezTo>
                  <a:cubicBezTo>
                    <a:pt x="11928" y="1357"/>
                    <a:pt x="11266" y="350"/>
                    <a:pt x="10341" y="98"/>
                  </a:cubicBezTo>
                  <a:cubicBezTo>
                    <a:pt x="10087" y="29"/>
                    <a:pt x="9811" y="0"/>
                    <a:pt x="95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34"/>
            <p:cNvSpPr/>
            <p:nvPr/>
          </p:nvSpPr>
          <p:spPr>
            <a:xfrm>
              <a:off x="2739725" y="878000"/>
              <a:ext cx="265375" cy="114400"/>
            </a:xfrm>
            <a:custGeom>
              <a:avLst/>
              <a:gdLst/>
              <a:ahLst/>
              <a:cxnLst/>
              <a:rect l="l" t="t" r="r" b="b"/>
              <a:pathLst>
                <a:path w="10615" h="4576" extrusionOk="0">
                  <a:moveTo>
                    <a:pt x="8807" y="0"/>
                  </a:moveTo>
                  <a:cubicBezTo>
                    <a:pt x="5620" y="0"/>
                    <a:pt x="1581" y="1966"/>
                    <a:pt x="54" y="4386"/>
                  </a:cubicBezTo>
                  <a:cubicBezTo>
                    <a:pt x="1" y="4471"/>
                    <a:pt x="79" y="4576"/>
                    <a:pt x="166" y="4576"/>
                  </a:cubicBezTo>
                  <a:cubicBezTo>
                    <a:pt x="186" y="4576"/>
                    <a:pt x="207" y="4570"/>
                    <a:pt x="226" y="4558"/>
                  </a:cubicBezTo>
                  <a:cubicBezTo>
                    <a:pt x="1875" y="3508"/>
                    <a:pt x="3258" y="2278"/>
                    <a:pt x="5131" y="1591"/>
                  </a:cubicBezTo>
                  <a:cubicBezTo>
                    <a:pt x="6861" y="957"/>
                    <a:pt x="8587" y="1026"/>
                    <a:pt x="10351" y="694"/>
                  </a:cubicBezTo>
                  <a:cubicBezTo>
                    <a:pt x="10615" y="644"/>
                    <a:pt x="10595" y="242"/>
                    <a:pt x="10351" y="180"/>
                  </a:cubicBezTo>
                  <a:cubicBezTo>
                    <a:pt x="9872" y="58"/>
                    <a:pt x="9352" y="0"/>
                    <a:pt x="88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34"/>
            <p:cNvSpPr/>
            <p:nvPr/>
          </p:nvSpPr>
          <p:spPr>
            <a:xfrm>
              <a:off x="2783475" y="946275"/>
              <a:ext cx="254775" cy="113000"/>
            </a:xfrm>
            <a:custGeom>
              <a:avLst/>
              <a:gdLst/>
              <a:ahLst/>
              <a:cxnLst/>
              <a:rect l="l" t="t" r="r" b="b"/>
              <a:pathLst>
                <a:path w="10191" h="4520" extrusionOk="0">
                  <a:moveTo>
                    <a:pt x="9024" y="1"/>
                  </a:moveTo>
                  <a:cubicBezTo>
                    <a:pt x="7296" y="1"/>
                    <a:pt x="5453" y="625"/>
                    <a:pt x="3919" y="1282"/>
                  </a:cubicBezTo>
                  <a:cubicBezTo>
                    <a:pt x="2789" y="1765"/>
                    <a:pt x="261" y="2658"/>
                    <a:pt x="23" y="4060"/>
                  </a:cubicBezTo>
                  <a:cubicBezTo>
                    <a:pt x="1" y="4188"/>
                    <a:pt x="41" y="4285"/>
                    <a:pt x="145" y="4359"/>
                  </a:cubicBezTo>
                  <a:lnTo>
                    <a:pt x="328" y="4490"/>
                  </a:lnTo>
                  <a:cubicBezTo>
                    <a:pt x="356" y="4510"/>
                    <a:pt x="386" y="4519"/>
                    <a:pt x="416" y="4519"/>
                  </a:cubicBezTo>
                  <a:cubicBezTo>
                    <a:pt x="528" y="4519"/>
                    <a:pt x="634" y="4397"/>
                    <a:pt x="599" y="4281"/>
                  </a:cubicBezTo>
                  <a:cubicBezTo>
                    <a:pt x="310" y="3333"/>
                    <a:pt x="4773" y="1735"/>
                    <a:pt x="5289" y="1569"/>
                  </a:cubicBezTo>
                  <a:cubicBezTo>
                    <a:pt x="6773" y="1093"/>
                    <a:pt x="8295" y="1027"/>
                    <a:pt x="9799" y="688"/>
                  </a:cubicBezTo>
                  <a:cubicBezTo>
                    <a:pt x="10190" y="600"/>
                    <a:pt x="10059" y="73"/>
                    <a:pt x="9711" y="36"/>
                  </a:cubicBezTo>
                  <a:cubicBezTo>
                    <a:pt x="9485" y="12"/>
                    <a:pt x="9255" y="1"/>
                    <a:pt x="902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34"/>
            <p:cNvSpPr/>
            <p:nvPr/>
          </p:nvSpPr>
          <p:spPr>
            <a:xfrm>
              <a:off x="2839925" y="1007825"/>
              <a:ext cx="259925" cy="117700"/>
            </a:xfrm>
            <a:custGeom>
              <a:avLst/>
              <a:gdLst/>
              <a:ahLst/>
              <a:cxnLst/>
              <a:rect l="l" t="t" r="r" b="b"/>
              <a:pathLst>
                <a:path w="10397" h="4708" extrusionOk="0">
                  <a:moveTo>
                    <a:pt x="9045" y="1"/>
                  </a:moveTo>
                  <a:cubicBezTo>
                    <a:pt x="5729" y="1"/>
                    <a:pt x="2019" y="2104"/>
                    <a:pt x="58" y="4551"/>
                  </a:cubicBezTo>
                  <a:cubicBezTo>
                    <a:pt x="0" y="4623"/>
                    <a:pt x="54" y="4707"/>
                    <a:pt x="124" y="4707"/>
                  </a:cubicBezTo>
                  <a:cubicBezTo>
                    <a:pt x="145" y="4707"/>
                    <a:pt x="167" y="4700"/>
                    <a:pt x="188" y="4683"/>
                  </a:cubicBezTo>
                  <a:cubicBezTo>
                    <a:pt x="1738" y="3418"/>
                    <a:pt x="3324" y="2289"/>
                    <a:pt x="5224" y="1613"/>
                  </a:cubicBezTo>
                  <a:cubicBezTo>
                    <a:pt x="6821" y="1047"/>
                    <a:pt x="8433" y="1014"/>
                    <a:pt x="10074" y="712"/>
                  </a:cubicBezTo>
                  <a:cubicBezTo>
                    <a:pt x="10385" y="655"/>
                    <a:pt x="10396" y="120"/>
                    <a:pt x="10074" y="73"/>
                  </a:cubicBezTo>
                  <a:cubicBezTo>
                    <a:pt x="9737" y="24"/>
                    <a:pt x="9393" y="1"/>
                    <a:pt x="90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5392349F-6037-46E2-9A6D-A0EAC96C5F35}"/>
              </a:ext>
            </a:extLst>
          </p:cNvPr>
          <p:cNvSpPr txBox="1"/>
          <p:nvPr/>
        </p:nvSpPr>
        <p:spPr>
          <a:xfrm>
            <a:off x="1307759" y="1769095"/>
            <a:ext cx="26013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200" b="1" dirty="0"/>
              <a:t>Let’s try inserting 50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347C491-92BA-45F9-8E39-410C76CBA0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5940" y="1408644"/>
            <a:ext cx="4580301" cy="2812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46061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4"/>
          <p:cNvSpPr txBox="1">
            <a:spLocks noGrp="1"/>
          </p:cNvSpPr>
          <p:nvPr>
            <p:ph type="title"/>
          </p:nvPr>
        </p:nvSpPr>
        <p:spPr>
          <a:xfrm>
            <a:off x="1307759" y="947437"/>
            <a:ext cx="2939511" cy="4372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u="sng" dirty="0"/>
              <a:t>Insertion</a:t>
            </a:r>
            <a:br>
              <a:rPr lang="en-US" b="1" dirty="0"/>
            </a:br>
            <a:r>
              <a:rPr lang="en-US" b="1" dirty="0"/>
              <a:t>  </a:t>
            </a:r>
            <a:r>
              <a:rPr lang="en-US" b="1" u="sng" dirty="0">
                <a:solidFill>
                  <a:srgbClr val="C00000"/>
                </a:solidFill>
              </a:rPr>
              <a:t>Minheap</a:t>
            </a:r>
            <a:br>
              <a:rPr lang="en-US" b="1" u="sng" dirty="0">
                <a:solidFill>
                  <a:srgbClr val="C00000"/>
                </a:solidFill>
              </a:rPr>
            </a:br>
            <a:r>
              <a:rPr lang="en-US" sz="1400" b="1" dirty="0"/>
              <a:t>	</a:t>
            </a:r>
            <a:endParaRPr lang="en-US" sz="1400" b="1" dirty="0">
              <a:solidFill>
                <a:srgbClr val="C00000"/>
              </a:solidFill>
            </a:endParaRPr>
          </a:p>
        </p:txBody>
      </p:sp>
      <p:sp>
        <p:nvSpPr>
          <p:cNvPr id="234" name="Google Shape;234;p34"/>
          <p:cNvSpPr txBox="1">
            <a:spLocks noGrp="1"/>
          </p:cNvSpPr>
          <p:nvPr>
            <p:ph type="subTitle" idx="1"/>
          </p:nvPr>
        </p:nvSpPr>
        <p:spPr>
          <a:xfrm>
            <a:off x="1307759" y="531752"/>
            <a:ext cx="3439500" cy="53514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Heaps	</a:t>
            </a:r>
          </a:p>
        </p:txBody>
      </p:sp>
      <p:pic>
        <p:nvPicPr>
          <p:cNvPr id="235" name="Google Shape;235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695460">
            <a:off x="7765338" y="3361772"/>
            <a:ext cx="1241024" cy="1610463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grpSp>
        <p:nvGrpSpPr>
          <p:cNvPr id="236" name="Google Shape;236;p34"/>
          <p:cNvGrpSpPr/>
          <p:nvPr/>
        </p:nvGrpSpPr>
        <p:grpSpPr>
          <a:xfrm rot="790859">
            <a:off x="7973758" y="3964891"/>
            <a:ext cx="824184" cy="712067"/>
            <a:chOff x="2341425" y="238100"/>
            <a:chExt cx="1328900" cy="1148125"/>
          </a:xfrm>
        </p:grpSpPr>
        <p:sp>
          <p:nvSpPr>
            <p:cNvPr id="237" name="Google Shape;237;p34"/>
            <p:cNvSpPr/>
            <p:nvPr/>
          </p:nvSpPr>
          <p:spPr>
            <a:xfrm>
              <a:off x="2341425" y="238100"/>
              <a:ext cx="1328900" cy="1148125"/>
            </a:xfrm>
            <a:custGeom>
              <a:avLst/>
              <a:gdLst/>
              <a:ahLst/>
              <a:cxnLst/>
              <a:rect l="l" t="t" r="r" b="b"/>
              <a:pathLst>
                <a:path w="53156" h="45925" extrusionOk="0">
                  <a:moveTo>
                    <a:pt x="49853" y="24103"/>
                  </a:moveTo>
                  <a:cubicBezTo>
                    <a:pt x="50212" y="24609"/>
                    <a:pt x="50681" y="25003"/>
                    <a:pt x="51172" y="25380"/>
                  </a:cubicBezTo>
                  <a:cubicBezTo>
                    <a:pt x="48199" y="26540"/>
                    <a:pt x="45438" y="28144"/>
                    <a:pt x="42987" y="30206"/>
                  </a:cubicBezTo>
                  <a:cubicBezTo>
                    <a:pt x="41727" y="31264"/>
                    <a:pt x="40396" y="32510"/>
                    <a:pt x="39238" y="33887"/>
                  </a:cubicBezTo>
                  <a:cubicBezTo>
                    <a:pt x="39347" y="33688"/>
                    <a:pt x="39460" y="33491"/>
                    <a:pt x="39578" y="33301"/>
                  </a:cubicBezTo>
                  <a:cubicBezTo>
                    <a:pt x="40490" y="31831"/>
                    <a:pt x="41539" y="30449"/>
                    <a:pt x="42711" y="29176"/>
                  </a:cubicBezTo>
                  <a:cubicBezTo>
                    <a:pt x="44775" y="26932"/>
                    <a:pt x="47091" y="25229"/>
                    <a:pt x="49853" y="24103"/>
                  </a:cubicBezTo>
                  <a:close/>
                  <a:moveTo>
                    <a:pt x="35117" y="1053"/>
                  </a:moveTo>
                  <a:lnTo>
                    <a:pt x="35117" y="1053"/>
                  </a:lnTo>
                  <a:cubicBezTo>
                    <a:pt x="36710" y="1715"/>
                    <a:pt x="38294" y="4814"/>
                    <a:pt x="38992" y="5799"/>
                  </a:cubicBezTo>
                  <a:cubicBezTo>
                    <a:pt x="40312" y="7660"/>
                    <a:pt x="41633" y="9523"/>
                    <a:pt x="42954" y="11383"/>
                  </a:cubicBezTo>
                  <a:cubicBezTo>
                    <a:pt x="44182" y="13110"/>
                    <a:pt x="45421" y="14827"/>
                    <a:pt x="46633" y="16564"/>
                  </a:cubicBezTo>
                  <a:cubicBezTo>
                    <a:pt x="46650" y="16588"/>
                    <a:pt x="46667" y="16613"/>
                    <a:pt x="46685" y="16638"/>
                  </a:cubicBezTo>
                  <a:cubicBezTo>
                    <a:pt x="47623" y="18397"/>
                    <a:pt x="48600" y="20134"/>
                    <a:pt x="49618" y="21849"/>
                  </a:cubicBezTo>
                  <a:cubicBezTo>
                    <a:pt x="48693" y="22281"/>
                    <a:pt x="47744" y="23007"/>
                    <a:pt x="47214" y="23343"/>
                  </a:cubicBezTo>
                  <a:cubicBezTo>
                    <a:pt x="45320" y="24544"/>
                    <a:pt x="43587" y="25982"/>
                    <a:pt x="42057" y="27622"/>
                  </a:cubicBezTo>
                  <a:cubicBezTo>
                    <a:pt x="40592" y="29191"/>
                    <a:pt x="39304" y="30938"/>
                    <a:pt x="38281" y="32827"/>
                  </a:cubicBezTo>
                  <a:cubicBezTo>
                    <a:pt x="37877" y="33573"/>
                    <a:pt x="37271" y="34533"/>
                    <a:pt x="36981" y="35496"/>
                  </a:cubicBezTo>
                  <a:cubicBezTo>
                    <a:pt x="36328" y="34434"/>
                    <a:pt x="35635" y="33395"/>
                    <a:pt x="34953" y="32353"/>
                  </a:cubicBezTo>
                  <a:cubicBezTo>
                    <a:pt x="33450" y="30055"/>
                    <a:pt x="31915" y="27777"/>
                    <a:pt x="30347" y="25524"/>
                  </a:cubicBezTo>
                  <a:cubicBezTo>
                    <a:pt x="28841" y="23359"/>
                    <a:pt x="27306" y="21217"/>
                    <a:pt x="25741" y="19095"/>
                  </a:cubicBezTo>
                  <a:cubicBezTo>
                    <a:pt x="24508" y="17421"/>
                    <a:pt x="23256" y="15382"/>
                    <a:pt x="21757" y="13843"/>
                  </a:cubicBezTo>
                  <a:cubicBezTo>
                    <a:pt x="22758" y="10753"/>
                    <a:pt x="24747" y="8361"/>
                    <a:pt x="26903" y="5992"/>
                  </a:cubicBezTo>
                  <a:cubicBezTo>
                    <a:pt x="27357" y="5493"/>
                    <a:pt x="27826" y="4981"/>
                    <a:pt x="28315" y="4481"/>
                  </a:cubicBezTo>
                  <a:cubicBezTo>
                    <a:pt x="29626" y="3498"/>
                    <a:pt x="31045" y="2668"/>
                    <a:pt x="32551" y="2018"/>
                  </a:cubicBezTo>
                  <a:cubicBezTo>
                    <a:pt x="33121" y="1772"/>
                    <a:pt x="33780" y="1496"/>
                    <a:pt x="34476" y="1255"/>
                  </a:cubicBezTo>
                  <a:cubicBezTo>
                    <a:pt x="34702" y="1206"/>
                    <a:pt x="34932" y="1166"/>
                    <a:pt x="35161" y="1125"/>
                  </a:cubicBezTo>
                  <a:cubicBezTo>
                    <a:pt x="35147" y="1101"/>
                    <a:pt x="35132" y="1076"/>
                    <a:pt x="35117" y="1053"/>
                  </a:cubicBezTo>
                  <a:close/>
                  <a:moveTo>
                    <a:pt x="49886" y="22296"/>
                  </a:moveTo>
                  <a:cubicBezTo>
                    <a:pt x="50069" y="22601"/>
                    <a:pt x="50253" y="22905"/>
                    <a:pt x="50437" y="23208"/>
                  </a:cubicBezTo>
                  <a:cubicBezTo>
                    <a:pt x="50328" y="23239"/>
                    <a:pt x="50219" y="23270"/>
                    <a:pt x="50110" y="23305"/>
                  </a:cubicBezTo>
                  <a:cubicBezTo>
                    <a:pt x="50098" y="23304"/>
                    <a:pt x="50086" y="23303"/>
                    <a:pt x="50074" y="23303"/>
                  </a:cubicBezTo>
                  <a:cubicBezTo>
                    <a:pt x="49989" y="23303"/>
                    <a:pt x="49905" y="23334"/>
                    <a:pt x="49839" y="23390"/>
                  </a:cubicBezTo>
                  <a:cubicBezTo>
                    <a:pt x="46983" y="24343"/>
                    <a:pt x="44499" y="26352"/>
                    <a:pt x="42469" y="28520"/>
                  </a:cubicBezTo>
                  <a:cubicBezTo>
                    <a:pt x="40592" y="30525"/>
                    <a:pt x="38254" y="33305"/>
                    <a:pt x="37357" y="36095"/>
                  </a:cubicBezTo>
                  <a:cubicBezTo>
                    <a:pt x="37306" y="36011"/>
                    <a:pt x="37249" y="35923"/>
                    <a:pt x="37190" y="35830"/>
                  </a:cubicBezTo>
                  <a:cubicBezTo>
                    <a:pt x="37565" y="34416"/>
                    <a:pt x="38696" y="32821"/>
                    <a:pt x="39296" y="31878"/>
                  </a:cubicBezTo>
                  <a:cubicBezTo>
                    <a:pt x="40239" y="30393"/>
                    <a:pt x="41330" y="29005"/>
                    <a:pt x="42550" y="27739"/>
                  </a:cubicBezTo>
                  <a:cubicBezTo>
                    <a:pt x="43708" y="26537"/>
                    <a:pt x="44980" y="25451"/>
                    <a:pt x="46348" y="24494"/>
                  </a:cubicBezTo>
                  <a:cubicBezTo>
                    <a:pt x="47234" y="23875"/>
                    <a:pt x="48600" y="22828"/>
                    <a:pt x="49886" y="22296"/>
                  </a:cubicBezTo>
                  <a:close/>
                  <a:moveTo>
                    <a:pt x="20475" y="13918"/>
                  </a:moveTo>
                  <a:cubicBezTo>
                    <a:pt x="20720" y="13985"/>
                    <a:pt x="20968" y="14054"/>
                    <a:pt x="21218" y="14127"/>
                  </a:cubicBezTo>
                  <a:lnTo>
                    <a:pt x="21219" y="14127"/>
                  </a:lnTo>
                  <a:cubicBezTo>
                    <a:pt x="22265" y="15897"/>
                    <a:pt x="23782" y="17534"/>
                    <a:pt x="24979" y="19160"/>
                  </a:cubicBezTo>
                  <a:cubicBezTo>
                    <a:pt x="26409" y="21107"/>
                    <a:pt x="27816" y="23071"/>
                    <a:pt x="29199" y="25052"/>
                  </a:cubicBezTo>
                  <a:cubicBezTo>
                    <a:pt x="30581" y="27035"/>
                    <a:pt x="31937" y="29034"/>
                    <a:pt x="33269" y="31050"/>
                  </a:cubicBezTo>
                  <a:cubicBezTo>
                    <a:pt x="33874" y="31967"/>
                    <a:pt x="34473" y="32886"/>
                    <a:pt x="35069" y="33809"/>
                  </a:cubicBezTo>
                  <a:cubicBezTo>
                    <a:pt x="35425" y="34364"/>
                    <a:pt x="35780" y="34920"/>
                    <a:pt x="36133" y="35475"/>
                  </a:cubicBezTo>
                  <a:lnTo>
                    <a:pt x="36486" y="36032"/>
                  </a:lnTo>
                  <a:cubicBezTo>
                    <a:pt x="36496" y="36074"/>
                    <a:pt x="36508" y="36115"/>
                    <a:pt x="36522" y="36155"/>
                  </a:cubicBezTo>
                  <a:cubicBezTo>
                    <a:pt x="33879" y="32306"/>
                    <a:pt x="31050" y="28568"/>
                    <a:pt x="28325" y="24779"/>
                  </a:cubicBezTo>
                  <a:cubicBezTo>
                    <a:pt x="25722" y="21160"/>
                    <a:pt x="23203" y="17449"/>
                    <a:pt x="20475" y="13918"/>
                  </a:cubicBezTo>
                  <a:close/>
                  <a:moveTo>
                    <a:pt x="37953" y="37630"/>
                  </a:moveTo>
                  <a:cubicBezTo>
                    <a:pt x="37851" y="37834"/>
                    <a:pt x="37753" y="38038"/>
                    <a:pt x="37661" y="38245"/>
                  </a:cubicBezTo>
                  <a:cubicBezTo>
                    <a:pt x="37630" y="38236"/>
                    <a:pt x="37597" y="38231"/>
                    <a:pt x="37565" y="38231"/>
                  </a:cubicBezTo>
                  <a:cubicBezTo>
                    <a:pt x="37533" y="38231"/>
                    <a:pt x="37500" y="38236"/>
                    <a:pt x="37470" y="38245"/>
                  </a:cubicBezTo>
                  <a:cubicBezTo>
                    <a:pt x="37633" y="38041"/>
                    <a:pt x="37793" y="37835"/>
                    <a:pt x="37953" y="37630"/>
                  </a:cubicBezTo>
                  <a:close/>
                  <a:moveTo>
                    <a:pt x="36509" y="38717"/>
                  </a:moveTo>
                  <a:cubicBezTo>
                    <a:pt x="36518" y="38717"/>
                    <a:pt x="36527" y="38717"/>
                    <a:pt x="36536" y="38717"/>
                  </a:cubicBezTo>
                  <a:cubicBezTo>
                    <a:pt x="36609" y="38809"/>
                    <a:pt x="36720" y="38864"/>
                    <a:pt x="36837" y="38865"/>
                  </a:cubicBezTo>
                  <a:cubicBezTo>
                    <a:pt x="36596" y="38971"/>
                    <a:pt x="36282" y="39011"/>
                    <a:pt x="35935" y="39011"/>
                  </a:cubicBezTo>
                  <a:cubicBezTo>
                    <a:pt x="35451" y="39011"/>
                    <a:pt x="34904" y="38934"/>
                    <a:pt x="34409" y="38856"/>
                  </a:cubicBezTo>
                  <a:cubicBezTo>
                    <a:pt x="35105" y="38764"/>
                    <a:pt x="35807" y="38717"/>
                    <a:pt x="36509" y="38717"/>
                  </a:cubicBezTo>
                  <a:close/>
                  <a:moveTo>
                    <a:pt x="15183" y="13113"/>
                  </a:moveTo>
                  <a:cubicBezTo>
                    <a:pt x="16769" y="13113"/>
                    <a:pt x="18319" y="13366"/>
                    <a:pt x="19934" y="13775"/>
                  </a:cubicBezTo>
                  <a:cubicBezTo>
                    <a:pt x="22531" y="17699"/>
                    <a:pt x="25404" y="21460"/>
                    <a:pt x="28149" y="25276"/>
                  </a:cubicBezTo>
                  <a:cubicBezTo>
                    <a:pt x="30879" y="29073"/>
                    <a:pt x="33528" y="32953"/>
                    <a:pt x="36351" y="36684"/>
                  </a:cubicBezTo>
                  <a:cubicBezTo>
                    <a:pt x="34542" y="35843"/>
                    <a:pt x="32568" y="35460"/>
                    <a:pt x="30570" y="35460"/>
                  </a:cubicBezTo>
                  <a:cubicBezTo>
                    <a:pt x="26406" y="35460"/>
                    <a:pt x="22142" y="37123"/>
                    <a:pt x="19074" y="39757"/>
                  </a:cubicBezTo>
                  <a:cubicBezTo>
                    <a:pt x="13793" y="32214"/>
                    <a:pt x="8154" y="24943"/>
                    <a:pt x="2157" y="17945"/>
                  </a:cubicBezTo>
                  <a:lnTo>
                    <a:pt x="2159" y="17945"/>
                  </a:lnTo>
                  <a:cubicBezTo>
                    <a:pt x="5055" y="16227"/>
                    <a:pt x="8015" y="14530"/>
                    <a:pt x="11283" y="13642"/>
                  </a:cubicBezTo>
                  <a:cubicBezTo>
                    <a:pt x="12638" y="13273"/>
                    <a:pt x="13922" y="13113"/>
                    <a:pt x="15183" y="13113"/>
                  </a:cubicBezTo>
                  <a:close/>
                  <a:moveTo>
                    <a:pt x="2578" y="20435"/>
                  </a:moveTo>
                  <a:cubicBezTo>
                    <a:pt x="8168" y="27062"/>
                    <a:pt x="13443" y="33937"/>
                    <a:pt x="18402" y="41058"/>
                  </a:cubicBezTo>
                  <a:cubicBezTo>
                    <a:pt x="18543" y="41262"/>
                    <a:pt x="18758" y="41377"/>
                    <a:pt x="18977" y="41377"/>
                  </a:cubicBezTo>
                  <a:cubicBezTo>
                    <a:pt x="19133" y="41377"/>
                    <a:pt x="19292" y="41318"/>
                    <a:pt x="19427" y="41190"/>
                  </a:cubicBezTo>
                  <a:cubicBezTo>
                    <a:pt x="21632" y="39103"/>
                    <a:pt x="24333" y="37693"/>
                    <a:pt x="27314" y="37090"/>
                  </a:cubicBezTo>
                  <a:cubicBezTo>
                    <a:pt x="28284" y="36894"/>
                    <a:pt x="29226" y="36809"/>
                    <a:pt x="30154" y="36809"/>
                  </a:cubicBezTo>
                  <a:cubicBezTo>
                    <a:pt x="30890" y="36809"/>
                    <a:pt x="31618" y="36863"/>
                    <a:pt x="32345" y="36959"/>
                  </a:cubicBezTo>
                  <a:cubicBezTo>
                    <a:pt x="32139" y="36996"/>
                    <a:pt x="31934" y="37038"/>
                    <a:pt x="31726" y="37085"/>
                  </a:cubicBezTo>
                  <a:cubicBezTo>
                    <a:pt x="29702" y="37535"/>
                    <a:pt x="27672" y="38191"/>
                    <a:pt x="25741" y="38939"/>
                  </a:cubicBezTo>
                  <a:cubicBezTo>
                    <a:pt x="24060" y="39590"/>
                    <a:pt x="22425" y="40379"/>
                    <a:pt x="20975" y="41459"/>
                  </a:cubicBezTo>
                  <a:cubicBezTo>
                    <a:pt x="20335" y="41934"/>
                    <a:pt x="18892" y="42836"/>
                    <a:pt x="18616" y="43758"/>
                  </a:cubicBezTo>
                  <a:cubicBezTo>
                    <a:pt x="15797" y="39642"/>
                    <a:pt x="12269" y="35871"/>
                    <a:pt x="9131" y="31993"/>
                  </a:cubicBezTo>
                  <a:cubicBezTo>
                    <a:pt x="7537" y="30022"/>
                    <a:pt x="5941" y="28055"/>
                    <a:pt x="4343" y="26088"/>
                  </a:cubicBezTo>
                  <a:cubicBezTo>
                    <a:pt x="3509" y="25063"/>
                    <a:pt x="2360" y="24025"/>
                    <a:pt x="1726" y="22872"/>
                  </a:cubicBezTo>
                  <a:lnTo>
                    <a:pt x="1290" y="22336"/>
                  </a:lnTo>
                  <a:cubicBezTo>
                    <a:pt x="1365" y="21812"/>
                    <a:pt x="1612" y="21399"/>
                    <a:pt x="2027" y="21097"/>
                  </a:cubicBezTo>
                  <a:cubicBezTo>
                    <a:pt x="2191" y="20870"/>
                    <a:pt x="2390" y="20654"/>
                    <a:pt x="2578" y="20435"/>
                  </a:cubicBezTo>
                  <a:close/>
                  <a:moveTo>
                    <a:pt x="34214" y="37438"/>
                  </a:moveTo>
                  <a:cubicBezTo>
                    <a:pt x="34480" y="37438"/>
                    <a:pt x="34745" y="37450"/>
                    <a:pt x="35009" y="37476"/>
                  </a:cubicBezTo>
                  <a:cubicBezTo>
                    <a:pt x="35056" y="37488"/>
                    <a:pt x="35104" y="37502"/>
                    <a:pt x="35153" y="37514"/>
                  </a:cubicBezTo>
                  <a:cubicBezTo>
                    <a:pt x="32341" y="37733"/>
                    <a:pt x="29659" y="38637"/>
                    <a:pt x="27141" y="39965"/>
                  </a:cubicBezTo>
                  <a:cubicBezTo>
                    <a:pt x="25564" y="40797"/>
                    <a:pt x="24060" y="41771"/>
                    <a:pt x="22625" y="42823"/>
                  </a:cubicBezTo>
                  <a:cubicBezTo>
                    <a:pt x="22053" y="43241"/>
                    <a:pt x="21266" y="44080"/>
                    <a:pt x="20621" y="44360"/>
                  </a:cubicBezTo>
                  <a:cubicBezTo>
                    <a:pt x="20405" y="44454"/>
                    <a:pt x="20198" y="44493"/>
                    <a:pt x="19997" y="44493"/>
                  </a:cubicBezTo>
                  <a:cubicBezTo>
                    <a:pt x="19802" y="44493"/>
                    <a:pt x="19613" y="44456"/>
                    <a:pt x="19427" y="44400"/>
                  </a:cubicBezTo>
                  <a:cubicBezTo>
                    <a:pt x="19434" y="44391"/>
                    <a:pt x="19440" y="44386"/>
                    <a:pt x="19448" y="44377"/>
                  </a:cubicBezTo>
                  <a:cubicBezTo>
                    <a:pt x="19593" y="44198"/>
                    <a:pt x="19599" y="43995"/>
                    <a:pt x="19448" y="43814"/>
                  </a:cubicBezTo>
                  <a:lnTo>
                    <a:pt x="19430" y="43792"/>
                  </a:lnTo>
                  <a:cubicBezTo>
                    <a:pt x="19697" y="43721"/>
                    <a:pt x="19911" y="43553"/>
                    <a:pt x="20074" y="43287"/>
                  </a:cubicBezTo>
                  <a:cubicBezTo>
                    <a:pt x="20320" y="43038"/>
                    <a:pt x="20576" y="42801"/>
                    <a:pt x="20843" y="42573"/>
                  </a:cubicBezTo>
                  <a:cubicBezTo>
                    <a:pt x="21485" y="42027"/>
                    <a:pt x="22180" y="41552"/>
                    <a:pt x="22907" y="41126"/>
                  </a:cubicBezTo>
                  <a:cubicBezTo>
                    <a:pt x="24188" y="40374"/>
                    <a:pt x="25559" y="39793"/>
                    <a:pt x="26955" y="39291"/>
                  </a:cubicBezTo>
                  <a:cubicBezTo>
                    <a:pt x="29199" y="38484"/>
                    <a:pt x="31750" y="37438"/>
                    <a:pt x="34214" y="37438"/>
                  </a:cubicBezTo>
                  <a:close/>
                  <a:moveTo>
                    <a:pt x="34842" y="0"/>
                  </a:moveTo>
                  <a:cubicBezTo>
                    <a:pt x="34343" y="0"/>
                    <a:pt x="33867" y="188"/>
                    <a:pt x="33507" y="630"/>
                  </a:cubicBezTo>
                  <a:cubicBezTo>
                    <a:pt x="31447" y="1151"/>
                    <a:pt x="29512" y="2015"/>
                    <a:pt x="27862" y="3526"/>
                  </a:cubicBezTo>
                  <a:cubicBezTo>
                    <a:pt x="27217" y="4115"/>
                    <a:pt x="26496" y="4800"/>
                    <a:pt x="25773" y="5555"/>
                  </a:cubicBezTo>
                  <a:cubicBezTo>
                    <a:pt x="23620" y="7604"/>
                    <a:pt x="21769" y="10148"/>
                    <a:pt x="20875" y="12916"/>
                  </a:cubicBezTo>
                  <a:cubicBezTo>
                    <a:pt x="19359" y="12052"/>
                    <a:pt x="17538" y="11727"/>
                    <a:pt x="15721" y="11727"/>
                  </a:cubicBezTo>
                  <a:cubicBezTo>
                    <a:pt x="14356" y="11727"/>
                    <a:pt x="12994" y="11911"/>
                    <a:pt x="11766" y="12185"/>
                  </a:cubicBezTo>
                  <a:cubicBezTo>
                    <a:pt x="7819" y="13067"/>
                    <a:pt x="4277" y="15176"/>
                    <a:pt x="838" y="17217"/>
                  </a:cubicBezTo>
                  <a:cubicBezTo>
                    <a:pt x="458" y="17444"/>
                    <a:pt x="436" y="17923"/>
                    <a:pt x="707" y="18237"/>
                  </a:cubicBezTo>
                  <a:cubicBezTo>
                    <a:pt x="1244" y="18859"/>
                    <a:pt x="1774" y="19488"/>
                    <a:pt x="2305" y="20116"/>
                  </a:cubicBezTo>
                  <a:cubicBezTo>
                    <a:pt x="1441" y="20484"/>
                    <a:pt x="862" y="21064"/>
                    <a:pt x="197" y="21811"/>
                  </a:cubicBezTo>
                  <a:cubicBezTo>
                    <a:pt x="77" y="21947"/>
                    <a:pt x="0" y="22200"/>
                    <a:pt x="127" y="22363"/>
                  </a:cubicBezTo>
                  <a:cubicBezTo>
                    <a:pt x="2951" y="26054"/>
                    <a:pt x="5928" y="29634"/>
                    <a:pt x="8843" y="33254"/>
                  </a:cubicBezTo>
                  <a:cubicBezTo>
                    <a:pt x="11749" y="36861"/>
                    <a:pt x="14485" y="40794"/>
                    <a:pt x="17652" y="44182"/>
                  </a:cubicBezTo>
                  <a:cubicBezTo>
                    <a:pt x="17664" y="44208"/>
                    <a:pt x="17679" y="44232"/>
                    <a:pt x="17699" y="44255"/>
                  </a:cubicBezTo>
                  <a:cubicBezTo>
                    <a:pt x="18282" y="44908"/>
                    <a:pt x="19219" y="45924"/>
                    <a:pt x="20167" y="45924"/>
                  </a:cubicBezTo>
                  <a:cubicBezTo>
                    <a:pt x="20277" y="45924"/>
                    <a:pt x="20387" y="45910"/>
                    <a:pt x="20497" y="45881"/>
                  </a:cubicBezTo>
                  <a:cubicBezTo>
                    <a:pt x="21148" y="45708"/>
                    <a:pt x="21757" y="44978"/>
                    <a:pt x="22286" y="44585"/>
                  </a:cubicBezTo>
                  <a:cubicBezTo>
                    <a:pt x="23162" y="43935"/>
                    <a:pt x="24053" y="43304"/>
                    <a:pt x="24965" y="42705"/>
                  </a:cubicBezTo>
                  <a:cubicBezTo>
                    <a:pt x="27366" y="41130"/>
                    <a:pt x="29934" y="39829"/>
                    <a:pt x="32678" y="39174"/>
                  </a:cubicBezTo>
                  <a:cubicBezTo>
                    <a:pt x="32752" y="39177"/>
                    <a:pt x="32826" y="39174"/>
                    <a:pt x="32900" y="39178"/>
                  </a:cubicBezTo>
                  <a:cubicBezTo>
                    <a:pt x="34054" y="39233"/>
                    <a:pt x="35153" y="39648"/>
                    <a:pt x="36288" y="39715"/>
                  </a:cubicBezTo>
                  <a:cubicBezTo>
                    <a:pt x="36337" y="39718"/>
                    <a:pt x="36385" y="39720"/>
                    <a:pt x="36433" y="39720"/>
                  </a:cubicBezTo>
                  <a:cubicBezTo>
                    <a:pt x="37209" y="39720"/>
                    <a:pt x="37750" y="39337"/>
                    <a:pt x="37827" y="38540"/>
                  </a:cubicBezTo>
                  <a:cubicBezTo>
                    <a:pt x="39593" y="36201"/>
                    <a:pt x="41115" y="33792"/>
                    <a:pt x="43273" y="31744"/>
                  </a:cubicBezTo>
                  <a:cubicBezTo>
                    <a:pt x="44449" y="30626"/>
                    <a:pt x="45716" y="29608"/>
                    <a:pt x="47060" y="28698"/>
                  </a:cubicBezTo>
                  <a:cubicBezTo>
                    <a:pt x="47079" y="28686"/>
                    <a:pt x="47099" y="28675"/>
                    <a:pt x="47118" y="28662"/>
                  </a:cubicBezTo>
                  <a:cubicBezTo>
                    <a:pt x="48826" y="27633"/>
                    <a:pt x="50637" y="26785"/>
                    <a:pt x="52524" y="26133"/>
                  </a:cubicBezTo>
                  <a:cubicBezTo>
                    <a:pt x="52902" y="26003"/>
                    <a:pt x="53156" y="25447"/>
                    <a:pt x="52785" y="25145"/>
                  </a:cubicBezTo>
                  <a:cubicBezTo>
                    <a:pt x="52171" y="24648"/>
                    <a:pt x="51613" y="24099"/>
                    <a:pt x="50959" y="23696"/>
                  </a:cubicBezTo>
                  <a:cubicBezTo>
                    <a:pt x="51006" y="23680"/>
                    <a:pt x="51050" y="23660"/>
                    <a:pt x="51097" y="23645"/>
                  </a:cubicBezTo>
                  <a:cubicBezTo>
                    <a:pt x="51251" y="23594"/>
                    <a:pt x="51309" y="23468"/>
                    <a:pt x="51300" y="23347"/>
                  </a:cubicBezTo>
                  <a:cubicBezTo>
                    <a:pt x="51345" y="23292"/>
                    <a:pt x="51376" y="23227"/>
                    <a:pt x="51391" y="23158"/>
                  </a:cubicBezTo>
                  <a:cubicBezTo>
                    <a:pt x="51657" y="23086"/>
                    <a:pt x="51868" y="22805"/>
                    <a:pt x="51676" y="22507"/>
                  </a:cubicBezTo>
                  <a:cubicBezTo>
                    <a:pt x="51561" y="22326"/>
                    <a:pt x="51447" y="22144"/>
                    <a:pt x="51333" y="21962"/>
                  </a:cubicBezTo>
                  <a:cubicBezTo>
                    <a:pt x="51345" y="21962"/>
                    <a:pt x="51359" y="21961"/>
                    <a:pt x="51371" y="21961"/>
                  </a:cubicBezTo>
                  <a:cubicBezTo>
                    <a:pt x="51374" y="21961"/>
                    <a:pt x="51377" y="21961"/>
                    <a:pt x="51379" y="21961"/>
                  </a:cubicBezTo>
                  <a:cubicBezTo>
                    <a:pt x="51539" y="21961"/>
                    <a:pt x="51585" y="21737"/>
                    <a:pt x="51453" y="21658"/>
                  </a:cubicBezTo>
                  <a:cubicBezTo>
                    <a:pt x="51333" y="21585"/>
                    <a:pt x="51198" y="21544"/>
                    <a:pt x="51056" y="21524"/>
                  </a:cubicBezTo>
                  <a:cubicBezTo>
                    <a:pt x="50796" y="21108"/>
                    <a:pt x="50546" y="20689"/>
                    <a:pt x="50290" y="20269"/>
                  </a:cubicBezTo>
                  <a:cubicBezTo>
                    <a:pt x="50030" y="19581"/>
                    <a:pt x="49589" y="18953"/>
                    <a:pt x="49191" y="18312"/>
                  </a:cubicBezTo>
                  <a:cubicBezTo>
                    <a:pt x="48421" y="17077"/>
                    <a:pt x="47572" y="15893"/>
                    <a:pt x="46728" y="14709"/>
                  </a:cubicBezTo>
                  <a:cubicBezTo>
                    <a:pt x="45005" y="12292"/>
                    <a:pt x="43280" y="9876"/>
                    <a:pt x="41551" y="7464"/>
                  </a:cubicBezTo>
                  <a:cubicBezTo>
                    <a:pt x="40019" y="5325"/>
                    <a:pt x="38618" y="2783"/>
                    <a:pt x="36781" y="897"/>
                  </a:cubicBezTo>
                  <a:cubicBezTo>
                    <a:pt x="36255" y="356"/>
                    <a:pt x="35527" y="0"/>
                    <a:pt x="348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34"/>
            <p:cNvSpPr/>
            <p:nvPr/>
          </p:nvSpPr>
          <p:spPr>
            <a:xfrm>
              <a:off x="2990175" y="381350"/>
              <a:ext cx="254450" cy="209600"/>
            </a:xfrm>
            <a:custGeom>
              <a:avLst/>
              <a:gdLst/>
              <a:ahLst/>
              <a:cxnLst/>
              <a:rect l="l" t="t" r="r" b="b"/>
              <a:pathLst>
                <a:path w="10178" h="8384" extrusionOk="0">
                  <a:moveTo>
                    <a:pt x="9489" y="1"/>
                  </a:moveTo>
                  <a:cubicBezTo>
                    <a:pt x="9460" y="1"/>
                    <a:pt x="9430" y="3"/>
                    <a:pt x="9398" y="7"/>
                  </a:cubicBezTo>
                  <a:cubicBezTo>
                    <a:pt x="5315" y="589"/>
                    <a:pt x="1324" y="4315"/>
                    <a:pt x="48" y="8144"/>
                  </a:cubicBezTo>
                  <a:cubicBezTo>
                    <a:pt x="1" y="8286"/>
                    <a:pt x="119" y="8384"/>
                    <a:pt x="239" y="8384"/>
                  </a:cubicBezTo>
                  <a:cubicBezTo>
                    <a:pt x="302" y="8384"/>
                    <a:pt x="366" y="8357"/>
                    <a:pt x="406" y="8294"/>
                  </a:cubicBezTo>
                  <a:cubicBezTo>
                    <a:pt x="1475" y="6637"/>
                    <a:pt x="2632" y="5068"/>
                    <a:pt x="4157" y="3799"/>
                  </a:cubicBezTo>
                  <a:cubicBezTo>
                    <a:pt x="5839" y="2399"/>
                    <a:pt x="7661" y="1727"/>
                    <a:pt x="9647" y="909"/>
                  </a:cubicBezTo>
                  <a:cubicBezTo>
                    <a:pt x="10177" y="691"/>
                    <a:pt x="10017" y="1"/>
                    <a:pt x="948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34"/>
            <p:cNvSpPr/>
            <p:nvPr/>
          </p:nvSpPr>
          <p:spPr>
            <a:xfrm>
              <a:off x="3026350" y="441550"/>
              <a:ext cx="247225" cy="201350"/>
            </a:xfrm>
            <a:custGeom>
              <a:avLst/>
              <a:gdLst/>
              <a:ahLst/>
              <a:cxnLst/>
              <a:rect l="l" t="t" r="r" b="b"/>
              <a:pathLst>
                <a:path w="9889" h="8054" extrusionOk="0">
                  <a:moveTo>
                    <a:pt x="9472" y="1"/>
                  </a:moveTo>
                  <a:cubicBezTo>
                    <a:pt x="9466" y="1"/>
                    <a:pt x="9460" y="1"/>
                    <a:pt x="9454" y="1"/>
                  </a:cubicBezTo>
                  <a:cubicBezTo>
                    <a:pt x="5735" y="204"/>
                    <a:pt x="1142" y="4281"/>
                    <a:pt x="59" y="7752"/>
                  </a:cubicBezTo>
                  <a:cubicBezTo>
                    <a:pt x="0" y="7941"/>
                    <a:pt x="141" y="8053"/>
                    <a:pt x="292" y="8053"/>
                  </a:cubicBezTo>
                  <a:cubicBezTo>
                    <a:pt x="375" y="8053"/>
                    <a:pt x="460" y="8019"/>
                    <a:pt x="517" y="7945"/>
                  </a:cubicBezTo>
                  <a:cubicBezTo>
                    <a:pt x="1756" y="6329"/>
                    <a:pt x="2771" y="4701"/>
                    <a:pt x="4382" y="3401"/>
                  </a:cubicBezTo>
                  <a:cubicBezTo>
                    <a:pt x="6005" y="2092"/>
                    <a:pt x="7844" y="1590"/>
                    <a:pt x="9618" y="609"/>
                  </a:cubicBezTo>
                  <a:cubicBezTo>
                    <a:pt x="9889" y="460"/>
                    <a:pt x="9783" y="1"/>
                    <a:pt x="94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34"/>
            <p:cNvSpPr/>
            <p:nvPr/>
          </p:nvSpPr>
          <p:spPr>
            <a:xfrm>
              <a:off x="3172850" y="661350"/>
              <a:ext cx="224850" cy="198300"/>
            </a:xfrm>
            <a:custGeom>
              <a:avLst/>
              <a:gdLst/>
              <a:ahLst/>
              <a:cxnLst/>
              <a:rect l="l" t="t" r="r" b="b"/>
              <a:pathLst>
                <a:path w="8994" h="7932" extrusionOk="0">
                  <a:moveTo>
                    <a:pt x="8456" y="0"/>
                  </a:moveTo>
                  <a:cubicBezTo>
                    <a:pt x="8425" y="0"/>
                    <a:pt x="8392" y="4"/>
                    <a:pt x="8358" y="11"/>
                  </a:cubicBezTo>
                  <a:cubicBezTo>
                    <a:pt x="5106" y="738"/>
                    <a:pt x="1076" y="4402"/>
                    <a:pt x="60" y="7579"/>
                  </a:cubicBezTo>
                  <a:cubicBezTo>
                    <a:pt x="1" y="7765"/>
                    <a:pt x="174" y="7931"/>
                    <a:pt x="343" y="7931"/>
                  </a:cubicBezTo>
                  <a:cubicBezTo>
                    <a:pt x="409" y="7931"/>
                    <a:pt x="474" y="7907"/>
                    <a:pt x="524" y="7849"/>
                  </a:cubicBezTo>
                  <a:cubicBezTo>
                    <a:pt x="1689" y="6518"/>
                    <a:pt x="2590" y="5030"/>
                    <a:pt x="3913" y="3818"/>
                  </a:cubicBezTo>
                  <a:cubicBezTo>
                    <a:pt x="5371" y="2483"/>
                    <a:pt x="7047" y="1783"/>
                    <a:pt x="8657" y="718"/>
                  </a:cubicBezTo>
                  <a:cubicBezTo>
                    <a:pt x="8993" y="494"/>
                    <a:pt x="8826" y="0"/>
                    <a:pt x="84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34"/>
            <p:cNvSpPr/>
            <p:nvPr/>
          </p:nvSpPr>
          <p:spPr>
            <a:xfrm>
              <a:off x="3219000" y="725650"/>
              <a:ext cx="226500" cy="215375"/>
            </a:xfrm>
            <a:custGeom>
              <a:avLst/>
              <a:gdLst/>
              <a:ahLst/>
              <a:cxnLst/>
              <a:rect l="l" t="t" r="r" b="b"/>
              <a:pathLst>
                <a:path w="9060" h="8615" extrusionOk="0">
                  <a:moveTo>
                    <a:pt x="8466" y="1"/>
                  </a:moveTo>
                  <a:cubicBezTo>
                    <a:pt x="8403" y="1"/>
                    <a:pt x="8336" y="16"/>
                    <a:pt x="8267" y="50"/>
                  </a:cubicBezTo>
                  <a:cubicBezTo>
                    <a:pt x="6348" y="1017"/>
                    <a:pt x="4571" y="2396"/>
                    <a:pt x="3025" y="3882"/>
                  </a:cubicBezTo>
                  <a:cubicBezTo>
                    <a:pt x="1836" y="5024"/>
                    <a:pt x="0" y="6568"/>
                    <a:pt x="62" y="8367"/>
                  </a:cubicBezTo>
                  <a:cubicBezTo>
                    <a:pt x="66" y="8507"/>
                    <a:pt x="206" y="8614"/>
                    <a:pt x="335" y="8614"/>
                  </a:cubicBezTo>
                  <a:cubicBezTo>
                    <a:pt x="409" y="8614"/>
                    <a:pt x="480" y="8578"/>
                    <a:pt x="518" y="8491"/>
                  </a:cubicBezTo>
                  <a:cubicBezTo>
                    <a:pt x="2016" y="5007"/>
                    <a:pt x="5594" y="2708"/>
                    <a:pt x="8679" y="755"/>
                  </a:cubicBezTo>
                  <a:cubicBezTo>
                    <a:pt x="9059" y="514"/>
                    <a:pt x="8832" y="1"/>
                    <a:pt x="84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34"/>
            <p:cNvSpPr/>
            <p:nvPr/>
          </p:nvSpPr>
          <p:spPr>
            <a:xfrm>
              <a:off x="2528200" y="658025"/>
              <a:ext cx="405900" cy="260600"/>
            </a:xfrm>
            <a:custGeom>
              <a:avLst/>
              <a:gdLst/>
              <a:ahLst/>
              <a:cxnLst/>
              <a:rect l="l" t="t" r="r" b="b"/>
              <a:pathLst>
                <a:path w="16236" h="10424" extrusionOk="0">
                  <a:moveTo>
                    <a:pt x="1382" y="2708"/>
                  </a:moveTo>
                  <a:cubicBezTo>
                    <a:pt x="2705" y="4465"/>
                    <a:pt x="4361" y="5818"/>
                    <a:pt x="5564" y="7549"/>
                  </a:cubicBezTo>
                  <a:cubicBezTo>
                    <a:pt x="5049" y="7000"/>
                    <a:pt x="4518" y="6467"/>
                    <a:pt x="3972" y="5947"/>
                  </a:cubicBezTo>
                  <a:cubicBezTo>
                    <a:pt x="3369" y="5370"/>
                    <a:pt x="2751" y="4825"/>
                    <a:pt x="2113" y="4299"/>
                  </a:cubicBezTo>
                  <a:cubicBezTo>
                    <a:pt x="2286" y="4264"/>
                    <a:pt x="2405" y="4031"/>
                    <a:pt x="2251" y="3877"/>
                  </a:cubicBezTo>
                  <a:cubicBezTo>
                    <a:pt x="1869" y="3498"/>
                    <a:pt x="1454" y="3168"/>
                    <a:pt x="1030" y="2840"/>
                  </a:cubicBezTo>
                  <a:lnTo>
                    <a:pt x="1382" y="2708"/>
                  </a:lnTo>
                  <a:close/>
                  <a:moveTo>
                    <a:pt x="9295" y="739"/>
                  </a:moveTo>
                  <a:cubicBezTo>
                    <a:pt x="10900" y="739"/>
                    <a:pt x="11714" y="2042"/>
                    <a:pt x="12738" y="3153"/>
                  </a:cubicBezTo>
                  <a:cubicBezTo>
                    <a:pt x="13607" y="4096"/>
                    <a:pt x="14464" y="5049"/>
                    <a:pt x="15310" y="6013"/>
                  </a:cubicBezTo>
                  <a:cubicBezTo>
                    <a:pt x="13936" y="6363"/>
                    <a:pt x="12589" y="6790"/>
                    <a:pt x="11275" y="7331"/>
                  </a:cubicBezTo>
                  <a:cubicBezTo>
                    <a:pt x="10703" y="7567"/>
                    <a:pt x="10139" y="7820"/>
                    <a:pt x="9583" y="8091"/>
                  </a:cubicBezTo>
                  <a:cubicBezTo>
                    <a:pt x="9104" y="8323"/>
                    <a:pt x="7997" y="9216"/>
                    <a:pt x="7494" y="9216"/>
                  </a:cubicBezTo>
                  <a:cubicBezTo>
                    <a:pt x="7280" y="9214"/>
                    <a:pt x="7087" y="9143"/>
                    <a:pt x="6911" y="9028"/>
                  </a:cubicBezTo>
                  <a:cubicBezTo>
                    <a:pt x="5976" y="6497"/>
                    <a:pt x="3660" y="4237"/>
                    <a:pt x="1564" y="2642"/>
                  </a:cubicBezTo>
                  <a:cubicBezTo>
                    <a:pt x="3992" y="1737"/>
                    <a:pt x="6804" y="749"/>
                    <a:pt x="9284" y="739"/>
                  </a:cubicBezTo>
                  <a:cubicBezTo>
                    <a:pt x="9288" y="739"/>
                    <a:pt x="9291" y="739"/>
                    <a:pt x="9295" y="739"/>
                  </a:cubicBezTo>
                  <a:close/>
                  <a:moveTo>
                    <a:pt x="9522" y="0"/>
                  </a:moveTo>
                  <a:cubicBezTo>
                    <a:pt x="8353" y="0"/>
                    <a:pt x="6970" y="475"/>
                    <a:pt x="5977" y="700"/>
                  </a:cubicBezTo>
                  <a:cubicBezTo>
                    <a:pt x="4041" y="1140"/>
                    <a:pt x="2155" y="1729"/>
                    <a:pt x="300" y="2432"/>
                  </a:cubicBezTo>
                  <a:cubicBezTo>
                    <a:pt x="25" y="2536"/>
                    <a:pt x="1" y="2846"/>
                    <a:pt x="223" y="3018"/>
                  </a:cubicBezTo>
                  <a:cubicBezTo>
                    <a:pt x="702" y="3388"/>
                    <a:pt x="1169" y="3763"/>
                    <a:pt x="1673" y="4093"/>
                  </a:cubicBezTo>
                  <a:cubicBezTo>
                    <a:pt x="3491" y="5760"/>
                    <a:pt x="5144" y="7550"/>
                    <a:pt x="6623" y="9541"/>
                  </a:cubicBezTo>
                  <a:cubicBezTo>
                    <a:pt x="6713" y="9781"/>
                    <a:pt x="6797" y="10028"/>
                    <a:pt x="6867" y="10287"/>
                  </a:cubicBezTo>
                  <a:cubicBezTo>
                    <a:pt x="6892" y="10382"/>
                    <a:pt x="6963" y="10423"/>
                    <a:pt x="7035" y="10423"/>
                  </a:cubicBezTo>
                  <a:cubicBezTo>
                    <a:pt x="7146" y="10423"/>
                    <a:pt x="7261" y="10329"/>
                    <a:pt x="7234" y="10186"/>
                  </a:cubicBezTo>
                  <a:cubicBezTo>
                    <a:pt x="7224" y="10130"/>
                    <a:pt x="7207" y="10076"/>
                    <a:pt x="7196" y="10021"/>
                  </a:cubicBezTo>
                  <a:cubicBezTo>
                    <a:pt x="7219" y="10016"/>
                    <a:pt x="7243" y="10009"/>
                    <a:pt x="7264" y="9998"/>
                  </a:cubicBezTo>
                  <a:cubicBezTo>
                    <a:pt x="9998" y="8390"/>
                    <a:pt x="12869" y="7216"/>
                    <a:pt x="15954" y="6481"/>
                  </a:cubicBezTo>
                  <a:cubicBezTo>
                    <a:pt x="16193" y="6424"/>
                    <a:pt x="16235" y="6133"/>
                    <a:pt x="16091" y="5967"/>
                  </a:cubicBezTo>
                  <a:cubicBezTo>
                    <a:pt x="14926" y="4637"/>
                    <a:pt x="13744" y="3322"/>
                    <a:pt x="12545" y="2023"/>
                  </a:cubicBezTo>
                  <a:cubicBezTo>
                    <a:pt x="11928" y="1357"/>
                    <a:pt x="11266" y="350"/>
                    <a:pt x="10341" y="98"/>
                  </a:cubicBezTo>
                  <a:cubicBezTo>
                    <a:pt x="10087" y="29"/>
                    <a:pt x="9811" y="0"/>
                    <a:pt x="95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34"/>
            <p:cNvSpPr/>
            <p:nvPr/>
          </p:nvSpPr>
          <p:spPr>
            <a:xfrm>
              <a:off x="2739725" y="878000"/>
              <a:ext cx="265375" cy="114400"/>
            </a:xfrm>
            <a:custGeom>
              <a:avLst/>
              <a:gdLst/>
              <a:ahLst/>
              <a:cxnLst/>
              <a:rect l="l" t="t" r="r" b="b"/>
              <a:pathLst>
                <a:path w="10615" h="4576" extrusionOk="0">
                  <a:moveTo>
                    <a:pt x="8807" y="0"/>
                  </a:moveTo>
                  <a:cubicBezTo>
                    <a:pt x="5620" y="0"/>
                    <a:pt x="1581" y="1966"/>
                    <a:pt x="54" y="4386"/>
                  </a:cubicBezTo>
                  <a:cubicBezTo>
                    <a:pt x="1" y="4471"/>
                    <a:pt x="79" y="4576"/>
                    <a:pt x="166" y="4576"/>
                  </a:cubicBezTo>
                  <a:cubicBezTo>
                    <a:pt x="186" y="4576"/>
                    <a:pt x="207" y="4570"/>
                    <a:pt x="226" y="4558"/>
                  </a:cubicBezTo>
                  <a:cubicBezTo>
                    <a:pt x="1875" y="3508"/>
                    <a:pt x="3258" y="2278"/>
                    <a:pt x="5131" y="1591"/>
                  </a:cubicBezTo>
                  <a:cubicBezTo>
                    <a:pt x="6861" y="957"/>
                    <a:pt x="8587" y="1026"/>
                    <a:pt x="10351" y="694"/>
                  </a:cubicBezTo>
                  <a:cubicBezTo>
                    <a:pt x="10615" y="644"/>
                    <a:pt x="10595" y="242"/>
                    <a:pt x="10351" y="180"/>
                  </a:cubicBezTo>
                  <a:cubicBezTo>
                    <a:pt x="9872" y="58"/>
                    <a:pt x="9352" y="0"/>
                    <a:pt x="88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34"/>
            <p:cNvSpPr/>
            <p:nvPr/>
          </p:nvSpPr>
          <p:spPr>
            <a:xfrm>
              <a:off x="2783475" y="946275"/>
              <a:ext cx="254775" cy="113000"/>
            </a:xfrm>
            <a:custGeom>
              <a:avLst/>
              <a:gdLst/>
              <a:ahLst/>
              <a:cxnLst/>
              <a:rect l="l" t="t" r="r" b="b"/>
              <a:pathLst>
                <a:path w="10191" h="4520" extrusionOk="0">
                  <a:moveTo>
                    <a:pt x="9024" y="1"/>
                  </a:moveTo>
                  <a:cubicBezTo>
                    <a:pt x="7296" y="1"/>
                    <a:pt x="5453" y="625"/>
                    <a:pt x="3919" y="1282"/>
                  </a:cubicBezTo>
                  <a:cubicBezTo>
                    <a:pt x="2789" y="1765"/>
                    <a:pt x="261" y="2658"/>
                    <a:pt x="23" y="4060"/>
                  </a:cubicBezTo>
                  <a:cubicBezTo>
                    <a:pt x="1" y="4188"/>
                    <a:pt x="41" y="4285"/>
                    <a:pt x="145" y="4359"/>
                  </a:cubicBezTo>
                  <a:lnTo>
                    <a:pt x="328" y="4490"/>
                  </a:lnTo>
                  <a:cubicBezTo>
                    <a:pt x="356" y="4510"/>
                    <a:pt x="386" y="4519"/>
                    <a:pt x="416" y="4519"/>
                  </a:cubicBezTo>
                  <a:cubicBezTo>
                    <a:pt x="528" y="4519"/>
                    <a:pt x="634" y="4397"/>
                    <a:pt x="599" y="4281"/>
                  </a:cubicBezTo>
                  <a:cubicBezTo>
                    <a:pt x="310" y="3333"/>
                    <a:pt x="4773" y="1735"/>
                    <a:pt x="5289" y="1569"/>
                  </a:cubicBezTo>
                  <a:cubicBezTo>
                    <a:pt x="6773" y="1093"/>
                    <a:pt x="8295" y="1027"/>
                    <a:pt x="9799" y="688"/>
                  </a:cubicBezTo>
                  <a:cubicBezTo>
                    <a:pt x="10190" y="600"/>
                    <a:pt x="10059" y="73"/>
                    <a:pt x="9711" y="36"/>
                  </a:cubicBezTo>
                  <a:cubicBezTo>
                    <a:pt x="9485" y="12"/>
                    <a:pt x="9255" y="1"/>
                    <a:pt x="902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34"/>
            <p:cNvSpPr/>
            <p:nvPr/>
          </p:nvSpPr>
          <p:spPr>
            <a:xfrm>
              <a:off x="2839925" y="1007825"/>
              <a:ext cx="259925" cy="117700"/>
            </a:xfrm>
            <a:custGeom>
              <a:avLst/>
              <a:gdLst/>
              <a:ahLst/>
              <a:cxnLst/>
              <a:rect l="l" t="t" r="r" b="b"/>
              <a:pathLst>
                <a:path w="10397" h="4708" extrusionOk="0">
                  <a:moveTo>
                    <a:pt x="9045" y="1"/>
                  </a:moveTo>
                  <a:cubicBezTo>
                    <a:pt x="5729" y="1"/>
                    <a:pt x="2019" y="2104"/>
                    <a:pt x="58" y="4551"/>
                  </a:cubicBezTo>
                  <a:cubicBezTo>
                    <a:pt x="0" y="4623"/>
                    <a:pt x="54" y="4707"/>
                    <a:pt x="124" y="4707"/>
                  </a:cubicBezTo>
                  <a:cubicBezTo>
                    <a:pt x="145" y="4707"/>
                    <a:pt x="167" y="4700"/>
                    <a:pt x="188" y="4683"/>
                  </a:cubicBezTo>
                  <a:cubicBezTo>
                    <a:pt x="1738" y="3418"/>
                    <a:pt x="3324" y="2289"/>
                    <a:pt x="5224" y="1613"/>
                  </a:cubicBezTo>
                  <a:cubicBezTo>
                    <a:pt x="6821" y="1047"/>
                    <a:pt x="8433" y="1014"/>
                    <a:pt x="10074" y="712"/>
                  </a:cubicBezTo>
                  <a:cubicBezTo>
                    <a:pt x="10385" y="655"/>
                    <a:pt x="10396" y="120"/>
                    <a:pt x="10074" y="73"/>
                  </a:cubicBezTo>
                  <a:cubicBezTo>
                    <a:pt x="9737" y="24"/>
                    <a:pt x="9393" y="1"/>
                    <a:pt x="90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A683768D-C00B-43EC-83AD-9ABE48860E34}"/>
              </a:ext>
            </a:extLst>
          </p:cNvPr>
          <p:cNvSpPr txBox="1"/>
          <p:nvPr/>
        </p:nvSpPr>
        <p:spPr>
          <a:xfrm>
            <a:off x="3309703" y="697561"/>
            <a:ext cx="41553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Insert the following elements: </a:t>
            </a:r>
          </a:p>
          <a:p>
            <a:pPr algn="ctr"/>
            <a:r>
              <a:rPr lang="en-US" sz="2000" b="1" dirty="0"/>
              <a:t>5   4   6   9   1   8   3   10   7   2   11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DE49D6FF-2F92-4E43-9823-250DB9137E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9372" y="1331224"/>
            <a:ext cx="3135966" cy="2889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44433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4"/>
          <p:cNvSpPr txBox="1">
            <a:spLocks noGrp="1"/>
          </p:cNvSpPr>
          <p:nvPr>
            <p:ph type="title"/>
          </p:nvPr>
        </p:nvSpPr>
        <p:spPr>
          <a:xfrm>
            <a:off x="1307759" y="947437"/>
            <a:ext cx="2939511" cy="4372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u="sng" dirty="0"/>
              <a:t>Insertion</a:t>
            </a:r>
            <a:br>
              <a:rPr lang="en-US" b="1" dirty="0"/>
            </a:br>
            <a:r>
              <a:rPr lang="en-US" b="1" dirty="0"/>
              <a:t>  </a:t>
            </a:r>
            <a:r>
              <a:rPr lang="en-US" b="1" u="sng" dirty="0">
                <a:solidFill>
                  <a:srgbClr val="C00000"/>
                </a:solidFill>
              </a:rPr>
              <a:t>Minheap</a:t>
            </a:r>
            <a:br>
              <a:rPr lang="en-US" b="1" u="sng" dirty="0">
                <a:solidFill>
                  <a:srgbClr val="C00000"/>
                </a:solidFill>
              </a:rPr>
            </a:br>
            <a:r>
              <a:rPr lang="en-US" sz="1400" b="1" dirty="0"/>
              <a:t>	</a:t>
            </a:r>
            <a:endParaRPr lang="en-US" sz="1400" b="1" dirty="0">
              <a:solidFill>
                <a:srgbClr val="C00000"/>
              </a:solidFill>
            </a:endParaRPr>
          </a:p>
        </p:txBody>
      </p:sp>
      <p:sp>
        <p:nvSpPr>
          <p:cNvPr id="234" name="Google Shape;234;p34"/>
          <p:cNvSpPr txBox="1">
            <a:spLocks noGrp="1"/>
          </p:cNvSpPr>
          <p:nvPr>
            <p:ph type="subTitle" idx="1"/>
          </p:nvPr>
        </p:nvSpPr>
        <p:spPr>
          <a:xfrm>
            <a:off x="1307759" y="531752"/>
            <a:ext cx="3439500" cy="53514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Heaps	</a:t>
            </a:r>
          </a:p>
        </p:txBody>
      </p:sp>
      <p:pic>
        <p:nvPicPr>
          <p:cNvPr id="235" name="Google Shape;235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695460">
            <a:off x="7765338" y="3361772"/>
            <a:ext cx="1241024" cy="1610463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grpSp>
        <p:nvGrpSpPr>
          <p:cNvPr id="236" name="Google Shape;236;p34"/>
          <p:cNvGrpSpPr/>
          <p:nvPr/>
        </p:nvGrpSpPr>
        <p:grpSpPr>
          <a:xfrm rot="790859">
            <a:off x="7973758" y="3964891"/>
            <a:ext cx="824184" cy="712067"/>
            <a:chOff x="2341425" y="238100"/>
            <a:chExt cx="1328900" cy="1148125"/>
          </a:xfrm>
        </p:grpSpPr>
        <p:sp>
          <p:nvSpPr>
            <p:cNvPr id="237" name="Google Shape;237;p34"/>
            <p:cNvSpPr/>
            <p:nvPr/>
          </p:nvSpPr>
          <p:spPr>
            <a:xfrm>
              <a:off x="2341425" y="238100"/>
              <a:ext cx="1328900" cy="1148125"/>
            </a:xfrm>
            <a:custGeom>
              <a:avLst/>
              <a:gdLst/>
              <a:ahLst/>
              <a:cxnLst/>
              <a:rect l="l" t="t" r="r" b="b"/>
              <a:pathLst>
                <a:path w="53156" h="45925" extrusionOk="0">
                  <a:moveTo>
                    <a:pt x="49853" y="24103"/>
                  </a:moveTo>
                  <a:cubicBezTo>
                    <a:pt x="50212" y="24609"/>
                    <a:pt x="50681" y="25003"/>
                    <a:pt x="51172" y="25380"/>
                  </a:cubicBezTo>
                  <a:cubicBezTo>
                    <a:pt x="48199" y="26540"/>
                    <a:pt x="45438" y="28144"/>
                    <a:pt x="42987" y="30206"/>
                  </a:cubicBezTo>
                  <a:cubicBezTo>
                    <a:pt x="41727" y="31264"/>
                    <a:pt x="40396" y="32510"/>
                    <a:pt x="39238" y="33887"/>
                  </a:cubicBezTo>
                  <a:cubicBezTo>
                    <a:pt x="39347" y="33688"/>
                    <a:pt x="39460" y="33491"/>
                    <a:pt x="39578" y="33301"/>
                  </a:cubicBezTo>
                  <a:cubicBezTo>
                    <a:pt x="40490" y="31831"/>
                    <a:pt x="41539" y="30449"/>
                    <a:pt x="42711" y="29176"/>
                  </a:cubicBezTo>
                  <a:cubicBezTo>
                    <a:pt x="44775" y="26932"/>
                    <a:pt x="47091" y="25229"/>
                    <a:pt x="49853" y="24103"/>
                  </a:cubicBezTo>
                  <a:close/>
                  <a:moveTo>
                    <a:pt x="35117" y="1053"/>
                  </a:moveTo>
                  <a:lnTo>
                    <a:pt x="35117" y="1053"/>
                  </a:lnTo>
                  <a:cubicBezTo>
                    <a:pt x="36710" y="1715"/>
                    <a:pt x="38294" y="4814"/>
                    <a:pt x="38992" y="5799"/>
                  </a:cubicBezTo>
                  <a:cubicBezTo>
                    <a:pt x="40312" y="7660"/>
                    <a:pt x="41633" y="9523"/>
                    <a:pt x="42954" y="11383"/>
                  </a:cubicBezTo>
                  <a:cubicBezTo>
                    <a:pt x="44182" y="13110"/>
                    <a:pt x="45421" y="14827"/>
                    <a:pt x="46633" y="16564"/>
                  </a:cubicBezTo>
                  <a:cubicBezTo>
                    <a:pt x="46650" y="16588"/>
                    <a:pt x="46667" y="16613"/>
                    <a:pt x="46685" y="16638"/>
                  </a:cubicBezTo>
                  <a:cubicBezTo>
                    <a:pt x="47623" y="18397"/>
                    <a:pt x="48600" y="20134"/>
                    <a:pt x="49618" y="21849"/>
                  </a:cubicBezTo>
                  <a:cubicBezTo>
                    <a:pt x="48693" y="22281"/>
                    <a:pt x="47744" y="23007"/>
                    <a:pt x="47214" y="23343"/>
                  </a:cubicBezTo>
                  <a:cubicBezTo>
                    <a:pt x="45320" y="24544"/>
                    <a:pt x="43587" y="25982"/>
                    <a:pt x="42057" y="27622"/>
                  </a:cubicBezTo>
                  <a:cubicBezTo>
                    <a:pt x="40592" y="29191"/>
                    <a:pt x="39304" y="30938"/>
                    <a:pt x="38281" y="32827"/>
                  </a:cubicBezTo>
                  <a:cubicBezTo>
                    <a:pt x="37877" y="33573"/>
                    <a:pt x="37271" y="34533"/>
                    <a:pt x="36981" y="35496"/>
                  </a:cubicBezTo>
                  <a:cubicBezTo>
                    <a:pt x="36328" y="34434"/>
                    <a:pt x="35635" y="33395"/>
                    <a:pt x="34953" y="32353"/>
                  </a:cubicBezTo>
                  <a:cubicBezTo>
                    <a:pt x="33450" y="30055"/>
                    <a:pt x="31915" y="27777"/>
                    <a:pt x="30347" y="25524"/>
                  </a:cubicBezTo>
                  <a:cubicBezTo>
                    <a:pt x="28841" y="23359"/>
                    <a:pt x="27306" y="21217"/>
                    <a:pt x="25741" y="19095"/>
                  </a:cubicBezTo>
                  <a:cubicBezTo>
                    <a:pt x="24508" y="17421"/>
                    <a:pt x="23256" y="15382"/>
                    <a:pt x="21757" y="13843"/>
                  </a:cubicBezTo>
                  <a:cubicBezTo>
                    <a:pt x="22758" y="10753"/>
                    <a:pt x="24747" y="8361"/>
                    <a:pt x="26903" y="5992"/>
                  </a:cubicBezTo>
                  <a:cubicBezTo>
                    <a:pt x="27357" y="5493"/>
                    <a:pt x="27826" y="4981"/>
                    <a:pt x="28315" y="4481"/>
                  </a:cubicBezTo>
                  <a:cubicBezTo>
                    <a:pt x="29626" y="3498"/>
                    <a:pt x="31045" y="2668"/>
                    <a:pt x="32551" y="2018"/>
                  </a:cubicBezTo>
                  <a:cubicBezTo>
                    <a:pt x="33121" y="1772"/>
                    <a:pt x="33780" y="1496"/>
                    <a:pt x="34476" y="1255"/>
                  </a:cubicBezTo>
                  <a:cubicBezTo>
                    <a:pt x="34702" y="1206"/>
                    <a:pt x="34932" y="1166"/>
                    <a:pt x="35161" y="1125"/>
                  </a:cubicBezTo>
                  <a:cubicBezTo>
                    <a:pt x="35147" y="1101"/>
                    <a:pt x="35132" y="1076"/>
                    <a:pt x="35117" y="1053"/>
                  </a:cubicBezTo>
                  <a:close/>
                  <a:moveTo>
                    <a:pt x="49886" y="22296"/>
                  </a:moveTo>
                  <a:cubicBezTo>
                    <a:pt x="50069" y="22601"/>
                    <a:pt x="50253" y="22905"/>
                    <a:pt x="50437" y="23208"/>
                  </a:cubicBezTo>
                  <a:cubicBezTo>
                    <a:pt x="50328" y="23239"/>
                    <a:pt x="50219" y="23270"/>
                    <a:pt x="50110" y="23305"/>
                  </a:cubicBezTo>
                  <a:cubicBezTo>
                    <a:pt x="50098" y="23304"/>
                    <a:pt x="50086" y="23303"/>
                    <a:pt x="50074" y="23303"/>
                  </a:cubicBezTo>
                  <a:cubicBezTo>
                    <a:pt x="49989" y="23303"/>
                    <a:pt x="49905" y="23334"/>
                    <a:pt x="49839" y="23390"/>
                  </a:cubicBezTo>
                  <a:cubicBezTo>
                    <a:pt x="46983" y="24343"/>
                    <a:pt x="44499" y="26352"/>
                    <a:pt x="42469" y="28520"/>
                  </a:cubicBezTo>
                  <a:cubicBezTo>
                    <a:pt x="40592" y="30525"/>
                    <a:pt x="38254" y="33305"/>
                    <a:pt x="37357" y="36095"/>
                  </a:cubicBezTo>
                  <a:cubicBezTo>
                    <a:pt x="37306" y="36011"/>
                    <a:pt x="37249" y="35923"/>
                    <a:pt x="37190" y="35830"/>
                  </a:cubicBezTo>
                  <a:cubicBezTo>
                    <a:pt x="37565" y="34416"/>
                    <a:pt x="38696" y="32821"/>
                    <a:pt x="39296" y="31878"/>
                  </a:cubicBezTo>
                  <a:cubicBezTo>
                    <a:pt x="40239" y="30393"/>
                    <a:pt x="41330" y="29005"/>
                    <a:pt x="42550" y="27739"/>
                  </a:cubicBezTo>
                  <a:cubicBezTo>
                    <a:pt x="43708" y="26537"/>
                    <a:pt x="44980" y="25451"/>
                    <a:pt x="46348" y="24494"/>
                  </a:cubicBezTo>
                  <a:cubicBezTo>
                    <a:pt x="47234" y="23875"/>
                    <a:pt x="48600" y="22828"/>
                    <a:pt x="49886" y="22296"/>
                  </a:cubicBezTo>
                  <a:close/>
                  <a:moveTo>
                    <a:pt x="20475" y="13918"/>
                  </a:moveTo>
                  <a:cubicBezTo>
                    <a:pt x="20720" y="13985"/>
                    <a:pt x="20968" y="14054"/>
                    <a:pt x="21218" y="14127"/>
                  </a:cubicBezTo>
                  <a:lnTo>
                    <a:pt x="21219" y="14127"/>
                  </a:lnTo>
                  <a:cubicBezTo>
                    <a:pt x="22265" y="15897"/>
                    <a:pt x="23782" y="17534"/>
                    <a:pt x="24979" y="19160"/>
                  </a:cubicBezTo>
                  <a:cubicBezTo>
                    <a:pt x="26409" y="21107"/>
                    <a:pt x="27816" y="23071"/>
                    <a:pt x="29199" y="25052"/>
                  </a:cubicBezTo>
                  <a:cubicBezTo>
                    <a:pt x="30581" y="27035"/>
                    <a:pt x="31937" y="29034"/>
                    <a:pt x="33269" y="31050"/>
                  </a:cubicBezTo>
                  <a:cubicBezTo>
                    <a:pt x="33874" y="31967"/>
                    <a:pt x="34473" y="32886"/>
                    <a:pt x="35069" y="33809"/>
                  </a:cubicBezTo>
                  <a:cubicBezTo>
                    <a:pt x="35425" y="34364"/>
                    <a:pt x="35780" y="34920"/>
                    <a:pt x="36133" y="35475"/>
                  </a:cubicBezTo>
                  <a:lnTo>
                    <a:pt x="36486" y="36032"/>
                  </a:lnTo>
                  <a:cubicBezTo>
                    <a:pt x="36496" y="36074"/>
                    <a:pt x="36508" y="36115"/>
                    <a:pt x="36522" y="36155"/>
                  </a:cubicBezTo>
                  <a:cubicBezTo>
                    <a:pt x="33879" y="32306"/>
                    <a:pt x="31050" y="28568"/>
                    <a:pt x="28325" y="24779"/>
                  </a:cubicBezTo>
                  <a:cubicBezTo>
                    <a:pt x="25722" y="21160"/>
                    <a:pt x="23203" y="17449"/>
                    <a:pt x="20475" y="13918"/>
                  </a:cubicBezTo>
                  <a:close/>
                  <a:moveTo>
                    <a:pt x="37953" y="37630"/>
                  </a:moveTo>
                  <a:cubicBezTo>
                    <a:pt x="37851" y="37834"/>
                    <a:pt x="37753" y="38038"/>
                    <a:pt x="37661" y="38245"/>
                  </a:cubicBezTo>
                  <a:cubicBezTo>
                    <a:pt x="37630" y="38236"/>
                    <a:pt x="37597" y="38231"/>
                    <a:pt x="37565" y="38231"/>
                  </a:cubicBezTo>
                  <a:cubicBezTo>
                    <a:pt x="37533" y="38231"/>
                    <a:pt x="37500" y="38236"/>
                    <a:pt x="37470" y="38245"/>
                  </a:cubicBezTo>
                  <a:cubicBezTo>
                    <a:pt x="37633" y="38041"/>
                    <a:pt x="37793" y="37835"/>
                    <a:pt x="37953" y="37630"/>
                  </a:cubicBezTo>
                  <a:close/>
                  <a:moveTo>
                    <a:pt x="36509" y="38717"/>
                  </a:moveTo>
                  <a:cubicBezTo>
                    <a:pt x="36518" y="38717"/>
                    <a:pt x="36527" y="38717"/>
                    <a:pt x="36536" y="38717"/>
                  </a:cubicBezTo>
                  <a:cubicBezTo>
                    <a:pt x="36609" y="38809"/>
                    <a:pt x="36720" y="38864"/>
                    <a:pt x="36837" y="38865"/>
                  </a:cubicBezTo>
                  <a:cubicBezTo>
                    <a:pt x="36596" y="38971"/>
                    <a:pt x="36282" y="39011"/>
                    <a:pt x="35935" y="39011"/>
                  </a:cubicBezTo>
                  <a:cubicBezTo>
                    <a:pt x="35451" y="39011"/>
                    <a:pt x="34904" y="38934"/>
                    <a:pt x="34409" y="38856"/>
                  </a:cubicBezTo>
                  <a:cubicBezTo>
                    <a:pt x="35105" y="38764"/>
                    <a:pt x="35807" y="38717"/>
                    <a:pt x="36509" y="38717"/>
                  </a:cubicBezTo>
                  <a:close/>
                  <a:moveTo>
                    <a:pt x="15183" y="13113"/>
                  </a:moveTo>
                  <a:cubicBezTo>
                    <a:pt x="16769" y="13113"/>
                    <a:pt x="18319" y="13366"/>
                    <a:pt x="19934" y="13775"/>
                  </a:cubicBezTo>
                  <a:cubicBezTo>
                    <a:pt x="22531" y="17699"/>
                    <a:pt x="25404" y="21460"/>
                    <a:pt x="28149" y="25276"/>
                  </a:cubicBezTo>
                  <a:cubicBezTo>
                    <a:pt x="30879" y="29073"/>
                    <a:pt x="33528" y="32953"/>
                    <a:pt x="36351" y="36684"/>
                  </a:cubicBezTo>
                  <a:cubicBezTo>
                    <a:pt x="34542" y="35843"/>
                    <a:pt x="32568" y="35460"/>
                    <a:pt x="30570" y="35460"/>
                  </a:cubicBezTo>
                  <a:cubicBezTo>
                    <a:pt x="26406" y="35460"/>
                    <a:pt x="22142" y="37123"/>
                    <a:pt x="19074" y="39757"/>
                  </a:cubicBezTo>
                  <a:cubicBezTo>
                    <a:pt x="13793" y="32214"/>
                    <a:pt x="8154" y="24943"/>
                    <a:pt x="2157" y="17945"/>
                  </a:cubicBezTo>
                  <a:lnTo>
                    <a:pt x="2159" y="17945"/>
                  </a:lnTo>
                  <a:cubicBezTo>
                    <a:pt x="5055" y="16227"/>
                    <a:pt x="8015" y="14530"/>
                    <a:pt x="11283" y="13642"/>
                  </a:cubicBezTo>
                  <a:cubicBezTo>
                    <a:pt x="12638" y="13273"/>
                    <a:pt x="13922" y="13113"/>
                    <a:pt x="15183" y="13113"/>
                  </a:cubicBezTo>
                  <a:close/>
                  <a:moveTo>
                    <a:pt x="2578" y="20435"/>
                  </a:moveTo>
                  <a:cubicBezTo>
                    <a:pt x="8168" y="27062"/>
                    <a:pt x="13443" y="33937"/>
                    <a:pt x="18402" y="41058"/>
                  </a:cubicBezTo>
                  <a:cubicBezTo>
                    <a:pt x="18543" y="41262"/>
                    <a:pt x="18758" y="41377"/>
                    <a:pt x="18977" y="41377"/>
                  </a:cubicBezTo>
                  <a:cubicBezTo>
                    <a:pt x="19133" y="41377"/>
                    <a:pt x="19292" y="41318"/>
                    <a:pt x="19427" y="41190"/>
                  </a:cubicBezTo>
                  <a:cubicBezTo>
                    <a:pt x="21632" y="39103"/>
                    <a:pt x="24333" y="37693"/>
                    <a:pt x="27314" y="37090"/>
                  </a:cubicBezTo>
                  <a:cubicBezTo>
                    <a:pt x="28284" y="36894"/>
                    <a:pt x="29226" y="36809"/>
                    <a:pt x="30154" y="36809"/>
                  </a:cubicBezTo>
                  <a:cubicBezTo>
                    <a:pt x="30890" y="36809"/>
                    <a:pt x="31618" y="36863"/>
                    <a:pt x="32345" y="36959"/>
                  </a:cubicBezTo>
                  <a:cubicBezTo>
                    <a:pt x="32139" y="36996"/>
                    <a:pt x="31934" y="37038"/>
                    <a:pt x="31726" y="37085"/>
                  </a:cubicBezTo>
                  <a:cubicBezTo>
                    <a:pt x="29702" y="37535"/>
                    <a:pt x="27672" y="38191"/>
                    <a:pt x="25741" y="38939"/>
                  </a:cubicBezTo>
                  <a:cubicBezTo>
                    <a:pt x="24060" y="39590"/>
                    <a:pt x="22425" y="40379"/>
                    <a:pt x="20975" y="41459"/>
                  </a:cubicBezTo>
                  <a:cubicBezTo>
                    <a:pt x="20335" y="41934"/>
                    <a:pt x="18892" y="42836"/>
                    <a:pt x="18616" y="43758"/>
                  </a:cubicBezTo>
                  <a:cubicBezTo>
                    <a:pt x="15797" y="39642"/>
                    <a:pt x="12269" y="35871"/>
                    <a:pt x="9131" y="31993"/>
                  </a:cubicBezTo>
                  <a:cubicBezTo>
                    <a:pt x="7537" y="30022"/>
                    <a:pt x="5941" y="28055"/>
                    <a:pt x="4343" y="26088"/>
                  </a:cubicBezTo>
                  <a:cubicBezTo>
                    <a:pt x="3509" y="25063"/>
                    <a:pt x="2360" y="24025"/>
                    <a:pt x="1726" y="22872"/>
                  </a:cubicBezTo>
                  <a:lnTo>
                    <a:pt x="1290" y="22336"/>
                  </a:lnTo>
                  <a:cubicBezTo>
                    <a:pt x="1365" y="21812"/>
                    <a:pt x="1612" y="21399"/>
                    <a:pt x="2027" y="21097"/>
                  </a:cubicBezTo>
                  <a:cubicBezTo>
                    <a:pt x="2191" y="20870"/>
                    <a:pt x="2390" y="20654"/>
                    <a:pt x="2578" y="20435"/>
                  </a:cubicBezTo>
                  <a:close/>
                  <a:moveTo>
                    <a:pt x="34214" y="37438"/>
                  </a:moveTo>
                  <a:cubicBezTo>
                    <a:pt x="34480" y="37438"/>
                    <a:pt x="34745" y="37450"/>
                    <a:pt x="35009" y="37476"/>
                  </a:cubicBezTo>
                  <a:cubicBezTo>
                    <a:pt x="35056" y="37488"/>
                    <a:pt x="35104" y="37502"/>
                    <a:pt x="35153" y="37514"/>
                  </a:cubicBezTo>
                  <a:cubicBezTo>
                    <a:pt x="32341" y="37733"/>
                    <a:pt x="29659" y="38637"/>
                    <a:pt x="27141" y="39965"/>
                  </a:cubicBezTo>
                  <a:cubicBezTo>
                    <a:pt x="25564" y="40797"/>
                    <a:pt x="24060" y="41771"/>
                    <a:pt x="22625" y="42823"/>
                  </a:cubicBezTo>
                  <a:cubicBezTo>
                    <a:pt x="22053" y="43241"/>
                    <a:pt x="21266" y="44080"/>
                    <a:pt x="20621" y="44360"/>
                  </a:cubicBezTo>
                  <a:cubicBezTo>
                    <a:pt x="20405" y="44454"/>
                    <a:pt x="20198" y="44493"/>
                    <a:pt x="19997" y="44493"/>
                  </a:cubicBezTo>
                  <a:cubicBezTo>
                    <a:pt x="19802" y="44493"/>
                    <a:pt x="19613" y="44456"/>
                    <a:pt x="19427" y="44400"/>
                  </a:cubicBezTo>
                  <a:cubicBezTo>
                    <a:pt x="19434" y="44391"/>
                    <a:pt x="19440" y="44386"/>
                    <a:pt x="19448" y="44377"/>
                  </a:cubicBezTo>
                  <a:cubicBezTo>
                    <a:pt x="19593" y="44198"/>
                    <a:pt x="19599" y="43995"/>
                    <a:pt x="19448" y="43814"/>
                  </a:cubicBezTo>
                  <a:lnTo>
                    <a:pt x="19430" y="43792"/>
                  </a:lnTo>
                  <a:cubicBezTo>
                    <a:pt x="19697" y="43721"/>
                    <a:pt x="19911" y="43553"/>
                    <a:pt x="20074" y="43287"/>
                  </a:cubicBezTo>
                  <a:cubicBezTo>
                    <a:pt x="20320" y="43038"/>
                    <a:pt x="20576" y="42801"/>
                    <a:pt x="20843" y="42573"/>
                  </a:cubicBezTo>
                  <a:cubicBezTo>
                    <a:pt x="21485" y="42027"/>
                    <a:pt x="22180" y="41552"/>
                    <a:pt x="22907" y="41126"/>
                  </a:cubicBezTo>
                  <a:cubicBezTo>
                    <a:pt x="24188" y="40374"/>
                    <a:pt x="25559" y="39793"/>
                    <a:pt x="26955" y="39291"/>
                  </a:cubicBezTo>
                  <a:cubicBezTo>
                    <a:pt x="29199" y="38484"/>
                    <a:pt x="31750" y="37438"/>
                    <a:pt x="34214" y="37438"/>
                  </a:cubicBezTo>
                  <a:close/>
                  <a:moveTo>
                    <a:pt x="34842" y="0"/>
                  </a:moveTo>
                  <a:cubicBezTo>
                    <a:pt x="34343" y="0"/>
                    <a:pt x="33867" y="188"/>
                    <a:pt x="33507" y="630"/>
                  </a:cubicBezTo>
                  <a:cubicBezTo>
                    <a:pt x="31447" y="1151"/>
                    <a:pt x="29512" y="2015"/>
                    <a:pt x="27862" y="3526"/>
                  </a:cubicBezTo>
                  <a:cubicBezTo>
                    <a:pt x="27217" y="4115"/>
                    <a:pt x="26496" y="4800"/>
                    <a:pt x="25773" y="5555"/>
                  </a:cubicBezTo>
                  <a:cubicBezTo>
                    <a:pt x="23620" y="7604"/>
                    <a:pt x="21769" y="10148"/>
                    <a:pt x="20875" y="12916"/>
                  </a:cubicBezTo>
                  <a:cubicBezTo>
                    <a:pt x="19359" y="12052"/>
                    <a:pt x="17538" y="11727"/>
                    <a:pt x="15721" y="11727"/>
                  </a:cubicBezTo>
                  <a:cubicBezTo>
                    <a:pt x="14356" y="11727"/>
                    <a:pt x="12994" y="11911"/>
                    <a:pt x="11766" y="12185"/>
                  </a:cubicBezTo>
                  <a:cubicBezTo>
                    <a:pt x="7819" y="13067"/>
                    <a:pt x="4277" y="15176"/>
                    <a:pt x="838" y="17217"/>
                  </a:cubicBezTo>
                  <a:cubicBezTo>
                    <a:pt x="458" y="17444"/>
                    <a:pt x="436" y="17923"/>
                    <a:pt x="707" y="18237"/>
                  </a:cubicBezTo>
                  <a:cubicBezTo>
                    <a:pt x="1244" y="18859"/>
                    <a:pt x="1774" y="19488"/>
                    <a:pt x="2305" y="20116"/>
                  </a:cubicBezTo>
                  <a:cubicBezTo>
                    <a:pt x="1441" y="20484"/>
                    <a:pt x="862" y="21064"/>
                    <a:pt x="197" y="21811"/>
                  </a:cubicBezTo>
                  <a:cubicBezTo>
                    <a:pt x="77" y="21947"/>
                    <a:pt x="0" y="22200"/>
                    <a:pt x="127" y="22363"/>
                  </a:cubicBezTo>
                  <a:cubicBezTo>
                    <a:pt x="2951" y="26054"/>
                    <a:pt x="5928" y="29634"/>
                    <a:pt x="8843" y="33254"/>
                  </a:cubicBezTo>
                  <a:cubicBezTo>
                    <a:pt x="11749" y="36861"/>
                    <a:pt x="14485" y="40794"/>
                    <a:pt x="17652" y="44182"/>
                  </a:cubicBezTo>
                  <a:cubicBezTo>
                    <a:pt x="17664" y="44208"/>
                    <a:pt x="17679" y="44232"/>
                    <a:pt x="17699" y="44255"/>
                  </a:cubicBezTo>
                  <a:cubicBezTo>
                    <a:pt x="18282" y="44908"/>
                    <a:pt x="19219" y="45924"/>
                    <a:pt x="20167" y="45924"/>
                  </a:cubicBezTo>
                  <a:cubicBezTo>
                    <a:pt x="20277" y="45924"/>
                    <a:pt x="20387" y="45910"/>
                    <a:pt x="20497" y="45881"/>
                  </a:cubicBezTo>
                  <a:cubicBezTo>
                    <a:pt x="21148" y="45708"/>
                    <a:pt x="21757" y="44978"/>
                    <a:pt x="22286" y="44585"/>
                  </a:cubicBezTo>
                  <a:cubicBezTo>
                    <a:pt x="23162" y="43935"/>
                    <a:pt x="24053" y="43304"/>
                    <a:pt x="24965" y="42705"/>
                  </a:cubicBezTo>
                  <a:cubicBezTo>
                    <a:pt x="27366" y="41130"/>
                    <a:pt x="29934" y="39829"/>
                    <a:pt x="32678" y="39174"/>
                  </a:cubicBezTo>
                  <a:cubicBezTo>
                    <a:pt x="32752" y="39177"/>
                    <a:pt x="32826" y="39174"/>
                    <a:pt x="32900" y="39178"/>
                  </a:cubicBezTo>
                  <a:cubicBezTo>
                    <a:pt x="34054" y="39233"/>
                    <a:pt x="35153" y="39648"/>
                    <a:pt x="36288" y="39715"/>
                  </a:cubicBezTo>
                  <a:cubicBezTo>
                    <a:pt x="36337" y="39718"/>
                    <a:pt x="36385" y="39720"/>
                    <a:pt x="36433" y="39720"/>
                  </a:cubicBezTo>
                  <a:cubicBezTo>
                    <a:pt x="37209" y="39720"/>
                    <a:pt x="37750" y="39337"/>
                    <a:pt x="37827" y="38540"/>
                  </a:cubicBezTo>
                  <a:cubicBezTo>
                    <a:pt x="39593" y="36201"/>
                    <a:pt x="41115" y="33792"/>
                    <a:pt x="43273" y="31744"/>
                  </a:cubicBezTo>
                  <a:cubicBezTo>
                    <a:pt x="44449" y="30626"/>
                    <a:pt x="45716" y="29608"/>
                    <a:pt x="47060" y="28698"/>
                  </a:cubicBezTo>
                  <a:cubicBezTo>
                    <a:pt x="47079" y="28686"/>
                    <a:pt x="47099" y="28675"/>
                    <a:pt x="47118" y="28662"/>
                  </a:cubicBezTo>
                  <a:cubicBezTo>
                    <a:pt x="48826" y="27633"/>
                    <a:pt x="50637" y="26785"/>
                    <a:pt x="52524" y="26133"/>
                  </a:cubicBezTo>
                  <a:cubicBezTo>
                    <a:pt x="52902" y="26003"/>
                    <a:pt x="53156" y="25447"/>
                    <a:pt x="52785" y="25145"/>
                  </a:cubicBezTo>
                  <a:cubicBezTo>
                    <a:pt x="52171" y="24648"/>
                    <a:pt x="51613" y="24099"/>
                    <a:pt x="50959" y="23696"/>
                  </a:cubicBezTo>
                  <a:cubicBezTo>
                    <a:pt x="51006" y="23680"/>
                    <a:pt x="51050" y="23660"/>
                    <a:pt x="51097" y="23645"/>
                  </a:cubicBezTo>
                  <a:cubicBezTo>
                    <a:pt x="51251" y="23594"/>
                    <a:pt x="51309" y="23468"/>
                    <a:pt x="51300" y="23347"/>
                  </a:cubicBezTo>
                  <a:cubicBezTo>
                    <a:pt x="51345" y="23292"/>
                    <a:pt x="51376" y="23227"/>
                    <a:pt x="51391" y="23158"/>
                  </a:cubicBezTo>
                  <a:cubicBezTo>
                    <a:pt x="51657" y="23086"/>
                    <a:pt x="51868" y="22805"/>
                    <a:pt x="51676" y="22507"/>
                  </a:cubicBezTo>
                  <a:cubicBezTo>
                    <a:pt x="51561" y="22326"/>
                    <a:pt x="51447" y="22144"/>
                    <a:pt x="51333" y="21962"/>
                  </a:cubicBezTo>
                  <a:cubicBezTo>
                    <a:pt x="51345" y="21962"/>
                    <a:pt x="51359" y="21961"/>
                    <a:pt x="51371" y="21961"/>
                  </a:cubicBezTo>
                  <a:cubicBezTo>
                    <a:pt x="51374" y="21961"/>
                    <a:pt x="51377" y="21961"/>
                    <a:pt x="51379" y="21961"/>
                  </a:cubicBezTo>
                  <a:cubicBezTo>
                    <a:pt x="51539" y="21961"/>
                    <a:pt x="51585" y="21737"/>
                    <a:pt x="51453" y="21658"/>
                  </a:cubicBezTo>
                  <a:cubicBezTo>
                    <a:pt x="51333" y="21585"/>
                    <a:pt x="51198" y="21544"/>
                    <a:pt x="51056" y="21524"/>
                  </a:cubicBezTo>
                  <a:cubicBezTo>
                    <a:pt x="50796" y="21108"/>
                    <a:pt x="50546" y="20689"/>
                    <a:pt x="50290" y="20269"/>
                  </a:cubicBezTo>
                  <a:cubicBezTo>
                    <a:pt x="50030" y="19581"/>
                    <a:pt x="49589" y="18953"/>
                    <a:pt x="49191" y="18312"/>
                  </a:cubicBezTo>
                  <a:cubicBezTo>
                    <a:pt x="48421" y="17077"/>
                    <a:pt x="47572" y="15893"/>
                    <a:pt x="46728" y="14709"/>
                  </a:cubicBezTo>
                  <a:cubicBezTo>
                    <a:pt x="45005" y="12292"/>
                    <a:pt x="43280" y="9876"/>
                    <a:pt x="41551" y="7464"/>
                  </a:cubicBezTo>
                  <a:cubicBezTo>
                    <a:pt x="40019" y="5325"/>
                    <a:pt x="38618" y="2783"/>
                    <a:pt x="36781" y="897"/>
                  </a:cubicBezTo>
                  <a:cubicBezTo>
                    <a:pt x="36255" y="356"/>
                    <a:pt x="35527" y="0"/>
                    <a:pt x="348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34"/>
            <p:cNvSpPr/>
            <p:nvPr/>
          </p:nvSpPr>
          <p:spPr>
            <a:xfrm>
              <a:off x="2990175" y="381350"/>
              <a:ext cx="254450" cy="209600"/>
            </a:xfrm>
            <a:custGeom>
              <a:avLst/>
              <a:gdLst/>
              <a:ahLst/>
              <a:cxnLst/>
              <a:rect l="l" t="t" r="r" b="b"/>
              <a:pathLst>
                <a:path w="10178" h="8384" extrusionOk="0">
                  <a:moveTo>
                    <a:pt x="9489" y="1"/>
                  </a:moveTo>
                  <a:cubicBezTo>
                    <a:pt x="9460" y="1"/>
                    <a:pt x="9430" y="3"/>
                    <a:pt x="9398" y="7"/>
                  </a:cubicBezTo>
                  <a:cubicBezTo>
                    <a:pt x="5315" y="589"/>
                    <a:pt x="1324" y="4315"/>
                    <a:pt x="48" y="8144"/>
                  </a:cubicBezTo>
                  <a:cubicBezTo>
                    <a:pt x="1" y="8286"/>
                    <a:pt x="119" y="8384"/>
                    <a:pt x="239" y="8384"/>
                  </a:cubicBezTo>
                  <a:cubicBezTo>
                    <a:pt x="302" y="8384"/>
                    <a:pt x="366" y="8357"/>
                    <a:pt x="406" y="8294"/>
                  </a:cubicBezTo>
                  <a:cubicBezTo>
                    <a:pt x="1475" y="6637"/>
                    <a:pt x="2632" y="5068"/>
                    <a:pt x="4157" y="3799"/>
                  </a:cubicBezTo>
                  <a:cubicBezTo>
                    <a:pt x="5839" y="2399"/>
                    <a:pt x="7661" y="1727"/>
                    <a:pt x="9647" y="909"/>
                  </a:cubicBezTo>
                  <a:cubicBezTo>
                    <a:pt x="10177" y="691"/>
                    <a:pt x="10017" y="1"/>
                    <a:pt x="948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34"/>
            <p:cNvSpPr/>
            <p:nvPr/>
          </p:nvSpPr>
          <p:spPr>
            <a:xfrm>
              <a:off x="3026350" y="441550"/>
              <a:ext cx="247225" cy="201350"/>
            </a:xfrm>
            <a:custGeom>
              <a:avLst/>
              <a:gdLst/>
              <a:ahLst/>
              <a:cxnLst/>
              <a:rect l="l" t="t" r="r" b="b"/>
              <a:pathLst>
                <a:path w="9889" h="8054" extrusionOk="0">
                  <a:moveTo>
                    <a:pt x="9472" y="1"/>
                  </a:moveTo>
                  <a:cubicBezTo>
                    <a:pt x="9466" y="1"/>
                    <a:pt x="9460" y="1"/>
                    <a:pt x="9454" y="1"/>
                  </a:cubicBezTo>
                  <a:cubicBezTo>
                    <a:pt x="5735" y="204"/>
                    <a:pt x="1142" y="4281"/>
                    <a:pt x="59" y="7752"/>
                  </a:cubicBezTo>
                  <a:cubicBezTo>
                    <a:pt x="0" y="7941"/>
                    <a:pt x="141" y="8053"/>
                    <a:pt x="292" y="8053"/>
                  </a:cubicBezTo>
                  <a:cubicBezTo>
                    <a:pt x="375" y="8053"/>
                    <a:pt x="460" y="8019"/>
                    <a:pt x="517" y="7945"/>
                  </a:cubicBezTo>
                  <a:cubicBezTo>
                    <a:pt x="1756" y="6329"/>
                    <a:pt x="2771" y="4701"/>
                    <a:pt x="4382" y="3401"/>
                  </a:cubicBezTo>
                  <a:cubicBezTo>
                    <a:pt x="6005" y="2092"/>
                    <a:pt x="7844" y="1590"/>
                    <a:pt x="9618" y="609"/>
                  </a:cubicBezTo>
                  <a:cubicBezTo>
                    <a:pt x="9889" y="460"/>
                    <a:pt x="9783" y="1"/>
                    <a:pt x="94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34"/>
            <p:cNvSpPr/>
            <p:nvPr/>
          </p:nvSpPr>
          <p:spPr>
            <a:xfrm>
              <a:off x="3172850" y="661350"/>
              <a:ext cx="224850" cy="198300"/>
            </a:xfrm>
            <a:custGeom>
              <a:avLst/>
              <a:gdLst/>
              <a:ahLst/>
              <a:cxnLst/>
              <a:rect l="l" t="t" r="r" b="b"/>
              <a:pathLst>
                <a:path w="8994" h="7932" extrusionOk="0">
                  <a:moveTo>
                    <a:pt x="8456" y="0"/>
                  </a:moveTo>
                  <a:cubicBezTo>
                    <a:pt x="8425" y="0"/>
                    <a:pt x="8392" y="4"/>
                    <a:pt x="8358" y="11"/>
                  </a:cubicBezTo>
                  <a:cubicBezTo>
                    <a:pt x="5106" y="738"/>
                    <a:pt x="1076" y="4402"/>
                    <a:pt x="60" y="7579"/>
                  </a:cubicBezTo>
                  <a:cubicBezTo>
                    <a:pt x="1" y="7765"/>
                    <a:pt x="174" y="7931"/>
                    <a:pt x="343" y="7931"/>
                  </a:cubicBezTo>
                  <a:cubicBezTo>
                    <a:pt x="409" y="7931"/>
                    <a:pt x="474" y="7907"/>
                    <a:pt x="524" y="7849"/>
                  </a:cubicBezTo>
                  <a:cubicBezTo>
                    <a:pt x="1689" y="6518"/>
                    <a:pt x="2590" y="5030"/>
                    <a:pt x="3913" y="3818"/>
                  </a:cubicBezTo>
                  <a:cubicBezTo>
                    <a:pt x="5371" y="2483"/>
                    <a:pt x="7047" y="1783"/>
                    <a:pt x="8657" y="718"/>
                  </a:cubicBezTo>
                  <a:cubicBezTo>
                    <a:pt x="8993" y="494"/>
                    <a:pt x="8826" y="0"/>
                    <a:pt x="84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34"/>
            <p:cNvSpPr/>
            <p:nvPr/>
          </p:nvSpPr>
          <p:spPr>
            <a:xfrm>
              <a:off x="3219000" y="725650"/>
              <a:ext cx="226500" cy="215375"/>
            </a:xfrm>
            <a:custGeom>
              <a:avLst/>
              <a:gdLst/>
              <a:ahLst/>
              <a:cxnLst/>
              <a:rect l="l" t="t" r="r" b="b"/>
              <a:pathLst>
                <a:path w="9060" h="8615" extrusionOk="0">
                  <a:moveTo>
                    <a:pt x="8466" y="1"/>
                  </a:moveTo>
                  <a:cubicBezTo>
                    <a:pt x="8403" y="1"/>
                    <a:pt x="8336" y="16"/>
                    <a:pt x="8267" y="50"/>
                  </a:cubicBezTo>
                  <a:cubicBezTo>
                    <a:pt x="6348" y="1017"/>
                    <a:pt x="4571" y="2396"/>
                    <a:pt x="3025" y="3882"/>
                  </a:cubicBezTo>
                  <a:cubicBezTo>
                    <a:pt x="1836" y="5024"/>
                    <a:pt x="0" y="6568"/>
                    <a:pt x="62" y="8367"/>
                  </a:cubicBezTo>
                  <a:cubicBezTo>
                    <a:pt x="66" y="8507"/>
                    <a:pt x="206" y="8614"/>
                    <a:pt x="335" y="8614"/>
                  </a:cubicBezTo>
                  <a:cubicBezTo>
                    <a:pt x="409" y="8614"/>
                    <a:pt x="480" y="8578"/>
                    <a:pt x="518" y="8491"/>
                  </a:cubicBezTo>
                  <a:cubicBezTo>
                    <a:pt x="2016" y="5007"/>
                    <a:pt x="5594" y="2708"/>
                    <a:pt x="8679" y="755"/>
                  </a:cubicBezTo>
                  <a:cubicBezTo>
                    <a:pt x="9059" y="514"/>
                    <a:pt x="8832" y="1"/>
                    <a:pt x="84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34"/>
            <p:cNvSpPr/>
            <p:nvPr/>
          </p:nvSpPr>
          <p:spPr>
            <a:xfrm>
              <a:off x="2528200" y="658025"/>
              <a:ext cx="405900" cy="260600"/>
            </a:xfrm>
            <a:custGeom>
              <a:avLst/>
              <a:gdLst/>
              <a:ahLst/>
              <a:cxnLst/>
              <a:rect l="l" t="t" r="r" b="b"/>
              <a:pathLst>
                <a:path w="16236" h="10424" extrusionOk="0">
                  <a:moveTo>
                    <a:pt x="1382" y="2708"/>
                  </a:moveTo>
                  <a:cubicBezTo>
                    <a:pt x="2705" y="4465"/>
                    <a:pt x="4361" y="5818"/>
                    <a:pt x="5564" y="7549"/>
                  </a:cubicBezTo>
                  <a:cubicBezTo>
                    <a:pt x="5049" y="7000"/>
                    <a:pt x="4518" y="6467"/>
                    <a:pt x="3972" y="5947"/>
                  </a:cubicBezTo>
                  <a:cubicBezTo>
                    <a:pt x="3369" y="5370"/>
                    <a:pt x="2751" y="4825"/>
                    <a:pt x="2113" y="4299"/>
                  </a:cubicBezTo>
                  <a:cubicBezTo>
                    <a:pt x="2286" y="4264"/>
                    <a:pt x="2405" y="4031"/>
                    <a:pt x="2251" y="3877"/>
                  </a:cubicBezTo>
                  <a:cubicBezTo>
                    <a:pt x="1869" y="3498"/>
                    <a:pt x="1454" y="3168"/>
                    <a:pt x="1030" y="2840"/>
                  </a:cubicBezTo>
                  <a:lnTo>
                    <a:pt x="1382" y="2708"/>
                  </a:lnTo>
                  <a:close/>
                  <a:moveTo>
                    <a:pt x="9295" y="739"/>
                  </a:moveTo>
                  <a:cubicBezTo>
                    <a:pt x="10900" y="739"/>
                    <a:pt x="11714" y="2042"/>
                    <a:pt x="12738" y="3153"/>
                  </a:cubicBezTo>
                  <a:cubicBezTo>
                    <a:pt x="13607" y="4096"/>
                    <a:pt x="14464" y="5049"/>
                    <a:pt x="15310" y="6013"/>
                  </a:cubicBezTo>
                  <a:cubicBezTo>
                    <a:pt x="13936" y="6363"/>
                    <a:pt x="12589" y="6790"/>
                    <a:pt x="11275" y="7331"/>
                  </a:cubicBezTo>
                  <a:cubicBezTo>
                    <a:pt x="10703" y="7567"/>
                    <a:pt x="10139" y="7820"/>
                    <a:pt x="9583" y="8091"/>
                  </a:cubicBezTo>
                  <a:cubicBezTo>
                    <a:pt x="9104" y="8323"/>
                    <a:pt x="7997" y="9216"/>
                    <a:pt x="7494" y="9216"/>
                  </a:cubicBezTo>
                  <a:cubicBezTo>
                    <a:pt x="7280" y="9214"/>
                    <a:pt x="7087" y="9143"/>
                    <a:pt x="6911" y="9028"/>
                  </a:cubicBezTo>
                  <a:cubicBezTo>
                    <a:pt x="5976" y="6497"/>
                    <a:pt x="3660" y="4237"/>
                    <a:pt x="1564" y="2642"/>
                  </a:cubicBezTo>
                  <a:cubicBezTo>
                    <a:pt x="3992" y="1737"/>
                    <a:pt x="6804" y="749"/>
                    <a:pt x="9284" y="739"/>
                  </a:cubicBezTo>
                  <a:cubicBezTo>
                    <a:pt x="9288" y="739"/>
                    <a:pt x="9291" y="739"/>
                    <a:pt x="9295" y="739"/>
                  </a:cubicBezTo>
                  <a:close/>
                  <a:moveTo>
                    <a:pt x="9522" y="0"/>
                  </a:moveTo>
                  <a:cubicBezTo>
                    <a:pt x="8353" y="0"/>
                    <a:pt x="6970" y="475"/>
                    <a:pt x="5977" y="700"/>
                  </a:cubicBezTo>
                  <a:cubicBezTo>
                    <a:pt x="4041" y="1140"/>
                    <a:pt x="2155" y="1729"/>
                    <a:pt x="300" y="2432"/>
                  </a:cubicBezTo>
                  <a:cubicBezTo>
                    <a:pt x="25" y="2536"/>
                    <a:pt x="1" y="2846"/>
                    <a:pt x="223" y="3018"/>
                  </a:cubicBezTo>
                  <a:cubicBezTo>
                    <a:pt x="702" y="3388"/>
                    <a:pt x="1169" y="3763"/>
                    <a:pt x="1673" y="4093"/>
                  </a:cubicBezTo>
                  <a:cubicBezTo>
                    <a:pt x="3491" y="5760"/>
                    <a:pt x="5144" y="7550"/>
                    <a:pt x="6623" y="9541"/>
                  </a:cubicBezTo>
                  <a:cubicBezTo>
                    <a:pt x="6713" y="9781"/>
                    <a:pt x="6797" y="10028"/>
                    <a:pt x="6867" y="10287"/>
                  </a:cubicBezTo>
                  <a:cubicBezTo>
                    <a:pt x="6892" y="10382"/>
                    <a:pt x="6963" y="10423"/>
                    <a:pt x="7035" y="10423"/>
                  </a:cubicBezTo>
                  <a:cubicBezTo>
                    <a:pt x="7146" y="10423"/>
                    <a:pt x="7261" y="10329"/>
                    <a:pt x="7234" y="10186"/>
                  </a:cubicBezTo>
                  <a:cubicBezTo>
                    <a:pt x="7224" y="10130"/>
                    <a:pt x="7207" y="10076"/>
                    <a:pt x="7196" y="10021"/>
                  </a:cubicBezTo>
                  <a:cubicBezTo>
                    <a:pt x="7219" y="10016"/>
                    <a:pt x="7243" y="10009"/>
                    <a:pt x="7264" y="9998"/>
                  </a:cubicBezTo>
                  <a:cubicBezTo>
                    <a:pt x="9998" y="8390"/>
                    <a:pt x="12869" y="7216"/>
                    <a:pt x="15954" y="6481"/>
                  </a:cubicBezTo>
                  <a:cubicBezTo>
                    <a:pt x="16193" y="6424"/>
                    <a:pt x="16235" y="6133"/>
                    <a:pt x="16091" y="5967"/>
                  </a:cubicBezTo>
                  <a:cubicBezTo>
                    <a:pt x="14926" y="4637"/>
                    <a:pt x="13744" y="3322"/>
                    <a:pt x="12545" y="2023"/>
                  </a:cubicBezTo>
                  <a:cubicBezTo>
                    <a:pt x="11928" y="1357"/>
                    <a:pt x="11266" y="350"/>
                    <a:pt x="10341" y="98"/>
                  </a:cubicBezTo>
                  <a:cubicBezTo>
                    <a:pt x="10087" y="29"/>
                    <a:pt x="9811" y="0"/>
                    <a:pt x="95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34"/>
            <p:cNvSpPr/>
            <p:nvPr/>
          </p:nvSpPr>
          <p:spPr>
            <a:xfrm>
              <a:off x="2739725" y="878000"/>
              <a:ext cx="265375" cy="114400"/>
            </a:xfrm>
            <a:custGeom>
              <a:avLst/>
              <a:gdLst/>
              <a:ahLst/>
              <a:cxnLst/>
              <a:rect l="l" t="t" r="r" b="b"/>
              <a:pathLst>
                <a:path w="10615" h="4576" extrusionOk="0">
                  <a:moveTo>
                    <a:pt x="8807" y="0"/>
                  </a:moveTo>
                  <a:cubicBezTo>
                    <a:pt x="5620" y="0"/>
                    <a:pt x="1581" y="1966"/>
                    <a:pt x="54" y="4386"/>
                  </a:cubicBezTo>
                  <a:cubicBezTo>
                    <a:pt x="1" y="4471"/>
                    <a:pt x="79" y="4576"/>
                    <a:pt x="166" y="4576"/>
                  </a:cubicBezTo>
                  <a:cubicBezTo>
                    <a:pt x="186" y="4576"/>
                    <a:pt x="207" y="4570"/>
                    <a:pt x="226" y="4558"/>
                  </a:cubicBezTo>
                  <a:cubicBezTo>
                    <a:pt x="1875" y="3508"/>
                    <a:pt x="3258" y="2278"/>
                    <a:pt x="5131" y="1591"/>
                  </a:cubicBezTo>
                  <a:cubicBezTo>
                    <a:pt x="6861" y="957"/>
                    <a:pt x="8587" y="1026"/>
                    <a:pt x="10351" y="694"/>
                  </a:cubicBezTo>
                  <a:cubicBezTo>
                    <a:pt x="10615" y="644"/>
                    <a:pt x="10595" y="242"/>
                    <a:pt x="10351" y="180"/>
                  </a:cubicBezTo>
                  <a:cubicBezTo>
                    <a:pt x="9872" y="58"/>
                    <a:pt x="9352" y="0"/>
                    <a:pt x="88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34"/>
            <p:cNvSpPr/>
            <p:nvPr/>
          </p:nvSpPr>
          <p:spPr>
            <a:xfrm>
              <a:off x="2783475" y="946275"/>
              <a:ext cx="254775" cy="113000"/>
            </a:xfrm>
            <a:custGeom>
              <a:avLst/>
              <a:gdLst/>
              <a:ahLst/>
              <a:cxnLst/>
              <a:rect l="l" t="t" r="r" b="b"/>
              <a:pathLst>
                <a:path w="10191" h="4520" extrusionOk="0">
                  <a:moveTo>
                    <a:pt x="9024" y="1"/>
                  </a:moveTo>
                  <a:cubicBezTo>
                    <a:pt x="7296" y="1"/>
                    <a:pt x="5453" y="625"/>
                    <a:pt x="3919" y="1282"/>
                  </a:cubicBezTo>
                  <a:cubicBezTo>
                    <a:pt x="2789" y="1765"/>
                    <a:pt x="261" y="2658"/>
                    <a:pt x="23" y="4060"/>
                  </a:cubicBezTo>
                  <a:cubicBezTo>
                    <a:pt x="1" y="4188"/>
                    <a:pt x="41" y="4285"/>
                    <a:pt x="145" y="4359"/>
                  </a:cubicBezTo>
                  <a:lnTo>
                    <a:pt x="328" y="4490"/>
                  </a:lnTo>
                  <a:cubicBezTo>
                    <a:pt x="356" y="4510"/>
                    <a:pt x="386" y="4519"/>
                    <a:pt x="416" y="4519"/>
                  </a:cubicBezTo>
                  <a:cubicBezTo>
                    <a:pt x="528" y="4519"/>
                    <a:pt x="634" y="4397"/>
                    <a:pt x="599" y="4281"/>
                  </a:cubicBezTo>
                  <a:cubicBezTo>
                    <a:pt x="310" y="3333"/>
                    <a:pt x="4773" y="1735"/>
                    <a:pt x="5289" y="1569"/>
                  </a:cubicBezTo>
                  <a:cubicBezTo>
                    <a:pt x="6773" y="1093"/>
                    <a:pt x="8295" y="1027"/>
                    <a:pt x="9799" y="688"/>
                  </a:cubicBezTo>
                  <a:cubicBezTo>
                    <a:pt x="10190" y="600"/>
                    <a:pt x="10059" y="73"/>
                    <a:pt x="9711" y="36"/>
                  </a:cubicBezTo>
                  <a:cubicBezTo>
                    <a:pt x="9485" y="12"/>
                    <a:pt x="9255" y="1"/>
                    <a:pt x="902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34"/>
            <p:cNvSpPr/>
            <p:nvPr/>
          </p:nvSpPr>
          <p:spPr>
            <a:xfrm>
              <a:off x="2839925" y="1007825"/>
              <a:ext cx="259925" cy="117700"/>
            </a:xfrm>
            <a:custGeom>
              <a:avLst/>
              <a:gdLst/>
              <a:ahLst/>
              <a:cxnLst/>
              <a:rect l="l" t="t" r="r" b="b"/>
              <a:pathLst>
                <a:path w="10397" h="4708" extrusionOk="0">
                  <a:moveTo>
                    <a:pt x="9045" y="1"/>
                  </a:moveTo>
                  <a:cubicBezTo>
                    <a:pt x="5729" y="1"/>
                    <a:pt x="2019" y="2104"/>
                    <a:pt x="58" y="4551"/>
                  </a:cubicBezTo>
                  <a:cubicBezTo>
                    <a:pt x="0" y="4623"/>
                    <a:pt x="54" y="4707"/>
                    <a:pt x="124" y="4707"/>
                  </a:cubicBezTo>
                  <a:cubicBezTo>
                    <a:pt x="145" y="4707"/>
                    <a:pt x="167" y="4700"/>
                    <a:pt x="188" y="4683"/>
                  </a:cubicBezTo>
                  <a:cubicBezTo>
                    <a:pt x="1738" y="3418"/>
                    <a:pt x="3324" y="2289"/>
                    <a:pt x="5224" y="1613"/>
                  </a:cubicBezTo>
                  <a:cubicBezTo>
                    <a:pt x="6821" y="1047"/>
                    <a:pt x="8433" y="1014"/>
                    <a:pt x="10074" y="712"/>
                  </a:cubicBezTo>
                  <a:cubicBezTo>
                    <a:pt x="10385" y="655"/>
                    <a:pt x="10396" y="120"/>
                    <a:pt x="10074" y="73"/>
                  </a:cubicBezTo>
                  <a:cubicBezTo>
                    <a:pt x="9737" y="24"/>
                    <a:pt x="9393" y="1"/>
                    <a:pt x="90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A683768D-C00B-43EC-83AD-9ABE48860E34}"/>
              </a:ext>
            </a:extLst>
          </p:cNvPr>
          <p:cNvSpPr txBox="1"/>
          <p:nvPr/>
        </p:nvSpPr>
        <p:spPr>
          <a:xfrm>
            <a:off x="3309703" y="697561"/>
            <a:ext cx="41553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Insert the following elements: </a:t>
            </a:r>
          </a:p>
          <a:p>
            <a:pPr algn="ctr"/>
            <a:r>
              <a:rPr lang="en-US" sz="2000" b="1" dirty="0"/>
              <a:t>5   4   6   9   1   8   3   10   7   2   11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EE85825-FCE8-4D97-910A-3D2DF2A496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5179" y="1332324"/>
            <a:ext cx="3565358" cy="3038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80943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4"/>
          <p:cNvSpPr txBox="1">
            <a:spLocks noGrp="1"/>
          </p:cNvSpPr>
          <p:nvPr>
            <p:ph type="title"/>
          </p:nvPr>
        </p:nvSpPr>
        <p:spPr>
          <a:xfrm>
            <a:off x="1307759" y="947437"/>
            <a:ext cx="2939511" cy="4372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u="sng" dirty="0"/>
              <a:t>Insertion</a:t>
            </a:r>
            <a:br>
              <a:rPr lang="en-US" b="1" dirty="0"/>
            </a:br>
            <a:r>
              <a:rPr lang="en-US" b="1" dirty="0"/>
              <a:t>  </a:t>
            </a:r>
            <a:r>
              <a:rPr lang="en-US" b="1" u="sng" dirty="0">
                <a:solidFill>
                  <a:srgbClr val="C00000"/>
                </a:solidFill>
              </a:rPr>
              <a:t>Minheap</a:t>
            </a:r>
            <a:br>
              <a:rPr lang="en-US" b="1" u="sng" dirty="0">
                <a:solidFill>
                  <a:srgbClr val="C00000"/>
                </a:solidFill>
              </a:rPr>
            </a:br>
            <a:r>
              <a:rPr lang="en-US" sz="1400" b="1" dirty="0"/>
              <a:t>	</a:t>
            </a:r>
            <a:endParaRPr lang="en-US" sz="1400" b="1" dirty="0">
              <a:solidFill>
                <a:srgbClr val="C00000"/>
              </a:solidFill>
            </a:endParaRPr>
          </a:p>
        </p:txBody>
      </p:sp>
      <p:sp>
        <p:nvSpPr>
          <p:cNvPr id="234" name="Google Shape;234;p34"/>
          <p:cNvSpPr txBox="1">
            <a:spLocks noGrp="1"/>
          </p:cNvSpPr>
          <p:nvPr>
            <p:ph type="subTitle" idx="1"/>
          </p:nvPr>
        </p:nvSpPr>
        <p:spPr>
          <a:xfrm>
            <a:off x="1307759" y="531752"/>
            <a:ext cx="3439500" cy="53514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Heaps	</a:t>
            </a:r>
          </a:p>
        </p:txBody>
      </p:sp>
      <p:pic>
        <p:nvPicPr>
          <p:cNvPr id="235" name="Google Shape;235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695460">
            <a:off x="7765338" y="3361772"/>
            <a:ext cx="1241024" cy="1610463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grpSp>
        <p:nvGrpSpPr>
          <p:cNvPr id="236" name="Google Shape;236;p34"/>
          <p:cNvGrpSpPr/>
          <p:nvPr/>
        </p:nvGrpSpPr>
        <p:grpSpPr>
          <a:xfrm rot="790859">
            <a:off x="7973758" y="3964891"/>
            <a:ext cx="824184" cy="712067"/>
            <a:chOff x="2341425" y="238100"/>
            <a:chExt cx="1328900" cy="1148125"/>
          </a:xfrm>
        </p:grpSpPr>
        <p:sp>
          <p:nvSpPr>
            <p:cNvPr id="237" name="Google Shape;237;p34"/>
            <p:cNvSpPr/>
            <p:nvPr/>
          </p:nvSpPr>
          <p:spPr>
            <a:xfrm>
              <a:off x="2341425" y="238100"/>
              <a:ext cx="1328900" cy="1148125"/>
            </a:xfrm>
            <a:custGeom>
              <a:avLst/>
              <a:gdLst/>
              <a:ahLst/>
              <a:cxnLst/>
              <a:rect l="l" t="t" r="r" b="b"/>
              <a:pathLst>
                <a:path w="53156" h="45925" extrusionOk="0">
                  <a:moveTo>
                    <a:pt x="49853" y="24103"/>
                  </a:moveTo>
                  <a:cubicBezTo>
                    <a:pt x="50212" y="24609"/>
                    <a:pt x="50681" y="25003"/>
                    <a:pt x="51172" y="25380"/>
                  </a:cubicBezTo>
                  <a:cubicBezTo>
                    <a:pt x="48199" y="26540"/>
                    <a:pt x="45438" y="28144"/>
                    <a:pt x="42987" y="30206"/>
                  </a:cubicBezTo>
                  <a:cubicBezTo>
                    <a:pt x="41727" y="31264"/>
                    <a:pt x="40396" y="32510"/>
                    <a:pt x="39238" y="33887"/>
                  </a:cubicBezTo>
                  <a:cubicBezTo>
                    <a:pt x="39347" y="33688"/>
                    <a:pt x="39460" y="33491"/>
                    <a:pt x="39578" y="33301"/>
                  </a:cubicBezTo>
                  <a:cubicBezTo>
                    <a:pt x="40490" y="31831"/>
                    <a:pt x="41539" y="30449"/>
                    <a:pt x="42711" y="29176"/>
                  </a:cubicBezTo>
                  <a:cubicBezTo>
                    <a:pt x="44775" y="26932"/>
                    <a:pt x="47091" y="25229"/>
                    <a:pt x="49853" y="24103"/>
                  </a:cubicBezTo>
                  <a:close/>
                  <a:moveTo>
                    <a:pt x="35117" y="1053"/>
                  </a:moveTo>
                  <a:lnTo>
                    <a:pt x="35117" y="1053"/>
                  </a:lnTo>
                  <a:cubicBezTo>
                    <a:pt x="36710" y="1715"/>
                    <a:pt x="38294" y="4814"/>
                    <a:pt x="38992" y="5799"/>
                  </a:cubicBezTo>
                  <a:cubicBezTo>
                    <a:pt x="40312" y="7660"/>
                    <a:pt x="41633" y="9523"/>
                    <a:pt x="42954" y="11383"/>
                  </a:cubicBezTo>
                  <a:cubicBezTo>
                    <a:pt x="44182" y="13110"/>
                    <a:pt x="45421" y="14827"/>
                    <a:pt x="46633" y="16564"/>
                  </a:cubicBezTo>
                  <a:cubicBezTo>
                    <a:pt x="46650" y="16588"/>
                    <a:pt x="46667" y="16613"/>
                    <a:pt x="46685" y="16638"/>
                  </a:cubicBezTo>
                  <a:cubicBezTo>
                    <a:pt x="47623" y="18397"/>
                    <a:pt x="48600" y="20134"/>
                    <a:pt x="49618" y="21849"/>
                  </a:cubicBezTo>
                  <a:cubicBezTo>
                    <a:pt x="48693" y="22281"/>
                    <a:pt x="47744" y="23007"/>
                    <a:pt x="47214" y="23343"/>
                  </a:cubicBezTo>
                  <a:cubicBezTo>
                    <a:pt x="45320" y="24544"/>
                    <a:pt x="43587" y="25982"/>
                    <a:pt x="42057" y="27622"/>
                  </a:cubicBezTo>
                  <a:cubicBezTo>
                    <a:pt x="40592" y="29191"/>
                    <a:pt x="39304" y="30938"/>
                    <a:pt x="38281" y="32827"/>
                  </a:cubicBezTo>
                  <a:cubicBezTo>
                    <a:pt x="37877" y="33573"/>
                    <a:pt x="37271" y="34533"/>
                    <a:pt x="36981" y="35496"/>
                  </a:cubicBezTo>
                  <a:cubicBezTo>
                    <a:pt x="36328" y="34434"/>
                    <a:pt x="35635" y="33395"/>
                    <a:pt x="34953" y="32353"/>
                  </a:cubicBezTo>
                  <a:cubicBezTo>
                    <a:pt x="33450" y="30055"/>
                    <a:pt x="31915" y="27777"/>
                    <a:pt x="30347" y="25524"/>
                  </a:cubicBezTo>
                  <a:cubicBezTo>
                    <a:pt x="28841" y="23359"/>
                    <a:pt x="27306" y="21217"/>
                    <a:pt x="25741" y="19095"/>
                  </a:cubicBezTo>
                  <a:cubicBezTo>
                    <a:pt x="24508" y="17421"/>
                    <a:pt x="23256" y="15382"/>
                    <a:pt x="21757" y="13843"/>
                  </a:cubicBezTo>
                  <a:cubicBezTo>
                    <a:pt x="22758" y="10753"/>
                    <a:pt x="24747" y="8361"/>
                    <a:pt x="26903" y="5992"/>
                  </a:cubicBezTo>
                  <a:cubicBezTo>
                    <a:pt x="27357" y="5493"/>
                    <a:pt x="27826" y="4981"/>
                    <a:pt x="28315" y="4481"/>
                  </a:cubicBezTo>
                  <a:cubicBezTo>
                    <a:pt x="29626" y="3498"/>
                    <a:pt x="31045" y="2668"/>
                    <a:pt x="32551" y="2018"/>
                  </a:cubicBezTo>
                  <a:cubicBezTo>
                    <a:pt x="33121" y="1772"/>
                    <a:pt x="33780" y="1496"/>
                    <a:pt x="34476" y="1255"/>
                  </a:cubicBezTo>
                  <a:cubicBezTo>
                    <a:pt x="34702" y="1206"/>
                    <a:pt x="34932" y="1166"/>
                    <a:pt x="35161" y="1125"/>
                  </a:cubicBezTo>
                  <a:cubicBezTo>
                    <a:pt x="35147" y="1101"/>
                    <a:pt x="35132" y="1076"/>
                    <a:pt x="35117" y="1053"/>
                  </a:cubicBezTo>
                  <a:close/>
                  <a:moveTo>
                    <a:pt x="49886" y="22296"/>
                  </a:moveTo>
                  <a:cubicBezTo>
                    <a:pt x="50069" y="22601"/>
                    <a:pt x="50253" y="22905"/>
                    <a:pt x="50437" y="23208"/>
                  </a:cubicBezTo>
                  <a:cubicBezTo>
                    <a:pt x="50328" y="23239"/>
                    <a:pt x="50219" y="23270"/>
                    <a:pt x="50110" y="23305"/>
                  </a:cubicBezTo>
                  <a:cubicBezTo>
                    <a:pt x="50098" y="23304"/>
                    <a:pt x="50086" y="23303"/>
                    <a:pt x="50074" y="23303"/>
                  </a:cubicBezTo>
                  <a:cubicBezTo>
                    <a:pt x="49989" y="23303"/>
                    <a:pt x="49905" y="23334"/>
                    <a:pt x="49839" y="23390"/>
                  </a:cubicBezTo>
                  <a:cubicBezTo>
                    <a:pt x="46983" y="24343"/>
                    <a:pt x="44499" y="26352"/>
                    <a:pt x="42469" y="28520"/>
                  </a:cubicBezTo>
                  <a:cubicBezTo>
                    <a:pt x="40592" y="30525"/>
                    <a:pt x="38254" y="33305"/>
                    <a:pt x="37357" y="36095"/>
                  </a:cubicBezTo>
                  <a:cubicBezTo>
                    <a:pt x="37306" y="36011"/>
                    <a:pt x="37249" y="35923"/>
                    <a:pt x="37190" y="35830"/>
                  </a:cubicBezTo>
                  <a:cubicBezTo>
                    <a:pt x="37565" y="34416"/>
                    <a:pt x="38696" y="32821"/>
                    <a:pt x="39296" y="31878"/>
                  </a:cubicBezTo>
                  <a:cubicBezTo>
                    <a:pt x="40239" y="30393"/>
                    <a:pt x="41330" y="29005"/>
                    <a:pt x="42550" y="27739"/>
                  </a:cubicBezTo>
                  <a:cubicBezTo>
                    <a:pt x="43708" y="26537"/>
                    <a:pt x="44980" y="25451"/>
                    <a:pt x="46348" y="24494"/>
                  </a:cubicBezTo>
                  <a:cubicBezTo>
                    <a:pt x="47234" y="23875"/>
                    <a:pt x="48600" y="22828"/>
                    <a:pt x="49886" y="22296"/>
                  </a:cubicBezTo>
                  <a:close/>
                  <a:moveTo>
                    <a:pt x="20475" y="13918"/>
                  </a:moveTo>
                  <a:cubicBezTo>
                    <a:pt x="20720" y="13985"/>
                    <a:pt x="20968" y="14054"/>
                    <a:pt x="21218" y="14127"/>
                  </a:cubicBezTo>
                  <a:lnTo>
                    <a:pt x="21219" y="14127"/>
                  </a:lnTo>
                  <a:cubicBezTo>
                    <a:pt x="22265" y="15897"/>
                    <a:pt x="23782" y="17534"/>
                    <a:pt x="24979" y="19160"/>
                  </a:cubicBezTo>
                  <a:cubicBezTo>
                    <a:pt x="26409" y="21107"/>
                    <a:pt x="27816" y="23071"/>
                    <a:pt x="29199" y="25052"/>
                  </a:cubicBezTo>
                  <a:cubicBezTo>
                    <a:pt x="30581" y="27035"/>
                    <a:pt x="31937" y="29034"/>
                    <a:pt x="33269" y="31050"/>
                  </a:cubicBezTo>
                  <a:cubicBezTo>
                    <a:pt x="33874" y="31967"/>
                    <a:pt x="34473" y="32886"/>
                    <a:pt x="35069" y="33809"/>
                  </a:cubicBezTo>
                  <a:cubicBezTo>
                    <a:pt x="35425" y="34364"/>
                    <a:pt x="35780" y="34920"/>
                    <a:pt x="36133" y="35475"/>
                  </a:cubicBezTo>
                  <a:lnTo>
                    <a:pt x="36486" y="36032"/>
                  </a:lnTo>
                  <a:cubicBezTo>
                    <a:pt x="36496" y="36074"/>
                    <a:pt x="36508" y="36115"/>
                    <a:pt x="36522" y="36155"/>
                  </a:cubicBezTo>
                  <a:cubicBezTo>
                    <a:pt x="33879" y="32306"/>
                    <a:pt x="31050" y="28568"/>
                    <a:pt x="28325" y="24779"/>
                  </a:cubicBezTo>
                  <a:cubicBezTo>
                    <a:pt x="25722" y="21160"/>
                    <a:pt x="23203" y="17449"/>
                    <a:pt x="20475" y="13918"/>
                  </a:cubicBezTo>
                  <a:close/>
                  <a:moveTo>
                    <a:pt x="37953" y="37630"/>
                  </a:moveTo>
                  <a:cubicBezTo>
                    <a:pt x="37851" y="37834"/>
                    <a:pt x="37753" y="38038"/>
                    <a:pt x="37661" y="38245"/>
                  </a:cubicBezTo>
                  <a:cubicBezTo>
                    <a:pt x="37630" y="38236"/>
                    <a:pt x="37597" y="38231"/>
                    <a:pt x="37565" y="38231"/>
                  </a:cubicBezTo>
                  <a:cubicBezTo>
                    <a:pt x="37533" y="38231"/>
                    <a:pt x="37500" y="38236"/>
                    <a:pt x="37470" y="38245"/>
                  </a:cubicBezTo>
                  <a:cubicBezTo>
                    <a:pt x="37633" y="38041"/>
                    <a:pt x="37793" y="37835"/>
                    <a:pt x="37953" y="37630"/>
                  </a:cubicBezTo>
                  <a:close/>
                  <a:moveTo>
                    <a:pt x="36509" y="38717"/>
                  </a:moveTo>
                  <a:cubicBezTo>
                    <a:pt x="36518" y="38717"/>
                    <a:pt x="36527" y="38717"/>
                    <a:pt x="36536" y="38717"/>
                  </a:cubicBezTo>
                  <a:cubicBezTo>
                    <a:pt x="36609" y="38809"/>
                    <a:pt x="36720" y="38864"/>
                    <a:pt x="36837" y="38865"/>
                  </a:cubicBezTo>
                  <a:cubicBezTo>
                    <a:pt x="36596" y="38971"/>
                    <a:pt x="36282" y="39011"/>
                    <a:pt x="35935" y="39011"/>
                  </a:cubicBezTo>
                  <a:cubicBezTo>
                    <a:pt x="35451" y="39011"/>
                    <a:pt x="34904" y="38934"/>
                    <a:pt x="34409" y="38856"/>
                  </a:cubicBezTo>
                  <a:cubicBezTo>
                    <a:pt x="35105" y="38764"/>
                    <a:pt x="35807" y="38717"/>
                    <a:pt x="36509" y="38717"/>
                  </a:cubicBezTo>
                  <a:close/>
                  <a:moveTo>
                    <a:pt x="15183" y="13113"/>
                  </a:moveTo>
                  <a:cubicBezTo>
                    <a:pt x="16769" y="13113"/>
                    <a:pt x="18319" y="13366"/>
                    <a:pt x="19934" y="13775"/>
                  </a:cubicBezTo>
                  <a:cubicBezTo>
                    <a:pt x="22531" y="17699"/>
                    <a:pt x="25404" y="21460"/>
                    <a:pt x="28149" y="25276"/>
                  </a:cubicBezTo>
                  <a:cubicBezTo>
                    <a:pt x="30879" y="29073"/>
                    <a:pt x="33528" y="32953"/>
                    <a:pt x="36351" y="36684"/>
                  </a:cubicBezTo>
                  <a:cubicBezTo>
                    <a:pt x="34542" y="35843"/>
                    <a:pt x="32568" y="35460"/>
                    <a:pt x="30570" y="35460"/>
                  </a:cubicBezTo>
                  <a:cubicBezTo>
                    <a:pt x="26406" y="35460"/>
                    <a:pt x="22142" y="37123"/>
                    <a:pt x="19074" y="39757"/>
                  </a:cubicBezTo>
                  <a:cubicBezTo>
                    <a:pt x="13793" y="32214"/>
                    <a:pt x="8154" y="24943"/>
                    <a:pt x="2157" y="17945"/>
                  </a:cubicBezTo>
                  <a:lnTo>
                    <a:pt x="2159" y="17945"/>
                  </a:lnTo>
                  <a:cubicBezTo>
                    <a:pt x="5055" y="16227"/>
                    <a:pt x="8015" y="14530"/>
                    <a:pt x="11283" y="13642"/>
                  </a:cubicBezTo>
                  <a:cubicBezTo>
                    <a:pt x="12638" y="13273"/>
                    <a:pt x="13922" y="13113"/>
                    <a:pt x="15183" y="13113"/>
                  </a:cubicBezTo>
                  <a:close/>
                  <a:moveTo>
                    <a:pt x="2578" y="20435"/>
                  </a:moveTo>
                  <a:cubicBezTo>
                    <a:pt x="8168" y="27062"/>
                    <a:pt x="13443" y="33937"/>
                    <a:pt x="18402" y="41058"/>
                  </a:cubicBezTo>
                  <a:cubicBezTo>
                    <a:pt x="18543" y="41262"/>
                    <a:pt x="18758" y="41377"/>
                    <a:pt x="18977" y="41377"/>
                  </a:cubicBezTo>
                  <a:cubicBezTo>
                    <a:pt x="19133" y="41377"/>
                    <a:pt x="19292" y="41318"/>
                    <a:pt x="19427" y="41190"/>
                  </a:cubicBezTo>
                  <a:cubicBezTo>
                    <a:pt x="21632" y="39103"/>
                    <a:pt x="24333" y="37693"/>
                    <a:pt x="27314" y="37090"/>
                  </a:cubicBezTo>
                  <a:cubicBezTo>
                    <a:pt x="28284" y="36894"/>
                    <a:pt x="29226" y="36809"/>
                    <a:pt x="30154" y="36809"/>
                  </a:cubicBezTo>
                  <a:cubicBezTo>
                    <a:pt x="30890" y="36809"/>
                    <a:pt x="31618" y="36863"/>
                    <a:pt x="32345" y="36959"/>
                  </a:cubicBezTo>
                  <a:cubicBezTo>
                    <a:pt x="32139" y="36996"/>
                    <a:pt x="31934" y="37038"/>
                    <a:pt x="31726" y="37085"/>
                  </a:cubicBezTo>
                  <a:cubicBezTo>
                    <a:pt x="29702" y="37535"/>
                    <a:pt x="27672" y="38191"/>
                    <a:pt x="25741" y="38939"/>
                  </a:cubicBezTo>
                  <a:cubicBezTo>
                    <a:pt x="24060" y="39590"/>
                    <a:pt x="22425" y="40379"/>
                    <a:pt x="20975" y="41459"/>
                  </a:cubicBezTo>
                  <a:cubicBezTo>
                    <a:pt x="20335" y="41934"/>
                    <a:pt x="18892" y="42836"/>
                    <a:pt x="18616" y="43758"/>
                  </a:cubicBezTo>
                  <a:cubicBezTo>
                    <a:pt x="15797" y="39642"/>
                    <a:pt x="12269" y="35871"/>
                    <a:pt x="9131" y="31993"/>
                  </a:cubicBezTo>
                  <a:cubicBezTo>
                    <a:pt x="7537" y="30022"/>
                    <a:pt x="5941" y="28055"/>
                    <a:pt x="4343" y="26088"/>
                  </a:cubicBezTo>
                  <a:cubicBezTo>
                    <a:pt x="3509" y="25063"/>
                    <a:pt x="2360" y="24025"/>
                    <a:pt x="1726" y="22872"/>
                  </a:cubicBezTo>
                  <a:lnTo>
                    <a:pt x="1290" y="22336"/>
                  </a:lnTo>
                  <a:cubicBezTo>
                    <a:pt x="1365" y="21812"/>
                    <a:pt x="1612" y="21399"/>
                    <a:pt x="2027" y="21097"/>
                  </a:cubicBezTo>
                  <a:cubicBezTo>
                    <a:pt x="2191" y="20870"/>
                    <a:pt x="2390" y="20654"/>
                    <a:pt x="2578" y="20435"/>
                  </a:cubicBezTo>
                  <a:close/>
                  <a:moveTo>
                    <a:pt x="34214" y="37438"/>
                  </a:moveTo>
                  <a:cubicBezTo>
                    <a:pt x="34480" y="37438"/>
                    <a:pt x="34745" y="37450"/>
                    <a:pt x="35009" y="37476"/>
                  </a:cubicBezTo>
                  <a:cubicBezTo>
                    <a:pt x="35056" y="37488"/>
                    <a:pt x="35104" y="37502"/>
                    <a:pt x="35153" y="37514"/>
                  </a:cubicBezTo>
                  <a:cubicBezTo>
                    <a:pt x="32341" y="37733"/>
                    <a:pt x="29659" y="38637"/>
                    <a:pt x="27141" y="39965"/>
                  </a:cubicBezTo>
                  <a:cubicBezTo>
                    <a:pt x="25564" y="40797"/>
                    <a:pt x="24060" y="41771"/>
                    <a:pt x="22625" y="42823"/>
                  </a:cubicBezTo>
                  <a:cubicBezTo>
                    <a:pt x="22053" y="43241"/>
                    <a:pt x="21266" y="44080"/>
                    <a:pt x="20621" y="44360"/>
                  </a:cubicBezTo>
                  <a:cubicBezTo>
                    <a:pt x="20405" y="44454"/>
                    <a:pt x="20198" y="44493"/>
                    <a:pt x="19997" y="44493"/>
                  </a:cubicBezTo>
                  <a:cubicBezTo>
                    <a:pt x="19802" y="44493"/>
                    <a:pt x="19613" y="44456"/>
                    <a:pt x="19427" y="44400"/>
                  </a:cubicBezTo>
                  <a:cubicBezTo>
                    <a:pt x="19434" y="44391"/>
                    <a:pt x="19440" y="44386"/>
                    <a:pt x="19448" y="44377"/>
                  </a:cubicBezTo>
                  <a:cubicBezTo>
                    <a:pt x="19593" y="44198"/>
                    <a:pt x="19599" y="43995"/>
                    <a:pt x="19448" y="43814"/>
                  </a:cubicBezTo>
                  <a:lnTo>
                    <a:pt x="19430" y="43792"/>
                  </a:lnTo>
                  <a:cubicBezTo>
                    <a:pt x="19697" y="43721"/>
                    <a:pt x="19911" y="43553"/>
                    <a:pt x="20074" y="43287"/>
                  </a:cubicBezTo>
                  <a:cubicBezTo>
                    <a:pt x="20320" y="43038"/>
                    <a:pt x="20576" y="42801"/>
                    <a:pt x="20843" y="42573"/>
                  </a:cubicBezTo>
                  <a:cubicBezTo>
                    <a:pt x="21485" y="42027"/>
                    <a:pt x="22180" y="41552"/>
                    <a:pt x="22907" y="41126"/>
                  </a:cubicBezTo>
                  <a:cubicBezTo>
                    <a:pt x="24188" y="40374"/>
                    <a:pt x="25559" y="39793"/>
                    <a:pt x="26955" y="39291"/>
                  </a:cubicBezTo>
                  <a:cubicBezTo>
                    <a:pt x="29199" y="38484"/>
                    <a:pt x="31750" y="37438"/>
                    <a:pt x="34214" y="37438"/>
                  </a:cubicBezTo>
                  <a:close/>
                  <a:moveTo>
                    <a:pt x="34842" y="0"/>
                  </a:moveTo>
                  <a:cubicBezTo>
                    <a:pt x="34343" y="0"/>
                    <a:pt x="33867" y="188"/>
                    <a:pt x="33507" y="630"/>
                  </a:cubicBezTo>
                  <a:cubicBezTo>
                    <a:pt x="31447" y="1151"/>
                    <a:pt x="29512" y="2015"/>
                    <a:pt x="27862" y="3526"/>
                  </a:cubicBezTo>
                  <a:cubicBezTo>
                    <a:pt x="27217" y="4115"/>
                    <a:pt x="26496" y="4800"/>
                    <a:pt x="25773" y="5555"/>
                  </a:cubicBezTo>
                  <a:cubicBezTo>
                    <a:pt x="23620" y="7604"/>
                    <a:pt x="21769" y="10148"/>
                    <a:pt x="20875" y="12916"/>
                  </a:cubicBezTo>
                  <a:cubicBezTo>
                    <a:pt x="19359" y="12052"/>
                    <a:pt x="17538" y="11727"/>
                    <a:pt x="15721" y="11727"/>
                  </a:cubicBezTo>
                  <a:cubicBezTo>
                    <a:pt x="14356" y="11727"/>
                    <a:pt x="12994" y="11911"/>
                    <a:pt x="11766" y="12185"/>
                  </a:cubicBezTo>
                  <a:cubicBezTo>
                    <a:pt x="7819" y="13067"/>
                    <a:pt x="4277" y="15176"/>
                    <a:pt x="838" y="17217"/>
                  </a:cubicBezTo>
                  <a:cubicBezTo>
                    <a:pt x="458" y="17444"/>
                    <a:pt x="436" y="17923"/>
                    <a:pt x="707" y="18237"/>
                  </a:cubicBezTo>
                  <a:cubicBezTo>
                    <a:pt x="1244" y="18859"/>
                    <a:pt x="1774" y="19488"/>
                    <a:pt x="2305" y="20116"/>
                  </a:cubicBezTo>
                  <a:cubicBezTo>
                    <a:pt x="1441" y="20484"/>
                    <a:pt x="862" y="21064"/>
                    <a:pt x="197" y="21811"/>
                  </a:cubicBezTo>
                  <a:cubicBezTo>
                    <a:pt x="77" y="21947"/>
                    <a:pt x="0" y="22200"/>
                    <a:pt x="127" y="22363"/>
                  </a:cubicBezTo>
                  <a:cubicBezTo>
                    <a:pt x="2951" y="26054"/>
                    <a:pt x="5928" y="29634"/>
                    <a:pt x="8843" y="33254"/>
                  </a:cubicBezTo>
                  <a:cubicBezTo>
                    <a:pt x="11749" y="36861"/>
                    <a:pt x="14485" y="40794"/>
                    <a:pt x="17652" y="44182"/>
                  </a:cubicBezTo>
                  <a:cubicBezTo>
                    <a:pt x="17664" y="44208"/>
                    <a:pt x="17679" y="44232"/>
                    <a:pt x="17699" y="44255"/>
                  </a:cubicBezTo>
                  <a:cubicBezTo>
                    <a:pt x="18282" y="44908"/>
                    <a:pt x="19219" y="45924"/>
                    <a:pt x="20167" y="45924"/>
                  </a:cubicBezTo>
                  <a:cubicBezTo>
                    <a:pt x="20277" y="45924"/>
                    <a:pt x="20387" y="45910"/>
                    <a:pt x="20497" y="45881"/>
                  </a:cubicBezTo>
                  <a:cubicBezTo>
                    <a:pt x="21148" y="45708"/>
                    <a:pt x="21757" y="44978"/>
                    <a:pt x="22286" y="44585"/>
                  </a:cubicBezTo>
                  <a:cubicBezTo>
                    <a:pt x="23162" y="43935"/>
                    <a:pt x="24053" y="43304"/>
                    <a:pt x="24965" y="42705"/>
                  </a:cubicBezTo>
                  <a:cubicBezTo>
                    <a:pt x="27366" y="41130"/>
                    <a:pt x="29934" y="39829"/>
                    <a:pt x="32678" y="39174"/>
                  </a:cubicBezTo>
                  <a:cubicBezTo>
                    <a:pt x="32752" y="39177"/>
                    <a:pt x="32826" y="39174"/>
                    <a:pt x="32900" y="39178"/>
                  </a:cubicBezTo>
                  <a:cubicBezTo>
                    <a:pt x="34054" y="39233"/>
                    <a:pt x="35153" y="39648"/>
                    <a:pt x="36288" y="39715"/>
                  </a:cubicBezTo>
                  <a:cubicBezTo>
                    <a:pt x="36337" y="39718"/>
                    <a:pt x="36385" y="39720"/>
                    <a:pt x="36433" y="39720"/>
                  </a:cubicBezTo>
                  <a:cubicBezTo>
                    <a:pt x="37209" y="39720"/>
                    <a:pt x="37750" y="39337"/>
                    <a:pt x="37827" y="38540"/>
                  </a:cubicBezTo>
                  <a:cubicBezTo>
                    <a:pt x="39593" y="36201"/>
                    <a:pt x="41115" y="33792"/>
                    <a:pt x="43273" y="31744"/>
                  </a:cubicBezTo>
                  <a:cubicBezTo>
                    <a:pt x="44449" y="30626"/>
                    <a:pt x="45716" y="29608"/>
                    <a:pt x="47060" y="28698"/>
                  </a:cubicBezTo>
                  <a:cubicBezTo>
                    <a:pt x="47079" y="28686"/>
                    <a:pt x="47099" y="28675"/>
                    <a:pt x="47118" y="28662"/>
                  </a:cubicBezTo>
                  <a:cubicBezTo>
                    <a:pt x="48826" y="27633"/>
                    <a:pt x="50637" y="26785"/>
                    <a:pt x="52524" y="26133"/>
                  </a:cubicBezTo>
                  <a:cubicBezTo>
                    <a:pt x="52902" y="26003"/>
                    <a:pt x="53156" y="25447"/>
                    <a:pt x="52785" y="25145"/>
                  </a:cubicBezTo>
                  <a:cubicBezTo>
                    <a:pt x="52171" y="24648"/>
                    <a:pt x="51613" y="24099"/>
                    <a:pt x="50959" y="23696"/>
                  </a:cubicBezTo>
                  <a:cubicBezTo>
                    <a:pt x="51006" y="23680"/>
                    <a:pt x="51050" y="23660"/>
                    <a:pt x="51097" y="23645"/>
                  </a:cubicBezTo>
                  <a:cubicBezTo>
                    <a:pt x="51251" y="23594"/>
                    <a:pt x="51309" y="23468"/>
                    <a:pt x="51300" y="23347"/>
                  </a:cubicBezTo>
                  <a:cubicBezTo>
                    <a:pt x="51345" y="23292"/>
                    <a:pt x="51376" y="23227"/>
                    <a:pt x="51391" y="23158"/>
                  </a:cubicBezTo>
                  <a:cubicBezTo>
                    <a:pt x="51657" y="23086"/>
                    <a:pt x="51868" y="22805"/>
                    <a:pt x="51676" y="22507"/>
                  </a:cubicBezTo>
                  <a:cubicBezTo>
                    <a:pt x="51561" y="22326"/>
                    <a:pt x="51447" y="22144"/>
                    <a:pt x="51333" y="21962"/>
                  </a:cubicBezTo>
                  <a:cubicBezTo>
                    <a:pt x="51345" y="21962"/>
                    <a:pt x="51359" y="21961"/>
                    <a:pt x="51371" y="21961"/>
                  </a:cubicBezTo>
                  <a:cubicBezTo>
                    <a:pt x="51374" y="21961"/>
                    <a:pt x="51377" y="21961"/>
                    <a:pt x="51379" y="21961"/>
                  </a:cubicBezTo>
                  <a:cubicBezTo>
                    <a:pt x="51539" y="21961"/>
                    <a:pt x="51585" y="21737"/>
                    <a:pt x="51453" y="21658"/>
                  </a:cubicBezTo>
                  <a:cubicBezTo>
                    <a:pt x="51333" y="21585"/>
                    <a:pt x="51198" y="21544"/>
                    <a:pt x="51056" y="21524"/>
                  </a:cubicBezTo>
                  <a:cubicBezTo>
                    <a:pt x="50796" y="21108"/>
                    <a:pt x="50546" y="20689"/>
                    <a:pt x="50290" y="20269"/>
                  </a:cubicBezTo>
                  <a:cubicBezTo>
                    <a:pt x="50030" y="19581"/>
                    <a:pt x="49589" y="18953"/>
                    <a:pt x="49191" y="18312"/>
                  </a:cubicBezTo>
                  <a:cubicBezTo>
                    <a:pt x="48421" y="17077"/>
                    <a:pt x="47572" y="15893"/>
                    <a:pt x="46728" y="14709"/>
                  </a:cubicBezTo>
                  <a:cubicBezTo>
                    <a:pt x="45005" y="12292"/>
                    <a:pt x="43280" y="9876"/>
                    <a:pt x="41551" y="7464"/>
                  </a:cubicBezTo>
                  <a:cubicBezTo>
                    <a:pt x="40019" y="5325"/>
                    <a:pt x="38618" y="2783"/>
                    <a:pt x="36781" y="897"/>
                  </a:cubicBezTo>
                  <a:cubicBezTo>
                    <a:pt x="36255" y="356"/>
                    <a:pt x="35527" y="0"/>
                    <a:pt x="348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34"/>
            <p:cNvSpPr/>
            <p:nvPr/>
          </p:nvSpPr>
          <p:spPr>
            <a:xfrm>
              <a:off x="2990175" y="381350"/>
              <a:ext cx="254450" cy="209600"/>
            </a:xfrm>
            <a:custGeom>
              <a:avLst/>
              <a:gdLst/>
              <a:ahLst/>
              <a:cxnLst/>
              <a:rect l="l" t="t" r="r" b="b"/>
              <a:pathLst>
                <a:path w="10178" h="8384" extrusionOk="0">
                  <a:moveTo>
                    <a:pt x="9489" y="1"/>
                  </a:moveTo>
                  <a:cubicBezTo>
                    <a:pt x="9460" y="1"/>
                    <a:pt x="9430" y="3"/>
                    <a:pt x="9398" y="7"/>
                  </a:cubicBezTo>
                  <a:cubicBezTo>
                    <a:pt x="5315" y="589"/>
                    <a:pt x="1324" y="4315"/>
                    <a:pt x="48" y="8144"/>
                  </a:cubicBezTo>
                  <a:cubicBezTo>
                    <a:pt x="1" y="8286"/>
                    <a:pt x="119" y="8384"/>
                    <a:pt x="239" y="8384"/>
                  </a:cubicBezTo>
                  <a:cubicBezTo>
                    <a:pt x="302" y="8384"/>
                    <a:pt x="366" y="8357"/>
                    <a:pt x="406" y="8294"/>
                  </a:cubicBezTo>
                  <a:cubicBezTo>
                    <a:pt x="1475" y="6637"/>
                    <a:pt x="2632" y="5068"/>
                    <a:pt x="4157" y="3799"/>
                  </a:cubicBezTo>
                  <a:cubicBezTo>
                    <a:pt x="5839" y="2399"/>
                    <a:pt x="7661" y="1727"/>
                    <a:pt x="9647" y="909"/>
                  </a:cubicBezTo>
                  <a:cubicBezTo>
                    <a:pt x="10177" y="691"/>
                    <a:pt x="10017" y="1"/>
                    <a:pt x="948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34"/>
            <p:cNvSpPr/>
            <p:nvPr/>
          </p:nvSpPr>
          <p:spPr>
            <a:xfrm>
              <a:off x="3026350" y="441550"/>
              <a:ext cx="247225" cy="201350"/>
            </a:xfrm>
            <a:custGeom>
              <a:avLst/>
              <a:gdLst/>
              <a:ahLst/>
              <a:cxnLst/>
              <a:rect l="l" t="t" r="r" b="b"/>
              <a:pathLst>
                <a:path w="9889" h="8054" extrusionOk="0">
                  <a:moveTo>
                    <a:pt x="9472" y="1"/>
                  </a:moveTo>
                  <a:cubicBezTo>
                    <a:pt x="9466" y="1"/>
                    <a:pt x="9460" y="1"/>
                    <a:pt x="9454" y="1"/>
                  </a:cubicBezTo>
                  <a:cubicBezTo>
                    <a:pt x="5735" y="204"/>
                    <a:pt x="1142" y="4281"/>
                    <a:pt x="59" y="7752"/>
                  </a:cubicBezTo>
                  <a:cubicBezTo>
                    <a:pt x="0" y="7941"/>
                    <a:pt x="141" y="8053"/>
                    <a:pt x="292" y="8053"/>
                  </a:cubicBezTo>
                  <a:cubicBezTo>
                    <a:pt x="375" y="8053"/>
                    <a:pt x="460" y="8019"/>
                    <a:pt x="517" y="7945"/>
                  </a:cubicBezTo>
                  <a:cubicBezTo>
                    <a:pt x="1756" y="6329"/>
                    <a:pt x="2771" y="4701"/>
                    <a:pt x="4382" y="3401"/>
                  </a:cubicBezTo>
                  <a:cubicBezTo>
                    <a:pt x="6005" y="2092"/>
                    <a:pt x="7844" y="1590"/>
                    <a:pt x="9618" y="609"/>
                  </a:cubicBezTo>
                  <a:cubicBezTo>
                    <a:pt x="9889" y="460"/>
                    <a:pt x="9783" y="1"/>
                    <a:pt x="94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34"/>
            <p:cNvSpPr/>
            <p:nvPr/>
          </p:nvSpPr>
          <p:spPr>
            <a:xfrm>
              <a:off x="3172850" y="661350"/>
              <a:ext cx="224850" cy="198300"/>
            </a:xfrm>
            <a:custGeom>
              <a:avLst/>
              <a:gdLst/>
              <a:ahLst/>
              <a:cxnLst/>
              <a:rect l="l" t="t" r="r" b="b"/>
              <a:pathLst>
                <a:path w="8994" h="7932" extrusionOk="0">
                  <a:moveTo>
                    <a:pt x="8456" y="0"/>
                  </a:moveTo>
                  <a:cubicBezTo>
                    <a:pt x="8425" y="0"/>
                    <a:pt x="8392" y="4"/>
                    <a:pt x="8358" y="11"/>
                  </a:cubicBezTo>
                  <a:cubicBezTo>
                    <a:pt x="5106" y="738"/>
                    <a:pt x="1076" y="4402"/>
                    <a:pt x="60" y="7579"/>
                  </a:cubicBezTo>
                  <a:cubicBezTo>
                    <a:pt x="1" y="7765"/>
                    <a:pt x="174" y="7931"/>
                    <a:pt x="343" y="7931"/>
                  </a:cubicBezTo>
                  <a:cubicBezTo>
                    <a:pt x="409" y="7931"/>
                    <a:pt x="474" y="7907"/>
                    <a:pt x="524" y="7849"/>
                  </a:cubicBezTo>
                  <a:cubicBezTo>
                    <a:pt x="1689" y="6518"/>
                    <a:pt x="2590" y="5030"/>
                    <a:pt x="3913" y="3818"/>
                  </a:cubicBezTo>
                  <a:cubicBezTo>
                    <a:pt x="5371" y="2483"/>
                    <a:pt x="7047" y="1783"/>
                    <a:pt x="8657" y="718"/>
                  </a:cubicBezTo>
                  <a:cubicBezTo>
                    <a:pt x="8993" y="494"/>
                    <a:pt x="8826" y="0"/>
                    <a:pt x="84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34"/>
            <p:cNvSpPr/>
            <p:nvPr/>
          </p:nvSpPr>
          <p:spPr>
            <a:xfrm>
              <a:off x="3219000" y="725650"/>
              <a:ext cx="226500" cy="215375"/>
            </a:xfrm>
            <a:custGeom>
              <a:avLst/>
              <a:gdLst/>
              <a:ahLst/>
              <a:cxnLst/>
              <a:rect l="l" t="t" r="r" b="b"/>
              <a:pathLst>
                <a:path w="9060" h="8615" extrusionOk="0">
                  <a:moveTo>
                    <a:pt x="8466" y="1"/>
                  </a:moveTo>
                  <a:cubicBezTo>
                    <a:pt x="8403" y="1"/>
                    <a:pt x="8336" y="16"/>
                    <a:pt x="8267" y="50"/>
                  </a:cubicBezTo>
                  <a:cubicBezTo>
                    <a:pt x="6348" y="1017"/>
                    <a:pt x="4571" y="2396"/>
                    <a:pt x="3025" y="3882"/>
                  </a:cubicBezTo>
                  <a:cubicBezTo>
                    <a:pt x="1836" y="5024"/>
                    <a:pt x="0" y="6568"/>
                    <a:pt x="62" y="8367"/>
                  </a:cubicBezTo>
                  <a:cubicBezTo>
                    <a:pt x="66" y="8507"/>
                    <a:pt x="206" y="8614"/>
                    <a:pt x="335" y="8614"/>
                  </a:cubicBezTo>
                  <a:cubicBezTo>
                    <a:pt x="409" y="8614"/>
                    <a:pt x="480" y="8578"/>
                    <a:pt x="518" y="8491"/>
                  </a:cubicBezTo>
                  <a:cubicBezTo>
                    <a:pt x="2016" y="5007"/>
                    <a:pt x="5594" y="2708"/>
                    <a:pt x="8679" y="755"/>
                  </a:cubicBezTo>
                  <a:cubicBezTo>
                    <a:pt x="9059" y="514"/>
                    <a:pt x="8832" y="1"/>
                    <a:pt x="84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34"/>
            <p:cNvSpPr/>
            <p:nvPr/>
          </p:nvSpPr>
          <p:spPr>
            <a:xfrm>
              <a:off x="2528200" y="658025"/>
              <a:ext cx="405900" cy="260600"/>
            </a:xfrm>
            <a:custGeom>
              <a:avLst/>
              <a:gdLst/>
              <a:ahLst/>
              <a:cxnLst/>
              <a:rect l="l" t="t" r="r" b="b"/>
              <a:pathLst>
                <a:path w="16236" h="10424" extrusionOk="0">
                  <a:moveTo>
                    <a:pt x="1382" y="2708"/>
                  </a:moveTo>
                  <a:cubicBezTo>
                    <a:pt x="2705" y="4465"/>
                    <a:pt x="4361" y="5818"/>
                    <a:pt x="5564" y="7549"/>
                  </a:cubicBezTo>
                  <a:cubicBezTo>
                    <a:pt x="5049" y="7000"/>
                    <a:pt x="4518" y="6467"/>
                    <a:pt x="3972" y="5947"/>
                  </a:cubicBezTo>
                  <a:cubicBezTo>
                    <a:pt x="3369" y="5370"/>
                    <a:pt x="2751" y="4825"/>
                    <a:pt x="2113" y="4299"/>
                  </a:cubicBezTo>
                  <a:cubicBezTo>
                    <a:pt x="2286" y="4264"/>
                    <a:pt x="2405" y="4031"/>
                    <a:pt x="2251" y="3877"/>
                  </a:cubicBezTo>
                  <a:cubicBezTo>
                    <a:pt x="1869" y="3498"/>
                    <a:pt x="1454" y="3168"/>
                    <a:pt x="1030" y="2840"/>
                  </a:cubicBezTo>
                  <a:lnTo>
                    <a:pt x="1382" y="2708"/>
                  </a:lnTo>
                  <a:close/>
                  <a:moveTo>
                    <a:pt x="9295" y="739"/>
                  </a:moveTo>
                  <a:cubicBezTo>
                    <a:pt x="10900" y="739"/>
                    <a:pt x="11714" y="2042"/>
                    <a:pt x="12738" y="3153"/>
                  </a:cubicBezTo>
                  <a:cubicBezTo>
                    <a:pt x="13607" y="4096"/>
                    <a:pt x="14464" y="5049"/>
                    <a:pt x="15310" y="6013"/>
                  </a:cubicBezTo>
                  <a:cubicBezTo>
                    <a:pt x="13936" y="6363"/>
                    <a:pt x="12589" y="6790"/>
                    <a:pt x="11275" y="7331"/>
                  </a:cubicBezTo>
                  <a:cubicBezTo>
                    <a:pt x="10703" y="7567"/>
                    <a:pt x="10139" y="7820"/>
                    <a:pt x="9583" y="8091"/>
                  </a:cubicBezTo>
                  <a:cubicBezTo>
                    <a:pt x="9104" y="8323"/>
                    <a:pt x="7997" y="9216"/>
                    <a:pt x="7494" y="9216"/>
                  </a:cubicBezTo>
                  <a:cubicBezTo>
                    <a:pt x="7280" y="9214"/>
                    <a:pt x="7087" y="9143"/>
                    <a:pt x="6911" y="9028"/>
                  </a:cubicBezTo>
                  <a:cubicBezTo>
                    <a:pt x="5976" y="6497"/>
                    <a:pt x="3660" y="4237"/>
                    <a:pt x="1564" y="2642"/>
                  </a:cubicBezTo>
                  <a:cubicBezTo>
                    <a:pt x="3992" y="1737"/>
                    <a:pt x="6804" y="749"/>
                    <a:pt x="9284" y="739"/>
                  </a:cubicBezTo>
                  <a:cubicBezTo>
                    <a:pt x="9288" y="739"/>
                    <a:pt x="9291" y="739"/>
                    <a:pt x="9295" y="739"/>
                  </a:cubicBezTo>
                  <a:close/>
                  <a:moveTo>
                    <a:pt x="9522" y="0"/>
                  </a:moveTo>
                  <a:cubicBezTo>
                    <a:pt x="8353" y="0"/>
                    <a:pt x="6970" y="475"/>
                    <a:pt x="5977" y="700"/>
                  </a:cubicBezTo>
                  <a:cubicBezTo>
                    <a:pt x="4041" y="1140"/>
                    <a:pt x="2155" y="1729"/>
                    <a:pt x="300" y="2432"/>
                  </a:cubicBezTo>
                  <a:cubicBezTo>
                    <a:pt x="25" y="2536"/>
                    <a:pt x="1" y="2846"/>
                    <a:pt x="223" y="3018"/>
                  </a:cubicBezTo>
                  <a:cubicBezTo>
                    <a:pt x="702" y="3388"/>
                    <a:pt x="1169" y="3763"/>
                    <a:pt x="1673" y="4093"/>
                  </a:cubicBezTo>
                  <a:cubicBezTo>
                    <a:pt x="3491" y="5760"/>
                    <a:pt x="5144" y="7550"/>
                    <a:pt x="6623" y="9541"/>
                  </a:cubicBezTo>
                  <a:cubicBezTo>
                    <a:pt x="6713" y="9781"/>
                    <a:pt x="6797" y="10028"/>
                    <a:pt x="6867" y="10287"/>
                  </a:cubicBezTo>
                  <a:cubicBezTo>
                    <a:pt x="6892" y="10382"/>
                    <a:pt x="6963" y="10423"/>
                    <a:pt x="7035" y="10423"/>
                  </a:cubicBezTo>
                  <a:cubicBezTo>
                    <a:pt x="7146" y="10423"/>
                    <a:pt x="7261" y="10329"/>
                    <a:pt x="7234" y="10186"/>
                  </a:cubicBezTo>
                  <a:cubicBezTo>
                    <a:pt x="7224" y="10130"/>
                    <a:pt x="7207" y="10076"/>
                    <a:pt x="7196" y="10021"/>
                  </a:cubicBezTo>
                  <a:cubicBezTo>
                    <a:pt x="7219" y="10016"/>
                    <a:pt x="7243" y="10009"/>
                    <a:pt x="7264" y="9998"/>
                  </a:cubicBezTo>
                  <a:cubicBezTo>
                    <a:pt x="9998" y="8390"/>
                    <a:pt x="12869" y="7216"/>
                    <a:pt x="15954" y="6481"/>
                  </a:cubicBezTo>
                  <a:cubicBezTo>
                    <a:pt x="16193" y="6424"/>
                    <a:pt x="16235" y="6133"/>
                    <a:pt x="16091" y="5967"/>
                  </a:cubicBezTo>
                  <a:cubicBezTo>
                    <a:pt x="14926" y="4637"/>
                    <a:pt x="13744" y="3322"/>
                    <a:pt x="12545" y="2023"/>
                  </a:cubicBezTo>
                  <a:cubicBezTo>
                    <a:pt x="11928" y="1357"/>
                    <a:pt x="11266" y="350"/>
                    <a:pt x="10341" y="98"/>
                  </a:cubicBezTo>
                  <a:cubicBezTo>
                    <a:pt x="10087" y="29"/>
                    <a:pt x="9811" y="0"/>
                    <a:pt x="95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34"/>
            <p:cNvSpPr/>
            <p:nvPr/>
          </p:nvSpPr>
          <p:spPr>
            <a:xfrm>
              <a:off x="2739725" y="878000"/>
              <a:ext cx="265375" cy="114400"/>
            </a:xfrm>
            <a:custGeom>
              <a:avLst/>
              <a:gdLst/>
              <a:ahLst/>
              <a:cxnLst/>
              <a:rect l="l" t="t" r="r" b="b"/>
              <a:pathLst>
                <a:path w="10615" h="4576" extrusionOk="0">
                  <a:moveTo>
                    <a:pt x="8807" y="0"/>
                  </a:moveTo>
                  <a:cubicBezTo>
                    <a:pt x="5620" y="0"/>
                    <a:pt x="1581" y="1966"/>
                    <a:pt x="54" y="4386"/>
                  </a:cubicBezTo>
                  <a:cubicBezTo>
                    <a:pt x="1" y="4471"/>
                    <a:pt x="79" y="4576"/>
                    <a:pt x="166" y="4576"/>
                  </a:cubicBezTo>
                  <a:cubicBezTo>
                    <a:pt x="186" y="4576"/>
                    <a:pt x="207" y="4570"/>
                    <a:pt x="226" y="4558"/>
                  </a:cubicBezTo>
                  <a:cubicBezTo>
                    <a:pt x="1875" y="3508"/>
                    <a:pt x="3258" y="2278"/>
                    <a:pt x="5131" y="1591"/>
                  </a:cubicBezTo>
                  <a:cubicBezTo>
                    <a:pt x="6861" y="957"/>
                    <a:pt x="8587" y="1026"/>
                    <a:pt x="10351" y="694"/>
                  </a:cubicBezTo>
                  <a:cubicBezTo>
                    <a:pt x="10615" y="644"/>
                    <a:pt x="10595" y="242"/>
                    <a:pt x="10351" y="180"/>
                  </a:cubicBezTo>
                  <a:cubicBezTo>
                    <a:pt x="9872" y="58"/>
                    <a:pt x="9352" y="0"/>
                    <a:pt x="88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34"/>
            <p:cNvSpPr/>
            <p:nvPr/>
          </p:nvSpPr>
          <p:spPr>
            <a:xfrm>
              <a:off x="2783475" y="946275"/>
              <a:ext cx="254775" cy="113000"/>
            </a:xfrm>
            <a:custGeom>
              <a:avLst/>
              <a:gdLst/>
              <a:ahLst/>
              <a:cxnLst/>
              <a:rect l="l" t="t" r="r" b="b"/>
              <a:pathLst>
                <a:path w="10191" h="4520" extrusionOk="0">
                  <a:moveTo>
                    <a:pt x="9024" y="1"/>
                  </a:moveTo>
                  <a:cubicBezTo>
                    <a:pt x="7296" y="1"/>
                    <a:pt x="5453" y="625"/>
                    <a:pt x="3919" y="1282"/>
                  </a:cubicBezTo>
                  <a:cubicBezTo>
                    <a:pt x="2789" y="1765"/>
                    <a:pt x="261" y="2658"/>
                    <a:pt x="23" y="4060"/>
                  </a:cubicBezTo>
                  <a:cubicBezTo>
                    <a:pt x="1" y="4188"/>
                    <a:pt x="41" y="4285"/>
                    <a:pt x="145" y="4359"/>
                  </a:cubicBezTo>
                  <a:lnTo>
                    <a:pt x="328" y="4490"/>
                  </a:lnTo>
                  <a:cubicBezTo>
                    <a:pt x="356" y="4510"/>
                    <a:pt x="386" y="4519"/>
                    <a:pt x="416" y="4519"/>
                  </a:cubicBezTo>
                  <a:cubicBezTo>
                    <a:pt x="528" y="4519"/>
                    <a:pt x="634" y="4397"/>
                    <a:pt x="599" y="4281"/>
                  </a:cubicBezTo>
                  <a:cubicBezTo>
                    <a:pt x="310" y="3333"/>
                    <a:pt x="4773" y="1735"/>
                    <a:pt x="5289" y="1569"/>
                  </a:cubicBezTo>
                  <a:cubicBezTo>
                    <a:pt x="6773" y="1093"/>
                    <a:pt x="8295" y="1027"/>
                    <a:pt x="9799" y="688"/>
                  </a:cubicBezTo>
                  <a:cubicBezTo>
                    <a:pt x="10190" y="600"/>
                    <a:pt x="10059" y="73"/>
                    <a:pt x="9711" y="36"/>
                  </a:cubicBezTo>
                  <a:cubicBezTo>
                    <a:pt x="9485" y="12"/>
                    <a:pt x="9255" y="1"/>
                    <a:pt x="902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34"/>
            <p:cNvSpPr/>
            <p:nvPr/>
          </p:nvSpPr>
          <p:spPr>
            <a:xfrm>
              <a:off x="2839925" y="1007825"/>
              <a:ext cx="259925" cy="117700"/>
            </a:xfrm>
            <a:custGeom>
              <a:avLst/>
              <a:gdLst/>
              <a:ahLst/>
              <a:cxnLst/>
              <a:rect l="l" t="t" r="r" b="b"/>
              <a:pathLst>
                <a:path w="10397" h="4708" extrusionOk="0">
                  <a:moveTo>
                    <a:pt x="9045" y="1"/>
                  </a:moveTo>
                  <a:cubicBezTo>
                    <a:pt x="5729" y="1"/>
                    <a:pt x="2019" y="2104"/>
                    <a:pt x="58" y="4551"/>
                  </a:cubicBezTo>
                  <a:cubicBezTo>
                    <a:pt x="0" y="4623"/>
                    <a:pt x="54" y="4707"/>
                    <a:pt x="124" y="4707"/>
                  </a:cubicBezTo>
                  <a:cubicBezTo>
                    <a:pt x="145" y="4707"/>
                    <a:pt x="167" y="4700"/>
                    <a:pt x="188" y="4683"/>
                  </a:cubicBezTo>
                  <a:cubicBezTo>
                    <a:pt x="1738" y="3418"/>
                    <a:pt x="3324" y="2289"/>
                    <a:pt x="5224" y="1613"/>
                  </a:cubicBezTo>
                  <a:cubicBezTo>
                    <a:pt x="6821" y="1047"/>
                    <a:pt x="8433" y="1014"/>
                    <a:pt x="10074" y="712"/>
                  </a:cubicBezTo>
                  <a:cubicBezTo>
                    <a:pt x="10385" y="655"/>
                    <a:pt x="10396" y="120"/>
                    <a:pt x="10074" y="73"/>
                  </a:cubicBezTo>
                  <a:cubicBezTo>
                    <a:pt x="9737" y="24"/>
                    <a:pt x="9393" y="1"/>
                    <a:pt x="90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A683768D-C00B-43EC-83AD-9ABE48860E34}"/>
              </a:ext>
            </a:extLst>
          </p:cNvPr>
          <p:cNvSpPr txBox="1"/>
          <p:nvPr/>
        </p:nvSpPr>
        <p:spPr>
          <a:xfrm>
            <a:off x="3309703" y="697561"/>
            <a:ext cx="41553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Insert the following elements: </a:t>
            </a:r>
          </a:p>
          <a:p>
            <a:pPr algn="ctr"/>
            <a:r>
              <a:rPr lang="en-US" sz="2000" b="1" dirty="0"/>
              <a:t>5   4   6   9   1   8   3   10   7   2   11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2380C1B4-0775-417C-A71E-C482E179B2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1717" y="1282336"/>
            <a:ext cx="3631141" cy="3286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87484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4"/>
          <p:cNvSpPr txBox="1">
            <a:spLocks noGrp="1"/>
          </p:cNvSpPr>
          <p:nvPr>
            <p:ph type="title"/>
          </p:nvPr>
        </p:nvSpPr>
        <p:spPr>
          <a:xfrm>
            <a:off x="1307759" y="947437"/>
            <a:ext cx="2939511" cy="4372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u="sng" dirty="0"/>
              <a:t>Insertion</a:t>
            </a:r>
            <a:br>
              <a:rPr lang="en-US" b="1" dirty="0"/>
            </a:br>
            <a:r>
              <a:rPr lang="en-US" b="1" dirty="0"/>
              <a:t>  </a:t>
            </a:r>
            <a:r>
              <a:rPr lang="en-US" b="1" u="sng" dirty="0">
                <a:solidFill>
                  <a:srgbClr val="C00000"/>
                </a:solidFill>
              </a:rPr>
              <a:t>Minheap</a:t>
            </a:r>
            <a:br>
              <a:rPr lang="en-US" b="1" u="sng" dirty="0">
                <a:solidFill>
                  <a:srgbClr val="C00000"/>
                </a:solidFill>
              </a:rPr>
            </a:br>
            <a:r>
              <a:rPr lang="en-US" sz="1400" b="1" dirty="0"/>
              <a:t>	</a:t>
            </a:r>
            <a:endParaRPr lang="en-US" sz="1400" b="1" dirty="0">
              <a:solidFill>
                <a:srgbClr val="C00000"/>
              </a:solidFill>
            </a:endParaRPr>
          </a:p>
        </p:txBody>
      </p:sp>
      <p:sp>
        <p:nvSpPr>
          <p:cNvPr id="234" name="Google Shape;234;p34"/>
          <p:cNvSpPr txBox="1">
            <a:spLocks noGrp="1"/>
          </p:cNvSpPr>
          <p:nvPr>
            <p:ph type="subTitle" idx="1"/>
          </p:nvPr>
        </p:nvSpPr>
        <p:spPr>
          <a:xfrm>
            <a:off x="1307759" y="531752"/>
            <a:ext cx="3439500" cy="53514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Heaps	</a:t>
            </a:r>
          </a:p>
        </p:txBody>
      </p:sp>
      <p:pic>
        <p:nvPicPr>
          <p:cNvPr id="235" name="Google Shape;235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695460">
            <a:off x="7765338" y="3361772"/>
            <a:ext cx="1241024" cy="1610463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grpSp>
        <p:nvGrpSpPr>
          <p:cNvPr id="236" name="Google Shape;236;p34"/>
          <p:cNvGrpSpPr/>
          <p:nvPr/>
        </p:nvGrpSpPr>
        <p:grpSpPr>
          <a:xfrm rot="790859">
            <a:off x="7973758" y="3964891"/>
            <a:ext cx="824184" cy="712067"/>
            <a:chOff x="2341425" y="238100"/>
            <a:chExt cx="1328900" cy="1148125"/>
          </a:xfrm>
        </p:grpSpPr>
        <p:sp>
          <p:nvSpPr>
            <p:cNvPr id="237" name="Google Shape;237;p34"/>
            <p:cNvSpPr/>
            <p:nvPr/>
          </p:nvSpPr>
          <p:spPr>
            <a:xfrm>
              <a:off x="2341425" y="238100"/>
              <a:ext cx="1328900" cy="1148125"/>
            </a:xfrm>
            <a:custGeom>
              <a:avLst/>
              <a:gdLst/>
              <a:ahLst/>
              <a:cxnLst/>
              <a:rect l="l" t="t" r="r" b="b"/>
              <a:pathLst>
                <a:path w="53156" h="45925" extrusionOk="0">
                  <a:moveTo>
                    <a:pt x="49853" y="24103"/>
                  </a:moveTo>
                  <a:cubicBezTo>
                    <a:pt x="50212" y="24609"/>
                    <a:pt x="50681" y="25003"/>
                    <a:pt x="51172" y="25380"/>
                  </a:cubicBezTo>
                  <a:cubicBezTo>
                    <a:pt x="48199" y="26540"/>
                    <a:pt x="45438" y="28144"/>
                    <a:pt x="42987" y="30206"/>
                  </a:cubicBezTo>
                  <a:cubicBezTo>
                    <a:pt x="41727" y="31264"/>
                    <a:pt x="40396" y="32510"/>
                    <a:pt x="39238" y="33887"/>
                  </a:cubicBezTo>
                  <a:cubicBezTo>
                    <a:pt x="39347" y="33688"/>
                    <a:pt x="39460" y="33491"/>
                    <a:pt x="39578" y="33301"/>
                  </a:cubicBezTo>
                  <a:cubicBezTo>
                    <a:pt x="40490" y="31831"/>
                    <a:pt x="41539" y="30449"/>
                    <a:pt x="42711" y="29176"/>
                  </a:cubicBezTo>
                  <a:cubicBezTo>
                    <a:pt x="44775" y="26932"/>
                    <a:pt x="47091" y="25229"/>
                    <a:pt x="49853" y="24103"/>
                  </a:cubicBezTo>
                  <a:close/>
                  <a:moveTo>
                    <a:pt x="35117" y="1053"/>
                  </a:moveTo>
                  <a:lnTo>
                    <a:pt x="35117" y="1053"/>
                  </a:lnTo>
                  <a:cubicBezTo>
                    <a:pt x="36710" y="1715"/>
                    <a:pt x="38294" y="4814"/>
                    <a:pt x="38992" y="5799"/>
                  </a:cubicBezTo>
                  <a:cubicBezTo>
                    <a:pt x="40312" y="7660"/>
                    <a:pt x="41633" y="9523"/>
                    <a:pt x="42954" y="11383"/>
                  </a:cubicBezTo>
                  <a:cubicBezTo>
                    <a:pt x="44182" y="13110"/>
                    <a:pt x="45421" y="14827"/>
                    <a:pt x="46633" y="16564"/>
                  </a:cubicBezTo>
                  <a:cubicBezTo>
                    <a:pt x="46650" y="16588"/>
                    <a:pt x="46667" y="16613"/>
                    <a:pt x="46685" y="16638"/>
                  </a:cubicBezTo>
                  <a:cubicBezTo>
                    <a:pt x="47623" y="18397"/>
                    <a:pt x="48600" y="20134"/>
                    <a:pt x="49618" y="21849"/>
                  </a:cubicBezTo>
                  <a:cubicBezTo>
                    <a:pt x="48693" y="22281"/>
                    <a:pt x="47744" y="23007"/>
                    <a:pt x="47214" y="23343"/>
                  </a:cubicBezTo>
                  <a:cubicBezTo>
                    <a:pt x="45320" y="24544"/>
                    <a:pt x="43587" y="25982"/>
                    <a:pt x="42057" y="27622"/>
                  </a:cubicBezTo>
                  <a:cubicBezTo>
                    <a:pt x="40592" y="29191"/>
                    <a:pt x="39304" y="30938"/>
                    <a:pt x="38281" y="32827"/>
                  </a:cubicBezTo>
                  <a:cubicBezTo>
                    <a:pt x="37877" y="33573"/>
                    <a:pt x="37271" y="34533"/>
                    <a:pt x="36981" y="35496"/>
                  </a:cubicBezTo>
                  <a:cubicBezTo>
                    <a:pt x="36328" y="34434"/>
                    <a:pt x="35635" y="33395"/>
                    <a:pt x="34953" y="32353"/>
                  </a:cubicBezTo>
                  <a:cubicBezTo>
                    <a:pt x="33450" y="30055"/>
                    <a:pt x="31915" y="27777"/>
                    <a:pt x="30347" y="25524"/>
                  </a:cubicBezTo>
                  <a:cubicBezTo>
                    <a:pt x="28841" y="23359"/>
                    <a:pt x="27306" y="21217"/>
                    <a:pt x="25741" y="19095"/>
                  </a:cubicBezTo>
                  <a:cubicBezTo>
                    <a:pt x="24508" y="17421"/>
                    <a:pt x="23256" y="15382"/>
                    <a:pt x="21757" y="13843"/>
                  </a:cubicBezTo>
                  <a:cubicBezTo>
                    <a:pt x="22758" y="10753"/>
                    <a:pt x="24747" y="8361"/>
                    <a:pt x="26903" y="5992"/>
                  </a:cubicBezTo>
                  <a:cubicBezTo>
                    <a:pt x="27357" y="5493"/>
                    <a:pt x="27826" y="4981"/>
                    <a:pt x="28315" y="4481"/>
                  </a:cubicBezTo>
                  <a:cubicBezTo>
                    <a:pt x="29626" y="3498"/>
                    <a:pt x="31045" y="2668"/>
                    <a:pt x="32551" y="2018"/>
                  </a:cubicBezTo>
                  <a:cubicBezTo>
                    <a:pt x="33121" y="1772"/>
                    <a:pt x="33780" y="1496"/>
                    <a:pt x="34476" y="1255"/>
                  </a:cubicBezTo>
                  <a:cubicBezTo>
                    <a:pt x="34702" y="1206"/>
                    <a:pt x="34932" y="1166"/>
                    <a:pt x="35161" y="1125"/>
                  </a:cubicBezTo>
                  <a:cubicBezTo>
                    <a:pt x="35147" y="1101"/>
                    <a:pt x="35132" y="1076"/>
                    <a:pt x="35117" y="1053"/>
                  </a:cubicBezTo>
                  <a:close/>
                  <a:moveTo>
                    <a:pt x="49886" y="22296"/>
                  </a:moveTo>
                  <a:cubicBezTo>
                    <a:pt x="50069" y="22601"/>
                    <a:pt x="50253" y="22905"/>
                    <a:pt x="50437" y="23208"/>
                  </a:cubicBezTo>
                  <a:cubicBezTo>
                    <a:pt x="50328" y="23239"/>
                    <a:pt x="50219" y="23270"/>
                    <a:pt x="50110" y="23305"/>
                  </a:cubicBezTo>
                  <a:cubicBezTo>
                    <a:pt x="50098" y="23304"/>
                    <a:pt x="50086" y="23303"/>
                    <a:pt x="50074" y="23303"/>
                  </a:cubicBezTo>
                  <a:cubicBezTo>
                    <a:pt x="49989" y="23303"/>
                    <a:pt x="49905" y="23334"/>
                    <a:pt x="49839" y="23390"/>
                  </a:cubicBezTo>
                  <a:cubicBezTo>
                    <a:pt x="46983" y="24343"/>
                    <a:pt x="44499" y="26352"/>
                    <a:pt x="42469" y="28520"/>
                  </a:cubicBezTo>
                  <a:cubicBezTo>
                    <a:pt x="40592" y="30525"/>
                    <a:pt x="38254" y="33305"/>
                    <a:pt x="37357" y="36095"/>
                  </a:cubicBezTo>
                  <a:cubicBezTo>
                    <a:pt x="37306" y="36011"/>
                    <a:pt x="37249" y="35923"/>
                    <a:pt x="37190" y="35830"/>
                  </a:cubicBezTo>
                  <a:cubicBezTo>
                    <a:pt x="37565" y="34416"/>
                    <a:pt x="38696" y="32821"/>
                    <a:pt x="39296" y="31878"/>
                  </a:cubicBezTo>
                  <a:cubicBezTo>
                    <a:pt x="40239" y="30393"/>
                    <a:pt x="41330" y="29005"/>
                    <a:pt x="42550" y="27739"/>
                  </a:cubicBezTo>
                  <a:cubicBezTo>
                    <a:pt x="43708" y="26537"/>
                    <a:pt x="44980" y="25451"/>
                    <a:pt x="46348" y="24494"/>
                  </a:cubicBezTo>
                  <a:cubicBezTo>
                    <a:pt x="47234" y="23875"/>
                    <a:pt x="48600" y="22828"/>
                    <a:pt x="49886" y="22296"/>
                  </a:cubicBezTo>
                  <a:close/>
                  <a:moveTo>
                    <a:pt x="20475" y="13918"/>
                  </a:moveTo>
                  <a:cubicBezTo>
                    <a:pt x="20720" y="13985"/>
                    <a:pt x="20968" y="14054"/>
                    <a:pt x="21218" y="14127"/>
                  </a:cubicBezTo>
                  <a:lnTo>
                    <a:pt x="21219" y="14127"/>
                  </a:lnTo>
                  <a:cubicBezTo>
                    <a:pt x="22265" y="15897"/>
                    <a:pt x="23782" y="17534"/>
                    <a:pt x="24979" y="19160"/>
                  </a:cubicBezTo>
                  <a:cubicBezTo>
                    <a:pt x="26409" y="21107"/>
                    <a:pt x="27816" y="23071"/>
                    <a:pt x="29199" y="25052"/>
                  </a:cubicBezTo>
                  <a:cubicBezTo>
                    <a:pt x="30581" y="27035"/>
                    <a:pt x="31937" y="29034"/>
                    <a:pt x="33269" y="31050"/>
                  </a:cubicBezTo>
                  <a:cubicBezTo>
                    <a:pt x="33874" y="31967"/>
                    <a:pt x="34473" y="32886"/>
                    <a:pt x="35069" y="33809"/>
                  </a:cubicBezTo>
                  <a:cubicBezTo>
                    <a:pt x="35425" y="34364"/>
                    <a:pt x="35780" y="34920"/>
                    <a:pt x="36133" y="35475"/>
                  </a:cubicBezTo>
                  <a:lnTo>
                    <a:pt x="36486" y="36032"/>
                  </a:lnTo>
                  <a:cubicBezTo>
                    <a:pt x="36496" y="36074"/>
                    <a:pt x="36508" y="36115"/>
                    <a:pt x="36522" y="36155"/>
                  </a:cubicBezTo>
                  <a:cubicBezTo>
                    <a:pt x="33879" y="32306"/>
                    <a:pt x="31050" y="28568"/>
                    <a:pt x="28325" y="24779"/>
                  </a:cubicBezTo>
                  <a:cubicBezTo>
                    <a:pt x="25722" y="21160"/>
                    <a:pt x="23203" y="17449"/>
                    <a:pt x="20475" y="13918"/>
                  </a:cubicBezTo>
                  <a:close/>
                  <a:moveTo>
                    <a:pt x="37953" y="37630"/>
                  </a:moveTo>
                  <a:cubicBezTo>
                    <a:pt x="37851" y="37834"/>
                    <a:pt x="37753" y="38038"/>
                    <a:pt x="37661" y="38245"/>
                  </a:cubicBezTo>
                  <a:cubicBezTo>
                    <a:pt x="37630" y="38236"/>
                    <a:pt x="37597" y="38231"/>
                    <a:pt x="37565" y="38231"/>
                  </a:cubicBezTo>
                  <a:cubicBezTo>
                    <a:pt x="37533" y="38231"/>
                    <a:pt x="37500" y="38236"/>
                    <a:pt x="37470" y="38245"/>
                  </a:cubicBezTo>
                  <a:cubicBezTo>
                    <a:pt x="37633" y="38041"/>
                    <a:pt x="37793" y="37835"/>
                    <a:pt x="37953" y="37630"/>
                  </a:cubicBezTo>
                  <a:close/>
                  <a:moveTo>
                    <a:pt x="36509" y="38717"/>
                  </a:moveTo>
                  <a:cubicBezTo>
                    <a:pt x="36518" y="38717"/>
                    <a:pt x="36527" y="38717"/>
                    <a:pt x="36536" y="38717"/>
                  </a:cubicBezTo>
                  <a:cubicBezTo>
                    <a:pt x="36609" y="38809"/>
                    <a:pt x="36720" y="38864"/>
                    <a:pt x="36837" y="38865"/>
                  </a:cubicBezTo>
                  <a:cubicBezTo>
                    <a:pt x="36596" y="38971"/>
                    <a:pt x="36282" y="39011"/>
                    <a:pt x="35935" y="39011"/>
                  </a:cubicBezTo>
                  <a:cubicBezTo>
                    <a:pt x="35451" y="39011"/>
                    <a:pt x="34904" y="38934"/>
                    <a:pt x="34409" y="38856"/>
                  </a:cubicBezTo>
                  <a:cubicBezTo>
                    <a:pt x="35105" y="38764"/>
                    <a:pt x="35807" y="38717"/>
                    <a:pt x="36509" y="38717"/>
                  </a:cubicBezTo>
                  <a:close/>
                  <a:moveTo>
                    <a:pt x="15183" y="13113"/>
                  </a:moveTo>
                  <a:cubicBezTo>
                    <a:pt x="16769" y="13113"/>
                    <a:pt x="18319" y="13366"/>
                    <a:pt x="19934" y="13775"/>
                  </a:cubicBezTo>
                  <a:cubicBezTo>
                    <a:pt x="22531" y="17699"/>
                    <a:pt x="25404" y="21460"/>
                    <a:pt x="28149" y="25276"/>
                  </a:cubicBezTo>
                  <a:cubicBezTo>
                    <a:pt x="30879" y="29073"/>
                    <a:pt x="33528" y="32953"/>
                    <a:pt x="36351" y="36684"/>
                  </a:cubicBezTo>
                  <a:cubicBezTo>
                    <a:pt x="34542" y="35843"/>
                    <a:pt x="32568" y="35460"/>
                    <a:pt x="30570" y="35460"/>
                  </a:cubicBezTo>
                  <a:cubicBezTo>
                    <a:pt x="26406" y="35460"/>
                    <a:pt x="22142" y="37123"/>
                    <a:pt x="19074" y="39757"/>
                  </a:cubicBezTo>
                  <a:cubicBezTo>
                    <a:pt x="13793" y="32214"/>
                    <a:pt x="8154" y="24943"/>
                    <a:pt x="2157" y="17945"/>
                  </a:cubicBezTo>
                  <a:lnTo>
                    <a:pt x="2159" y="17945"/>
                  </a:lnTo>
                  <a:cubicBezTo>
                    <a:pt x="5055" y="16227"/>
                    <a:pt x="8015" y="14530"/>
                    <a:pt x="11283" y="13642"/>
                  </a:cubicBezTo>
                  <a:cubicBezTo>
                    <a:pt x="12638" y="13273"/>
                    <a:pt x="13922" y="13113"/>
                    <a:pt x="15183" y="13113"/>
                  </a:cubicBezTo>
                  <a:close/>
                  <a:moveTo>
                    <a:pt x="2578" y="20435"/>
                  </a:moveTo>
                  <a:cubicBezTo>
                    <a:pt x="8168" y="27062"/>
                    <a:pt x="13443" y="33937"/>
                    <a:pt x="18402" y="41058"/>
                  </a:cubicBezTo>
                  <a:cubicBezTo>
                    <a:pt x="18543" y="41262"/>
                    <a:pt x="18758" y="41377"/>
                    <a:pt x="18977" y="41377"/>
                  </a:cubicBezTo>
                  <a:cubicBezTo>
                    <a:pt x="19133" y="41377"/>
                    <a:pt x="19292" y="41318"/>
                    <a:pt x="19427" y="41190"/>
                  </a:cubicBezTo>
                  <a:cubicBezTo>
                    <a:pt x="21632" y="39103"/>
                    <a:pt x="24333" y="37693"/>
                    <a:pt x="27314" y="37090"/>
                  </a:cubicBezTo>
                  <a:cubicBezTo>
                    <a:pt x="28284" y="36894"/>
                    <a:pt x="29226" y="36809"/>
                    <a:pt x="30154" y="36809"/>
                  </a:cubicBezTo>
                  <a:cubicBezTo>
                    <a:pt x="30890" y="36809"/>
                    <a:pt x="31618" y="36863"/>
                    <a:pt x="32345" y="36959"/>
                  </a:cubicBezTo>
                  <a:cubicBezTo>
                    <a:pt x="32139" y="36996"/>
                    <a:pt x="31934" y="37038"/>
                    <a:pt x="31726" y="37085"/>
                  </a:cubicBezTo>
                  <a:cubicBezTo>
                    <a:pt x="29702" y="37535"/>
                    <a:pt x="27672" y="38191"/>
                    <a:pt x="25741" y="38939"/>
                  </a:cubicBezTo>
                  <a:cubicBezTo>
                    <a:pt x="24060" y="39590"/>
                    <a:pt x="22425" y="40379"/>
                    <a:pt x="20975" y="41459"/>
                  </a:cubicBezTo>
                  <a:cubicBezTo>
                    <a:pt x="20335" y="41934"/>
                    <a:pt x="18892" y="42836"/>
                    <a:pt x="18616" y="43758"/>
                  </a:cubicBezTo>
                  <a:cubicBezTo>
                    <a:pt x="15797" y="39642"/>
                    <a:pt x="12269" y="35871"/>
                    <a:pt x="9131" y="31993"/>
                  </a:cubicBezTo>
                  <a:cubicBezTo>
                    <a:pt x="7537" y="30022"/>
                    <a:pt x="5941" y="28055"/>
                    <a:pt x="4343" y="26088"/>
                  </a:cubicBezTo>
                  <a:cubicBezTo>
                    <a:pt x="3509" y="25063"/>
                    <a:pt x="2360" y="24025"/>
                    <a:pt x="1726" y="22872"/>
                  </a:cubicBezTo>
                  <a:lnTo>
                    <a:pt x="1290" y="22336"/>
                  </a:lnTo>
                  <a:cubicBezTo>
                    <a:pt x="1365" y="21812"/>
                    <a:pt x="1612" y="21399"/>
                    <a:pt x="2027" y="21097"/>
                  </a:cubicBezTo>
                  <a:cubicBezTo>
                    <a:pt x="2191" y="20870"/>
                    <a:pt x="2390" y="20654"/>
                    <a:pt x="2578" y="20435"/>
                  </a:cubicBezTo>
                  <a:close/>
                  <a:moveTo>
                    <a:pt x="34214" y="37438"/>
                  </a:moveTo>
                  <a:cubicBezTo>
                    <a:pt x="34480" y="37438"/>
                    <a:pt x="34745" y="37450"/>
                    <a:pt x="35009" y="37476"/>
                  </a:cubicBezTo>
                  <a:cubicBezTo>
                    <a:pt x="35056" y="37488"/>
                    <a:pt x="35104" y="37502"/>
                    <a:pt x="35153" y="37514"/>
                  </a:cubicBezTo>
                  <a:cubicBezTo>
                    <a:pt x="32341" y="37733"/>
                    <a:pt x="29659" y="38637"/>
                    <a:pt x="27141" y="39965"/>
                  </a:cubicBezTo>
                  <a:cubicBezTo>
                    <a:pt x="25564" y="40797"/>
                    <a:pt x="24060" y="41771"/>
                    <a:pt x="22625" y="42823"/>
                  </a:cubicBezTo>
                  <a:cubicBezTo>
                    <a:pt x="22053" y="43241"/>
                    <a:pt x="21266" y="44080"/>
                    <a:pt x="20621" y="44360"/>
                  </a:cubicBezTo>
                  <a:cubicBezTo>
                    <a:pt x="20405" y="44454"/>
                    <a:pt x="20198" y="44493"/>
                    <a:pt x="19997" y="44493"/>
                  </a:cubicBezTo>
                  <a:cubicBezTo>
                    <a:pt x="19802" y="44493"/>
                    <a:pt x="19613" y="44456"/>
                    <a:pt x="19427" y="44400"/>
                  </a:cubicBezTo>
                  <a:cubicBezTo>
                    <a:pt x="19434" y="44391"/>
                    <a:pt x="19440" y="44386"/>
                    <a:pt x="19448" y="44377"/>
                  </a:cubicBezTo>
                  <a:cubicBezTo>
                    <a:pt x="19593" y="44198"/>
                    <a:pt x="19599" y="43995"/>
                    <a:pt x="19448" y="43814"/>
                  </a:cubicBezTo>
                  <a:lnTo>
                    <a:pt x="19430" y="43792"/>
                  </a:lnTo>
                  <a:cubicBezTo>
                    <a:pt x="19697" y="43721"/>
                    <a:pt x="19911" y="43553"/>
                    <a:pt x="20074" y="43287"/>
                  </a:cubicBezTo>
                  <a:cubicBezTo>
                    <a:pt x="20320" y="43038"/>
                    <a:pt x="20576" y="42801"/>
                    <a:pt x="20843" y="42573"/>
                  </a:cubicBezTo>
                  <a:cubicBezTo>
                    <a:pt x="21485" y="42027"/>
                    <a:pt x="22180" y="41552"/>
                    <a:pt x="22907" y="41126"/>
                  </a:cubicBezTo>
                  <a:cubicBezTo>
                    <a:pt x="24188" y="40374"/>
                    <a:pt x="25559" y="39793"/>
                    <a:pt x="26955" y="39291"/>
                  </a:cubicBezTo>
                  <a:cubicBezTo>
                    <a:pt x="29199" y="38484"/>
                    <a:pt x="31750" y="37438"/>
                    <a:pt x="34214" y="37438"/>
                  </a:cubicBezTo>
                  <a:close/>
                  <a:moveTo>
                    <a:pt x="34842" y="0"/>
                  </a:moveTo>
                  <a:cubicBezTo>
                    <a:pt x="34343" y="0"/>
                    <a:pt x="33867" y="188"/>
                    <a:pt x="33507" y="630"/>
                  </a:cubicBezTo>
                  <a:cubicBezTo>
                    <a:pt x="31447" y="1151"/>
                    <a:pt x="29512" y="2015"/>
                    <a:pt x="27862" y="3526"/>
                  </a:cubicBezTo>
                  <a:cubicBezTo>
                    <a:pt x="27217" y="4115"/>
                    <a:pt x="26496" y="4800"/>
                    <a:pt x="25773" y="5555"/>
                  </a:cubicBezTo>
                  <a:cubicBezTo>
                    <a:pt x="23620" y="7604"/>
                    <a:pt x="21769" y="10148"/>
                    <a:pt x="20875" y="12916"/>
                  </a:cubicBezTo>
                  <a:cubicBezTo>
                    <a:pt x="19359" y="12052"/>
                    <a:pt x="17538" y="11727"/>
                    <a:pt x="15721" y="11727"/>
                  </a:cubicBezTo>
                  <a:cubicBezTo>
                    <a:pt x="14356" y="11727"/>
                    <a:pt x="12994" y="11911"/>
                    <a:pt x="11766" y="12185"/>
                  </a:cubicBezTo>
                  <a:cubicBezTo>
                    <a:pt x="7819" y="13067"/>
                    <a:pt x="4277" y="15176"/>
                    <a:pt x="838" y="17217"/>
                  </a:cubicBezTo>
                  <a:cubicBezTo>
                    <a:pt x="458" y="17444"/>
                    <a:pt x="436" y="17923"/>
                    <a:pt x="707" y="18237"/>
                  </a:cubicBezTo>
                  <a:cubicBezTo>
                    <a:pt x="1244" y="18859"/>
                    <a:pt x="1774" y="19488"/>
                    <a:pt x="2305" y="20116"/>
                  </a:cubicBezTo>
                  <a:cubicBezTo>
                    <a:pt x="1441" y="20484"/>
                    <a:pt x="862" y="21064"/>
                    <a:pt x="197" y="21811"/>
                  </a:cubicBezTo>
                  <a:cubicBezTo>
                    <a:pt x="77" y="21947"/>
                    <a:pt x="0" y="22200"/>
                    <a:pt x="127" y="22363"/>
                  </a:cubicBezTo>
                  <a:cubicBezTo>
                    <a:pt x="2951" y="26054"/>
                    <a:pt x="5928" y="29634"/>
                    <a:pt x="8843" y="33254"/>
                  </a:cubicBezTo>
                  <a:cubicBezTo>
                    <a:pt x="11749" y="36861"/>
                    <a:pt x="14485" y="40794"/>
                    <a:pt x="17652" y="44182"/>
                  </a:cubicBezTo>
                  <a:cubicBezTo>
                    <a:pt x="17664" y="44208"/>
                    <a:pt x="17679" y="44232"/>
                    <a:pt x="17699" y="44255"/>
                  </a:cubicBezTo>
                  <a:cubicBezTo>
                    <a:pt x="18282" y="44908"/>
                    <a:pt x="19219" y="45924"/>
                    <a:pt x="20167" y="45924"/>
                  </a:cubicBezTo>
                  <a:cubicBezTo>
                    <a:pt x="20277" y="45924"/>
                    <a:pt x="20387" y="45910"/>
                    <a:pt x="20497" y="45881"/>
                  </a:cubicBezTo>
                  <a:cubicBezTo>
                    <a:pt x="21148" y="45708"/>
                    <a:pt x="21757" y="44978"/>
                    <a:pt x="22286" y="44585"/>
                  </a:cubicBezTo>
                  <a:cubicBezTo>
                    <a:pt x="23162" y="43935"/>
                    <a:pt x="24053" y="43304"/>
                    <a:pt x="24965" y="42705"/>
                  </a:cubicBezTo>
                  <a:cubicBezTo>
                    <a:pt x="27366" y="41130"/>
                    <a:pt x="29934" y="39829"/>
                    <a:pt x="32678" y="39174"/>
                  </a:cubicBezTo>
                  <a:cubicBezTo>
                    <a:pt x="32752" y="39177"/>
                    <a:pt x="32826" y="39174"/>
                    <a:pt x="32900" y="39178"/>
                  </a:cubicBezTo>
                  <a:cubicBezTo>
                    <a:pt x="34054" y="39233"/>
                    <a:pt x="35153" y="39648"/>
                    <a:pt x="36288" y="39715"/>
                  </a:cubicBezTo>
                  <a:cubicBezTo>
                    <a:pt x="36337" y="39718"/>
                    <a:pt x="36385" y="39720"/>
                    <a:pt x="36433" y="39720"/>
                  </a:cubicBezTo>
                  <a:cubicBezTo>
                    <a:pt x="37209" y="39720"/>
                    <a:pt x="37750" y="39337"/>
                    <a:pt x="37827" y="38540"/>
                  </a:cubicBezTo>
                  <a:cubicBezTo>
                    <a:pt x="39593" y="36201"/>
                    <a:pt x="41115" y="33792"/>
                    <a:pt x="43273" y="31744"/>
                  </a:cubicBezTo>
                  <a:cubicBezTo>
                    <a:pt x="44449" y="30626"/>
                    <a:pt x="45716" y="29608"/>
                    <a:pt x="47060" y="28698"/>
                  </a:cubicBezTo>
                  <a:cubicBezTo>
                    <a:pt x="47079" y="28686"/>
                    <a:pt x="47099" y="28675"/>
                    <a:pt x="47118" y="28662"/>
                  </a:cubicBezTo>
                  <a:cubicBezTo>
                    <a:pt x="48826" y="27633"/>
                    <a:pt x="50637" y="26785"/>
                    <a:pt x="52524" y="26133"/>
                  </a:cubicBezTo>
                  <a:cubicBezTo>
                    <a:pt x="52902" y="26003"/>
                    <a:pt x="53156" y="25447"/>
                    <a:pt x="52785" y="25145"/>
                  </a:cubicBezTo>
                  <a:cubicBezTo>
                    <a:pt x="52171" y="24648"/>
                    <a:pt x="51613" y="24099"/>
                    <a:pt x="50959" y="23696"/>
                  </a:cubicBezTo>
                  <a:cubicBezTo>
                    <a:pt x="51006" y="23680"/>
                    <a:pt x="51050" y="23660"/>
                    <a:pt x="51097" y="23645"/>
                  </a:cubicBezTo>
                  <a:cubicBezTo>
                    <a:pt x="51251" y="23594"/>
                    <a:pt x="51309" y="23468"/>
                    <a:pt x="51300" y="23347"/>
                  </a:cubicBezTo>
                  <a:cubicBezTo>
                    <a:pt x="51345" y="23292"/>
                    <a:pt x="51376" y="23227"/>
                    <a:pt x="51391" y="23158"/>
                  </a:cubicBezTo>
                  <a:cubicBezTo>
                    <a:pt x="51657" y="23086"/>
                    <a:pt x="51868" y="22805"/>
                    <a:pt x="51676" y="22507"/>
                  </a:cubicBezTo>
                  <a:cubicBezTo>
                    <a:pt x="51561" y="22326"/>
                    <a:pt x="51447" y="22144"/>
                    <a:pt x="51333" y="21962"/>
                  </a:cubicBezTo>
                  <a:cubicBezTo>
                    <a:pt x="51345" y="21962"/>
                    <a:pt x="51359" y="21961"/>
                    <a:pt x="51371" y="21961"/>
                  </a:cubicBezTo>
                  <a:cubicBezTo>
                    <a:pt x="51374" y="21961"/>
                    <a:pt x="51377" y="21961"/>
                    <a:pt x="51379" y="21961"/>
                  </a:cubicBezTo>
                  <a:cubicBezTo>
                    <a:pt x="51539" y="21961"/>
                    <a:pt x="51585" y="21737"/>
                    <a:pt x="51453" y="21658"/>
                  </a:cubicBezTo>
                  <a:cubicBezTo>
                    <a:pt x="51333" y="21585"/>
                    <a:pt x="51198" y="21544"/>
                    <a:pt x="51056" y="21524"/>
                  </a:cubicBezTo>
                  <a:cubicBezTo>
                    <a:pt x="50796" y="21108"/>
                    <a:pt x="50546" y="20689"/>
                    <a:pt x="50290" y="20269"/>
                  </a:cubicBezTo>
                  <a:cubicBezTo>
                    <a:pt x="50030" y="19581"/>
                    <a:pt x="49589" y="18953"/>
                    <a:pt x="49191" y="18312"/>
                  </a:cubicBezTo>
                  <a:cubicBezTo>
                    <a:pt x="48421" y="17077"/>
                    <a:pt x="47572" y="15893"/>
                    <a:pt x="46728" y="14709"/>
                  </a:cubicBezTo>
                  <a:cubicBezTo>
                    <a:pt x="45005" y="12292"/>
                    <a:pt x="43280" y="9876"/>
                    <a:pt x="41551" y="7464"/>
                  </a:cubicBezTo>
                  <a:cubicBezTo>
                    <a:pt x="40019" y="5325"/>
                    <a:pt x="38618" y="2783"/>
                    <a:pt x="36781" y="897"/>
                  </a:cubicBezTo>
                  <a:cubicBezTo>
                    <a:pt x="36255" y="356"/>
                    <a:pt x="35527" y="0"/>
                    <a:pt x="348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34"/>
            <p:cNvSpPr/>
            <p:nvPr/>
          </p:nvSpPr>
          <p:spPr>
            <a:xfrm>
              <a:off x="2990175" y="381350"/>
              <a:ext cx="254450" cy="209600"/>
            </a:xfrm>
            <a:custGeom>
              <a:avLst/>
              <a:gdLst/>
              <a:ahLst/>
              <a:cxnLst/>
              <a:rect l="l" t="t" r="r" b="b"/>
              <a:pathLst>
                <a:path w="10178" h="8384" extrusionOk="0">
                  <a:moveTo>
                    <a:pt x="9489" y="1"/>
                  </a:moveTo>
                  <a:cubicBezTo>
                    <a:pt x="9460" y="1"/>
                    <a:pt x="9430" y="3"/>
                    <a:pt x="9398" y="7"/>
                  </a:cubicBezTo>
                  <a:cubicBezTo>
                    <a:pt x="5315" y="589"/>
                    <a:pt x="1324" y="4315"/>
                    <a:pt x="48" y="8144"/>
                  </a:cubicBezTo>
                  <a:cubicBezTo>
                    <a:pt x="1" y="8286"/>
                    <a:pt x="119" y="8384"/>
                    <a:pt x="239" y="8384"/>
                  </a:cubicBezTo>
                  <a:cubicBezTo>
                    <a:pt x="302" y="8384"/>
                    <a:pt x="366" y="8357"/>
                    <a:pt x="406" y="8294"/>
                  </a:cubicBezTo>
                  <a:cubicBezTo>
                    <a:pt x="1475" y="6637"/>
                    <a:pt x="2632" y="5068"/>
                    <a:pt x="4157" y="3799"/>
                  </a:cubicBezTo>
                  <a:cubicBezTo>
                    <a:pt x="5839" y="2399"/>
                    <a:pt x="7661" y="1727"/>
                    <a:pt x="9647" y="909"/>
                  </a:cubicBezTo>
                  <a:cubicBezTo>
                    <a:pt x="10177" y="691"/>
                    <a:pt x="10017" y="1"/>
                    <a:pt x="948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34"/>
            <p:cNvSpPr/>
            <p:nvPr/>
          </p:nvSpPr>
          <p:spPr>
            <a:xfrm>
              <a:off x="3026350" y="441550"/>
              <a:ext cx="247225" cy="201350"/>
            </a:xfrm>
            <a:custGeom>
              <a:avLst/>
              <a:gdLst/>
              <a:ahLst/>
              <a:cxnLst/>
              <a:rect l="l" t="t" r="r" b="b"/>
              <a:pathLst>
                <a:path w="9889" h="8054" extrusionOk="0">
                  <a:moveTo>
                    <a:pt x="9472" y="1"/>
                  </a:moveTo>
                  <a:cubicBezTo>
                    <a:pt x="9466" y="1"/>
                    <a:pt x="9460" y="1"/>
                    <a:pt x="9454" y="1"/>
                  </a:cubicBezTo>
                  <a:cubicBezTo>
                    <a:pt x="5735" y="204"/>
                    <a:pt x="1142" y="4281"/>
                    <a:pt x="59" y="7752"/>
                  </a:cubicBezTo>
                  <a:cubicBezTo>
                    <a:pt x="0" y="7941"/>
                    <a:pt x="141" y="8053"/>
                    <a:pt x="292" y="8053"/>
                  </a:cubicBezTo>
                  <a:cubicBezTo>
                    <a:pt x="375" y="8053"/>
                    <a:pt x="460" y="8019"/>
                    <a:pt x="517" y="7945"/>
                  </a:cubicBezTo>
                  <a:cubicBezTo>
                    <a:pt x="1756" y="6329"/>
                    <a:pt x="2771" y="4701"/>
                    <a:pt x="4382" y="3401"/>
                  </a:cubicBezTo>
                  <a:cubicBezTo>
                    <a:pt x="6005" y="2092"/>
                    <a:pt x="7844" y="1590"/>
                    <a:pt x="9618" y="609"/>
                  </a:cubicBezTo>
                  <a:cubicBezTo>
                    <a:pt x="9889" y="460"/>
                    <a:pt x="9783" y="1"/>
                    <a:pt x="94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34"/>
            <p:cNvSpPr/>
            <p:nvPr/>
          </p:nvSpPr>
          <p:spPr>
            <a:xfrm>
              <a:off x="3172850" y="661350"/>
              <a:ext cx="224850" cy="198300"/>
            </a:xfrm>
            <a:custGeom>
              <a:avLst/>
              <a:gdLst/>
              <a:ahLst/>
              <a:cxnLst/>
              <a:rect l="l" t="t" r="r" b="b"/>
              <a:pathLst>
                <a:path w="8994" h="7932" extrusionOk="0">
                  <a:moveTo>
                    <a:pt x="8456" y="0"/>
                  </a:moveTo>
                  <a:cubicBezTo>
                    <a:pt x="8425" y="0"/>
                    <a:pt x="8392" y="4"/>
                    <a:pt x="8358" y="11"/>
                  </a:cubicBezTo>
                  <a:cubicBezTo>
                    <a:pt x="5106" y="738"/>
                    <a:pt x="1076" y="4402"/>
                    <a:pt x="60" y="7579"/>
                  </a:cubicBezTo>
                  <a:cubicBezTo>
                    <a:pt x="1" y="7765"/>
                    <a:pt x="174" y="7931"/>
                    <a:pt x="343" y="7931"/>
                  </a:cubicBezTo>
                  <a:cubicBezTo>
                    <a:pt x="409" y="7931"/>
                    <a:pt x="474" y="7907"/>
                    <a:pt x="524" y="7849"/>
                  </a:cubicBezTo>
                  <a:cubicBezTo>
                    <a:pt x="1689" y="6518"/>
                    <a:pt x="2590" y="5030"/>
                    <a:pt x="3913" y="3818"/>
                  </a:cubicBezTo>
                  <a:cubicBezTo>
                    <a:pt x="5371" y="2483"/>
                    <a:pt x="7047" y="1783"/>
                    <a:pt x="8657" y="718"/>
                  </a:cubicBezTo>
                  <a:cubicBezTo>
                    <a:pt x="8993" y="494"/>
                    <a:pt x="8826" y="0"/>
                    <a:pt x="84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34"/>
            <p:cNvSpPr/>
            <p:nvPr/>
          </p:nvSpPr>
          <p:spPr>
            <a:xfrm>
              <a:off x="3219000" y="725650"/>
              <a:ext cx="226500" cy="215375"/>
            </a:xfrm>
            <a:custGeom>
              <a:avLst/>
              <a:gdLst/>
              <a:ahLst/>
              <a:cxnLst/>
              <a:rect l="l" t="t" r="r" b="b"/>
              <a:pathLst>
                <a:path w="9060" h="8615" extrusionOk="0">
                  <a:moveTo>
                    <a:pt x="8466" y="1"/>
                  </a:moveTo>
                  <a:cubicBezTo>
                    <a:pt x="8403" y="1"/>
                    <a:pt x="8336" y="16"/>
                    <a:pt x="8267" y="50"/>
                  </a:cubicBezTo>
                  <a:cubicBezTo>
                    <a:pt x="6348" y="1017"/>
                    <a:pt x="4571" y="2396"/>
                    <a:pt x="3025" y="3882"/>
                  </a:cubicBezTo>
                  <a:cubicBezTo>
                    <a:pt x="1836" y="5024"/>
                    <a:pt x="0" y="6568"/>
                    <a:pt x="62" y="8367"/>
                  </a:cubicBezTo>
                  <a:cubicBezTo>
                    <a:pt x="66" y="8507"/>
                    <a:pt x="206" y="8614"/>
                    <a:pt x="335" y="8614"/>
                  </a:cubicBezTo>
                  <a:cubicBezTo>
                    <a:pt x="409" y="8614"/>
                    <a:pt x="480" y="8578"/>
                    <a:pt x="518" y="8491"/>
                  </a:cubicBezTo>
                  <a:cubicBezTo>
                    <a:pt x="2016" y="5007"/>
                    <a:pt x="5594" y="2708"/>
                    <a:pt x="8679" y="755"/>
                  </a:cubicBezTo>
                  <a:cubicBezTo>
                    <a:pt x="9059" y="514"/>
                    <a:pt x="8832" y="1"/>
                    <a:pt x="84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34"/>
            <p:cNvSpPr/>
            <p:nvPr/>
          </p:nvSpPr>
          <p:spPr>
            <a:xfrm>
              <a:off x="2528200" y="658025"/>
              <a:ext cx="405900" cy="260600"/>
            </a:xfrm>
            <a:custGeom>
              <a:avLst/>
              <a:gdLst/>
              <a:ahLst/>
              <a:cxnLst/>
              <a:rect l="l" t="t" r="r" b="b"/>
              <a:pathLst>
                <a:path w="16236" h="10424" extrusionOk="0">
                  <a:moveTo>
                    <a:pt x="1382" y="2708"/>
                  </a:moveTo>
                  <a:cubicBezTo>
                    <a:pt x="2705" y="4465"/>
                    <a:pt x="4361" y="5818"/>
                    <a:pt x="5564" y="7549"/>
                  </a:cubicBezTo>
                  <a:cubicBezTo>
                    <a:pt x="5049" y="7000"/>
                    <a:pt x="4518" y="6467"/>
                    <a:pt x="3972" y="5947"/>
                  </a:cubicBezTo>
                  <a:cubicBezTo>
                    <a:pt x="3369" y="5370"/>
                    <a:pt x="2751" y="4825"/>
                    <a:pt x="2113" y="4299"/>
                  </a:cubicBezTo>
                  <a:cubicBezTo>
                    <a:pt x="2286" y="4264"/>
                    <a:pt x="2405" y="4031"/>
                    <a:pt x="2251" y="3877"/>
                  </a:cubicBezTo>
                  <a:cubicBezTo>
                    <a:pt x="1869" y="3498"/>
                    <a:pt x="1454" y="3168"/>
                    <a:pt x="1030" y="2840"/>
                  </a:cubicBezTo>
                  <a:lnTo>
                    <a:pt x="1382" y="2708"/>
                  </a:lnTo>
                  <a:close/>
                  <a:moveTo>
                    <a:pt x="9295" y="739"/>
                  </a:moveTo>
                  <a:cubicBezTo>
                    <a:pt x="10900" y="739"/>
                    <a:pt x="11714" y="2042"/>
                    <a:pt x="12738" y="3153"/>
                  </a:cubicBezTo>
                  <a:cubicBezTo>
                    <a:pt x="13607" y="4096"/>
                    <a:pt x="14464" y="5049"/>
                    <a:pt x="15310" y="6013"/>
                  </a:cubicBezTo>
                  <a:cubicBezTo>
                    <a:pt x="13936" y="6363"/>
                    <a:pt x="12589" y="6790"/>
                    <a:pt x="11275" y="7331"/>
                  </a:cubicBezTo>
                  <a:cubicBezTo>
                    <a:pt x="10703" y="7567"/>
                    <a:pt x="10139" y="7820"/>
                    <a:pt x="9583" y="8091"/>
                  </a:cubicBezTo>
                  <a:cubicBezTo>
                    <a:pt x="9104" y="8323"/>
                    <a:pt x="7997" y="9216"/>
                    <a:pt x="7494" y="9216"/>
                  </a:cubicBezTo>
                  <a:cubicBezTo>
                    <a:pt x="7280" y="9214"/>
                    <a:pt x="7087" y="9143"/>
                    <a:pt x="6911" y="9028"/>
                  </a:cubicBezTo>
                  <a:cubicBezTo>
                    <a:pt x="5976" y="6497"/>
                    <a:pt x="3660" y="4237"/>
                    <a:pt x="1564" y="2642"/>
                  </a:cubicBezTo>
                  <a:cubicBezTo>
                    <a:pt x="3992" y="1737"/>
                    <a:pt x="6804" y="749"/>
                    <a:pt x="9284" y="739"/>
                  </a:cubicBezTo>
                  <a:cubicBezTo>
                    <a:pt x="9288" y="739"/>
                    <a:pt x="9291" y="739"/>
                    <a:pt x="9295" y="739"/>
                  </a:cubicBezTo>
                  <a:close/>
                  <a:moveTo>
                    <a:pt x="9522" y="0"/>
                  </a:moveTo>
                  <a:cubicBezTo>
                    <a:pt x="8353" y="0"/>
                    <a:pt x="6970" y="475"/>
                    <a:pt x="5977" y="700"/>
                  </a:cubicBezTo>
                  <a:cubicBezTo>
                    <a:pt x="4041" y="1140"/>
                    <a:pt x="2155" y="1729"/>
                    <a:pt x="300" y="2432"/>
                  </a:cubicBezTo>
                  <a:cubicBezTo>
                    <a:pt x="25" y="2536"/>
                    <a:pt x="1" y="2846"/>
                    <a:pt x="223" y="3018"/>
                  </a:cubicBezTo>
                  <a:cubicBezTo>
                    <a:pt x="702" y="3388"/>
                    <a:pt x="1169" y="3763"/>
                    <a:pt x="1673" y="4093"/>
                  </a:cubicBezTo>
                  <a:cubicBezTo>
                    <a:pt x="3491" y="5760"/>
                    <a:pt x="5144" y="7550"/>
                    <a:pt x="6623" y="9541"/>
                  </a:cubicBezTo>
                  <a:cubicBezTo>
                    <a:pt x="6713" y="9781"/>
                    <a:pt x="6797" y="10028"/>
                    <a:pt x="6867" y="10287"/>
                  </a:cubicBezTo>
                  <a:cubicBezTo>
                    <a:pt x="6892" y="10382"/>
                    <a:pt x="6963" y="10423"/>
                    <a:pt x="7035" y="10423"/>
                  </a:cubicBezTo>
                  <a:cubicBezTo>
                    <a:pt x="7146" y="10423"/>
                    <a:pt x="7261" y="10329"/>
                    <a:pt x="7234" y="10186"/>
                  </a:cubicBezTo>
                  <a:cubicBezTo>
                    <a:pt x="7224" y="10130"/>
                    <a:pt x="7207" y="10076"/>
                    <a:pt x="7196" y="10021"/>
                  </a:cubicBezTo>
                  <a:cubicBezTo>
                    <a:pt x="7219" y="10016"/>
                    <a:pt x="7243" y="10009"/>
                    <a:pt x="7264" y="9998"/>
                  </a:cubicBezTo>
                  <a:cubicBezTo>
                    <a:pt x="9998" y="8390"/>
                    <a:pt x="12869" y="7216"/>
                    <a:pt x="15954" y="6481"/>
                  </a:cubicBezTo>
                  <a:cubicBezTo>
                    <a:pt x="16193" y="6424"/>
                    <a:pt x="16235" y="6133"/>
                    <a:pt x="16091" y="5967"/>
                  </a:cubicBezTo>
                  <a:cubicBezTo>
                    <a:pt x="14926" y="4637"/>
                    <a:pt x="13744" y="3322"/>
                    <a:pt x="12545" y="2023"/>
                  </a:cubicBezTo>
                  <a:cubicBezTo>
                    <a:pt x="11928" y="1357"/>
                    <a:pt x="11266" y="350"/>
                    <a:pt x="10341" y="98"/>
                  </a:cubicBezTo>
                  <a:cubicBezTo>
                    <a:pt x="10087" y="29"/>
                    <a:pt x="9811" y="0"/>
                    <a:pt x="95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34"/>
            <p:cNvSpPr/>
            <p:nvPr/>
          </p:nvSpPr>
          <p:spPr>
            <a:xfrm>
              <a:off x="2739725" y="878000"/>
              <a:ext cx="265375" cy="114400"/>
            </a:xfrm>
            <a:custGeom>
              <a:avLst/>
              <a:gdLst/>
              <a:ahLst/>
              <a:cxnLst/>
              <a:rect l="l" t="t" r="r" b="b"/>
              <a:pathLst>
                <a:path w="10615" h="4576" extrusionOk="0">
                  <a:moveTo>
                    <a:pt x="8807" y="0"/>
                  </a:moveTo>
                  <a:cubicBezTo>
                    <a:pt x="5620" y="0"/>
                    <a:pt x="1581" y="1966"/>
                    <a:pt x="54" y="4386"/>
                  </a:cubicBezTo>
                  <a:cubicBezTo>
                    <a:pt x="1" y="4471"/>
                    <a:pt x="79" y="4576"/>
                    <a:pt x="166" y="4576"/>
                  </a:cubicBezTo>
                  <a:cubicBezTo>
                    <a:pt x="186" y="4576"/>
                    <a:pt x="207" y="4570"/>
                    <a:pt x="226" y="4558"/>
                  </a:cubicBezTo>
                  <a:cubicBezTo>
                    <a:pt x="1875" y="3508"/>
                    <a:pt x="3258" y="2278"/>
                    <a:pt x="5131" y="1591"/>
                  </a:cubicBezTo>
                  <a:cubicBezTo>
                    <a:pt x="6861" y="957"/>
                    <a:pt x="8587" y="1026"/>
                    <a:pt x="10351" y="694"/>
                  </a:cubicBezTo>
                  <a:cubicBezTo>
                    <a:pt x="10615" y="644"/>
                    <a:pt x="10595" y="242"/>
                    <a:pt x="10351" y="180"/>
                  </a:cubicBezTo>
                  <a:cubicBezTo>
                    <a:pt x="9872" y="58"/>
                    <a:pt x="9352" y="0"/>
                    <a:pt x="88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34"/>
            <p:cNvSpPr/>
            <p:nvPr/>
          </p:nvSpPr>
          <p:spPr>
            <a:xfrm>
              <a:off x="2783475" y="946275"/>
              <a:ext cx="254775" cy="113000"/>
            </a:xfrm>
            <a:custGeom>
              <a:avLst/>
              <a:gdLst/>
              <a:ahLst/>
              <a:cxnLst/>
              <a:rect l="l" t="t" r="r" b="b"/>
              <a:pathLst>
                <a:path w="10191" h="4520" extrusionOk="0">
                  <a:moveTo>
                    <a:pt x="9024" y="1"/>
                  </a:moveTo>
                  <a:cubicBezTo>
                    <a:pt x="7296" y="1"/>
                    <a:pt x="5453" y="625"/>
                    <a:pt x="3919" y="1282"/>
                  </a:cubicBezTo>
                  <a:cubicBezTo>
                    <a:pt x="2789" y="1765"/>
                    <a:pt x="261" y="2658"/>
                    <a:pt x="23" y="4060"/>
                  </a:cubicBezTo>
                  <a:cubicBezTo>
                    <a:pt x="1" y="4188"/>
                    <a:pt x="41" y="4285"/>
                    <a:pt x="145" y="4359"/>
                  </a:cubicBezTo>
                  <a:lnTo>
                    <a:pt x="328" y="4490"/>
                  </a:lnTo>
                  <a:cubicBezTo>
                    <a:pt x="356" y="4510"/>
                    <a:pt x="386" y="4519"/>
                    <a:pt x="416" y="4519"/>
                  </a:cubicBezTo>
                  <a:cubicBezTo>
                    <a:pt x="528" y="4519"/>
                    <a:pt x="634" y="4397"/>
                    <a:pt x="599" y="4281"/>
                  </a:cubicBezTo>
                  <a:cubicBezTo>
                    <a:pt x="310" y="3333"/>
                    <a:pt x="4773" y="1735"/>
                    <a:pt x="5289" y="1569"/>
                  </a:cubicBezTo>
                  <a:cubicBezTo>
                    <a:pt x="6773" y="1093"/>
                    <a:pt x="8295" y="1027"/>
                    <a:pt x="9799" y="688"/>
                  </a:cubicBezTo>
                  <a:cubicBezTo>
                    <a:pt x="10190" y="600"/>
                    <a:pt x="10059" y="73"/>
                    <a:pt x="9711" y="36"/>
                  </a:cubicBezTo>
                  <a:cubicBezTo>
                    <a:pt x="9485" y="12"/>
                    <a:pt x="9255" y="1"/>
                    <a:pt x="902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34"/>
            <p:cNvSpPr/>
            <p:nvPr/>
          </p:nvSpPr>
          <p:spPr>
            <a:xfrm>
              <a:off x="2839925" y="1007825"/>
              <a:ext cx="259925" cy="117700"/>
            </a:xfrm>
            <a:custGeom>
              <a:avLst/>
              <a:gdLst/>
              <a:ahLst/>
              <a:cxnLst/>
              <a:rect l="l" t="t" r="r" b="b"/>
              <a:pathLst>
                <a:path w="10397" h="4708" extrusionOk="0">
                  <a:moveTo>
                    <a:pt x="9045" y="1"/>
                  </a:moveTo>
                  <a:cubicBezTo>
                    <a:pt x="5729" y="1"/>
                    <a:pt x="2019" y="2104"/>
                    <a:pt x="58" y="4551"/>
                  </a:cubicBezTo>
                  <a:cubicBezTo>
                    <a:pt x="0" y="4623"/>
                    <a:pt x="54" y="4707"/>
                    <a:pt x="124" y="4707"/>
                  </a:cubicBezTo>
                  <a:cubicBezTo>
                    <a:pt x="145" y="4707"/>
                    <a:pt x="167" y="4700"/>
                    <a:pt x="188" y="4683"/>
                  </a:cubicBezTo>
                  <a:cubicBezTo>
                    <a:pt x="1738" y="3418"/>
                    <a:pt x="3324" y="2289"/>
                    <a:pt x="5224" y="1613"/>
                  </a:cubicBezTo>
                  <a:cubicBezTo>
                    <a:pt x="6821" y="1047"/>
                    <a:pt x="8433" y="1014"/>
                    <a:pt x="10074" y="712"/>
                  </a:cubicBezTo>
                  <a:cubicBezTo>
                    <a:pt x="10385" y="655"/>
                    <a:pt x="10396" y="120"/>
                    <a:pt x="10074" y="73"/>
                  </a:cubicBezTo>
                  <a:cubicBezTo>
                    <a:pt x="9737" y="24"/>
                    <a:pt x="9393" y="1"/>
                    <a:pt x="90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A683768D-C00B-43EC-83AD-9ABE48860E34}"/>
              </a:ext>
            </a:extLst>
          </p:cNvPr>
          <p:cNvSpPr txBox="1"/>
          <p:nvPr/>
        </p:nvSpPr>
        <p:spPr>
          <a:xfrm>
            <a:off x="3309703" y="697561"/>
            <a:ext cx="41553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Insert the following elements: </a:t>
            </a:r>
          </a:p>
          <a:p>
            <a:pPr algn="ctr"/>
            <a:r>
              <a:rPr lang="en-US" sz="2000" b="1" dirty="0"/>
              <a:t>5   4   6   9   1   8   3   10   7   2   11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39C2B83-F9CC-42E9-8DEC-2F6B745AD5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7395" y="1301158"/>
            <a:ext cx="3648392" cy="3331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2737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4"/>
          <p:cNvSpPr txBox="1">
            <a:spLocks noGrp="1"/>
          </p:cNvSpPr>
          <p:nvPr>
            <p:ph type="title"/>
          </p:nvPr>
        </p:nvSpPr>
        <p:spPr>
          <a:xfrm>
            <a:off x="1307759" y="947437"/>
            <a:ext cx="2939511" cy="4372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u="sng" dirty="0"/>
              <a:t>Insertion</a:t>
            </a:r>
            <a:br>
              <a:rPr lang="en-US" b="1" dirty="0"/>
            </a:br>
            <a:r>
              <a:rPr lang="en-US" b="1" dirty="0"/>
              <a:t>  </a:t>
            </a:r>
            <a:r>
              <a:rPr lang="en-US" b="1" u="sng" dirty="0">
                <a:solidFill>
                  <a:srgbClr val="C00000"/>
                </a:solidFill>
              </a:rPr>
              <a:t>Minheap</a:t>
            </a:r>
            <a:br>
              <a:rPr lang="en-US" b="1" u="sng" dirty="0">
                <a:solidFill>
                  <a:srgbClr val="C00000"/>
                </a:solidFill>
              </a:rPr>
            </a:br>
            <a:r>
              <a:rPr lang="en-US" sz="1400" b="1" dirty="0"/>
              <a:t>	</a:t>
            </a:r>
            <a:endParaRPr lang="en-US" sz="1400" b="1" dirty="0">
              <a:solidFill>
                <a:srgbClr val="C00000"/>
              </a:solidFill>
            </a:endParaRPr>
          </a:p>
        </p:txBody>
      </p:sp>
      <p:sp>
        <p:nvSpPr>
          <p:cNvPr id="234" name="Google Shape;234;p34"/>
          <p:cNvSpPr txBox="1">
            <a:spLocks noGrp="1"/>
          </p:cNvSpPr>
          <p:nvPr>
            <p:ph type="subTitle" idx="1"/>
          </p:nvPr>
        </p:nvSpPr>
        <p:spPr>
          <a:xfrm>
            <a:off x="1307759" y="531752"/>
            <a:ext cx="3439500" cy="53514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Heaps	</a:t>
            </a:r>
          </a:p>
        </p:txBody>
      </p:sp>
      <p:pic>
        <p:nvPicPr>
          <p:cNvPr id="235" name="Google Shape;235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695460">
            <a:off x="7765338" y="3361772"/>
            <a:ext cx="1241024" cy="1610463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grpSp>
        <p:nvGrpSpPr>
          <p:cNvPr id="236" name="Google Shape;236;p34"/>
          <p:cNvGrpSpPr/>
          <p:nvPr/>
        </p:nvGrpSpPr>
        <p:grpSpPr>
          <a:xfrm rot="790859">
            <a:off x="7973758" y="3964891"/>
            <a:ext cx="824184" cy="712067"/>
            <a:chOff x="2341425" y="238100"/>
            <a:chExt cx="1328900" cy="1148125"/>
          </a:xfrm>
        </p:grpSpPr>
        <p:sp>
          <p:nvSpPr>
            <p:cNvPr id="237" name="Google Shape;237;p34"/>
            <p:cNvSpPr/>
            <p:nvPr/>
          </p:nvSpPr>
          <p:spPr>
            <a:xfrm>
              <a:off x="2341425" y="238100"/>
              <a:ext cx="1328900" cy="1148125"/>
            </a:xfrm>
            <a:custGeom>
              <a:avLst/>
              <a:gdLst/>
              <a:ahLst/>
              <a:cxnLst/>
              <a:rect l="l" t="t" r="r" b="b"/>
              <a:pathLst>
                <a:path w="53156" h="45925" extrusionOk="0">
                  <a:moveTo>
                    <a:pt x="49853" y="24103"/>
                  </a:moveTo>
                  <a:cubicBezTo>
                    <a:pt x="50212" y="24609"/>
                    <a:pt x="50681" y="25003"/>
                    <a:pt x="51172" y="25380"/>
                  </a:cubicBezTo>
                  <a:cubicBezTo>
                    <a:pt x="48199" y="26540"/>
                    <a:pt x="45438" y="28144"/>
                    <a:pt x="42987" y="30206"/>
                  </a:cubicBezTo>
                  <a:cubicBezTo>
                    <a:pt x="41727" y="31264"/>
                    <a:pt x="40396" y="32510"/>
                    <a:pt x="39238" y="33887"/>
                  </a:cubicBezTo>
                  <a:cubicBezTo>
                    <a:pt x="39347" y="33688"/>
                    <a:pt x="39460" y="33491"/>
                    <a:pt x="39578" y="33301"/>
                  </a:cubicBezTo>
                  <a:cubicBezTo>
                    <a:pt x="40490" y="31831"/>
                    <a:pt x="41539" y="30449"/>
                    <a:pt x="42711" y="29176"/>
                  </a:cubicBezTo>
                  <a:cubicBezTo>
                    <a:pt x="44775" y="26932"/>
                    <a:pt x="47091" y="25229"/>
                    <a:pt x="49853" y="24103"/>
                  </a:cubicBezTo>
                  <a:close/>
                  <a:moveTo>
                    <a:pt x="35117" y="1053"/>
                  </a:moveTo>
                  <a:lnTo>
                    <a:pt x="35117" y="1053"/>
                  </a:lnTo>
                  <a:cubicBezTo>
                    <a:pt x="36710" y="1715"/>
                    <a:pt x="38294" y="4814"/>
                    <a:pt x="38992" y="5799"/>
                  </a:cubicBezTo>
                  <a:cubicBezTo>
                    <a:pt x="40312" y="7660"/>
                    <a:pt x="41633" y="9523"/>
                    <a:pt x="42954" y="11383"/>
                  </a:cubicBezTo>
                  <a:cubicBezTo>
                    <a:pt x="44182" y="13110"/>
                    <a:pt x="45421" y="14827"/>
                    <a:pt x="46633" y="16564"/>
                  </a:cubicBezTo>
                  <a:cubicBezTo>
                    <a:pt x="46650" y="16588"/>
                    <a:pt x="46667" y="16613"/>
                    <a:pt x="46685" y="16638"/>
                  </a:cubicBezTo>
                  <a:cubicBezTo>
                    <a:pt x="47623" y="18397"/>
                    <a:pt x="48600" y="20134"/>
                    <a:pt x="49618" y="21849"/>
                  </a:cubicBezTo>
                  <a:cubicBezTo>
                    <a:pt x="48693" y="22281"/>
                    <a:pt x="47744" y="23007"/>
                    <a:pt x="47214" y="23343"/>
                  </a:cubicBezTo>
                  <a:cubicBezTo>
                    <a:pt x="45320" y="24544"/>
                    <a:pt x="43587" y="25982"/>
                    <a:pt x="42057" y="27622"/>
                  </a:cubicBezTo>
                  <a:cubicBezTo>
                    <a:pt x="40592" y="29191"/>
                    <a:pt x="39304" y="30938"/>
                    <a:pt x="38281" y="32827"/>
                  </a:cubicBezTo>
                  <a:cubicBezTo>
                    <a:pt x="37877" y="33573"/>
                    <a:pt x="37271" y="34533"/>
                    <a:pt x="36981" y="35496"/>
                  </a:cubicBezTo>
                  <a:cubicBezTo>
                    <a:pt x="36328" y="34434"/>
                    <a:pt x="35635" y="33395"/>
                    <a:pt x="34953" y="32353"/>
                  </a:cubicBezTo>
                  <a:cubicBezTo>
                    <a:pt x="33450" y="30055"/>
                    <a:pt x="31915" y="27777"/>
                    <a:pt x="30347" y="25524"/>
                  </a:cubicBezTo>
                  <a:cubicBezTo>
                    <a:pt x="28841" y="23359"/>
                    <a:pt x="27306" y="21217"/>
                    <a:pt x="25741" y="19095"/>
                  </a:cubicBezTo>
                  <a:cubicBezTo>
                    <a:pt x="24508" y="17421"/>
                    <a:pt x="23256" y="15382"/>
                    <a:pt x="21757" y="13843"/>
                  </a:cubicBezTo>
                  <a:cubicBezTo>
                    <a:pt x="22758" y="10753"/>
                    <a:pt x="24747" y="8361"/>
                    <a:pt x="26903" y="5992"/>
                  </a:cubicBezTo>
                  <a:cubicBezTo>
                    <a:pt x="27357" y="5493"/>
                    <a:pt x="27826" y="4981"/>
                    <a:pt x="28315" y="4481"/>
                  </a:cubicBezTo>
                  <a:cubicBezTo>
                    <a:pt x="29626" y="3498"/>
                    <a:pt x="31045" y="2668"/>
                    <a:pt x="32551" y="2018"/>
                  </a:cubicBezTo>
                  <a:cubicBezTo>
                    <a:pt x="33121" y="1772"/>
                    <a:pt x="33780" y="1496"/>
                    <a:pt x="34476" y="1255"/>
                  </a:cubicBezTo>
                  <a:cubicBezTo>
                    <a:pt x="34702" y="1206"/>
                    <a:pt x="34932" y="1166"/>
                    <a:pt x="35161" y="1125"/>
                  </a:cubicBezTo>
                  <a:cubicBezTo>
                    <a:pt x="35147" y="1101"/>
                    <a:pt x="35132" y="1076"/>
                    <a:pt x="35117" y="1053"/>
                  </a:cubicBezTo>
                  <a:close/>
                  <a:moveTo>
                    <a:pt x="49886" y="22296"/>
                  </a:moveTo>
                  <a:cubicBezTo>
                    <a:pt x="50069" y="22601"/>
                    <a:pt x="50253" y="22905"/>
                    <a:pt x="50437" y="23208"/>
                  </a:cubicBezTo>
                  <a:cubicBezTo>
                    <a:pt x="50328" y="23239"/>
                    <a:pt x="50219" y="23270"/>
                    <a:pt x="50110" y="23305"/>
                  </a:cubicBezTo>
                  <a:cubicBezTo>
                    <a:pt x="50098" y="23304"/>
                    <a:pt x="50086" y="23303"/>
                    <a:pt x="50074" y="23303"/>
                  </a:cubicBezTo>
                  <a:cubicBezTo>
                    <a:pt x="49989" y="23303"/>
                    <a:pt x="49905" y="23334"/>
                    <a:pt x="49839" y="23390"/>
                  </a:cubicBezTo>
                  <a:cubicBezTo>
                    <a:pt x="46983" y="24343"/>
                    <a:pt x="44499" y="26352"/>
                    <a:pt x="42469" y="28520"/>
                  </a:cubicBezTo>
                  <a:cubicBezTo>
                    <a:pt x="40592" y="30525"/>
                    <a:pt x="38254" y="33305"/>
                    <a:pt x="37357" y="36095"/>
                  </a:cubicBezTo>
                  <a:cubicBezTo>
                    <a:pt x="37306" y="36011"/>
                    <a:pt x="37249" y="35923"/>
                    <a:pt x="37190" y="35830"/>
                  </a:cubicBezTo>
                  <a:cubicBezTo>
                    <a:pt x="37565" y="34416"/>
                    <a:pt x="38696" y="32821"/>
                    <a:pt x="39296" y="31878"/>
                  </a:cubicBezTo>
                  <a:cubicBezTo>
                    <a:pt x="40239" y="30393"/>
                    <a:pt x="41330" y="29005"/>
                    <a:pt x="42550" y="27739"/>
                  </a:cubicBezTo>
                  <a:cubicBezTo>
                    <a:pt x="43708" y="26537"/>
                    <a:pt x="44980" y="25451"/>
                    <a:pt x="46348" y="24494"/>
                  </a:cubicBezTo>
                  <a:cubicBezTo>
                    <a:pt x="47234" y="23875"/>
                    <a:pt x="48600" y="22828"/>
                    <a:pt x="49886" y="22296"/>
                  </a:cubicBezTo>
                  <a:close/>
                  <a:moveTo>
                    <a:pt x="20475" y="13918"/>
                  </a:moveTo>
                  <a:cubicBezTo>
                    <a:pt x="20720" y="13985"/>
                    <a:pt x="20968" y="14054"/>
                    <a:pt x="21218" y="14127"/>
                  </a:cubicBezTo>
                  <a:lnTo>
                    <a:pt x="21219" y="14127"/>
                  </a:lnTo>
                  <a:cubicBezTo>
                    <a:pt x="22265" y="15897"/>
                    <a:pt x="23782" y="17534"/>
                    <a:pt x="24979" y="19160"/>
                  </a:cubicBezTo>
                  <a:cubicBezTo>
                    <a:pt x="26409" y="21107"/>
                    <a:pt x="27816" y="23071"/>
                    <a:pt x="29199" y="25052"/>
                  </a:cubicBezTo>
                  <a:cubicBezTo>
                    <a:pt x="30581" y="27035"/>
                    <a:pt x="31937" y="29034"/>
                    <a:pt x="33269" y="31050"/>
                  </a:cubicBezTo>
                  <a:cubicBezTo>
                    <a:pt x="33874" y="31967"/>
                    <a:pt x="34473" y="32886"/>
                    <a:pt x="35069" y="33809"/>
                  </a:cubicBezTo>
                  <a:cubicBezTo>
                    <a:pt x="35425" y="34364"/>
                    <a:pt x="35780" y="34920"/>
                    <a:pt x="36133" y="35475"/>
                  </a:cubicBezTo>
                  <a:lnTo>
                    <a:pt x="36486" y="36032"/>
                  </a:lnTo>
                  <a:cubicBezTo>
                    <a:pt x="36496" y="36074"/>
                    <a:pt x="36508" y="36115"/>
                    <a:pt x="36522" y="36155"/>
                  </a:cubicBezTo>
                  <a:cubicBezTo>
                    <a:pt x="33879" y="32306"/>
                    <a:pt x="31050" y="28568"/>
                    <a:pt x="28325" y="24779"/>
                  </a:cubicBezTo>
                  <a:cubicBezTo>
                    <a:pt x="25722" y="21160"/>
                    <a:pt x="23203" y="17449"/>
                    <a:pt x="20475" y="13918"/>
                  </a:cubicBezTo>
                  <a:close/>
                  <a:moveTo>
                    <a:pt x="37953" y="37630"/>
                  </a:moveTo>
                  <a:cubicBezTo>
                    <a:pt x="37851" y="37834"/>
                    <a:pt x="37753" y="38038"/>
                    <a:pt x="37661" y="38245"/>
                  </a:cubicBezTo>
                  <a:cubicBezTo>
                    <a:pt x="37630" y="38236"/>
                    <a:pt x="37597" y="38231"/>
                    <a:pt x="37565" y="38231"/>
                  </a:cubicBezTo>
                  <a:cubicBezTo>
                    <a:pt x="37533" y="38231"/>
                    <a:pt x="37500" y="38236"/>
                    <a:pt x="37470" y="38245"/>
                  </a:cubicBezTo>
                  <a:cubicBezTo>
                    <a:pt x="37633" y="38041"/>
                    <a:pt x="37793" y="37835"/>
                    <a:pt x="37953" y="37630"/>
                  </a:cubicBezTo>
                  <a:close/>
                  <a:moveTo>
                    <a:pt x="36509" y="38717"/>
                  </a:moveTo>
                  <a:cubicBezTo>
                    <a:pt x="36518" y="38717"/>
                    <a:pt x="36527" y="38717"/>
                    <a:pt x="36536" y="38717"/>
                  </a:cubicBezTo>
                  <a:cubicBezTo>
                    <a:pt x="36609" y="38809"/>
                    <a:pt x="36720" y="38864"/>
                    <a:pt x="36837" y="38865"/>
                  </a:cubicBezTo>
                  <a:cubicBezTo>
                    <a:pt x="36596" y="38971"/>
                    <a:pt x="36282" y="39011"/>
                    <a:pt x="35935" y="39011"/>
                  </a:cubicBezTo>
                  <a:cubicBezTo>
                    <a:pt x="35451" y="39011"/>
                    <a:pt x="34904" y="38934"/>
                    <a:pt x="34409" y="38856"/>
                  </a:cubicBezTo>
                  <a:cubicBezTo>
                    <a:pt x="35105" y="38764"/>
                    <a:pt x="35807" y="38717"/>
                    <a:pt x="36509" y="38717"/>
                  </a:cubicBezTo>
                  <a:close/>
                  <a:moveTo>
                    <a:pt x="15183" y="13113"/>
                  </a:moveTo>
                  <a:cubicBezTo>
                    <a:pt x="16769" y="13113"/>
                    <a:pt x="18319" y="13366"/>
                    <a:pt x="19934" y="13775"/>
                  </a:cubicBezTo>
                  <a:cubicBezTo>
                    <a:pt x="22531" y="17699"/>
                    <a:pt x="25404" y="21460"/>
                    <a:pt x="28149" y="25276"/>
                  </a:cubicBezTo>
                  <a:cubicBezTo>
                    <a:pt x="30879" y="29073"/>
                    <a:pt x="33528" y="32953"/>
                    <a:pt x="36351" y="36684"/>
                  </a:cubicBezTo>
                  <a:cubicBezTo>
                    <a:pt x="34542" y="35843"/>
                    <a:pt x="32568" y="35460"/>
                    <a:pt x="30570" y="35460"/>
                  </a:cubicBezTo>
                  <a:cubicBezTo>
                    <a:pt x="26406" y="35460"/>
                    <a:pt x="22142" y="37123"/>
                    <a:pt x="19074" y="39757"/>
                  </a:cubicBezTo>
                  <a:cubicBezTo>
                    <a:pt x="13793" y="32214"/>
                    <a:pt x="8154" y="24943"/>
                    <a:pt x="2157" y="17945"/>
                  </a:cubicBezTo>
                  <a:lnTo>
                    <a:pt x="2159" y="17945"/>
                  </a:lnTo>
                  <a:cubicBezTo>
                    <a:pt x="5055" y="16227"/>
                    <a:pt x="8015" y="14530"/>
                    <a:pt x="11283" y="13642"/>
                  </a:cubicBezTo>
                  <a:cubicBezTo>
                    <a:pt x="12638" y="13273"/>
                    <a:pt x="13922" y="13113"/>
                    <a:pt x="15183" y="13113"/>
                  </a:cubicBezTo>
                  <a:close/>
                  <a:moveTo>
                    <a:pt x="2578" y="20435"/>
                  </a:moveTo>
                  <a:cubicBezTo>
                    <a:pt x="8168" y="27062"/>
                    <a:pt x="13443" y="33937"/>
                    <a:pt x="18402" y="41058"/>
                  </a:cubicBezTo>
                  <a:cubicBezTo>
                    <a:pt x="18543" y="41262"/>
                    <a:pt x="18758" y="41377"/>
                    <a:pt x="18977" y="41377"/>
                  </a:cubicBezTo>
                  <a:cubicBezTo>
                    <a:pt x="19133" y="41377"/>
                    <a:pt x="19292" y="41318"/>
                    <a:pt x="19427" y="41190"/>
                  </a:cubicBezTo>
                  <a:cubicBezTo>
                    <a:pt x="21632" y="39103"/>
                    <a:pt x="24333" y="37693"/>
                    <a:pt x="27314" y="37090"/>
                  </a:cubicBezTo>
                  <a:cubicBezTo>
                    <a:pt x="28284" y="36894"/>
                    <a:pt x="29226" y="36809"/>
                    <a:pt x="30154" y="36809"/>
                  </a:cubicBezTo>
                  <a:cubicBezTo>
                    <a:pt x="30890" y="36809"/>
                    <a:pt x="31618" y="36863"/>
                    <a:pt x="32345" y="36959"/>
                  </a:cubicBezTo>
                  <a:cubicBezTo>
                    <a:pt x="32139" y="36996"/>
                    <a:pt x="31934" y="37038"/>
                    <a:pt x="31726" y="37085"/>
                  </a:cubicBezTo>
                  <a:cubicBezTo>
                    <a:pt x="29702" y="37535"/>
                    <a:pt x="27672" y="38191"/>
                    <a:pt x="25741" y="38939"/>
                  </a:cubicBezTo>
                  <a:cubicBezTo>
                    <a:pt x="24060" y="39590"/>
                    <a:pt x="22425" y="40379"/>
                    <a:pt x="20975" y="41459"/>
                  </a:cubicBezTo>
                  <a:cubicBezTo>
                    <a:pt x="20335" y="41934"/>
                    <a:pt x="18892" y="42836"/>
                    <a:pt x="18616" y="43758"/>
                  </a:cubicBezTo>
                  <a:cubicBezTo>
                    <a:pt x="15797" y="39642"/>
                    <a:pt x="12269" y="35871"/>
                    <a:pt x="9131" y="31993"/>
                  </a:cubicBezTo>
                  <a:cubicBezTo>
                    <a:pt x="7537" y="30022"/>
                    <a:pt x="5941" y="28055"/>
                    <a:pt x="4343" y="26088"/>
                  </a:cubicBezTo>
                  <a:cubicBezTo>
                    <a:pt x="3509" y="25063"/>
                    <a:pt x="2360" y="24025"/>
                    <a:pt x="1726" y="22872"/>
                  </a:cubicBezTo>
                  <a:lnTo>
                    <a:pt x="1290" y="22336"/>
                  </a:lnTo>
                  <a:cubicBezTo>
                    <a:pt x="1365" y="21812"/>
                    <a:pt x="1612" y="21399"/>
                    <a:pt x="2027" y="21097"/>
                  </a:cubicBezTo>
                  <a:cubicBezTo>
                    <a:pt x="2191" y="20870"/>
                    <a:pt x="2390" y="20654"/>
                    <a:pt x="2578" y="20435"/>
                  </a:cubicBezTo>
                  <a:close/>
                  <a:moveTo>
                    <a:pt x="34214" y="37438"/>
                  </a:moveTo>
                  <a:cubicBezTo>
                    <a:pt x="34480" y="37438"/>
                    <a:pt x="34745" y="37450"/>
                    <a:pt x="35009" y="37476"/>
                  </a:cubicBezTo>
                  <a:cubicBezTo>
                    <a:pt x="35056" y="37488"/>
                    <a:pt x="35104" y="37502"/>
                    <a:pt x="35153" y="37514"/>
                  </a:cubicBezTo>
                  <a:cubicBezTo>
                    <a:pt x="32341" y="37733"/>
                    <a:pt x="29659" y="38637"/>
                    <a:pt x="27141" y="39965"/>
                  </a:cubicBezTo>
                  <a:cubicBezTo>
                    <a:pt x="25564" y="40797"/>
                    <a:pt x="24060" y="41771"/>
                    <a:pt x="22625" y="42823"/>
                  </a:cubicBezTo>
                  <a:cubicBezTo>
                    <a:pt x="22053" y="43241"/>
                    <a:pt x="21266" y="44080"/>
                    <a:pt x="20621" y="44360"/>
                  </a:cubicBezTo>
                  <a:cubicBezTo>
                    <a:pt x="20405" y="44454"/>
                    <a:pt x="20198" y="44493"/>
                    <a:pt x="19997" y="44493"/>
                  </a:cubicBezTo>
                  <a:cubicBezTo>
                    <a:pt x="19802" y="44493"/>
                    <a:pt x="19613" y="44456"/>
                    <a:pt x="19427" y="44400"/>
                  </a:cubicBezTo>
                  <a:cubicBezTo>
                    <a:pt x="19434" y="44391"/>
                    <a:pt x="19440" y="44386"/>
                    <a:pt x="19448" y="44377"/>
                  </a:cubicBezTo>
                  <a:cubicBezTo>
                    <a:pt x="19593" y="44198"/>
                    <a:pt x="19599" y="43995"/>
                    <a:pt x="19448" y="43814"/>
                  </a:cubicBezTo>
                  <a:lnTo>
                    <a:pt x="19430" y="43792"/>
                  </a:lnTo>
                  <a:cubicBezTo>
                    <a:pt x="19697" y="43721"/>
                    <a:pt x="19911" y="43553"/>
                    <a:pt x="20074" y="43287"/>
                  </a:cubicBezTo>
                  <a:cubicBezTo>
                    <a:pt x="20320" y="43038"/>
                    <a:pt x="20576" y="42801"/>
                    <a:pt x="20843" y="42573"/>
                  </a:cubicBezTo>
                  <a:cubicBezTo>
                    <a:pt x="21485" y="42027"/>
                    <a:pt x="22180" y="41552"/>
                    <a:pt x="22907" y="41126"/>
                  </a:cubicBezTo>
                  <a:cubicBezTo>
                    <a:pt x="24188" y="40374"/>
                    <a:pt x="25559" y="39793"/>
                    <a:pt x="26955" y="39291"/>
                  </a:cubicBezTo>
                  <a:cubicBezTo>
                    <a:pt x="29199" y="38484"/>
                    <a:pt x="31750" y="37438"/>
                    <a:pt x="34214" y="37438"/>
                  </a:cubicBezTo>
                  <a:close/>
                  <a:moveTo>
                    <a:pt x="34842" y="0"/>
                  </a:moveTo>
                  <a:cubicBezTo>
                    <a:pt x="34343" y="0"/>
                    <a:pt x="33867" y="188"/>
                    <a:pt x="33507" y="630"/>
                  </a:cubicBezTo>
                  <a:cubicBezTo>
                    <a:pt x="31447" y="1151"/>
                    <a:pt x="29512" y="2015"/>
                    <a:pt x="27862" y="3526"/>
                  </a:cubicBezTo>
                  <a:cubicBezTo>
                    <a:pt x="27217" y="4115"/>
                    <a:pt x="26496" y="4800"/>
                    <a:pt x="25773" y="5555"/>
                  </a:cubicBezTo>
                  <a:cubicBezTo>
                    <a:pt x="23620" y="7604"/>
                    <a:pt x="21769" y="10148"/>
                    <a:pt x="20875" y="12916"/>
                  </a:cubicBezTo>
                  <a:cubicBezTo>
                    <a:pt x="19359" y="12052"/>
                    <a:pt x="17538" y="11727"/>
                    <a:pt x="15721" y="11727"/>
                  </a:cubicBezTo>
                  <a:cubicBezTo>
                    <a:pt x="14356" y="11727"/>
                    <a:pt x="12994" y="11911"/>
                    <a:pt x="11766" y="12185"/>
                  </a:cubicBezTo>
                  <a:cubicBezTo>
                    <a:pt x="7819" y="13067"/>
                    <a:pt x="4277" y="15176"/>
                    <a:pt x="838" y="17217"/>
                  </a:cubicBezTo>
                  <a:cubicBezTo>
                    <a:pt x="458" y="17444"/>
                    <a:pt x="436" y="17923"/>
                    <a:pt x="707" y="18237"/>
                  </a:cubicBezTo>
                  <a:cubicBezTo>
                    <a:pt x="1244" y="18859"/>
                    <a:pt x="1774" y="19488"/>
                    <a:pt x="2305" y="20116"/>
                  </a:cubicBezTo>
                  <a:cubicBezTo>
                    <a:pt x="1441" y="20484"/>
                    <a:pt x="862" y="21064"/>
                    <a:pt x="197" y="21811"/>
                  </a:cubicBezTo>
                  <a:cubicBezTo>
                    <a:pt x="77" y="21947"/>
                    <a:pt x="0" y="22200"/>
                    <a:pt x="127" y="22363"/>
                  </a:cubicBezTo>
                  <a:cubicBezTo>
                    <a:pt x="2951" y="26054"/>
                    <a:pt x="5928" y="29634"/>
                    <a:pt x="8843" y="33254"/>
                  </a:cubicBezTo>
                  <a:cubicBezTo>
                    <a:pt x="11749" y="36861"/>
                    <a:pt x="14485" y="40794"/>
                    <a:pt x="17652" y="44182"/>
                  </a:cubicBezTo>
                  <a:cubicBezTo>
                    <a:pt x="17664" y="44208"/>
                    <a:pt x="17679" y="44232"/>
                    <a:pt x="17699" y="44255"/>
                  </a:cubicBezTo>
                  <a:cubicBezTo>
                    <a:pt x="18282" y="44908"/>
                    <a:pt x="19219" y="45924"/>
                    <a:pt x="20167" y="45924"/>
                  </a:cubicBezTo>
                  <a:cubicBezTo>
                    <a:pt x="20277" y="45924"/>
                    <a:pt x="20387" y="45910"/>
                    <a:pt x="20497" y="45881"/>
                  </a:cubicBezTo>
                  <a:cubicBezTo>
                    <a:pt x="21148" y="45708"/>
                    <a:pt x="21757" y="44978"/>
                    <a:pt x="22286" y="44585"/>
                  </a:cubicBezTo>
                  <a:cubicBezTo>
                    <a:pt x="23162" y="43935"/>
                    <a:pt x="24053" y="43304"/>
                    <a:pt x="24965" y="42705"/>
                  </a:cubicBezTo>
                  <a:cubicBezTo>
                    <a:pt x="27366" y="41130"/>
                    <a:pt x="29934" y="39829"/>
                    <a:pt x="32678" y="39174"/>
                  </a:cubicBezTo>
                  <a:cubicBezTo>
                    <a:pt x="32752" y="39177"/>
                    <a:pt x="32826" y="39174"/>
                    <a:pt x="32900" y="39178"/>
                  </a:cubicBezTo>
                  <a:cubicBezTo>
                    <a:pt x="34054" y="39233"/>
                    <a:pt x="35153" y="39648"/>
                    <a:pt x="36288" y="39715"/>
                  </a:cubicBezTo>
                  <a:cubicBezTo>
                    <a:pt x="36337" y="39718"/>
                    <a:pt x="36385" y="39720"/>
                    <a:pt x="36433" y="39720"/>
                  </a:cubicBezTo>
                  <a:cubicBezTo>
                    <a:pt x="37209" y="39720"/>
                    <a:pt x="37750" y="39337"/>
                    <a:pt x="37827" y="38540"/>
                  </a:cubicBezTo>
                  <a:cubicBezTo>
                    <a:pt x="39593" y="36201"/>
                    <a:pt x="41115" y="33792"/>
                    <a:pt x="43273" y="31744"/>
                  </a:cubicBezTo>
                  <a:cubicBezTo>
                    <a:pt x="44449" y="30626"/>
                    <a:pt x="45716" y="29608"/>
                    <a:pt x="47060" y="28698"/>
                  </a:cubicBezTo>
                  <a:cubicBezTo>
                    <a:pt x="47079" y="28686"/>
                    <a:pt x="47099" y="28675"/>
                    <a:pt x="47118" y="28662"/>
                  </a:cubicBezTo>
                  <a:cubicBezTo>
                    <a:pt x="48826" y="27633"/>
                    <a:pt x="50637" y="26785"/>
                    <a:pt x="52524" y="26133"/>
                  </a:cubicBezTo>
                  <a:cubicBezTo>
                    <a:pt x="52902" y="26003"/>
                    <a:pt x="53156" y="25447"/>
                    <a:pt x="52785" y="25145"/>
                  </a:cubicBezTo>
                  <a:cubicBezTo>
                    <a:pt x="52171" y="24648"/>
                    <a:pt x="51613" y="24099"/>
                    <a:pt x="50959" y="23696"/>
                  </a:cubicBezTo>
                  <a:cubicBezTo>
                    <a:pt x="51006" y="23680"/>
                    <a:pt x="51050" y="23660"/>
                    <a:pt x="51097" y="23645"/>
                  </a:cubicBezTo>
                  <a:cubicBezTo>
                    <a:pt x="51251" y="23594"/>
                    <a:pt x="51309" y="23468"/>
                    <a:pt x="51300" y="23347"/>
                  </a:cubicBezTo>
                  <a:cubicBezTo>
                    <a:pt x="51345" y="23292"/>
                    <a:pt x="51376" y="23227"/>
                    <a:pt x="51391" y="23158"/>
                  </a:cubicBezTo>
                  <a:cubicBezTo>
                    <a:pt x="51657" y="23086"/>
                    <a:pt x="51868" y="22805"/>
                    <a:pt x="51676" y="22507"/>
                  </a:cubicBezTo>
                  <a:cubicBezTo>
                    <a:pt x="51561" y="22326"/>
                    <a:pt x="51447" y="22144"/>
                    <a:pt x="51333" y="21962"/>
                  </a:cubicBezTo>
                  <a:cubicBezTo>
                    <a:pt x="51345" y="21962"/>
                    <a:pt x="51359" y="21961"/>
                    <a:pt x="51371" y="21961"/>
                  </a:cubicBezTo>
                  <a:cubicBezTo>
                    <a:pt x="51374" y="21961"/>
                    <a:pt x="51377" y="21961"/>
                    <a:pt x="51379" y="21961"/>
                  </a:cubicBezTo>
                  <a:cubicBezTo>
                    <a:pt x="51539" y="21961"/>
                    <a:pt x="51585" y="21737"/>
                    <a:pt x="51453" y="21658"/>
                  </a:cubicBezTo>
                  <a:cubicBezTo>
                    <a:pt x="51333" y="21585"/>
                    <a:pt x="51198" y="21544"/>
                    <a:pt x="51056" y="21524"/>
                  </a:cubicBezTo>
                  <a:cubicBezTo>
                    <a:pt x="50796" y="21108"/>
                    <a:pt x="50546" y="20689"/>
                    <a:pt x="50290" y="20269"/>
                  </a:cubicBezTo>
                  <a:cubicBezTo>
                    <a:pt x="50030" y="19581"/>
                    <a:pt x="49589" y="18953"/>
                    <a:pt x="49191" y="18312"/>
                  </a:cubicBezTo>
                  <a:cubicBezTo>
                    <a:pt x="48421" y="17077"/>
                    <a:pt x="47572" y="15893"/>
                    <a:pt x="46728" y="14709"/>
                  </a:cubicBezTo>
                  <a:cubicBezTo>
                    <a:pt x="45005" y="12292"/>
                    <a:pt x="43280" y="9876"/>
                    <a:pt x="41551" y="7464"/>
                  </a:cubicBezTo>
                  <a:cubicBezTo>
                    <a:pt x="40019" y="5325"/>
                    <a:pt x="38618" y="2783"/>
                    <a:pt x="36781" y="897"/>
                  </a:cubicBezTo>
                  <a:cubicBezTo>
                    <a:pt x="36255" y="356"/>
                    <a:pt x="35527" y="0"/>
                    <a:pt x="348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34"/>
            <p:cNvSpPr/>
            <p:nvPr/>
          </p:nvSpPr>
          <p:spPr>
            <a:xfrm>
              <a:off x="2990175" y="381350"/>
              <a:ext cx="254450" cy="209600"/>
            </a:xfrm>
            <a:custGeom>
              <a:avLst/>
              <a:gdLst/>
              <a:ahLst/>
              <a:cxnLst/>
              <a:rect l="l" t="t" r="r" b="b"/>
              <a:pathLst>
                <a:path w="10178" h="8384" extrusionOk="0">
                  <a:moveTo>
                    <a:pt x="9489" y="1"/>
                  </a:moveTo>
                  <a:cubicBezTo>
                    <a:pt x="9460" y="1"/>
                    <a:pt x="9430" y="3"/>
                    <a:pt x="9398" y="7"/>
                  </a:cubicBezTo>
                  <a:cubicBezTo>
                    <a:pt x="5315" y="589"/>
                    <a:pt x="1324" y="4315"/>
                    <a:pt x="48" y="8144"/>
                  </a:cubicBezTo>
                  <a:cubicBezTo>
                    <a:pt x="1" y="8286"/>
                    <a:pt x="119" y="8384"/>
                    <a:pt x="239" y="8384"/>
                  </a:cubicBezTo>
                  <a:cubicBezTo>
                    <a:pt x="302" y="8384"/>
                    <a:pt x="366" y="8357"/>
                    <a:pt x="406" y="8294"/>
                  </a:cubicBezTo>
                  <a:cubicBezTo>
                    <a:pt x="1475" y="6637"/>
                    <a:pt x="2632" y="5068"/>
                    <a:pt x="4157" y="3799"/>
                  </a:cubicBezTo>
                  <a:cubicBezTo>
                    <a:pt x="5839" y="2399"/>
                    <a:pt x="7661" y="1727"/>
                    <a:pt x="9647" y="909"/>
                  </a:cubicBezTo>
                  <a:cubicBezTo>
                    <a:pt x="10177" y="691"/>
                    <a:pt x="10017" y="1"/>
                    <a:pt x="948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34"/>
            <p:cNvSpPr/>
            <p:nvPr/>
          </p:nvSpPr>
          <p:spPr>
            <a:xfrm>
              <a:off x="3026350" y="441550"/>
              <a:ext cx="247225" cy="201350"/>
            </a:xfrm>
            <a:custGeom>
              <a:avLst/>
              <a:gdLst/>
              <a:ahLst/>
              <a:cxnLst/>
              <a:rect l="l" t="t" r="r" b="b"/>
              <a:pathLst>
                <a:path w="9889" h="8054" extrusionOk="0">
                  <a:moveTo>
                    <a:pt x="9472" y="1"/>
                  </a:moveTo>
                  <a:cubicBezTo>
                    <a:pt x="9466" y="1"/>
                    <a:pt x="9460" y="1"/>
                    <a:pt x="9454" y="1"/>
                  </a:cubicBezTo>
                  <a:cubicBezTo>
                    <a:pt x="5735" y="204"/>
                    <a:pt x="1142" y="4281"/>
                    <a:pt x="59" y="7752"/>
                  </a:cubicBezTo>
                  <a:cubicBezTo>
                    <a:pt x="0" y="7941"/>
                    <a:pt x="141" y="8053"/>
                    <a:pt x="292" y="8053"/>
                  </a:cubicBezTo>
                  <a:cubicBezTo>
                    <a:pt x="375" y="8053"/>
                    <a:pt x="460" y="8019"/>
                    <a:pt x="517" y="7945"/>
                  </a:cubicBezTo>
                  <a:cubicBezTo>
                    <a:pt x="1756" y="6329"/>
                    <a:pt x="2771" y="4701"/>
                    <a:pt x="4382" y="3401"/>
                  </a:cubicBezTo>
                  <a:cubicBezTo>
                    <a:pt x="6005" y="2092"/>
                    <a:pt x="7844" y="1590"/>
                    <a:pt x="9618" y="609"/>
                  </a:cubicBezTo>
                  <a:cubicBezTo>
                    <a:pt x="9889" y="460"/>
                    <a:pt x="9783" y="1"/>
                    <a:pt x="94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34"/>
            <p:cNvSpPr/>
            <p:nvPr/>
          </p:nvSpPr>
          <p:spPr>
            <a:xfrm>
              <a:off x="3172850" y="661350"/>
              <a:ext cx="224850" cy="198300"/>
            </a:xfrm>
            <a:custGeom>
              <a:avLst/>
              <a:gdLst/>
              <a:ahLst/>
              <a:cxnLst/>
              <a:rect l="l" t="t" r="r" b="b"/>
              <a:pathLst>
                <a:path w="8994" h="7932" extrusionOk="0">
                  <a:moveTo>
                    <a:pt x="8456" y="0"/>
                  </a:moveTo>
                  <a:cubicBezTo>
                    <a:pt x="8425" y="0"/>
                    <a:pt x="8392" y="4"/>
                    <a:pt x="8358" y="11"/>
                  </a:cubicBezTo>
                  <a:cubicBezTo>
                    <a:pt x="5106" y="738"/>
                    <a:pt x="1076" y="4402"/>
                    <a:pt x="60" y="7579"/>
                  </a:cubicBezTo>
                  <a:cubicBezTo>
                    <a:pt x="1" y="7765"/>
                    <a:pt x="174" y="7931"/>
                    <a:pt x="343" y="7931"/>
                  </a:cubicBezTo>
                  <a:cubicBezTo>
                    <a:pt x="409" y="7931"/>
                    <a:pt x="474" y="7907"/>
                    <a:pt x="524" y="7849"/>
                  </a:cubicBezTo>
                  <a:cubicBezTo>
                    <a:pt x="1689" y="6518"/>
                    <a:pt x="2590" y="5030"/>
                    <a:pt x="3913" y="3818"/>
                  </a:cubicBezTo>
                  <a:cubicBezTo>
                    <a:pt x="5371" y="2483"/>
                    <a:pt x="7047" y="1783"/>
                    <a:pt x="8657" y="718"/>
                  </a:cubicBezTo>
                  <a:cubicBezTo>
                    <a:pt x="8993" y="494"/>
                    <a:pt x="8826" y="0"/>
                    <a:pt x="84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34"/>
            <p:cNvSpPr/>
            <p:nvPr/>
          </p:nvSpPr>
          <p:spPr>
            <a:xfrm>
              <a:off x="3219000" y="725650"/>
              <a:ext cx="226500" cy="215375"/>
            </a:xfrm>
            <a:custGeom>
              <a:avLst/>
              <a:gdLst/>
              <a:ahLst/>
              <a:cxnLst/>
              <a:rect l="l" t="t" r="r" b="b"/>
              <a:pathLst>
                <a:path w="9060" h="8615" extrusionOk="0">
                  <a:moveTo>
                    <a:pt x="8466" y="1"/>
                  </a:moveTo>
                  <a:cubicBezTo>
                    <a:pt x="8403" y="1"/>
                    <a:pt x="8336" y="16"/>
                    <a:pt x="8267" y="50"/>
                  </a:cubicBezTo>
                  <a:cubicBezTo>
                    <a:pt x="6348" y="1017"/>
                    <a:pt x="4571" y="2396"/>
                    <a:pt x="3025" y="3882"/>
                  </a:cubicBezTo>
                  <a:cubicBezTo>
                    <a:pt x="1836" y="5024"/>
                    <a:pt x="0" y="6568"/>
                    <a:pt x="62" y="8367"/>
                  </a:cubicBezTo>
                  <a:cubicBezTo>
                    <a:pt x="66" y="8507"/>
                    <a:pt x="206" y="8614"/>
                    <a:pt x="335" y="8614"/>
                  </a:cubicBezTo>
                  <a:cubicBezTo>
                    <a:pt x="409" y="8614"/>
                    <a:pt x="480" y="8578"/>
                    <a:pt x="518" y="8491"/>
                  </a:cubicBezTo>
                  <a:cubicBezTo>
                    <a:pt x="2016" y="5007"/>
                    <a:pt x="5594" y="2708"/>
                    <a:pt x="8679" y="755"/>
                  </a:cubicBezTo>
                  <a:cubicBezTo>
                    <a:pt x="9059" y="514"/>
                    <a:pt x="8832" y="1"/>
                    <a:pt x="84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34"/>
            <p:cNvSpPr/>
            <p:nvPr/>
          </p:nvSpPr>
          <p:spPr>
            <a:xfrm>
              <a:off x="2528200" y="658025"/>
              <a:ext cx="405900" cy="260600"/>
            </a:xfrm>
            <a:custGeom>
              <a:avLst/>
              <a:gdLst/>
              <a:ahLst/>
              <a:cxnLst/>
              <a:rect l="l" t="t" r="r" b="b"/>
              <a:pathLst>
                <a:path w="16236" h="10424" extrusionOk="0">
                  <a:moveTo>
                    <a:pt x="1382" y="2708"/>
                  </a:moveTo>
                  <a:cubicBezTo>
                    <a:pt x="2705" y="4465"/>
                    <a:pt x="4361" y="5818"/>
                    <a:pt x="5564" y="7549"/>
                  </a:cubicBezTo>
                  <a:cubicBezTo>
                    <a:pt x="5049" y="7000"/>
                    <a:pt x="4518" y="6467"/>
                    <a:pt x="3972" y="5947"/>
                  </a:cubicBezTo>
                  <a:cubicBezTo>
                    <a:pt x="3369" y="5370"/>
                    <a:pt x="2751" y="4825"/>
                    <a:pt x="2113" y="4299"/>
                  </a:cubicBezTo>
                  <a:cubicBezTo>
                    <a:pt x="2286" y="4264"/>
                    <a:pt x="2405" y="4031"/>
                    <a:pt x="2251" y="3877"/>
                  </a:cubicBezTo>
                  <a:cubicBezTo>
                    <a:pt x="1869" y="3498"/>
                    <a:pt x="1454" y="3168"/>
                    <a:pt x="1030" y="2840"/>
                  </a:cubicBezTo>
                  <a:lnTo>
                    <a:pt x="1382" y="2708"/>
                  </a:lnTo>
                  <a:close/>
                  <a:moveTo>
                    <a:pt x="9295" y="739"/>
                  </a:moveTo>
                  <a:cubicBezTo>
                    <a:pt x="10900" y="739"/>
                    <a:pt x="11714" y="2042"/>
                    <a:pt x="12738" y="3153"/>
                  </a:cubicBezTo>
                  <a:cubicBezTo>
                    <a:pt x="13607" y="4096"/>
                    <a:pt x="14464" y="5049"/>
                    <a:pt x="15310" y="6013"/>
                  </a:cubicBezTo>
                  <a:cubicBezTo>
                    <a:pt x="13936" y="6363"/>
                    <a:pt x="12589" y="6790"/>
                    <a:pt x="11275" y="7331"/>
                  </a:cubicBezTo>
                  <a:cubicBezTo>
                    <a:pt x="10703" y="7567"/>
                    <a:pt x="10139" y="7820"/>
                    <a:pt x="9583" y="8091"/>
                  </a:cubicBezTo>
                  <a:cubicBezTo>
                    <a:pt x="9104" y="8323"/>
                    <a:pt x="7997" y="9216"/>
                    <a:pt x="7494" y="9216"/>
                  </a:cubicBezTo>
                  <a:cubicBezTo>
                    <a:pt x="7280" y="9214"/>
                    <a:pt x="7087" y="9143"/>
                    <a:pt x="6911" y="9028"/>
                  </a:cubicBezTo>
                  <a:cubicBezTo>
                    <a:pt x="5976" y="6497"/>
                    <a:pt x="3660" y="4237"/>
                    <a:pt x="1564" y="2642"/>
                  </a:cubicBezTo>
                  <a:cubicBezTo>
                    <a:pt x="3992" y="1737"/>
                    <a:pt x="6804" y="749"/>
                    <a:pt x="9284" y="739"/>
                  </a:cubicBezTo>
                  <a:cubicBezTo>
                    <a:pt x="9288" y="739"/>
                    <a:pt x="9291" y="739"/>
                    <a:pt x="9295" y="739"/>
                  </a:cubicBezTo>
                  <a:close/>
                  <a:moveTo>
                    <a:pt x="9522" y="0"/>
                  </a:moveTo>
                  <a:cubicBezTo>
                    <a:pt x="8353" y="0"/>
                    <a:pt x="6970" y="475"/>
                    <a:pt x="5977" y="700"/>
                  </a:cubicBezTo>
                  <a:cubicBezTo>
                    <a:pt x="4041" y="1140"/>
                    <a:pt x="2155" y="1729"/>
                    <a:pt x="300" y="2432"/>
                  </a:cubicBezTo>
                  <a:cubicBezTo>
                    <a:pt x="25" y="2536"/>
                    <a:pt x="1" y="2846"/>
                    <a:pt x="223" y="3018"/>
                  </a:cubicBezTo>
                  <a:cubicBezTo>
                    <a:pt x="702" y="3388"/>
                    <a:pt x="1169" y="3763"/>
                    <a:pt x="1673" y="4093"/>
                  </a:cubicBezTo>
                  <a:cubicBezTo>
                    <a:pt x="3491" y="5760"/>
                    <a:pt x="5144" y="7550"/>
                    <a:pt x="6623" y="9541"/>
                  </a:cubicBezTo>
                  <a:cubicBezTo>
                    <a:pt x="6713" y="9781"/>
                    <a:pt x="6797" y="10028"/>
                    <a:pt x="6867" y="10287"/>
                  </a:cubicBezTo>
                  <a:cubicBezTo>
                    <a:pt x="6892" y="10382"/>
                    <a:pt x="6963" y="10423"/>
                    <a:pt x="7035" y="10423"/>
                  </a:cubicBezTo>
                  <a:cubicBezTo>
                    <a:pt x="7146" y="10423"/>
                    <a:pt x="7261" y="10329"/>
                    <a:pt x="7234" y="10186"/>
                  </a:cubicBezTo>
                  <a:cubicBezTo>
                    <a:pt x="7224" y="10130"/>
                    <a:pt x="7207" y="10076"/>
                    <a:pt x="7196" y="10021"/>
                  </a:cubicBezTo>
                  <a:cubicBezTo>
                    <a:pt x="7219" y="10016"/>
                    <a:pt x="7243" y="10009"/>
                    <a:pt x="7264" y="9998"/>
                  </a:cubicBezTo>
                  <a:cubicBezTo>
                    <a:pt x="9998" y="8390"/>
                    <a:pt x="12869" y="7216"/>
                    <a:pt x="15954" y="6481"/>
                  </a:cubicBezTo>
                  <a:cubicBezTo>
                    <a:pt x="16193" y="6424"/>
                    <a:pt x="16235" y="6133"/>
                    <a:pt x="16091" y="5967"/>
                  </a:cubicBezTo>
                  <a:cubicBezTo>
                    <a:pt x="14926" y="4637"/>
                    <a:pt x="13744" y="3322"/>
                    <a:pt x="12545" y="2023"/>
                  </a:cubicBezTo>
                  <a:cubicBezTo>
                    <a:pt x="11928" y="1357"/>
                    <a:pt x="11266" y="350"/>
                    <a:pt x="10341" y="98"/>
                  </a:cubicBezTo>
                  <a:cubicBezTo>
                    <a:pt x="10087" y="29"/>
                    <a:pt x="9811" y="0"/>
                    <a:pt x="95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34"/>
            <p:cNvSpPr/>
            <p:nvPr/>
          </p:nvSpPr>
          <p:spPr>
            <a:xfrm>
              <a:off x="2739725" y="878000"/>
              <a:ext cx="265375" cy="114400"/>
            </a:xfrm>
            <a:custGeom>
              <a:avLst/>
              <a:gdLst/>
              <a:ahLst/>
              <a:cxnLst/>
              <a:rect l="l" t="t" r="r" b="b"/>
              <a:pathLst>
                <a:path w="10615" h="4576" extrusionOk="0">
                  <a:moveTo>
                    <a:pt x="8807" y="0"/>
                  </a:moveTo>
                  <a:cubicBezTo>
                    <a:pt x="5620" y="0"/>
                    <a:pt x="1581" y="1966"/>
                    <a:pt x="54" y="4386"/>
                  </a:cubicBezTo>
                  <a:cubicBezTo>
                    <a:pt x="1" y="4471"/>
                    <a:pt x="79" y="4576"/>
                    <a:pt x="166" y="4576"/>
                  </a:cubicBezTo>
                  <a:cubicBezTo>
                    <a:pt x="186" y="4576"/>
                    <a:pt x="207" y="4570"/>
                    <a:pt x="226" y="4558"/>
                  </a:cubicBezTo>
                  <a:cubicBezTo>
                    <a:pt x="1875" y="3508"/>
                    <a:pt x="3258" y="2278"/>
                    <a:pt x="5131" y="1591"/>
                  </a:cubicBezTo>
                  <a:cubicBezTo>
                    <a:pt x="6861" y="957"/>
                    <a:pt x="8587" y="1026"/>
                    <a:pt x="10351" y="694"/>
                  </a:cubicBezTo>
                  <a:cubicBezTo>
                    <a:pt x="10615" y="644"/>
                    <a:pt x="10595" y="242"/>
                    <a:pt x="10351" y="180"/>
                  </a:cubicBezTo>
                  <a:cubicBezTo>
                    <a:pt x="9872" y="58"/>
                    <a:pt x="9352" y="0"/>
                    <a:pt x="88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34"/>
            <p:cNvSpPr/>
            <p:nvPr/>
          </p:nvSpPr>
          <p:spPr>
            <a:xfrm>
              <a:off x="2783475" y="946275"/>
              <a:ext cx="254775" cy="113000"/>
            </a:xfrm>
            <a:custGeom>
              <a:avLst/>
              <a:gdLst/>
              <a:ahLst/>
              <a:cxnLst/>
              <a:rect l="l" t="t" r="r" b="b"/>
              <a:pathLst>
                <a:path w="10191" h="4520" extrusionOk="0">
                  <a:moveTo>
                    <a:pt x="9024" y="1"/>
                  </a:moveTo>
                  <a:cubicBezTo>
                    <a:pt x="7296" y="1"/>
                    <a:pt x="5453" y="625"/>
                    <a:pt x="3919" y="1282"/>
                  </a:cubicBezTo>
                  <a:cubicBezTo>
                    <a:pt x="2789" y="1765"/>
                    <a:pt x="261" y="2658"/>
                    <a:pt x="23" y="4060"/>
                  </a:cubicBezTo>
                  <a:cubicBezTo>
                    <a:pt x="1" y="4188"/>
                    <a:pt x="41" y="4285"/>
                    <a:pt x="145" y="4359"/>
                  </a:cubicBezTo>
                  <a:lnTo>
                    <a:pt x="328" y="4490"/>
                  </a:lnTo>
                  <a:cubicBezTo>
                    <a:pt x="356" y="4510"/>
                    <a:pt x="386" y="4519"/>
                    <a:pt x="416" y="4519"/>
                  </a:cubicBezTo>
                  <a:cubicBezTo>
                    <a:pt x="528" y="4519"/>
                    <a:pt x="634" y="4397"/>
                    <a:pt x="599" y="4281"/>
                  </a:cubicBezTo>
                  <a:cubicBezTo>
                    <a:pt x="310" y="3333"/>
                    <a:pt x="4773" y="1735"/>
                    <a:pt x="5289" y="1569"/>
                  </a:cubicBezTo>
                  <a:cubicBezTo>
                    <a:pt x="6773" y="1093"/>
                    <a:pt x="8295" y="1027"/>
                    <a:pt x="9799" y="688"/>
                  </a:cubicBezTo>
                  <a:cubicBezTo>
                    <a:pt x="10190" y="600"/>
                    <a:pt x="10059" y="73"/>
                    <a:pt x="9711" y="36"/>
                  </a:cubicBezTo>
                  <a:cubicBezTo>
                    <a:pt x="9485" y="12"/>
                    <a:pt x="9255" y="1"/>
                    <a:pt x="902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34"/>
            <p:cNvSpPr/>
            <p:nvPr/>
          </p:nvSpPr>
          <p:spPr>
            <a:xfrm>
              <a:off x="2839925" y="1007825"/>
              <a:ext cx="259925" cy="117700"/>
            </a:xfrm>
            <a:custGeom>
              <a:avLst/>
              <a:gdLst/>
              <a:ahLst/>
              <a:cxnLst/>
              <a:rect l="l" t="t" r="r" b="b"/>
              <a:pathLst>
                <a:path w="10397" h="4708" extrusionOk="0">
                  <a:moveTo>
                    <a:pt x="9045" y="1"/>
                  </a:moveTo>
                  <a:cubicBezTo>
                    <a:pt x="5729" y="1"/>
                    <a:pt x="2019" y="2104"/>
                    <a:pt x="58" y="4551"/>
                  </a:cubicBezTo>
                  <a:cubicBezTo>
                    <a:pt x="0" y="4623"/>
                    <a:pt x="54" y="4707"/>
                    <a:pt x="124" y="4707"/>
                  </a:cubicBezTo>
                  <a:cubicBezTo>
                    <a:pt x="145" y="4707"/>
                    <a:pt x="167" y="4700"/>
                    <a:pt x="188" y="4683"/>
                  </a:cubicBezTo>
                  <a:cubicBezTo>
                    <a:pt x="1738" y="3418"/>
                    <a:pt x="3324" y="2289"/>
                    <a:pt x="5224" y="1613"/>
                  </a:cubicBezTo>
                  <a:cubicBezTo>
                    <a:pt x="6821" y="1047"/>
                    <a:pt x="8433" y="1014"/>
                    <a:pt x="10074" y="712"/>
                  </a:cubicBezTo>
                  <a:cubicBezTo>
                    <a:pt x="10385" y="655"/>
                    <a:pt x="10396" y="120"/>
                    <a:pt x="10074" y="73"/>
                  </a:cubicBezTo>
                  <a:cubicBezTo>
                    <a:pt x="9737" y="24"/>
                    <a:pt x="9393" y="1"/>
                    <a:pt x="90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A683768D-C00B-43EC-83AD-9ABE48860E34}"/>
              </a:ext>
            </a:extLst>
          </p:cNvPr>
          <p:cNvSpPr txBox="1"/>
          <p:nvPr/>
        </p:nvSpPr>
        <p:spPr>
          <a:xfrm>
            <a:off x="3309703" y="697561"/>
            <a:ext cx="41553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Insert the following elements: </a:t>
            </a:r>
          </a:p>
          <a:p>
            <a:pPr algn="ctr"/>
            <a:r>
              <a:rPr lang="en-US" sz="2000" b="1" dirty="0"/>
              <a:t>5   4   6   9   1   8   3   10   7   2   11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0A31BDCA-9841-4FCA-9C0F-E093BD7C8D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3146" y="1282336"/>
            <a:ext cx="3694701" cy="3391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14457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4"/>
          <p:cNvSpPr txBox="1">
            <a:spLocks noGrp="1"/>
          </p:cNvSpPr>
          <p:nvPr>
            <p:ph type="title"/>
          </p:nvPr>
        </p:nvSpPr>
        <p:spPr>
          <a:xfrm>
            <a:off x="1307759" y="947437"/>
            <a:ext cx="2939511" cy="4372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u="sng" dirty="0"/>
              <a:t>Insertion</a:t>
            </a:r>
            <a:br>
              <a:rPr lang="en-US" b="1" dirty="0"/>
            </a:br>
            <a:r>
              <a:rPr lang="en-US" b="1" dirty="0"/>
              <a:t>  </a:t>
            </a:r>
            <a:r>
              <a:rPr lang="en-US" b="1" u="sng" dirty="0">
                <a:solidFill>
                  <a:srgbClr val="C00000"/>
                </a:solidFill>
              </a:rPr>
              <a:t>Minheap</a:t>
            </a:r>
            <a:br>
              <a:rPr lang="en-US" b="1" u="sng" dirty="0">
                <a:solidFill>
                  <a:srgbClr val="C00000"/>
                </a:solidFill>
              </a:rPr>
            </a:br>
            <a:r>
              <a:rPr lang="en-US" sz="1400" b="1" dirty="0"/>
              <a:t>	</a:t>
            </a:r>
            <a:endParaRPr lang="en-US" sz="1400" b="1" dirty="0">
              <a:solidFill>
                <a:srgbClr val="C00000"/>
              </a:solidFill>
            </a:endParaRPr>
          </a:p>
        </p:txBody>
      </p:sp>
      <p:sp>
        <p:nvSpPr>
          <p:cNvPr id="234" name="Google Shape;234;p34"/>
          <p:cNvSpPr txBox="1">
            <a:spLocks noGrp="1"/>
          </p:cNvSpPr>
          <p:nvPr>
            <p:ph type="subTitle" idx="1"/>
          </p:nvPr>
        </p:nvSpPr>
        <p:spPr>
          <a:xfrm>
            <a:off x="1307759" y="531752"/>
            <a:ext cx="3439500" cy="53514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Heaps	</a:t>
            </a:r>
          </a:p>
        </p:txBody>
      </p:sp>
      <p:pic>
        <p:nvPicPr>
          <p:cNvPr id="235" name="Google Shape;235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695460">
            <a:off x="7765338" y="3361772"/>
            <a:ext cx="1241024" cy="1610463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grpSp>
        <p:nvGrpSpPr>
          <p:cNvPr id="236" name="Google Shape;236;p34"/>
          <p:cNvGrpSpPr/>
          <p:nvPr/>
        </p:nvGrpSpPr>
        <p:grpSpPr>
          <a:xfrm rot="790859">
            <a:off x="7973758" y="3964891"/>
            <a:ext cx="824184" cy="712067"/>
            <a:chOff x="2341425" y="238100"/>
            <a:chExt cx="1328900" cy="1148125"/>
          </a:xfrm>
        </p:grpSpPr>
        <p:sp>
          <p:nvSpPr>
            <p:cNvPr id="237" name="Google Shape;237;p34"/>
            <p:cNvSpPr/>
            <p:nvPr/>
          </p:nvSpPr>
          <p:spPr>
            <a:xfrm>
              <a:off x="2341425" y="238100"/>
              <a:ext cx="1328900" cy="1148125"/>
            </a:xfrm>
            <a:custGeom>
              <a:avLst/>
              <a:gdLst/>
              <a:ahLst/>
              <a:cxnLst/>
              <a:rect l="l" t="t" r="r" b="b"/>
              <a:pathLst>
                <a:path w="53156" h="45925" extrusionOk="0">
                  <a:moveTo>
                    <a:pt x="49853" y="24103"/>
                  </a:moveTo>
                  <a:cubicBezTo>
                    <a:pt x="50212" y="24609"/>
                    <a:pt x="50681" y="25003"/>
                    <a:pt x="51172" y="25380"/>
                  </a:cubicBezTo>
                  <a:cubicBezTo>
                    <a:pt x="48199" y="26540"/>
                    <a:pt x="45438" y="28144"/>
                    <a:pt x="42987" y="30206"/>
                  </a:cubicBezTo>
                  <a:cubicBezTo>
                    <a:pt x="41727" y="31264"/>
                    <a:pt x="40396" y="32510"/>
                    <a:pt x="39238" y="33887"/>
                  </a:cubicBezTo>
                  <a:cubicBezTo>
                    <a:pt x="39347" y="33688"/>
                    <a:pt x="39460" y="33491"/>
                    <a:pt x="39578" y="33301"/>
                  </a:cubicBezTo>
                  <a:cubicBezTo>
                    <a:pt x="40490" y="31831"/>
                    <a:pt x="41539" y="30449"/>
                    <a:pt x="42711" y="29176"/>
                  </a:cubicBezTo>
                  <a:cubicBezTo>
                    <a:pt x="44775" y="26932"/>
                    <a:pt x="47091" y="25229"/>
                    <a:pt x="49853" y="24103"/>
                  </a:cubicBezTo>
                  <a:close/>
                  <a:moveTo>
                    <a:pt x="35117" y="1053"/>
                  </a:moveTo>
                  <a:lnTo>
                    <a:pt x="35117" y="1053"/>
                  </a:lnTo>
                  <a:cubicBezTo>
                    <a:pt x="36710" y="1715"/>
                    <a:pt x="38294" y="4814"/>
                    <a:pt x="38992" y="5799"/>
                  </a:cubicBezTo>
                  <a:cubicBezTo>
                    <a:pt x="40312" y="7660"/>
                    <a:pt x="41633" y="9523"/>
                    <a:pt x="42954" y="11383"/>
                  </a:cubicBezTo>
                  <a:cubicBezTo>
                    <a:pt x="44182" y="13110"/>
                    <a:pt x="45421" y="14827"/>
                    <a:pt x="46633" y="16564"/>
                  </a:cubicBezTo>
                  <a:cubicBezTo>
                    <a:pt x="46650" y="16588"/>
                    <a:pt x="46667" y="16613"/>
                    <a:pt x="46685" y="16638"/>
                  </a:cubicBezTo>
                  <a:cubicBezTo>
                    <a:pt x="47623" y="18397"/>
                    <a:pt x="48600" y="20134"/>
                    <a:pt x="49618" y="21849"/>
                  </a:cubicBezTo>
                  <a:cubicBezTo>
                    <a:pt x="48693" y="22281"/>
                    <a:pt x="47744" y="23007"/>
                    <a:pt x="47214" y="23343"/>
                  </a:cubicBezTo>
                  <a:cubicBezTo>
                    <a:pt x="45320" y="24544"/>
                    <a:pt x="43587" y="25982"/>
                    <a:pt x="42057" y="27622"/>
                  </a:cubicBezTo>
                  <a:cubicBezTo>
                    <a:pt x="40592" y="29191"/>
                    <a:pt x="39304" y="30938"/>
                    <a:pt x="38281" y="32827"/>
                  </a:cubicBezTo>
                  <a:cubicBezTo>
                    <a:pt x="37877" y="33573"/>
                    <a:pt x="37271" y="34533"/>
                    <a:pt x="36981" y="35496"/>
                  </a:cubicBezTo>
                  <a:cubicBezTo>
                    <a:pt x="36328" y="34434"/>
                    <a:pt x="35635" y="33395"/>
                    <a:pt x="34953" y="32353"/>
                  </a:cubicBezTo>
                  <a:cubicBezTo>
                    <a:pt x="33450" y="30055"/>
                    <a:pt x="31915" y="27777"/>
                    <a:pt x="30347" y="25524"/>
                  </a:cubicBezTo>
                  <a:cubicBezTo>
                    <a:pt x="28841" y="23359"/>
                    <a:pt x="27306" y="21217"/>
                    <a:pt x="25741" y="19095"/>
                  </a:cubicBezTo>
                  <a:cubicBezTo>
                    <a:pt x="24508" y="17421"/>
                    <a:pt x="23256" y="15382"/>
                    <a:pt x="21757" y="13843"/>
                  </a:cubicBezTo>
                  <a:cubicBezTo>
                    <a:pt x="22758" y="10753"/>
                    <a:pt x="24747" y="8361"/>
                    <a:pt x="26903" y="5992"/>
                  </a:cubicBezTo>
                  <a:cubicBezTo>
                    <a:pt x="27357" y="5493"/>
                    <a:pt x="27826" y="4981"/>
                    <a:pt x="28315" y="4481"/>
                  </a:cubicBezTo>
                  <a:cubicBezTo>
                    <a:pt x="29626" y="3498"/>
                    <a:pt x="31045" y="2668"/>
                    <a:pt x="32551" y="2018"/>
                  </a:cubicBezTo>
                  <a:cubicBezTo>
                    <a:pt x="33121" y="1772"/>
                    <a:pt x="33780" y="1496"/>
                    <a:pt x="34476" y="1255"/>
                  </a:cubicBezTo>
                  <a:cubicBezTo>
                    <a:pt x="34702" y="1206"/>
                    <a:pt x="34932" y="1166"/>
                    <a:pt x="35161" y="1125"/>
                  </a:cubicBezTo>
                  <a:cubicBezTo>
                    <a:pt x="35147" y="1101"/>
                    <a:pt x="35132" y="1076"/>
                    <a:pt x="35117" y="1053"/>
                  </a:cubicBezTo>
                  <a:close/>
                  <a:moveTo>
                    <a:pt x="49886" y="22296"/>
                  </a:moveTo>
                  <a:cubicBezTo>
                    <a:pt x="50069" y="22601"/>
                    <a:pt x="50253" y="22905"/>
                    <a:pt x="50437" y="23208"/>
                  </a:cubicBezTo>
                  <a:cubicBezTo>
                    <a:pt x="50328" y="23239"/>
                    <a:pt x="50219" y="23270"/>
                    <a:pt x="50110" y="23305"/>
                  </a:cubicBezTo>
                  <a:cubicBezTo>
                    <a:pt x="50098" y="23304"/>
                    <a:pt x="50086" y="23303"/>
                    <a:pt x="50074" y="23303"/>
                  </a:cubicBezTo>
                  <a:cubicBezTo>
                    <a:pt x="49989" y="23303"/>
                    <a:pt x="49905" y="23334"/>
                    <a:pt x="49839" y="23390"/>
                  </a:cubicBezTo>
                  <a:cubicBezTo>
                    <a:pt x="46983" y="24343"/>
                    <a:pt x="44499" y="26352"/>
                    <a:pt x="42469" y="28520"/>
                  </a:cubicBezTo>
                  <a:cubicBezTo>
                    <a:pt x="40592" y="30525"/>
                    <a:pt x="38254" y="33305"/>
                    <a:pt x="37357" y="36095"/>
                  </a:cubicBezTo>
                  <a:cubicBezTo>
                    <a:pt x="37306" y="36011"/>
                    <a:pt x="37249" y="35923"/>
                    <a:pt x="37190" y="35830"/>
                  </a:cubicBezTo>
                  <a:cubicBezTo>
                    <a:pt x="37565" y="34416"/>
                    <a:pt x="38696" y="32821"/>
                    <a:pt x="39296" y="31878"/>
                  </a:cubicBezTo>
                  <a:cubicBezTo>
                    <a:pt x="40239" y="30393"/>
                    <a:pt x="41330" y="29005"/>
                    <a:pt x="42550" y="27739"/>
                  </a:cubicBezTo>
                  <a:cubicBezTo>
                    <a:pt x="43708" y="26537"/>
                    <a:pt x="44980" y="25451"/>
                    <a:pt x="46348" y="24494"/>
                  </a:cubicBezTo>
                  <a:cubicBezTo>
                    <a:pt x="47234" y="23875"/>
                    <a:pt x="48600" y="22828"/>
                    <a:pt x="49886" y="22296"/>
                  </a:cubicBezTo>
                  <a:close/>
                  <a:moveTo>
                    <a:pt x="20475" y="13918"/>
                  </a:moveTo>
                  <a:cubicBezTo>
                    <a:pt x="20720" y="13985"/>
                    <a:pt x="20968" y="14054"/>
                    <a:pt x="21218" y="14127"/>
                  </a:cubicBezTo>
                  <a:lnTo>
                    <a:pt x="21219" y="14127"/>
                  </a:lnTo>
                  <a:cubicBezTo>
                    <a:pt x="22265" y="15897"/>
                    <a:pt x="23782" y="17534"/>
                    <a:pt x="24979" y="19160"/>
                  </a:cubicBezTo>
                  <a:cubicBezTo>
                    <a:pt x="26409" y="21107"/>
                    <a:pt x="27816" y="23071"/>
                    <a:pt x="29199" y="25052"/>
                  </a:cubicBezTo>
                  <a:cubicBezTo>
                    <a:pt x="30581" y="27035"/>
                    <a:pt x="31937" y="29034"/>
                    <a:pt x="33269" y="31050"/>
                  </a:cubicBezTo>
                  <a:cubicBezTo>
                    <a:pt x="33874" y="31967"/>
                    <a:pt x="34473" y="32886"/>
                    <a:pt x="35069" y="33809"/>
                  </a:cubicBezTo>
                  <a:cubicBezTo>
                    <a:pt x="35425" y="34364"/>
                    <a:pt x="35780" y="34920"/>
                    <a:pt x="36133" y="35475"/>
                  </a:cubicBezTo>
                  <a:lnTo>
                    <a:pt x="36486" y="36032"/>
                  </a:lnTo>
                  <a:cubicBezTo>
                    <a:pt x="36496" y="36074"/>
                    <a:pt x="36508" y="36115"/>
                    <a:pt x="36522" y="36155"/>
                  </a:cubicBezTo>
                  <a:cubicBezTo>
                    <a:pt x="33879" y="32306"/>
                    <a:pt x="31050" y="28568"/>
                    <a:pt x="28325" y="24779"/>
                  </a:cubicBezTo>
                  <a:cubicBezTo>
                    <a:pt x="25722" y="21160"/>
                    <a:pt x="23203" y="17449"/>
                    <a:pt x="20475" y="13918"/>
                  </a:cubicBezTo>
                  <a:close/>
                  <a:moveTo>
                    <a:pt x="37953" y="37630"/>
                  </a:moveTo>
                  <a:cubicBezTo>
                    <a:pt x="37851" y="37834"/>
                    <a:pt x="37753" y="38038"/>
                    <a:pt x="37661" y="38245"/>
                  </a:cubicBezTo>
                  <a:cubicBezTo>
                    <a:pt x="37630" y="38236"/>
                    <a:pt x="37597" y="38231"/>
                    <a:pt x="37565" y="38231"/>
                  </a:cubicBezTo>
                  <a:cubicBezTo>
                    <a:pt x="37533" y="38231"/>
                    <a:pt x="37500" y="38236"/>
                    <a:pt x="37470" y="38245"/>
                  </a:cubicBezTo>
                  <a:cubicBezTo>
                    <a:pt x="37633" y="38041"/>
                    <a:pt x="37793" y="37835"/>
                    <a:pt x="37953" y="37630"/>
                  </a:cubicBezTo>
                  <a:close/>
                  <a:moveTo>
                    <a:pt x="36509" y="38717"/>
                  </a:moveTo>
                  <a:cubicBezTo>
                    <a:pt x="36518" y="38717"/>
                    <a:pt x="36527" y="38717"/>
                    <a:pt x="36536" y="38717"/>
                  </a:cubicBezTo>
                  <a:cubicBezTo>
                    <a:pt x="36609" y="38809"/>
                    <a:pt x="36720" y="38864"/>
                    <a:pt x="36837" y="38865"/>
                  </a:cubicBezTo>
                  <a:cubicBezTo>
                    <a:pt x="36596" y="38971"/>
                    <a:pt x="36282" y="39011"/>
                    <a:pt x="35935" y="39011"/>
                  </a:cubicBezTo>
                  <a:cubicBezTo>
                    <a:pt x="35451" y="39011"/>
                    <a:pt x="34904" y="38934"/>
                    <a:pt x="34409" y="38856"/>
                  </a:cubicBezTo>
                  <a:cubicBezTo>
                    <a:pt x="35105" y="38764"/>
                    <a:pt x="35807" y="38717"/>
                    <a:pt x="36509" y="38717"/>
                  </a:cubicBezTo>
                  <a:close/>
                  <a:moveTo>
                    <a:pt x="15183" y="13113"/>
                  </a:moveTo>
                  <a:cubicBezTo>
                    <a:pt x="16769" y="13113"/>
                    <a:pt x="18319" y="13366"/>
                    <a:pt x="19934" y="13775"/>
                  </a:cubicBezTo>
                  <a:cubicBezTo>
                    <a:pt x="22531" y="17699"/>
                    <a:pt x="25404" y="21460"/>
                    <a:pt x="28149" y="25276"/>
                  </a:cubicBezTo>
                  <a:cubicBezTo>
                    <a:pt x="30879" y="29073"/>
                    <a:pt x="33528" y="32953"/>
                    <a:pt x="36351" y="36684"/>
                  </a:cubicBezTo>
                  <a:cubicBezTo>
                    <a:pt x="34542" y="35843"/>
                    <a:pt x="32568" y="35460"/>
                    <a:pt x="30570" y="35460"/>
                  </a:cubicBezTo>
                  <a:cubicBezTo>
                    <a:pt x="26406" y="35460"/>
                    <a:pt x="22142" y="37123"/>
                    <a:pt x="19074" y="39757"/>
                  </a:cubicBezTo>
                  <a:cubicBezTo>
                    <a:pt x="13793" y="32214"/>
                    <a:pt x="8154" y="24943"/>
                    <a:pt x="2157" y="17945"/>
                  </a:cubicBezTo>
                  <a:lnTo>
                    <a:pt x="2159" y="17945"/>
                  </a:lnTo>
                  <a:cubicBezTo>
                    <a:pt x="5055" y="16227"/>
                    <a:pt x="8015" y="14530"/>
                    <a:pt x="11283" y="13642"/>
                  </a:cubicBezTo>
                  <a:cubicBezTo>
                    <a:pt x="12638" y="13273"/>
                    <a:pt x="13922" y="13113"/>
                    <a:pt x="15183" y="13113"/>
                  </a:cubicBezTo>
                  <a:close/>
                  <a:moveTo>
                    <a:pt x="2578" y="20435"/>
                  </a:moveTo>
                  <a:cubicBezTo>
                    <a:pt x="8168" y="27062"/>
                    <a:pt x="13443" y="33937"/>
                    <a:pt x="18402" y="41058"/>
                  </a:cubicBezTo>
                  <a:cubicBezTo>
                    <a:pt x="18543" y="41262"/>
                    <a:pt x="18758" y="41377"/>
                    <a:pt x="18977" y="41377"/>
                  </a:cubicBezTo>
                  <a:cubicBezTo>
                    <a:pt x="19133" y="41377"/>
                    <a:pt x="19292" y="41318"/>
                    <a:pt x="19427" y="41190"/>
                  </a:cubicBezTo>
                  <a:cubicBezTo>
                    <a:pt x="21632" y="39103"/>
                    <a:pt x="24333" y="37693"/>
                    <a:pt x="27314" y="37090"/>
                  </a:cubicBezTo>
                  <a:cubicBezTo>
                    <a:pt x="28284" y="36894"/>
                    <a:pt x="29226" y="36809"/>
                    <a:pt x="30154" y="36809"/>
                  </a:cubicBezTo>
                  <a:cubicBezTo>
                    <a:pt x="30890" y="36809"/>
                    <a:pt x="31618" y="36863"/>
                    <a:pt x="32345" y="36959"/>
                  </a:cubicBezTo>
                  <a:cubicBezTo>
                    <a:pt x="32139" y="36996"/>
                    <a:pt x="31934" y="37038"/>
                    <a:pt x="31726" y="37085"/>
                  </a:cubicBezTo>
                  <a:cubicBezTo>
                    <a:pt x="29702" y="37535"/>
                    <a:pt x="27672" y="38191"/>
                    <a:pt x="25741" y="38939"/>
                  </a:cubicBezTo>
                  <a:cubicBezTo>
                    <a:pt x="24060" y="39590"/>
                    <a:pt x="22425" y="40379"/>
                    <a:pt x="20975" y="41459"/>
                  </a:cubicBezTo>
                  <a:cubicBezTo>
                    <a:pt x="20335" y="41934"/>
                    <a:pt x="18892" y="42836"/>
                    <a:pt x="18616" y="43758"/>
                  </a:cubicBezTo>
                  <a:cubicBezTo>
                    <a:pt x="15797" y="39642"/>
                    <a:pt x="12269" y="35871"/>
                    <a:pt x="9131" y="31993"/>
                  </a:cubicBezTo>
                  <a:cubicBezTo>
                    <a:pt x="7537" y="30022"/>
                    <a:pt x="5941" y="28055"/>
                    <a:pt x="4343" y="26088"/>
                  </a:cubicBezTo>
                  <a:cubicBezTo>
                    <a:pt x="3509" y="25063"/>
                    <a:pt x="2360" y="24025"/>
                    <a:pt x="1726" y="22872"/>
                  </a:cubicBezTo>
                  <a:lnTo>
                    <a:pt x="1290" y="22336"/>
                  </a:lnTo>
                  <a:cubicBezTo>
                    <a:pt x="1365" y="21812"/>
                    <a:pt x="1612" y="21399"/>
                    <a:pt x="2027" y="21097"/>
                  </a:cubicBezTo>
                  <a:cubicBezTo>
                    <a:pt x="2191" y="20870"/>
                    <a:pt x="2390" y="20654"/>
                    <a:pt x="2578" y="20435"/>
                  </a:cubicBezTo>
                  <a:close/>
                  <a:moveTo>
                    <a:pt x="34214" y="37438"/>
                  </a:moveTo>
                  <a:cubicBezTo>
                    <a:pt x="34480" y="37438"/>
                    <a:pt x="34745" y="37450"/>
                    <a:pt x="35009" y="37476"/>
                  </a:cubicBezTo>
                  <a:cubicBezTo>
                    <a:pt x="35056" y="37488"/>
                    <a:pt x="35104" y="37502"/>
                    <a:pt x="35153" y="37514"/>
                  </a:cubicBezTo>
                  <a:cubicBezTo>
                    <a:pt x="32341" y="37733"/>
                    <a:pt x="29659" y="38637"/>
                    <a:pt x="27141" y="39965"/>
                  </a:cubicBezTo>
                  <a:cubicBezTo>
                    <a:pt x="25564" y="40797"/>
                    <a:pt x="24060" y="41771"/>
                    <a:pt x="22625" y="42823"/>
                  </a:cubicBezTo>
                  <a:cubicBezTo>
                    <a:pt x="22053" y="43241"/>
                    <a:pt x="21266" y="44080"/>
                    <a:pt x="20621" y="44360"/>
                  </a:cubicBezTo>
                  <a:cubicBezTo>
                    <a:pt x="20405" y="44454"/>
                    <a:pt x="20198" y="44493"/>
                    <a:pt x="19997" y="44493"/>
                  </a:cubicBezTo>
                  <a:cubicBezTo>
                    <a:pt x="19802" y="44493"/>
                    <a:pt x="19613" y="44456"/>
                    <a:pt x="19427" y="44400"/>
                  </a:cubicBezTo>
                  <a:cubicBezTo>
                    <a:pt x="19434" y="44391"/>
                    <a:pt x="19440" y="44386"/>
                    <a:pt x="19448" y="44377"/>
                  </a:cubicBezTo>
                  <a:cubicBezTo>
                    <a:pt x="19593" y="44198"/>
                    <a:pt x="19599" y="43995"/>
                    <a:pt x="19448" y="43814"/>
                  </a:cubicBezTo>
                  <a:lnTo>
                    <a:pt x="19430" y="43792"/>
                  </a:lnTo>
                  <a:cubicBezTo>
                    <a:pt x="19697" y="43721"/>
                    <a:pt x="19911" y="43553"/>
                    <a:pt x="20074" y="43287"/>
                  </a:cubicBezTo>
                  <a:cubicBezTo>
                    <a:pt x="20320" y="43038"/>
                    <a:pt x="20576" y="42801"/>
                    <a:pt x="20843" y="42573"/>
                  </a:cubicBezTo>
                  <a:cubicBezTo>
                    <a:pt x="21485" y="42027"/>
                    <a:pt x="22180" y="41552"/>
                    <a:pt x="22907" y="41126"/>
                  </a:cubicBezTo>
                  <a:cubicBezTo>
                    <a:pt x="24188" y="40374"/>
                    <a:pt x="25559" y="39793"/>
                    <a:pt x="26955" y="39291"/>
                  </a:cubicBezTo>
                  <a:cubicBezTo>
                    <a:pt x="29199" y="38484"/>
                    <a:pt x="31750" y="37438"/>
                    <a:pt x="34214" y="37438"/>
                  </a:cubicBezTo>
                  <a:close/>
                  <a:moveTo>
                    <a:pt x="34842" y="0"/>
                  </a:moveTo>
                  <a:cubicBezTo>
                    <a:pt x="34343" y="0"/>
                    <a:pt x="33867" y="188"/>
                    <a:pt x="33507" y="630"/>
                  </a:cubicBezTo>
                  <a:cubicBezTo>
                    <a:pt x="31447" y="1151"/>
                    <a:pt x="29512" y="2015"/>
                    <a:pt x="27862" y="3526"/>
                  </a:cubicBezTo>
                  <a:cubicBezTo>
                    <a:pt x="27217" y="4115"/>
                    <a:pt x="26496" y="4800"/>
                    <a:pt x="25773" y="5555"/>
                  </a:cubicBezTo>
                  <a:cubicBezTo>
                    <a:pt x="23620" y="7604"/>
                    <a:pt x="21769" y="10148"/>
                    <a:pt x="20875" y="12916"/>
                  </a:cubicBezTo>
                  <a:cubicBezTo>
                    <a:pt x="19359" y="12052"/>
                    <a:pt x="17538" y="11727"/>
                    <a:pt x="15721" y="11727"/>
                  </a:cubicBezTo>
                  <a:cubicBezTo>
                    <a:pt x="14356" y="11727"/>
                    <a:pt x="12994" y="11911"/>
                    <a:pt x="11766" y="12185"/>
                  </a:cubicBezTo>
                  <a:cubicBezTo>
                    <a:pt x="7819" y="13067"/>
                    <a:pt x="4277" y="15176"/>
                    <a:pt x="838" y="17217"/>
                  </a:cubicBezTo>
                  <a:cubicBezTo>
                    <a:pt x="458" y="17444"/>
                    <a:pt x="436" y="17923"/>
                    <a:pt x="707" y="18237"/>
                  </a:cubicBezTo>
                  <a:cubicBezTo>
                    <a:pt x="1244" y="18859"/>
                    <a:pt x="1774" y="19488"/>
                    <a:pt x="2305" y="20116"/>
                  </a:cubicBezTo>
                  <a:cubicBezTo>
                    <a:pt x="1441" y="20484"/>
                    <a:pt x="862" y="21064"/>
                    <a:pt x="197" y="21811"/>
                  </a:cubicBezTo>
                  <a:cubicBezTo>
                    <a:pt x="77" y="21947"/>
                    <a:pt x="0" y="22200"/>
                    <a:pt x="127" y="22363"/>
                  </a:cubicBezTo>
                  <a:cubicBezTo>
                    <a:pt x="2951" y="26054"/>
                    <a:pt x="5928" y="29634"/>
                    <a:pt x="8843" y="33254"/>
                  </a:cubicBezTo>
                  <a:cubicBezTo>
                    <a:pt x="11749" y="36861"/>
                    <a:pt x="14485" y="40794"/>
                    <a:pt x="17652" y="44182"/>
                  </a:cubicBezTo>
                  <a:cubicBezTo>
                    <a:pt x="17664" y="44208"/>
                    <a:pt x="17679" y="44232"/>
                    <a:pt x="17699" y="44255"/>
                  </a:cubicBezTo>
                  <a:cubicBezTo>
                    <a:pt x="18282" y="44908"/>
                    <a:pt x="19219" y="45924"/>
                    <a:pt x="20167" y="45924"/>
                  </a:cubicBezTo>
                  <a:cubicBezTo>
                    <a:pt x="20277" y="45924"/>
                    <a:pt x="20387" y="45910"/>
                    <a:pt x="20497" y="45881"/>
                  </a:cubicBezTo>
                  <a:cubicBezTo>
                    <a:pt x="21148" y="45708"/>
                    <a:pt x="21757" y="44978"/>
                    <a:pt x="22286" y="44585"/>
                  </a:cubicBezTo>
                  <a:cubicBezTo>
                    <a:pt x="23162" y="43935"/>
                    <a:pt x="24053" y="43304"/>
                    <a:pt x="24965" y="42705"/>
                  </a:cubicBezTo>
                  <a:cubicBezTo>
                    <a:pt x="27366" y="41130"/>
                    <a:pt x="29934" y="39829"/>
                    <a:pt x="32678" y="39174"/>
                  </a:cubicBezTo>
                  <a:cubicBezTo>
                    <a:pt x="32752" y="39177"/>
                    <a:pt x="32826" y="39174"/>
                    <a:pt x="32900" y="39178"/>
                  </a:cubicBezTo>
                  <a:cubicBezTo>
                    <a:pt x="34054" y="39233"/>
                    <a:pt x="35153" y="39648"/>
                    <a:pt x="36288" y="39715"/>
                  </a:cubicBezTo>
                  <a:cubicBezTo>
                    <a:pt x="36337" y="39718"/>
                    <a:pt x="36385" y="39720"/>
                    <a:pt x="36433" y="39720"/>
                  </a:cubicBezTo>
                  <a:cubicBezTo>
                    <a:pt x="37209" y="39720"/>
                    <a:pt x="37750" y="39337"/>
                    <a:pt x="37827" y="38540"/>
                  </a:cubicBezTo>
                  <a:cubicBezTo>
                    <a:pt x="39593" y="36201"/>
                    <a:pt x="41115" y="33792"/>
                    <a:pt x="43273" y="31744"/>
                  </a:cubicBezTo>
                  <a:cubicBezTo>
                    <a:pt x="44449" y="30626"/>
                    <a:pt x="45716" y="29608"/>
                    <a:pt x="47060" y="28698"/>
                  </a:cubicBezTo>
                  <a:cubicBezTo>
                    <a:pt x="47079" y="28686"/>
                    <a:pt x="47099" y="28675"/>
                    <a:pt x="47118" y="28662"/>
                  </a:cubicBezTo>
                  <a:cubicBezTo>
                    <a:pt x="48826" y="27633"/>
                    <a:pt x="50637" y="26785"/>
                    <a:pt x="52524" y="26133"/>
                  </a:cubicBezTo>
                  <a:cubicBezTo>
                    <a:pt x="52902" y="26003"/>
                    <a:pt x="53156" y="25447"/>
                    <a:pt x="52785" y="25145"/>
                  </a:cubicBezTo>
                  <a:cubicBezTo>
                    <a:pt x="52171" y="24648"/>
                    <a:pt x="51613" y="24099"/>
                    <a:pt x="50959" y="23696"/>
                  </a:cubicBezTo>
                  <a:cubicBezTo>
                    <a:pt x="51006" y="23680"/>
                    <a:pt x="51050" y="23660"/>
                    <a:pt x="51097" y="23645"/>
                  </a:cubicBezTo>
                  <a:cubicBezTo>
                    <a:pt x="51251" y="23594"/>
                    <a:pt x="51309" y="23468"/>
                    <a:pt x="51300" y="23347"/>
                  </a:cubicBezTo>
                  <a:cubicBezTo>
                    <a:pt x="51345" y="23292"/>
                    <a:pt x="51376" y="23227"/>
                    <a:pt x="51391" y="23158"/>
                  </a:cubicBezTo>
                  <a:cubicBezTo>
                    <a:pt x="51657" y="23086"/>
                    <a:pt x="51868" y="22805"/>
                    <a:pt x="51676" y="22507"/>
                  </a:cubicBezTo>
                  <a:cubicBezTo>
                    <a:pt x="51561" y="22326"/>
                    <a:pt x="51447" y="22144"/>
                    <a:pt x="51333" y="21962"/>
                  </a:cubicBezTo>
                  <a:cubicBezTo>
                    <a:pt x="51345" y="21962"/>
                    <a:pt x="51359" y="21961"/>
                    <a:pt x="51371" y="21961"/>
                  </a:cubicBezTo>
                  <a:cubicBezTo>
                    <a:pt x="51374" y="21961"/>
                    <a:pt x="51377" y="21961"/>
                    <a:pt x="51379" y="21961"/>
                  </a:cubicBezTo>
                  <a:cubicBezTo>
                    <a:pt x="51539" y="21961"/>
                    <a:pt x="51585" y="21737"/>
                    <a:pt x="51453" y="21658"/>
                  </a:cubicBezTo>
                  <a:cubicBezTo>
                    <a:pt x="51333" y="21585"/>
                    <a:pt x="51198" y="21544"/>
                    <a:pt x="51056" y="21524"/>
                  </a:cubicBezTo>
                  <a:cubicBezTo>
                    <a:pt x="50796" y="21108"/>
                    <a:pt x="50546" y="20689"/>
                    <a:pt x="50290" y="20269"/>
                  </a:cubicBezTo>
                  <a:cubicBezTo>
                    <a:pt x="50030" y="19581"/>
                    <a:pt x="49589" y="18953"/>
                    <a:pt x="49191" y="18312"/>
                  </a:cubicBezTo>
                  <a:cubicBezTo>
                    <a:pt x="48421" y="17077"/>
                    <a:pt x="47572" y="15893"/>
                    <a:pt x="46728" y="14709"/>
                  </a:cubicBezTo>
                  <a:cubicBezTo>
                    <a:pt x="45005" y="12292"/>
                    <a:pt x="43280" y="9876"/>
                    <a:pt x="41551" y="7464"/>
                  </a:cubicBezTo>
                  <a:cubicBezTo>
                    <a:pt x="40019" y="5325"/>
                    <a:pt x="38618" y="2783"/>
                    <a:pt x="36781" y="897"/>
                  </a:cubicBezTo>
                  <a:cubicBezTo>
                    <a:pt x="36255" y="356"/>
                    <a:pt x="35527" y="0"/>
                    <a:pt x="348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34"/>
            <p:cNvSpPr/>
            <p:nvPr/>
          </p:nvSpPr>
          <p:spPr>
            <a:xfrm>
              <a:off x="2990175" y="381350"/>
              <a:ext cx="254450" cy="209600"/>
            </a:xfrm>
            <a:custGeom>
              <a:avLst/>
              <a:gdLst/>
              <a:ahLst/>
              <a:cxnLst/>
              <a:rect l="l" t="t" r="r" b="b"/>
              <a:pathLst>
                <a:path w="10178" h="8384" extrusionOk="0">
                  <a:moveTo>
                    <a:pt x="9489" y="1"/>
                  </a:moveTo>
                  <a:cubicBezTo>
                    <a:pt x="9460" y="1"/>
                    <a:pt x="9430" y="3"/>
                    <a:pt x="9398" y="7"/>
                  </a:cubicBezTo>
                  <a:cubicBezTo>
                    <a:pt x="5315" y="589"/>
                    <a:pt x="1324" y="4315"/>
                    <a:pt x="48" y="8144"/>
                  </a:cubicBezTo>
                  <a:cubicBezTo>
                    <a:pt x="1" y="8286"/>
                    <a:pt x="119" y="8384"/>
                    <a:pt x="239" y="8384"/>
                  </a:cubicBezTo>
                  <a:cubicBezTo>
                    <a:pt x="302" y="8384"/>
                    <a:pt x="366" y="8357"/>
                    <a:pt x="406" y="8294"/>
                  </a:cubicBezTo>
                  <a:cubicBezTo>
                    <a:pt x="1475" y="6637"/>
                    <a:pt x="2632" y="5068"/>
                    <a:pt x="4157" y="3799"/>
                  </a:cubicBezTo>
                  <a:cubicBezTo>
                    <a:pt x="5839" y="2399"/>
                    <a:pt x="7661" y="1727"/>
                    <a:pt x="9647" y="909"/>
                  </a:cubicBezTo>
                  <a:cubicBezTo>
                    <a:pt x="10177" y="691"/>
                    <a:pt x="10017" y="1"/>
                    <a:pt x="948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34"/>
            <p:cNvSpPr/>
            <p:nvPr/>
          </p:nvSpPr>
          <p:spPr>
            <a:xfrm>
              <a:off x="3026350" y="441550"/>
              <a:ext cx="247225" cy="201350"/>
            </a:xfrm>
            <a:custGeom>
              <a:avLst/>
              <a:gdLst/>
              <a:ahLst/>
              <a:cxnLst/>
              <a:rect l="l" t="t" r="r" b="b"/>
              <a:pathLst>
                <a:path w="9889" h="8054" extrusionOk="0">
                  <a:moveTo>
                    <a:pt x="9472" y="1"/>
                  </a:moveTo>
                  <a:cubicBezTo>
                    <a:pt x="9466" y="1"/>
                    <a:pt x="9460" y="1"/>
                    <a:pt x="9454" y="1"/>
                  </a:cubicBezTo>
                  <a:cubicBezTo>
                    <a:pt x="5735" y="204"/>
                    <a:pt x="1142" y="4281"/>
                    <a:pt x="59" y="7752"/>
                  </a:cubicBezTo>
                  <a:cubicBezTo>
                    <a:pt x="0" y="7941"/>
                    <a:pt x="141" y="8053"/>
                    <a:pt x="292" y="8053"/>
                  </a:cubicBezTo>
                  <a:cubicBezTo>
                    <a:pt x="375" y="8053"/>
                    <a:pt x="460" y="8019"/>
                    <a:pt x="517" y="7945"/>
                  </a:cubicBezTo>
                  <a:cubicBezTo>
                    <a:pt x="1756" y="6329"/>
                    <a:pt x="2771" y="4701"/>
                    <a:pt x="4382" y="3401"/>
                  </a:cubicBezTo>
                  <a:cubicBezTo>
                    <a:pt x="6005" y="2092"/>
                    <a:pt x="7844" y="1590"/>
                    <a:pt x="9618" y="609"/>
                  </a:cubicBezTo>
                  <a:cubicBezTo>
                    <a:pt x="9889" y="460"/>
                    <a:pt x="9783" y="1"/>
                    <a:pt x="94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34"/>
            <p:cNvSpPr/>
            <p:nvPr/>
          </p:nvSpPr>
          <p:spPr>
            <a:xfrm>
              <a:off x="3172850" y="661350"/>
              <a:ext cx="224850" cy="198300"/>
            </a:xfrm>
            <a:custGeom>
              <a:avLst/>
              <a:gdLst/>
              <a:ahLst/>
              <a:cxnLst/>
              <a:rect l="l" t="t" r="r" b="b"/>
              <a:pathLst>
                <a:path w="8994" h="7932" extrusionOk="0">
                  <a:moveTo>
                    <a:pt x="8456" y="0"/>
                  </a:moveTo>
                  <a:cubicBezTo>
                    <a:pt x="8425" y="0"/>
                    <a:pt x="8392" y="4"/>
                    <a:pt x="8358" y="11"/>
                  </a:cubicBezTo>
                  <a:cubicBezTo>
                    <a:pt x="5106" y="738"/>
                    <a:pt x="1076" y="4402"/>
                    <a:pt x="60" y="7579"/>
                  </a:cubicBezTo>
                  <a:cubicBezTo>
                    <a:pt x="1" y="7765"/>
                    <a:pt x="174" y="7931"/>
                    <a:pt x="343" y="7931"/>
                  </a:cubicBezTo>
                  <a:cubicBezTo>
                    <a:pt x="409" y="7931"/>
                    <a:pt x="474" y="7907"/>
                    <a:pt x="524" y="7849"/>
                  </a:cubicBezTo>
                  <a:cubicBezTo>
                    <a:pt x="1689" y="6518"/>
                    <a:pt x="2590" y="5030"/>
                    <a:pt x="3913" y="3818"/>
                  </a:cubicBezTo>
                  <a:cubicBezTo>
                    <a:pt x="5371" y="2483"/>
                    <a:pt x="7047" y="1783"/>
                    <a:pt x="8657" y="718"/>
                  </a:cubicBezTo>
                  <a:cubicBezTo>
                    <a:pt x="8993" y="494"/>
                    <a:pt x="8826" y="0"/>
                    <a:pt x="84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34"/>
            <p:cNvSpPr/>
            <p:nvPr/>
          </p:nvSpPr>
          <p:spPr>
            <a:xfrm>
              <a:off x="3219000" y="725650"/>
              <a:ext cx="226500" cy="215375"/>
            </a:xfrm>
            <a:custGeom>
              <a:avLst/>
              <a:gdLst/>
              <a:ahLst/>
              <a:cxnLst/>
              <a:rect l="l" t="t" r="r" b="b"/>
              <a:pathLst>
                <a:path w="9060" h="8615" extrusionOk="0">
                  <a:moveTo>
                    <a:pt x="8466" y="1"/>
                  </a:moveTo>
                  <a:cubicBezTo>
                    <a:pt x="8403" y="1"/>
                    <a:pt x="8336" y="16"/>
                    <a:pt x="8267" y="50"/>
                  </a:cubicBezTo>
                  <a:cubicBezTo>
                    <a:pt x="6348" y="1017"/>
                    <a:pt x="4571" y="2396"/>
                    <a:pt x="3025" y="3882"/>
                  </a:cubicBezTo>
                  <a:cubicBezTo>
                    <a:pt x="1836" y="5024"/>
                    <a:pt x="0" y="6568"/>
                    <a:pt x="62" y="8367"/>
                  </a:cubicBezTo>
                  <a:cubicBezTo>
                    <a:pt x="66" y="8507"/>
                    <a:pt x="206" y="8614"/>
                    <a:pt x="335" y="8614"/>
                  </a:cubicBezTo>
                  <a:cubicBezTo>
                    <a:pt x="409" y="8614"/>
                    <a:pt x="480" y="8578"/>
                    <a:pt x="518" y="8491"/>
                  </a:cubicBezTo>
                  <a:cubicBezTo>
                    <a:pt x="2016" y="5007"/>
                    <a:pt x="5594" y="2708"/>
                    <a:pt x="8679" y="755"/>
                  </a:cubicBezTo>
                  <a:cubicBezTo>
                    <a:pt x="9059" y="514"/>
                    <a:pt x="8832" y="1"/>
                    <a:pt x="84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34"/>
            <p:cNvSpPr/>
            <p:nvPr/>
          </p:nvSpPr>
          <p:spPr>
            <a:xfrm>
              <a:off x="2528200" y="658025"/>
              <a:ext cx="405900" cy="260600"/>
            </a:xfrm>
            <a:custGeom>
              <a:avLst/>
              <a:gdLst/>
              <a:ahLst/>
              <a:cxnLst/>
              <a:rect l="l" t="t" r="r" b="b"/>
              <a:pathLst>
                <a:path w="16236" h="10424" extrusionOk="0">
                  <a:moveTo>
                    <a:pt x="1382" y="2708"/>
                  </a:moveTo>
                  <a:cubicBezTo>
                    <a:pt x="2705" y="4465"/>
                    <a:pt x="4361" y="5818"/>
                    <a:pt x="5564" y="7549"/>
                  </a:cubicBezTo>
                  <a:cubicBezTo>
                    <a:pt x="5049" y="7000"/>
                    <a:pt x="4518" y="6467"/>
                    <a:pt x="3972" y="5947"/>
                  </a:cubicBezTo>
                  <a:cubicBezTo>
                    <a:pt x="3369" y="5370"/>
                    <a:pt x="2751" y="4825"/>
                    <a:pt x="2113" y="4299"/>
                  </a:cubicBezTo>
                  <a:cubicBezTo>
                    <a:pt x="2286" y="4264"/>
                    <a:pt x="2405" y="4031"/>
                    <a:pt x="2251" y="3877"/>
                  </a:cubicBezTo>
                  <a:cubicBezTo>
                    <a:pt x="1869" y="3498"/>
                    <a:pt x="1454" y="3168"/>
                    <a:pt x="1030" y="2840"/>
                  </a:cubicBezTo>
                  <a:lnTo>
                    <a:pt x="1382" y="2708"/>
                  </a:lnTo>
                  <a:close/>
                  <a:moveTo>
                    <a:pt x="9295" y="739"/>
                  </a:moveTo>
                  <a:cubicBezTo>
                    <a:pt x="10900" y="739"/>
                    <a:pt x="11714" y="2042"/>
                    <a:pt x="12738" y="3153"/>
                  </a:cubicBezTo>
                  <a:cubicBezTo>
                    <a:pt x="13607" y="4096"/>
                    <a:pt x="14464" y="5049"/>
                    <a:pt x="15310" y="6013"/>
                  </a:cubicBezTo>
                  <a:cubicBezTo>
                    <a:pt x="13936" y="6363"/>
                    <a:pt x="12589" y="6790"/>
                    <a:pt x="11275" y="7331"/>
                  </a:cubicBezTo>
                  <a:cubicBezTo>
                    <a:pt x="10703" y="7567"/>
                    <a:pt x="10139" y="7820"/>
                    <a:pt x="9583" y="8091"/>
                  </a:cubicBezTo>
                  <a:cubicBezTo>
                    <a:pt x="9104" y="8323"/>
                    <a:pt x="7997" y="9216"/>
                    <a:pt x="7494" y="9216"/>
                  </a:cubicBezTo>
                  <a:cubicBezTo>
                    <a:pt x="7280" y="9214"/>
                    <a:pt x="7087" y="9143"/>
                    <a:pt x="6911" y="9028"/>
                  </a:cubicBezTo>
                  <a:cubicBezTo>
                    <a:pt x="5976" y="6497"/>
                    <a:pt x="3660" y="4237"/>
                    <a:pt x="1564" y="2642"/>
                  </a:cubicBezTo>
                  <a:cubicBezTo>
                    <a:pt x="3992" y="1737"/>
                    <a:pt x="6804" y="749"/>
                    <a:pt x="9284" y="739"/>
                  </a:cubicBezTo>
                  <a:cubicBezTo>
                    <a:pt x="9288" y="739"/>
                    <a:pt x="9291" y="739"/>
                    <a:pt x="9295" y="739"/>
                  </a:cubicBezTo>
                  <a:close/>
                  <a:moveTo>
                    <a:pt x="9522" y="0"/>
                  </a:moveTo>
                  <a:cubicBezTo>
                    <a:pt x="8353" y="0"/>
                    <a:pt x="6970" y="475"/>
                    <a:pt x="5977" y="700"/>
                  </a:cubicBezTo>
                  <a:cubicBezTo>
                    <a:pt x="4041" y="1140"/>
                    <a:pt x="2155" y="1729"/>
                    <a:pt x="300" y="2432"/>
                  </a:cubicBezTo>
                  <a:cubicBezTo>
                    <a:pt x="25" y="2536"/>
                    <a:pt x="1" y="2846"/>
                    <a:pt x="223" y="3018"/>
                  </a:cubicBezTo>
                  <a:cubicBezTo>
                    <a:pt x="702" y="3388"/>
                    <a:pt x="1169" y="3763"/>
                    <a:pt x="1673" y="4093"/>
                  </a:cubicBezTo>
                  <a:cubicBezTo>
                    <a:pt x="3491" y="5760"/>
                    <a:pt x="5144" y="7550"/>
                    <a:pt x="6623" y="9541"/>
                  </a:cubicBezTo>
                  <a:cubicBezTo>
                    <a:pt x="6713" y="9781"/>
                    <a:pt x="6797" y="10028"/>
                    <a:pt x="6867" y="10287"/>
                  </a:cubicBezTo>
                  <a:cubicBezTo>
                    <a:pt x="6892" y="10382"/>
                    <a:pt x="6963" y="10423"/>
                    <a:pt x="7035" y="10423"/>
                  </a:cubicBezTo>
                  <a:cubicBezTo>
                    <a:pt x="7146" y="10423"/>
                    <a:pt x="7261" y="10329"/>
                    <a:pt x="7234" y="10186"/>
                  </a:cubicBezTo>
                  <a:cubicBezTo>
                    <a:pt x="7224" y="10130"/>
                    <a:pt x="7207" y="10076"/>
                    <a:pt x="7196" y="10021"/>
                  </a:cubicBezTo>
                  <a:cubicBezTo>
                    <a:pt x="7219" y="10016"/>
                    <a:pt x="7243" y="10009"/>
                    <a:pt x="7264" y="9998"/>
                  </a:cubicBezTo>
                  <a:cubicBezTo>
                    <a:pt x="9998" y="8390"/>
                    <a:pt x="12869" y="7216"/>
                    <a:pt x="15954" y="6481"/>
                  </a:cubicBezTo>
                  <a:cubicBezTo>
                    <a:pt x="16193" y="6424"/>
                    <a:pt x="16235" y="6133"/>
                    <a:pt x="16091" y="5967"/>
                  </a:cubicBezTo>
                  <a:cubicBezTo>
                    <a:pt x="14926" y="4637"/>
                    <a:pt x="13744" y="3322"/>
                    <a:pt x="12545" y="2023"/>
                  </a:cubicBezTo>
                  <a:cubicBezTo>
                    <a:pt x="11928" y="1357"/>
                    <a:pt x="11266" y="350"/>
                    <a:pt x="10341" y="98"/>
                  </a:cubicBezTo>
                  <a:cubicBezTo>
                    <a:pt x="10087" y="29"/>
                    <a:pt x="9811" y="0"/>
                    <a:pt x="95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34"/>
            <p:cNvSpPr/>
            <p:nvPr/>
          </p:nvSpPr>
          <p:spPr>
            <a:xfrm>
              <a:off x="2739725" y="878000"/>
              <a:ext cx="265375" cy="114400"/>
            </a:xfrm>
            <a:custGeom>
              <a:avLst/>
              <a:gdLst/>
              <a:ahLst/>
              <a:cxnLst/>
              <a:rect l="l" t="t" r="r" b="b"/>
              <a:pathLst>
                <a:path w="10615" h="4576" extrusionOk="0">
                  <a:moveTo>
                    <a:pt x="8807" y="0"/>
                  </a:moveTo>
                  <a:cubicBezTo>
                    <a:pt x="5620" y="0"/>
                    <a:pt x="1581" y="1966"/>
                    <a:pt x="54" y="4386"/>
                  </a:cubicBezTo>
                  <a:cubicBezTo>
                    <a:pt x="1" y="4471"/>
                    <a:pt x="79" y="4576"/>
                    <a:pt x="166" y="4576"/>
                  </a:cubicBezTo>
                  <a:cubicBezTo>
                    <a:pt x="186" y="4576"/>
                    <a:pt x="207" y="4570"/>
                    <a:pt x="226" y="4558"/>
                  </a:cubicBezTo>
                  <a:cubicBezTo>
                    <a:pt x="1875" y="3508"/>
                    <a:pt x="3258" y="2278"/>
                    <a:pt x="5131" y="1591"/>
                  </a:cubicBezTo>
                  <a:cubicBezTo>
                    <a:pt x="6861" y="957"/>
                    <a:pt x="8587" y="1026"/>
                    <a:pt x="10351" y="694"/>
                  </a:cubicBezTo>
                  <a:cubicBezTo>
                    <a:pt x="10615" y="644"/>
                    <a:pt x="10595" y="242"/>
                    <a:pt x="10351" y="180"/>
                  </a:cubicBezTo>
                  <a:cubicBezTo>
                    <a:pt x="9872" y="58"/>
                    <a:pt x="9352" y="0"/>
                    <a:pt x="88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34"/>
            <p:cNvSpPr/>
            <p:nvPr/>
          </p:nvSpPr>
          <p:spPr>
            <a:xfrm>
              <a:off x="2783475" y="946275"/>
              <a:ext cx="254775" cy="113000"/>
            </a:xfrm>
            <a:custGeom>
              <a:avLst/>
              <a:gdLst/>
              <a:ahLst/>
              <a:cxnLst/>
              <a:rect l="l" t="t" r="r" b="b"/>
              <a:pathLst>
                <a:path w="10191" h="4520" extrusionOk="0">
                  <a:moveTo>
                    <a:pt x="9024" y="1"/>
                  </a:moveTo>
                  <a:cubicBezTo>
                    <a:pt x="7296" y="1"/>
                    <a:pt x="5453" y="625"/>
                    <a:pt x="3919" y="1282"/>
                  </a:cubicBezTo>
                  <a:cubicBezTo>
                    <a:pt x="2789" y="1765"/>
                    <a:pt x="261" y="2658"/>
                    <a:pt x="23" y="4060"/>
                  </a:cubicBezTo>
                  <a:cubicBezTo>
                    <a:pt x="1" y="4188"/>
                    <a:pt x="41" y="4285"/>
                    <a:pt x="145" y="4359"/>
                  </a:cubicBezTo>
                  <a:lnTo>
                    <a:pt x="328" y="4490"/>
                  </a:lnTo>
                  <a:cubicBezTo>
                    <a:pt x="356" y="4510"/>
                    <a:pt x="386" y="4519"/>
                    <a:pt x="416" y="4519"/>
                  </a:cubicBezTo>
                  <a:cubicBezTo>
                    <a:pt x="528" y="4519"/>
                    <a:pt x="634" y="4397"/>
                    <a:pt x="599" y="4281"/>
                  </a:cubicBezTo>
                  <a:cubicBezTo>
                    <a:pt x="310" y="3333"/>
                    <a:pt x="4773" y="1735"/>
                    <a:pt x="5289" y="1569"/>
                  </a:cubicBezTo>
                  <a:cubicBezTo>
                    <a:pt x="6773" y="1093"/>
                    <a:pt x="8295" y="1027"/>
                    <a:pt x="9799" y="688"/>
                  </a:cubicBezTo>
                  <a:cubicBezTo>
                    <a:pt x="10190" y="600"/>
                    <a:pt x="10059" y="73"/>
                    <a:pt x="9711" y="36"/>
                  </a:cubicBezTo>
                  <a:cubicBezTo>
                    <a:pt x="9485" y="12"/>
                    <a:pt x="9255" y="1"/>
                    <a:pt x="902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34"/>
            <p:cNvSpPr/>
            <p:nvPr/>
          </p:nvSpPr>
          <p:spPr>
            <a:xfrm>
              <a:off x="2839925" y="1007825"/>
              <a:ext cx="259925" cy="117700"/>
            </a:xfrm>
            <a:custGeom>
              <a:avLst/>
              <a:gdLst/>
              <a:ahLst/>
              <a:cxnLst/>
              <a:rect l="l" t="t" r="r" b="b"/>
              <a:pathLst>
                <a:path w="10397" h="4708" extrusionOk="0">
                  <a:moveTo>
                    <a:pt x="9045" y="1"/>
                  </a:moveTo>
                  <a:cubicBezTo>
                    <a:pt x="5729" y="1"/>
                    <a:pt x="2019" y="2104"/>
                    <a:pt x="58" y="4551"/>
                  </a:cubicBezTo>
                  <a:cubicBezTo>
                    <a:pt x="0" y="4623"/>
                    <a:pt x="54" y="4707"/>
                    <a:pt x="124" y="4707"/>
                  </a:cubicBezTo>
                  <a:cubicBezTo>
                    <a:pt x="145" y="4707"/>
                    <a:pt x="167" y="4700"/>
                    <a:pt x="188" y="4683"/>
                  </a:cubicBezTo>
                  <a:cubicBezTo>
                    <a:pt x="1738" y="3418"/>
                    <a:pt x="3324" y="2289"/>
                    <a:pt x="5224" y="1613"/>
                  </a:cubicBezTo>
                  <a:cubicBezTo>
                    <a:pt x="6821" y="1047"/>
                    <a:pt x="8433" y="1014"/>
                    <a:pt x="10074" y="712"/>
                  </a:cubicBezTo>
                  <a:cubicBezTo>
                    <a:pt x="10385" y="655"/>
                    <a:pt x="10396" y="120"/>
                    <a:pt x="10074" y="73"/>
                  </a:cubicBezTo>
                  <a:cubicBezTo>
                    <a:pt x="9737" y="24"/>
                    <a:pt x="9393" y="1"/>
                    <a:pt x="90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A683768D-C00B-43EC-83AD-9ABE48860E34}"/>
              </a:ext>
            </a:extLst>
          </p:cNvPr>
          <p:cNvSpPr txBox="1"/>
          <p:nvPr/>
        </p:nvSpPr>
        <p:spPr>
          <a:xfrm>
            <a:off x="3309703" y="697561"/>
            <a:ext cx="41553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Insert the following elements: </a:t>
            </a:r>
          </a:p>
          <a:p>
            <a:pPr algn="ctr"/>
            <a:r>
              <a:rPr lang="en-US" sz="2000" b="1" dirty="0"/>
              <a:t>5   4   6   9   1   8   3   10   7   2   11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B4CD0AB-0C5C-43DB-8D2B-DF92B76DF6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3565" y="1384712"/>
            <a:ext cx="3804791" cy="3187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27061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4"/>
          <p:cNvSpPr txBox="1">
            <a:spLocks noGrp="1"/>
          </p:cNvSpPr>
          <p:nvPr>
            <p:ph type="title"/>
          </p:nvPr>
        </p:nvSpPr>
        <p:spPr>
          <a:xfrm>
            <a:off x="1307759" y="947437"/>
            <a:ext cx="2939511" cy="4372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u="sng" dirty="0"/>
              <a:t>Insertion</a:t>
            </a:r>
            <a:br>
              <a:rPr lang="en-US" b="1" dirty="0"/>
            </a:br>
            <a:r>
              <a:rPr lang="en-US" b="1" dirty="0"/>
              <a:t>  </a:t>
            </a:r>
            <a:r>
              <a:rPr lang="en-US" b="1" u="sng" dirty="0">
                <a:solidFill>
                  <a:srgbClr val="C00000"/>
                </a:solidFill>
              </a:rPr>
              <a:t>Minheap</a:t>
            </a:r>
            <a:br>
              <a:rPr lang="en-US" b="1" u="sng" dirty="0">
                <a:solidFill>
                  <a:srgbClr val="C00000"/>
                </a:solidFill>
              </a:rPr>
            </a:br>
            <a:r>
              <a:rPr lang="en-US" sz="1400" b="1" dirty="0"/>
              <a:t>	</a:t>
            </a:r>
            <a:endParaRPr lang="en-US" sz="1400" b="1" dirty="0">
              <a:solidFill>
                <a:srgbClr val="C00000"/>
              </a:solidFill>
            </a:endParaRPr>
          </a:p>
        </p:txBody>
      </p:sp>
      <p:sp>
        <p:nvSpPr>
          <p:cNvPr id="234" name="Google Shape;234;p34"/>
          <p:cNvSpPr txBox="1">
            <a:spLocks noGrp="1"/>
          </p:cNvSpPr>
          <p:nvPr>
            <p:ph type="subTitle" idx="1"/>
          </p:nvPr>
        </p:nvSpPr>
        <p:spPr>
          <a:xfrm>
            <a:off x="1307759" y="531752"/>
            <a:ext cx="3439500" cy="53514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Heaps	</a:t>
            </a:r>
          </a:p>
        </p:txBody>
      </p:sp>
      <p:pic>
        <p:nvPicPr>
          <p:cNvPr id="235" name="Google Shape;235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695460">
            <a:off x="7765338" y="3361772"/>
            <a:ext cx="1241024" cy="1610463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grpSp>
        <p:nvGrpSpPr>
          <p:cNvPr id="236" name="Google Shape;236;p34"/>
          <p:cNvGrpSpPr/>
          <p:nvPr/>
        </p:nvGrpSpPr>
        <p:grpSpPr>
          <a:xfrm rot="790859">
            <a:off x="7973758" y="3964891"/>
            <a:ext cx="824184" cy="712067"/>
            <a:chOff x="2341425" y="238100"/>
            <a:chExt cx="1328900" cy="1148125"/>
          </a:xfrm>
        </p:grpSpPr>
        <p:sp>
          <p:nvSpPr>
            <p:cNvPr id="237" name="Google Shape;237;p34"/>
            <p:cNvSpPr/>
            <p:nvPr/>
          </p:nvSpPr>
          <p:spPr>
            <a:xfrm>
              <a:off x="2341425" y="238100"/>
              <a:ext cx="1328900" cy="1148125"/>
            </a:xfrm>
            <a:custGeom>
              <a:avLst/>
              <a:gdLst/>
              <a:ahLst/>
              <a:cxnLst/>
              <a:rect l="l" t="t" r="r" b="b"/>
              <a:pathLst>
                <a:path w="53156" h="45925" extrusionOk="0">
                  <a:moveTo>
                    <a:pt x="49853" y="24103"/>
                  </a:moveTo>
                  <a:cubicBezTo>
                    <a:pt x="50212" y="24609"/>
                    <a:pt x="50681" y="25003"/>
                    <a:pt x="51172" y="25380"/>
                  </a:cubicBezTo>
                  <a:cubicBezTo>
                    <a:pt x="48199" y="26540"/>
                    <a:pt x="45438" y="28144"/>
                    <a:pt x="42987" y="30206"/>
                  </a:cubicBezTo>
                  <a:cubicBezTo>
                    <a:pt x="41727" y="31264"/>
                    <a:pt x="40396" y="32510"/>
                    <a:pt x="39238" y="33887"/>
                  </a:cubicBezTo>
                  <a:cubicBezTo>
                    <a:pt x="39347" y="33688"/>
                    <a:pt x="39460" y="33491"/>
                    <a:pt x="39578" y="33301"/>
                  </a:cubicBezTo>
                  <a:cubicBezTo>
                    <a:pt x="40490" y="31831"/>
                    <a:pt x="41539" y="30449"/>
                    <a:pt x="42711" y="29176"/>
                  </a:cubicBezTo>
                  <a:cubicBezTo>
                    <a:pt x="44775" y="26932"/>
                    <a:pt x="47091" y="25229"/>
                    <a:pt x="49853" y="24103"/>
                  </a:cubicBezTo>
                  <a:close/>
                  <a:moveTo>
                    <a:pt x="35117" y="1053"/>
                  </a:moveTo>
                  <a:lnTo>
                    <a:pt x="35117" y="1053"/>
                  </a:lnTo>
                  <a:cubicBezTo>
                    <a:pt x="36710" y="1715"/>
                    <a:pt x="38294" y="4814"/>
                    <a:pt x="38992" y="5799"/>
                  </a:cubicBezTo>
                  <a:cubicBezTo>
                    <a:pt x="40312" y="7660"/>
                    <a:pt x="41633" y="9523"/>
                    <a:pt x="42954" y="11383"/>
                  </a:cubicBezTo>
                  <a:cubicBezTo>
                    <a:pt x="44182" y="13110"/>
                    <a:pt x="45421" y="14827"/>
                    <a:pt x="46633" y="16564"/>
                  </a:cubicBezTo>
                  <a:cubicBezTo>
                    <a:pt x="46650" y="16588"/>
                    <a:pt x="46667" y="16613"/>
                    <a:pt x="46685" y="16638"/>
                  </a:cubicBezTo>
                  <a:cubicBezTo>
                    <a:pt x="47623" y="18397"/>
                    <a:pt x="48600" y="20134"/>
                    <a:pt x="49618" y="21849"/>
                  </a:cubicBezTo>
                  <a:cubicBezTo>
                    <a:pt x="48693" y="22281"/>
                    <a:pt x="47744" y="23007"/>
                    <a:pt x="47214" y="23343"/>
                  </a:cubicBezTo>
                  <a:cubicBezTo>
                    <a:pt x="45320" y="24544"/>
                    <a:pt x="43587" y="25982"/>
                    <a:pt x="42057" y="27622"/>
                  </a:cubicBezTo>
                  <a:cubicBezTo>
                    <a:pt x="40592" y="29191"/>
                    <a:pt x="39304" y="30938"/>
                    <a:pt x="38281" y="32827"/>
                  </a:cubicBezTo>
                  <a:cubicBezTo>
                    <a:pt x="37877" y="33573"/>
                    <a:pt x="37271" y="34533"/>
                    <a:pt x="36981" y="35496"/>
                  </a:cubicBezTo>
                  <a:cubicBezTo>
                    <a:pt x="36328" y="34434"/>
                    <a:pt x="35635" y="33395"/>
                    <a:pt x="34953" y="32353"/>
                  </a:cubicBezTo>
                  <a:cubicBezTo>
                    <a:pt x="33450" y="30055"/>
                    <a:pt x="31915" y="27777"/>
                    <a:pt x="30347" y="25524"/>
                  </a:cubicBezTo>
                  <a:cubicBezTo>
                    <a:pt x="28841" y="23359"/>
                    <a:pt x="27306" y="21217"/>
                    <a:pt x="25741" y="19095"/>
                  </a:cubicBezTo>
                  <a:cubicBezTo>
                    <a:pt x="24508" y="17421"/>
                    <a:pt x="23256" y="15382"/>
                    <a:pt x="21757" y="13843"/>
                  </a:cubicBezTo>
                  <a:cubicBezTo>
                    <a:pt x="22758" y="10753"/>
                    <a:pt x="24747" y="8361"/>
                    <a:pt x="26903" y="5992"/>
                  </a:cubicBezTo>
                  <a:cubicBezTo>
                    <a:pt x="27357" y="5493"/>
                    <a:pt x="27826" y="4981"/>
                    <a:pt x="28315" y="4481"/>
                  </a:cubicBezTo>
                  <a:cubicBezTo>
                    <a:pt x="29626" y="3498"/>
                    <a:pt x="31045" y="2668"/>
                    <a:pt x="32551" y="2018"/>
                  </a:cubicBezTo>
                  <a:cubicBezTo>
                    <a:pt x="33121" y="1772"/>
                    <a:pt x="33780" y="1496"/>
                    <a:pt x="34476" y="1255"/>
                  </a:cubicBezTo>
                  <a:cubicBezTo>
                    <a:pt x="34702" y="1206"/>
                    <a:pt x="34932" y="1166"/>
                    <a:pt x="35161" y="1125"/>
                  </a:cubicBezTo>
                  <a:cubicBezTo>
                    <a:pt x="35147" y="1101"/>
                    <a:pt x="35132" y="1076"/>
                    <a:pt x="35117" y="1053"/>
                  </a:cubicBezTo>
                  <a:close/>
                  <a:moveTo>
                    <a:pt x="49886" y="22296"/>
                  </a:moveTo>
                  <a:cubicBezTo>
                    <a:pt x="50069" y="22601"/>
                    <a:pt x="50253" y="22905"/>
                    <a:pt x="50437" y="23208"/>
                  </a:cubicBezTo>
                  <a:cubicBezTo>
                    <a:pt x="50328" y="23239"/>
                    <a:pt x="50219" y="23270"/>
                    <a:pt x="50110" y="23305"/>
                  </a:cubicBezTo>
                  <a:cubicBezTo>
                    <a:pt x="50098" y="23304"/>
                    <a:pt x="50086" y="23303"/>
                    <a:pt x="50074" y="23303"/>
                  </a:cubicBezTo>
                  <a:cubicBezTo>
                    <a:pt x="49989" y="23303"/>
                    <a:pt x="49905" y="23334"/>
                    <a:pt x="49839" y="23390"/>
                  </a:cubicBezTo>
                  <a:cubicBezTo>
                    <a:pt x="46983" y="24343"/>
                    <a:pt x="44499" y="26352"/>
                    <a:pt x="42469" y="28520"/>
                  </a:cubicBezTo>
                  <a:cubicBezTo>
                    <a:pt x="40592" y="30525"/>
                    <a:pt x="38254" y="33305"/>
                    <a:pt x="37357" y="36095"/>
                  </a:cubicBezTo>
                  <a:cubicBezTo>
                    <a:pt x="37306" y="36011"/>
                    <a:pt x="37249" y="35923"/>
                    <a:pt x="37190" y="35830"/>
                  </a:cubicBezTo>
                  <a:cubicBezTo>
                    <a:pt x="37565" y="34416"/>
                    <a:pt x="38696" y="32821"/>
                    <a:pt x="39296" y="31878"/>
                  </a:cubicBezTo>
                  <a:cubicBezTo>
                    <a:pt x="40239" y="30393"/>
                    <a:pt x="41330" y="29005"/>
                    <a:pt x="42550" y="27739"/>
                  </a:cubicBezTo>
                  <a:cubicBezTo>
                    <a:pt x="43708" y="26537"/>
                    <a:pt x="44980" y="25451"/>
                    <a:pt x="46348" y="24494"/>
                  </a:cubicBezTo>
                  <a:cubicBezTo>
                    <a:pt x="47234" y="23875"/>
                    <a:pt x="48600" y="22828"/>
                    <a:pt x="49886" y="22296"/>
                  </a:cubicBezTo>
                  <a:close/>
                  <a:moveTo>
                    <a:pt x="20475" y="13918"/>
                  </a:moveTo>
                  <a:cubicBezTo>
                    <a:pt x="20720" y="13985"/>
                    <a:pt x="20968" y="14054"/>
                    <a:pt x="21218" y="14127"/>
                  </a:cubicBezTo>
                  <a:lnTo>
                    <a:pt x="21219" y="14127"/>
                  </a:lnTo>
                  <a:cubicBezTo>
                    <a:pt x="22265" y="15897"/>
                    <a:pt x="23782" y="17534"/>
                    <a:pt x="24979" y="19160"/>
                  </a:cubicBezTo>
                  <a:cubicBezTo>
                    <a:pt x="26409" y="21107"/>
                    <a:pt x="27816" y="23071"/>
                    <a:pt x="29199" y="25052"/>
                  </a:cubicBezTo>
                  <a:cubicBezTo>
                    <a:pt x="30581" y="27035"/>
                    <a:pt x="31937" y="29034"/>
                    <a:pt x="33269" y="31050"/>
                  </a:cubicBezTo>
                  <a:cubicBezTo>
                    <a:pt x="33874" y="31967"/>
                    <a:pt x="34473" y="32886"/>
                    <a:pt x="35069" y="33809"/>
                  </a:cubicBezTo>
                  <a:cubicBezTo>
                    <a:pt x="35425" y="34364"/>
                    <a:pt x="35780" y="34920"/>
                    <a:pt x="36133" y="35475"/>
                  </a:cubicBezTo>
                  <a:lnTo>
                    <a:pt x="36486" y="36032"/>
                  </a:lnTo>
                  <a:cubicBezTo>
                    <a:pt x="36496" y="36074"/>
                    <a:pt x="36508" y="36115"/>
                    <a:pt x="36522" y="36155"/>
                  </a:cubicBezTo>
                  <a:cubicBezTo>
                    <a:pt x="33879" y="32306"/>
                    <a:pt x="31050" y="28568"/>
                    <a:pt x="28325" y="24779"/>
                  </a:cubicBezTo>
                  <a:cubicBezTo>
                    <a:pt x="25722" y="21160"/>
                    <a:pt x="23203" y="17449"/>
                    <a:pt x="20475" y="13918"/>
                  </a:cubicBezTo>
                  <a:close/>
                  <a:moveTo>
                    <a:pt x="37953" y="37630"/>
                  </a:moveTo>
                  <a:cubicBezTo>
                    <a:pt x="37851" y="37834"/>
                    <a:pt x="37753" y="38038"/>
                    <a:pt x="37661" y="38245"/>
                  </a:cubicBezTo>
                  <a:cubicBezTo>
                    <a:pt x="37630" y="38236"/>
                    <a:pt x="37597" y="38231"/>
                    <a:pt x="37565" y="38231"/>
                  </a:cubicBezTo>
                  <a:cubicBezTo>
                    <a:pt x="37533" y="38231"/>
                    <a:pt x="37500" y="38236"/>
                    <a:pt x="37470" y="38245"/>
                  </a:cubicBezTo>
                  <a:cubicBezTo>
                    <a:pt x="37633" y="38041"/>
                    <a:pt x="37793" y="37835"/>
                    <a:pt x="37953" y="37630"/>
                  </a:cubicBezTo>
                  <a:close/>
                  <a:moveTo>
                    <a:pt x="36509" y="38717"/>
                  </a:moveTo>
                  <a:cubicBezTo>
                    <a:pt x="36518" y="38717"/>
                    <a:pt x="36527" y="38717"/>
                    <a:pt x="36536" y="38717"/>
                  </a:cubicBezTo>
                  <a:cubicBezTo>
                    <a:pt x="36609" y="38809"/>
                    <a:pt x="36720" y="38864"/>
                    <a:pt x="36837" y="38865"/>
                  </a:cubicBezTo>
                  <a:cubicBezTo>
                    <a:pt x="36596" y="38971"/>
                    <a:pt x="36282" y="39011"/>
                    <a:pt x="35935" y="39011"/>
                  </a:cubicBezTo>
                  <a:cubicBezTo>
                    <a:pt x="35451" y="39011"/>
                    <a:pt x="34904" y="38934"/>
                    <a:pt x="34409" y="38856"/>
                  </a:cubicBezTo>
                  <a:cubicBezTo>
                    <a:pt x="35105" y="38764"/>
                    <a:pt x="35807" y="38717"/>
                    <a:pt x="36509" y="38717"/>
                  </a:cubicBezTo>
                  <a:close/>
                  <a:moveTo>
                    <a:pt x="15183" y="13113"/>
                  </a:moveTo>
                  <a:cubicBezTo>
                    <a:pt x="16769" y="13113"/>
                    <a:pt x="18319" y="13366"/>
                    <a:pt x="19934" y="13775"/>
                  </a:cubicBezTo>
                  <a:cubicBezTo>
                    <a:pt x="22531" y="17699"/>
                    <a:pt x="25404" y="21460"/>
                    <a:pt x="28149" y="25276"/>
                  </a:cubicBezTo>
                  <a:cubicBezTo>
                    <a:pt x="30879" y="29073"/>
                    <a:pt x="33528" y="32953"/>
                    <a:pt x="36351" y="36684"/>
                  </a:cubicBezTo>
                  <a:cubicBezTo>
                    <a:pt x="34542" y="35843"/>
                    <a:pt x="32568" y="35460"/>
                    <a:pt x="30570" y="35460"/>
                  </a:cubicBezTo>
                  <a:cubicBezTo>
                    <a:pt x="26406" y="35460"/>
                    <a:pt x="22142" y="37123"/>
                    <a:pt x="19074" y="39757"/>
                  </a:cubicBezTo>
                  <a:cubicBezTo>
                    <a:pt x="13793" y="32214"/>
                    <a:pt x="8154" y="24943"/>
                    <a:pt x="2157" y="17945"/>
                  </a:cubicBezTo>
                  <a:lnTo>
                    <a:pt x="2159" y="17945"/>
                  </a:lnTo>
                  <a:cubicBezTo>
                    <a:pt x="5055" y="16227"/>
                    <a:pt x="8015" y="14530"/>
                    <a:pt x="11283" y="13642"/>
                  </a:cubicBezTo>
                  <a:cubicBezTo>
                    <a:pt x="12638" y="13273"/>
                    <a:pt x="13922" y="13113"/>
                    <a:pt x="15183" y="13113"/>
                  </a:cubicBezTo>
                  <a:close/>
                  <a:moveTo>
                    <a:pt x="2578" y="20435"/>
                  </a:moveTo>
                  <a:cubicBezTo>
                    <a:pt x="8168" y="27062"/>
                    <a:pt x="13443" y="33937"/>
                    <a:pt x="18402" y="41058"/>
                  </a:cubicBezTo>
                  <a:cubicBezTo>
                    <a:pt x="18543" y="41262"/>
                    <a:pt x="18758" y="41377"/>
                    <a:pt x="18977" y="41377"/>
                  </a:cubicBezTo>
                  <a:cubicBezTo>
                    <a:pt x="19133" y="41377"/>
                    <a:pt x="19292" y="41318"/>
                    <a:pt x="19427" y="41190"/>
                  </a:cubicBezTo>
                  <a:cubicBezTo>
                    <a:pt x="21632" y="39103"/>
                    <a:pt x="24333" y="37693"/>
                    <a:pt x="27314" y="37090"/>
                  </a:cubicBezTo>
                  <a:cubicBezTo>
                    <a:pt x="28284" y="36894"/>
                    <a:pt x="29226" y="36809"/>
                    <a:pt x="30154" y="36809"/>
                  </a:cubicBezTo>
                  <a:cubicBezTo>
                    <a:pt x="30890" y="36809"/>
                    <a:pt x="31618" y="36863"/>
                    <a:pt x="32345" y="36959"/>
                  </a:cubicBezTo>
                  <a:cubicBezTo>
                    <a:pt x="32139" y="36996"/>
                    <a:pt x="31934" y="37038"/>
                    <a:pt x="31726" y="37085"/>
                  </a:cubicBezTo>
                  <a:cubicBezTo>
                    <a:pt x="29702" y="37535"/>
                    <a:pt x="27672" y="38191"/>
                    <a:pt x="25741" y="38939"/>
                  </a:cubicBezTo>
                  <a:cubicBezTo>
                    <a:pt x="24060" y="39590"/>
                    <a:pt x="22425" y="40379"/>
                    <a:pt x="20975" y="41459"/>
                  </a:cubicBezTo>
                  <a:cubicBezTo>
                    <a:pt x="20335" y="41934"/>
                    <a:pt x="18892" y="42836"/>
                    <a:pt x="18616" y="43758"/>
                  </a:cubicBezTo>
                  <a:cubicBezTo>
                    <a:pt x="15797" y="39642"/>
                    <a:pt x="12269" y="35871"/>
                    <a:pt x="9131" y="31993"/>
                  </a:cubicBezTo>
                  <a:cubicBezTo>
                    <a:pt x="7537" y="30022"/>
                    <a:pt x="5941" y="28055"/>
                    <a:pt x="4343" y="26088"/>
                  </a:cubicBezTo>
                  <a:cubicBezTo>
                    <a:pt x="3509" y="25063"/>
                    <a:pt x="2360" y="24025"/>
                    <a:pt x="1726" y="22872"/>
                  </a:cubicBezTo>
                  <a:lnTo>
                    <a:pt x="1290" y="22336"/>
                  </a:lnTo>
                  <a:cubicBezTo>
                    <a:pt x="1365" y="21812"/>
                    <a:pt x="1612" y="21399"/>
                    <a:pt x="2027" y="21097"/>
                  </a:cubicBezTo>
                  <a:cubicBezTo>
                    <a:pt x="2191" y="20870"/>
                    <a:pt x="2390" y="20654"/>
                    <a:pt x="2578" y="20435"/>
                  </a:cubicBezTo>
                  <a:close/>
                  <a:moveTo>
                    <a:pt x="34214" y="37438"/>
                  </a:moveTo>
                  <a:cubicBezTo>
                    <a:pt x="34480" y="37438"/>
                    <a:pt x="34745" y="37450"/>
                    <a:pt x="35009" y="37476"/>
                  </a:cubicBezTo>
                  <a:cubicBezTo>
                    <a:pt x="35056" y="37488"/>
                    <a:pt x="35104" y="37502"/>
                    <a:pt x="35153" y="37514"/>
                  </a:cubicBezTo>
                  <a:cubicBezTo>
                    <a:pt x="32341" y="37733"/>
                    <a:pt x="29659" y="38637"/>
                    <a:pt x="27141" y="39965"/>
                  </a:cubicBezTo>
                  <a:cubicBezTo>
                    <a:pt x="25564" y="40797"/>
                    <a:pt x="24060" y="41771"/>
                    <a:pt x="22625" y="42823"/>
                  </a:cubicBezTo>
                  <a:cubicBezTo>
                    <a:pt x="22053" y="43241"/>
                    <a:pt x="21266" y="44080"/>
                    <a:pt x="20621" y="44360"/>
                  </a:cubicBezTo>
                  <a:cubicBezTo>
                    <a:pt x="20405" y="44454"/>
                    <a:pt x="20198" y="44493"/>
                    <a:pt x="19997" y="44493"/>
                  </a:cubicBezTo>
                  <a:cubicBezTo>
                    <a:pt x="19802" y="44493"/>
                    <a:pt x="19613" y="44456"/>
                    <a:pt x="19427" y="44400"/>
                  </a:cubicBezTo>
                  <a:cubicBezTo>
                    <a:pt x="19434" y="44391"/>
                    <a:pt x="19440" y="44386"/>
                    <a:pt x="19448" y="44377"/>
                  </a:cubicBezTo>
                  <a:cubicBezTo>
                    <a:pt x="19593" y="44198"/>
                    <a:pt x="19599" y="43995"/>
                    <a:pt x="19448" y="43814"/>
                  </a:cubicBezTo>
                  <a:lnTo>
                    <a:pt x="19430" y="43792"/>
                  </a:lnTo>
                  <a:cubicBezTo>
                    <a:pt x="19697" y="43721"/>
                    <a:pt x="19911" y="43553"/>
                    <a:pt x="20074" y="43287"/>
                  </a:cubicBezTo>
                  <a:cubicBezTo>
                    <a:pt x="20320" y="43038"/>
                    <a:pt x="20576" y="42801"/>
                    <a:pt x="20843" y="42573"/>
                  </a:cubicBezTo>
                  <a:cubicBezTo>
                    <a:pt x="21485" y="42027"/>
                    <a:pt x="22180" y="41552"/>
                    <a:pt x="22907" y="41126"/>
                  </a:cubicBezTo>
                  <a:cubicBezTo>
                    <a:pt x="24188" y="40374"/>
                    <a:pt x="25559" y="39793"/>
                    <a:pt x="26955" y="39291"/>
                  </a:cubicBezTo>
                  <a:cubicBezTo>
                    <a:pt x="29199" y="38484"/>
                    <a:pt x="31750" y="37438"/>
                    <a:pt x="34214" y="37438"/>
                  </a:cubicBezTo>
                  <a:close/>
                  <a:moveTo>
                    <a:pt x="34842" y="0"/>
                  </a:moveTo>
                  <a:cubicBezTo>
                    <a:pt x="34343" y="0"/>
                    <a:pt x="33867" y="188"/>
                    <a:pt x="33507" y="630"/>
                  </a:cubicBezTo>
                  <a:cubicBezTo>
                    <a:pt x="31447" y="1151"/>
                    <a:pt x="29512" y="2015"/>
                    <a:pt x="27862" y="3526"/>
                  </a:cubicBezTo>
                  <a:cubicBezTo>
                    <a:pt x="27217" y="4115"/>
                    <a:pt x="26496" y="4800"/>
                    <a:pt x="25773" y="5555"/>
                  </a:cubicBezTo>
                  <a:cubicBezTo>
                    <a:pt x="23620" y="7604"/>
                    <a:pt x="21769" y="10148"/>
                    <a:pt x="20875" y="12916"/>
                  </a:cubicBezTo>
                  <a:cubicBezTo>
                    <a:pt x="19359" y="12052"/>
                    <a:pt x="17538" y="11727"/>
                    <a:pt x="15721" y="11727"/>
                  </a:cubicBezTo>
                  <a:cubicBezTo>
                    <a:pt x="14356" y="11727"/>
                    <a:pt x="12994" y="11911"/>
                    <a:pt x="11766" y="12185"/>
                  </a:cubicBezTo>
                  <a:cubicBezTo>
                    <a:pt x="7819" y="13067"/>
                    <a:pt x="4277" y="15176"/>
                    <a:pt x="838" y="17217"/>
                  </a:cubicBezTo>
                  <a:cubicBezTo>
                    <a:pt x="458" y="17444"/>
                    <a:pt x="436" y="17923"/>
                    <a:pt x="707" y="18237"/>
                  </a:cubicBezTo>
                  <a:cubicBezTo>
                    <a:pt x="1244" y="18859"/>
                    <a:pt x="1774" y="19488"/>
                    <a:pt x="2305" y="20116"/>
                  </a:cubicBezTo>
                  <a:cubicBezTo>
                    <a:pt x="1441" y="20484"/>
                    <a:pt x="862" y="21064"/>
                    <a:pt x="197" y="21811"/>
                  </a:cubicBezTo>
                  <a:cubicBezTo>
                    <a:pt x="77" y="21947"/>
                    <a:pt x="0" y="22200"/>
                    <a:pt x="127" y="22363"/>
                  </a:cubicBezTo>
                  <a:cubicBezTo>
                    <a:pt x="2951" y="26054"/>
                    <a:pt x="5928" y="29634"/>
                    <a:pt x="8843" y="33254"/>
                  </a:cubicBezTo>
                  <a:cubicBezTo>
                    <a:pt x="11749" y="36861"/>
                    <a:pt x="14485" y="40794"/>
                    <a:pt x="17652" y="44182"/>
                  </a:cubicBezTo>
                  <a:cubicBezTo>
                    <a:pt x="17664" y="44208"/>
                    <a:pt x="17679" y="44232"/>
                    <a:pt x="17699" y="44255"/>
                  </a:cubicBezTo>
                  <a:cubicBezTo>
                    <a:pt x="18282" y="44908"/>
                    <a:pt x="19219" y="45924"/>
                    <a:pt x="20167" y="45924"/>
                  </a:cubicBezTo>
                  <a:cubicBezTo>
                    <a:pt x="20277" y="45924"/>
                    <a:pt x="20387" y="45910"/>
                    <a:pt x="20497" y="45881"/>
                  </a:cubicBezTo>
                  <a:cubicBezTo>
                    <a:pt x="21148" y="45708"/>
                    <a:pt x="21757" y="44978"/>
                    <a:pt x="22286" y="44585"/>
                  </a:cubicBezTo>
                  <a:cubicBezTo>
                    <a:pt x="23162" y="43935"/>
                    <a:pt x="24053" y="43304"/>
                    <a:pt x="24965" y="42705"/>
                  </a:cubicBezTo>
                  <a:cubicBezTo>
                    <a:pt x="27366" y="41130"/>
                    <a:pt x="29934" y="39829"/>
                    <a:pt x="32678" y="39174"/>
                  </a:cubicBezTo>
                  <a:cubicBezTo>
                    <a:pt x="32752" y="39177"/>
                    <a:pt x="32826" y="39174"/>
                    <a:pt x="32900" y="39178"/>
                  </a:cubicBezTo>
                  <a:cubicBezTo>
                    <a:pt x="34054" y="39233"/>
                    <a:pt x="35153" y="39648"/>
                    <a:pt x="36288" y="39715"/>
                  </a:cubicBezTo>
                  <a:cubicBezTo>
                    <a:pt x="36337" y="39718"/>
                    <a:pt x="36385" y="39720"/>
                    <a:pt x="36433" y="39720"/>
                  </a:cubicBezTo>
                  <a:cubicBezTo>
                    <a:pt x="37209" y="39720"/>
                    <a:pt x="37750" y="39337"/>
                    <a:pt x="37827" y="38540"/>
                  </a:cubicBezTo>
                  <a:cubicBezTo>
                    <a:pt x="39593" y="36201"/>
                    <a:pt x="41115" y="33792"/>
                    <a:pt x="43273" y="31744"/>
                  </a:cubicBezTo>
                  <a:cubicBezTo>
                    <a:pt x="44449" y="30626"/>
                    <a:pt x="45716" y="29608"/>
                    <a:pt x="47060" y="28698"/>
                  </a:cubicBezTo>
                  <a:cubicBezTo>
                    <a:pt x="47079" y="28686"/>
                    <a:pt x="47099" y="28675"/>
                    <a:pt x="47118" y="28662"/>
                  </a:cubicBezTo>
                  <a:cubicBezTo>
                    <a:pt x="48826" y="27633"/>
                    <a:pt x="50637" y="26785"/>
                    <a:pt x="52524" y="26133"/>
                  </a:cubicBezTo>
                  <a:cubicBezTo>
                    <a:pt x="52902" y="26003"/>
                    <a:pt x="53156" y="25447"/>
                    <a:pt x="52785" y="25145"/>
                  </a:cubicBezTo>
                  <a:cubicBezTo>
                    <a:pt x="52171" y="24648"/>
                    <a:pt x="51613" y="24099"/>
                    <a:pt x="50959" y="23696"/>
                  </a:cubicBezTo>
                  <a:cubicBezTo>
                    <a:pt x="51006" y="23680"/>
                    <a:pt x="51050" y="23660"/>
                    <a:pt x="51097" y="23645"/>
                  </a:cubicBezTo>
                  <a:cubicBezTo>
                    <a:pt x="51251" y="23594"/>
                    <a:pt x="51309" y="23468"/>
                    <a:pt x="51300" y="23347"/>
                  </a:cubicBezTo>
                  <a:cubicBezTo>
                    <a:pt x="51345" y="23292"/>
                    <a:pt x="51376" y="23227"/>
                    <a:pt x="51391" y="23158"/>
                  </a:cubicBezTo>
                  <a:cubicBezTo>
                    <a:pt x="51657" y="23086"/>
                    <a:pt x="51868" y="22805"/>
                    <a:pt x="51676" y="22507"/>
                  </a:cubicBezTo>
                  <a:cubicBezTo>
                    <a:pt x="51561" y="22326"/>
                    <a:pt x="51447" y="22144"/>
                    <a:pt x="51333" y="21962"/>
                  </a:cubicBezTo>
                  <a:cubicBezTo>
                    <a:pt x="51345" y="21962"/>
                    <a:pt x="51359" y="21961"/>
                    <a:pt x="51371" y="21961"/>
                  </a:cubicBezTo>
                  <a:cubicBezTo>
                    <a:pt x="51374" y="21961"/>
                    <a:pt x="51377" y="21961"/>
                    <a:pt x="51379" y="21961"/>
                  </a:cubicBezTo>
                  <a:cubicBezTo>
                    <a:pt x="51539" y="21961"/>
                    <a:pt x="51585" y="21737"/>
                    <a:pt x="51453" y="21658"/>
                  </a:cubicBezTo>
                  <a:cubicBezTo>
                    <a:pt x="51333" y="21585"/>
                    <a:pt x="51198" y="21544"/>
                    <a:pt x="51056" y="21524"/>
                  </a:cubicBezTo>
                  <a:cubicBezTo>
                    <a:pt x="50796" y="21108"/>
                    <a:pt x="50546" y="20689"/>
                    <a:pt x="50290" y="20269"/>
                  </a:cubicBezTo>
                  <a:cubicBezTo>
                    <a:pt x="50030" y="19581"/>
                    <a:pt x="49589" y="18953"/>
                    <a:pt x="49191" y="18312"/>
                  </a:cubicBezTo>
                  <a:cubicBezTo>
                    <a:pt x="48421" y="17077"/>
                    <a:pt x="47572" y="15893"/>
                    <a:pt x="46728" y="14709"/>
                  </a:cubicBezTo>
                  <a:cubicBezTo>
                    <a:pt x="45005" y="12292"/>
                    <a:pt x="43280" y="9876"/>
                    <a:pt x="41551" y="7464"/>
                  </a:cubicBezTo>
                  <a:cubicBezTo>
                    <a:pt x="40019" y="5325"/>
                    <a:pt x="38618" y="2783"/>
                    <a:pt x="36781" y="897"/>
                  </a:cubicBezTo>
                  <a:cubicBezTo>
                    <a:pt x="36255" y="356"/>
                    <a:pt x="35527" y="0"/>
                    <a:pt x="348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34"/>
            <p:cNvSpPr/>
            <p:nvPr/>
          </p:nvSpPr>
          <p:spPr>
            <a:xfrm>
              <a:off x="2990175" y="381350"/>
              <a:ext cx="254450" cy="209600"/>
            </a:xfrm>
            <a:custGeom>
              <a:avLst/>
              <a:gdLst/>
              <a:ahLst/>
              <a:cxnLst/>
              <a:rect l="l" t="t" r="r" b="b"/>
              <a:pathLst>
                <a:path w="10178" h="8384" extrusionOk="0">
                  <a:moveTo>
                    <a:pt x="9489" y="1"/>
                  </a:moveTo>
                  <a:cubicBezTo>
                    <a:pt x="9460" y="1"/>
                    <a:pt x="9430" y="3"/>
                    <a:pt x="9398" y="7"/>
                  </a:cubicBezTo>
                  <a:cubicBezTo>
                    <a:pt x="5315" y="589"/>
                    <a:pt x="1324" y="4315"/>
                    <a:pt x="48" y="8144"/>
                  </a:cubicBezTo>
                  <a:cubicBezTo>
                    <a:pt x="1" y="8286"/>
                    <a:pt x="119" y="8384"/>
                    <a:pt x="239" y="8384"/>
                  </a:cubicBezTo>
                  <a:cubicBezTo>
                    <a:pt x="302" y="8384"/>
                    <a:pt x="366" y="8357"/>
                    <a:pt x="406" y="8294"/>
                  </a:cubicBezTo>
                  <a:cubicBezTo>
                    <a:pt x="1475" y="6637"/>
                    <a:pt x="2632" y="5068"/>
                    <a:pt x="4157" y="3799"/>
                  </a:cubicBezTo>
                  <a:cubicBezTo>
                    <a:pt x="5839" y="2399"/>
                    <a:pt x="7661" y="1727"/>
                    <a:pt x="9647" y="909"/>
                  </a:cubicBezTo>
                  <a:cubicBezTo>
                    <a:pt x="10177" y="691"/>
                    <a:pt x="10017" y="1"/>
                    <a:pt x="948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34"/>
            <p:cNvSpPr/>
            <p:nvPr/>
          </p:nvSpPr>
          <p:spPr>
            <a:xfrm>
              <a:off x="3026350" y="441550"/>
              <a:ext cx="247225" cy="201350"/>
            </a:xfrm>
            <a:custGeom>
              <a:avLst/>
              <a:gdLst/>
              <a:ahLst/>
              <a:cxnLst/>
              <a:rect l="l" t="t" r="r" b="b"/>
              <a:pathLst>
                <a:path w="9889" h="8054" extrusionOk="0">
                  <a:moveTo>
                    <a:pt x="9472" y="1"/>
                  </a:moveTo>
                  <a:cubicBezTo>
                    <a:pt x="9466" y="1"/>
                    <a:pt x="9460" y="1"/>
                    <a:pt x="9454" y="1"/>
                  </a:cubicBezTo>
                  <a:cubicBezTo>
                    <a:pt x="5735" y="204"/>
                    <a:pt x="1142" y="4281"/>
                    <a:pt x="59" y="7752"/>
                  </a:cubicBezTo>
                  <a:cubicBezTo>
                    <a:pt x="0" y="7941"/>
                    <a:pt x="141" y="8053"/>
                    <a:pt x="292" y="8053"/>
                  </a:cubicBezTo>
                  <a:cubicBezTo>
                    <a:pt x="375" y="8053"/>
                    <a:pt x="460" y="8019"/>
                    <a:pt x="517" y="7945"/>
                  </a:cubicBezTo>
                  <a:cubicBezTo>
                    <a:pt x="1756" y="6329"/>
                    <a:pt x="2771" y="4701"/>
                    <a:pt x="4382" y="3401"/>
                  </a:cubicBezTo>
                  <a:cubicBezTo>
                    <a:pt x="6005" y="2092"/>
                    <a:pt x="7844" y="1590"/>
                    <a:pt x="9618" y="609"/>
                  </a:cubicBezTo>
                  <a:cubicBezTo>
                    <a:pt x="9889" y="460"/>
                    <a:pt x="9783" y="1"/>
                    <a:pt x="94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34"/>
            <p:cNvSpPr/>
            <p:nvPr/>
          </p:nvSpPr>
          <p:spPr>
            <a:xfrm>
              <a:off x="3172850" y="661350"/>
              <a:ext cx="224850" cy="198300"/>
            </a:xfrm>
            <a:custGeom>
              <a:avLst/>
              <a:gdLst/>
              <a:ahLst/>
              <a:cxnLst/>
              <a:rect l="l" t="t" r="r" b="b"/>
              <a:pathLst>
                <a:path w="8994" h="7932" extrusionOk="0">
                  <a:moveTo>
                    <a:pt x="8456" y="0"/>
                  </a:moveTo>
                  <a:cubicBezTo>
                    <a:pt x="8425" y="0"/>
                    <a:pt x="8392" y="4"/>
                    <a:pt x="8358" y="11"/>
                  </a:cubicBezTo>
                  <a:cubicBezTo>
                    <a:pt x="5106" y="738"/>
                    <a:pt x="1076" y="4402"/>
                    <a:pt x="60" y="7579"/>
                  </a:cubicBezTo>
                  <a:cubicBezTo>
                    <a:pt x="1" y="7765"/>
                    <a:pt x="174" y="7931"/>
                    <a:pt x="343" y="7931"/>
                  </a:cubicBezTo>
                  <a:cubicBezTo>
                    <a:pt x="409" y="7931"/>
                    <a:pt x="474" y="7907"/>
                    <a:pt x="524" y="7849"/>
                  </a:cubicBezTo>
                  <a:cubicBezTo>
                    <a:pt x="1689" y="6518"/>
                    <a:pt x="2590" y="5030"/>
                    <a:pt x="3913" y="3818"/>
                  </a:cubicBezTo>
                  <a:cubicBezTo>
                    <a:pt x="5371" y="2483"/>
                    <a:pt x="7047" y="1783"/>
                    <a:pt x="8657" y="718"/>
                  </a:cubicBezTo>
                  <a:cubicBezTo>
                    <a:pt x="8993" y="494"/>
                    <a:pt x="8826" y="0"/>
                    <a:pt x="84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34"/>
            <p:cNvSpPr/>
            <p:nvPr/>
          </p:nvSpPr>
          <p:spPr>
            <a:xfrm>
              <a:off x="3219000" y="725650"/>
              <a:ext cx="226500" cy="215375"/>
            </a:xfrm>
            <a:custGeom>
              <a:avLst/>
              <a:gdLst/>
              <a:ahLst/>
              <a:cxnLst/>
              <a:rect l="l" t="t" r="r" b="b"/>
              <a:pathLst>
                <a:path w="9060" h="8615" extrusionOk="0">
                  <a:moveTo>
                    <a:pt x="8466" y="1"/>
                  </a:moveTo>
                  <a:cubicBezTo>
                    <a:pt x="8403" y="1"/>
                    <a:pt x="8336" y="16"/>
                    <a:pt x="8267" y="50"/>
                  </a:cubicBezTo>
                  <a:cubicBezTo>
                    <a:pt x="6348" y="1017"/>
                    <a:pt x="4571" y="2396"/>
                    <a:pt x="3025" y="3882"/>
                  </a:cubicBezTo>
                  <a:cubicBezTo>
                    <a:pt x="1836" y="5024"/>
                    <a:pt x="0" y="6568"/>
                    <a:pt x="62" y="8367"/>
                  </a:cubicBezTo>
                  <a:cubicBezTo>
                    <a:pt x="66" y="8507"/>
                    <a:pt x="206" y="8614"/>
                    <a:pt x="335" y="8614"/>
                  </a:cubicBezTo>
                  <a:cubicBezTo>
                    <a:pt x="409" y="8614"/>
                    <a:pt x="480" y="8578"/>
                    <a:pt x="518" y="8491"/>
                  </a:cubicBezTo>
                  <a:cubicBezTo>
                    <a:pt x="2016" y="5007"/>
                    <a:pt x="5594" y="2708"/>
                    <a:pt x="8679" y="755"/>
                  </a:cubicBezTo>
                  <a:cubicBezTo>
                    <a:pt x="9059" y="514"/>
                    <a:pt x="8832" y="1"/>
                    <a:pt x="84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34"/>
            <p:cNvSpPr/>
            <p:nvPr/>
          </p:nvSpPr>
          <p:spPr>
            <a:xfrm>
              <a:off x="2528200" y="658025"/>
              <a:ext cx="405900" cy="260600"/>
            </a:xfrm>
            <a:custGeom>
              <a:avLst/>
              <a:gdLst/>
              <a:ahLst/>
              <a:cxnLst/>
              <a:rect l="l" t="t" r="r" b="b"/>
              <a:pathLst>
                <a:path w="16236" h="10424" extrusionOk="0">
                  <a:moveTo>
                    <a:pt x="1382" y="2708"/>
                  </a:moveTo>
                  <a:cubicBezTo>
                    <a:pt x="2705" y="4465"/>
                    <a:pt x="4361" y="5818"/>
                    <a:pt x="5564" y="7549"/>
                  </a:cubicBezTo>
                  <a:cubicBezTo>
                    <a:pt x="5049" y="7000"/>
                    <a:pt x="4518" y="6467"/>
                    <a:pt x="3972" y="5947"/>
                  </a:cubicBezTo>
                  <a:cubicBezTo>
                    <a:pt x="3369" y="5370"/>
                    <a:pt x="2751" y="4825"/>
                    <a:pt x="2113" y="4299"/>
                  </a:cubicBezTo>
                  <a:cubicBezTo>
                    <a:pt x="2286" y="4264"/>
                    <a:pt x="2405" y="4031"/>
                    <a:pt x="2251" y="3877"/>
                  </a:cubicBezTo>
                  <a:cubicBezTo>
                    <a:pt x="1869" y="3498"/>
                    <a:pt x="1454" y="3168"/>
                    <a:pt x="1030" y="2840"/>
                  </a:cubicBezTo>
                  <a:lnTo>
                    <a:pt x="1382" y="2708"/>
                  </a:lnTo>
                  <a:close/>
                  <a:moveTo>
                    <a:pt x="9295" y="739"/>
                  </a:moveTo>
                  <a:cubicBezTo>
                    <a:pt x="10900" y="739"/>
                    <a:pt x="11714" y="2042"/>
                    <a:pt x="12738" y="3153"/>
                  </a:cubicBezTo>
                  <a:cubicBezTo>
                    <a:pt x="13607" y="4096"/>
                    <a:pt x="14464" y="5049"/>
                    <a:pt x="15310" y="6013"/>
                  </a:cubicBezTo>
                  <a:cubicBezTo>
                    <a:pt x="13936" y="6363"/>
                    <a:pt x="12589" y="6790"/>
                    <a:pt x="11275" y="7331"/>
                  </a:cubicBezTo>
                  <a:cubicBezTo>
                    <a:pt x="10703" y="7567"/>
                    <a:pt x="10139" y="7820"/>
                    <a:pt x="9583" y="8091"/>
                  </a:cubicBezTo>
                  <a:cubicBezTo>
                    <a:pt x="9104" y="8323"/>
                    <a:pt x="7997" y="9216"/>
                    <a:pt x="7494" y="9216"/>
                  </a:cubicBezTo>
                  <a:cubicBezTo>
                    <a:pt x="7280" y="9214"/>
                    <a:pt x="7087" y="9143"/>
                    <a:pt x="6911" y="9028"/>
                  </a:cubicBezTo>
                  <a:cubicBezTo>
                    <a:pt x="5976" y="6497"/>
                    <a:pt x="3660" y="4237"/>
                    <a:pt x="1564" y="2642"/>
                  </a:cubicBezTo>
                  <a:cubicBezTo>
                    <a:pt x="3992" y="1737"/>
                    <a:pt x="6804" y="749"/>
                    <a:pt x="9284" y="739"/>
                  </a:cubicBezTo>
                  <a:cubicBezTo>
                    <a:pt x="9288" y="739"/>
                    <a:pt x="9291" y="739"/>
                    <a:pt x="9295" y="739"/>
                  </a:cubicBezTo>
                  <a:close/>
                  <a:moveTo>
                    <a:pt x="9522" y="0"/>
                  </a:moveTo>
                  <a:cubicBezTo>
                    <a:pt x="8353" y="0"/>
                    <a:pt x="6970" y="475"/>
                    <a:pt x="5977" y="700"/>
                  </a:cubicBezTo>
                  <a:cubicBezTo>
                    <a:pt x="4041" y="1140"/>
                    <a:pt x="2155" y="1729"/>
                    <a:pt x="300" y="2432"/>
                  </a:cubicBezTo>
                  <a:cubicBezTo>
                    <a:pt x="25" y="2536"/>
                    <a:pt x="1" y="2846"/>
                    <a:pt x="223" y="3018"/>
                  </a:cubicBezTo>
                  <a:cubicBezTo>
                    <a:pt x="702" y="3388"/>
                    <a:pt x="1169" y="3763"/>
                    <a:pt x="1673" y="4093"/>
                  </a:cubicBezTo>
                  <a:cubicBezTo>
                    <a:pt x="3491" y="5760"/>
                    <a:pt x="5144" y="7550"/>
                    <a:pt x="6623" y="9541"/>
                  </a:cubicBezTo>
                  <a:cubicBezTo>
                    <a:pt x="6713" y="9781"/>
                    <a:pt x="6797" y="10028"/>
                    <a:pt x="6867" y="10287"/>
                  </a:cubicBezTo>
                  <a:cubicBezTo>
                    <a:pt x="6892" y="10382"/>
                    <a:pt x="6963" y="10423"/>
                    <a:pt x="7035" y="10423"/>
                  </a:cubicBezTo>
                  <a:cubicBezTo>
                    <a:pt x="7146" y="10423"/>
                    <a:pt x="7261" y="10329"/>
                    <a:pt x="7234" y="10186"/>
                  </a:cubicBezTo>
                  <a:cubicBezTo>
                    <a:pt x="7224" y="10130"/>
                    <a:pt x="7207" y="10076"/>
                    <a:pt x="7196" y="10021"/>
                  </a:cubicBezTo>
                  <a:cubicBezTo>
                    <a:pt x="7219" y="10016"/>
                    <a:pt x="7243" y="10009"/>
                    <a:pt x="7264" y="9998"/>
                  </a:cubicBezTo>
                  <a:cubicBezTo>
                    <a:pt x="9998" y="8390"/>
                    <a:pt x="12869" y="7216"/>
                    <a:pt x="15954" y="6481"/>
                  </a:cubicBezTo>
                  <a:cubicBezTo>
                    <a:pt x="16193" y="6424"/>
                    <a:pt x="16235" y="6133"/>
                    <a:pt x="16091" y="5967"/>
                  </a:cubicBezTo>
                  <a:cubicBezTo>
                    <a:pt x="14926" y="4637"/>
                    <a:pt x="13744" y="3322"/>
                    <a:pt x="12545" y="2023"/>
                  </a:cubicBezTo>
                  <a:cubicBezTo>
                    <a:pt x="11928" y="1357"/>
                    <a:pt x="11266" y="350"/>
                    <a:pt x="10341" y="98"/>
                  </a:cubicBezTo>
                  <a:cubicBezTo>
                    <a:pt x="10087" y="29"/>
                    <a:pt x="9811" y="0"/>
                    <a:pt x="95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34"/>
            <p:cNvSpPr/>
            <p:nvPr/>
          </p:nvSpPr>
          <p:spPr>
            <a:xfrm>
              <a:off x="2739725" y="878000"/>
              <a:ext cx="265375" cy="114400"/>
            </a:xfrm>
            <a:custGeom>
              <a:avLst/>
              <a:gdLst/>
              <a:ahLst/>
              <a:cxnLst/>
              <a:rect l="l" t="t" r="r" b="b"/>
              <a:pathLst>
                <a:path w="10615" h="4576" extrusionOk="0">
                  <a:moveTo>
                    <a:pt x="8807" y="0"/>
                  </a:moveTo>
                  <a:cubicBezTo>
                    <a:pt x="5620" y="0"/>
                    <a:pt x="1581" y="1966"/>
                    <a:pt x="54" y="4386"/>
                  </a:cubicBezTo>
                  <a:cubicBezTo>
                    <a:pt x="1" y="4471"/>
                    <a:pt x="79" y="4576"/>
                    <a:pt x="166" y="4576"/>
                  </a:cubicBezTo>
                  <a:cubicBezTo>
                    <a:pt x="186" y="4576"/>
                    <a:pt x="207" y="4570"/>
                    <a:pt x="226" y="4558"/>
                  </a:cubicBezTo>
                  <a:cubicBezTo>
                    <a:pt x="1875" y="3508"/>
                    <a:pt x="3258" y="2278"/>
                    <a:pt x="5131" y="1591"/>
                  </a:cubicBezTo>
                  <a:cubicBezTo>
                    <a:pt x="6861" y="957"/>
                    <a:pt x="8587" y="1026"/>
                    <a:pt x="10351" y="694"/>
                  </a:cubicBezTo>
                  <a:cubicBezTo>
                    <a:pt x="10615" y="644"/>
                    <a:pt x="10595" y="242"/>
                    <a:pt x="10351" y="180"/>
                  </a:cubicBezTo>
                  <a:cubicBezTo>
                    <a:pt x="9872" y="58"/>
                    <a:pt x="9352" y="0"/>
                    <a:pt x="88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34"/>
            <p:cNvSpPr/>
            <p:nvPr/>
          </p:nvSpPr>
          <p:spPr>
            <a:xfrm>
              <a:off x="2783475" y="946275"/>
              <a:ext cx="254775" cy="113000"/>
            </a:xfrm>
            <a:custGeom>
              <a:avLst/>
              <a:gdLst/>
              <a:ahLst/>
              <a:cxnLst/>
              <a:rect l="l" t="t" r="r" b="b"/>
              <a:pathLst>
                <a:path w="10191" h="4520" extrusionOk="0">
                  <a:moveTo>
                    <a:pt x="9024" y="1"/>
                  </a:moveTo>
                  <a:cubicBezTo>
                    <a:pt x="7296" y="1"/>
                    <a:pt x="5453" y="625"/>
                    <a:pt x="3919" y="1282"/>
                  </a:cubicBezTo>
                  <a:cubicBezTo>
                    <a:pt x="2789" y="1765"/>
                    <a:pt x="261" y="2658"/>
                    <a:pt x="23" y="4060"/>
                  </a:cubicBezTo>
                  <a:cubicBezTo>
                    <a:pt x="1" y="4188"/>
                    <a:pt x="41" y="4285"/>
                    <a:pt x="145" y="4359"/>
                  </a:cubicBezTo>
                  <a:lnTo>
                    <a:pt x="328" y="4490"/>
                  </a:lnTo>
                  <a:cubicBezTo>
                    <a:pt x="356" y="4510"/>
                    <a:pt x="386" y="4519"/>
                    <a:pt x="416" y="4519"/>
                  </a:cubicBezTo>
                  <a:cubicBezTo>
                    <a:pt x="528" y="4519"/>
                    <a:pt x="634" y="4397"/>
                    <a:pt x="599" y="4281"/>
                  </a:cubicBezTo>
                  <a:cubicBezTo>
                    <a:pt x="310" y="3333"/>
                    <a:pt x="4773" y="1735"/>
                    <a:pt x="5289" y="1569"/>
                  </a:cubicBezTo>
                  <a:cubicBezTo>
                    <a:pt x="6773" y="1093"/>
                    <a:pt x="8295" y="1027"/>
                    <a:pt x="9799" y="688"/>
                  </a:cubicBezTo>
                  <a:cubicBezTo>
                    <a:pt x="10190" y="600"/>
                    <a:pt x="10059" y="73"/>
                    <a:pt x="9711" y="36"/>
                  </a:cubicBezTo>
                  <a:cubicBezTo>
                    <a:pt x="9485" y="12"/>
                    <a:pt x="9255" y="1"/>
                    <a:pt x="902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34"/>
            <p:cNvSpPr/>
            <p:nvPr/>
          </p:nvSpPr>
          <p:spPr>
            <a:xfrm>
              <a:off x="2839925" y="1007825"/>
              <a:ext cx="259925" cy="117700"/>
            </a:xfrm>
            <a:custGeom>
              <a:avLst/>
              <a:gdLst/>
              <a:ahLst/>
              <a:cxnLst/>
              <a:rect l="l" t="t" r="r" b="b"/>
              <a:pathLst>
                <a:path w="10397" h="4708" extrusionOk="0">
                  <a:moveTo>
                    <a:pt x="9045" y="1"/>
                  </a:moveTo>
                  <a:cubicBezTo>
                    <a:pt x="5729" y="1"/>
                    <a:pt x="2019" y="2104"/>
                    <a:pt x="58" y="4551"/>
                  </a:cubicBezTo>
                  <a:cubicBezTo>
                    <a:pt x="0" y="4623"/>
                    <a:pt x="54" y="4707"/>
                    <a:pt x="124" y="4707"/>
                  </a:cubicBezTo>
                  <a:cubicBezTo>
                    <a:pt x="145" y="4707"/>
                    <a:pt x="167" y="4700"/>
                    <a:pt x="188" y="4683"/>
                  </a:cubicBezTo>
                  <a:cubicBezTo>
                    <a:pt x="1738" y="3418"/>
                    <a:pt x="3324" y="2289"/>
                    <a:pt x="5224" y="1613"/>
                  </a:cubicBezTo>
                  <a:cubicBezTo>
                    <a:pt x="6821" y="1047"/>
                    <a:pt x="8433" y="1014"/>
                    <a:pt x="10074" y="712"/>
                  </a:cubicBezTo>
                  <a:cubicBezTo>
                    <a:pt x="10385" y="655"/>
                    <a:pt x="10396" y="120"/>
                    <a:pt x="10074" y="73"/>
                  </a:cubicBezTo>
                  <a:cubicBezTo>
                    <a:pt x="9737" y="24"/>
                    <a:pt x="9393" y="1"/>
                    <a:pt x="90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A683768D-C00B-43EC-83AD-9ABE48860E34}"/>
              </a:ext>
            </a:extLst>
          </p:cNvPr>
          <p:cNvSpPr txBox="1"/>
          <p:nvPr/>
        </p:nvSpPr>
        <p:spPr>
          <a:xfrm>
            <a:off x="3309703" y="697561"/>
            <a:ext cx="41553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Insert the following elements: </a:t>
            </a:r>
          </a:p>
          <a:p>
            <a:pPr algn="ctr"/>
            <a:r>
              <a:rPr lang="en-US" sz="2000" b="1" dirty="0"/>
              <a:t>5   4   6   9   1   8   3   10   7   2   11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619F7D2D-F262-4805-8C65-551DCDD9EA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6953" y="1282336"/>
            <a:ext cx="4199248" cy="3448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0616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4"/>
          <p:cNvSpPr txBox="1">
            <a:spLocks noGrp="1"/>
          </p:cNvSpPr>
          <p:nvPr>
            <p:ph type="title"/>
          </p:nvPr>
        </p:nvSpPr>
        <p:spPr>
          <a:xfrm>
            <a:off x="1307759" y="947437"/>
            <a:ext cx="2939511" cy="4372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u="sng" dirty="0"/>
              <a:t>Insertion</a:t>
            </a:r>
            <a:br>
              <a:rPr lang="en-US" b="1" dirty="0"/>
            </a:br>
            <a:r>
              <a:rPr lang="en-US" b="1" dirty="0"/>
              <a:t>  </a:t>
            </a:r>
            <a:r>
              <a:rPr lang="en-US" b="1" u="sng" dirty="0">
                <a:solidFill>
                  <a:srgbClr val="C00000"/>
                </a:solidFill>
              </a:rPr>
              <a:t>Minheap</a:t>
            </a:r>
            <a:br>
              <a:rPr lang="en-US" b="1" u="sng" dirty="0">
                <a:solidFill>
                  <a:srgbClr val="C00000"/>
                </a:solidFill>
              </a:rPr>
            </a:br>
            <a:r>
              <a:rPr lang="en-US" sz="1400" b="1" dirty="0"/>
              <a:t>	</a:t>
            </a:r>
            <a:endParaRPr lang="en-US" sz="1400" b="1" dirty="0">
              <a:solidFill>
                <a:srgbClr val="C00000"/>
              </a:solidFill>
            </a:endParaRPr>
          </a:p>
        </p:txBody>
      </p:sp>
      <p:sp>
        <p:nvSpPr>
          <p:cNvPr id="234" name="Google Shape;234;p34"/>
          <p:cNvSpPr txBox="1">
            <a:spLocks noGrp="1"/>
          </p:cNvSpPr>
          <p:nvPr>
            <p:ph type="subTitle" idx="1"/>
          </p:nvPr>
        </p:nvSpPr>
        <p:spPr>
          <a:xfrm>
            <a:off x="1307759" y="531752"/>
            <a:ext cx="3439500" cy="53514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Heaps	</a:t>
            </a:r>
          </a:p>
        </p:txBody>
      </p:sp>
      <p:pic>
        <p:nvPicPr>
          <p:cNvPr id="235" name="Google Shape;235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695460">
            <a:off x="7765338" y="3361772"/>
            <a:ext cx="1241024" cy="1610463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grpSp>
        <p:nvGrpSpPr>
          <p:cNvPr id="236" name="Google Shape;236;p34"/>
          <p:cNvGrpSpPr/>
          <p:nvPr/>
        </p:nvGrpSpPr>
        <p:grpSpPr>
          <a:xfrm rot="790859">
            <a:off x="7973758" y="3964891"/>
            <a:ext cx="824184" cy="712067"/>
            <a:chOff x="2341425" y="238100"/>
            <a:chExt cx="1328900" cy="1148125"/>
          </a:xfrm>
        </p:grpSpPr>
        <p:sp>
          <p:nvSpPr>
            <p:cNvPr id="237" name="Google Shape;237;p34"/>
            <p:cNvSpPr/>
            <p:nvPr/>
          </p:nvSpPr>
          <p:spPr>
            <a:xfrm>
              <a:off x="2341425" y="238100"/>
              <a:ext cx="1328900" cy="1148125"/>
            </a:xfrm>
            <a:custGeom>
              <a:avLst/>
              <a:gdLst/>
              <a:ahLst/>
              <a:cxnLst/>
              <a:rect l="l" t="t" r="r" b="b"/>
              <a:pathLst>
                <a:path w="53156" h="45925" extrusionOk="0">
                  <a:moveTo>
                    <a:pt x="49853" y="24103"/>
                  </a:moveTo>
                  <a:cubicBezTo>
                    <a:pt x="50212" y="24609"/>
                    <a:pt x="50681" y="25003"/>
                    <a:pt x="51172" y="25380"/>
                  </a:cubicBezTo>
                  <a:cubicBezTo>
                    <a:pt x="48199" y="26540"/>
                    <a:pt x="45438" y="28144"/>
                    <a:pt x="42987" y="30206"/>
                  </a:cubicBezTo>
                  <a:cubicBezTo>
                    <a:pt x="41727" y="31264"/>
                    <a:pt x="40396" y="32510"/>
                    <a:pt x="39238" y="33887"/>
                  </a:cubicBezTo>
                  <a:cubicBezTo>
                    <a:pt x="39347" y="33688"/>
                    <a:pt x="39460" y="33491"/>
                    <a:pt x="39578" y="33301"/>
                  </a:cubicBezTo>
                  <a:cubicBezTo>
                    <a:pt x="40490" y="31831"/>
                    <a:pt x="41539" y="30449"/>
                    <a:pt x="42711" y="29176"/>
                  </a:cubicBezTo>
                  <a:cubicBezTo>
                    <a:pt x="44775" y="26932"/>
                    <a:pt x="47091" y="25229"/>
                    <a:pt x="49853" y="24103"/>
                  </a:cubicBezTo>
                  <a:close/>
                  <a:moveTo>
                    <a:pt x="35117" y="1053"/>
                  </a:moveTo>
                  <a:lnTo>
                    <a:pt x="35117" y="1053"/>
                  </a:lnTo>
                  <a:cubicBezTo>
                    <a:pt x="36710" y="1715"/>
                    <a:pt x="38294" y="4814"/>
                    <a:pt x="38992" y="5799"/>
                  </a:cubicBezTo>
                  <a:cubicBezTo>
                    <a:pt x="40312" y="7660"/>
                    <a:pt x="41633" y="9523"/>
                    <a:pt x="42954" y="11383"/>
                  </a:cubicBezTo>
                  <a:cubicBezTo>
                    <a:pt x="44182" y="13110"/>
                    <a:pt x="45421" y="14827"/>
                    <a:pt x="46633" y="16564"/>
                  </a:cubicBezTo>
                  <a:cubicBezTo>
                    <a:pt x="46650" y="16588"/>
                    <a:pt x="46667" y="16613"/>
                    <a:pt x="46685" y="16638"/>
                  </a:cubicBezTo>
                  <a:cubicBezTo>
                    <a:pt x="47623" y="18397"/>
                    <a:pt x="48600" y="20134"/>
                    <a:pt x="49618" y="21849"/>
                  </a:cubicBezTo>
                  <a:cubicBezTo>
                    <a:pt x="48693" y="22281"/>
                    <a:pt x="47744" y="23007"/>
                    <a:pt x="47214" y="23343"/>
                  </a:cubicBezTo>
                  <a:cubicBezTo>
                    <a:pt x="45320" y="24544"/>
                    <a:pt x="43587" y="25982"/>
                    <a:pt x="42057" y="27622"/>
                  </a:cubicBezTo>
                  <a:cubicBezTo>
                    <a:pt x="40592" y="29191"/>
                    <a:pt x="39304" y="30938"/>
                    <a:pt x="38281" y="32827"/>
                  </a:cubicBezTo>
                  <a:cubicBezTo>
                    <a:pt x="37877" y="33573"/>
                    <a:pt x="37271" y="34533"/>
                    <a:pt x="36981" y="35496"/>
                  </a:cubicBezTo>
                  <a:cubicBezTo>
                    <a:pt x="36328" y="34434"/>
                    <a:pt x="35635" y="33395"/>
                    <a:pt x="34953" y="32353"/>
                  </a:cubicBezTo>
                  <a:cubicBezTo>
                    <a:pt x="33450" y="30055"/>
                    <a:pt x="31915" y="27777"/>
                    <a:pt x="30347" y="25524"/>
                  </a:cubicBezTo>
                  <a:cubicBezTo>
                    <a:pt x="28841" y="23359"/>
                    <a:pt x="27306" y="21217"/>
                    <a:pt x="25741" y="19095"/>
                  </a:cubicBezTo>
                  <a:cubicBezTo>
                    <a:pt x="24508" y="17421"/>
                    <a:pt x="23256" y="15382"/>
                    <a:pt x="21757" y="13843"/>
                  </a:cubicBezTo>
                  <a:cubicBezTo>
                    <a:pt x="22758" y="10753"/>
                    <a:pt x="24747" y="8361"/>
                    <a:pt x="26903" y="5992"/>
                  </a:cubicBezTo>
                  <a:cubicBezTo>
                    <a:pt x="27357" y="5493"/>
                    <a:pt x="27826" y="4981"/>
                    <a:pt x="28315" y="4481"/>
                  </a:cubicBezTo>
                  <a:cubicBezTo>
                    <a:pt x="29626" y="3498"/>
                    <a:pt x="31045" y="2668"/>
                    <a:pt x="32551" y="2018"/>
                  </a:cubicBezTo>
                  <a:cubicBezTo>
                    <a:pt x="33121" y="1772"/>
                    <a:pt x="33780" y="1496"/>
                    <a:pt x="34476" y="1255"/>
                  </a:cubicBezTo>
                  <a:cubicBezTo>
                    <a:pt x="34702" y="1206"/>
                    <a:pt x="34932" y="1166"/>
                    <a:pt x="35161" y="1125"/>
                  </a:cubicBezTo>
                  <a:cubicBezTo>
                    <a:pt x="35147" y="1101"/>
                    <a:pt x="35132" y="1076"/>
                    <a:pt x="35117" y="1053"/>
                  </a:cubicBezTo>
                  <a:close/>
                  <a:moveTo>
                    <a:pt x="49886" y="22296"/>
                  </a:moveTo>
                  <a:cubicBezTo>
                    <a:pt x="50069" y="22601"/>
                    <a:pt x="50253" y="22905"/>
                    <a:pt x="50437" y="23208"/>
                  </a:cubicBezTo>
                  <a:cubicBezTo>
                    <a:pt x="50328" y="23239"/>
                    <a:pt x="50219" y="23270"/>
                    <a:pt x="50110" y="23305"/>
                  </a:cubicBezTo>
                  <a:cubicBezTo>
                    <a:pt x="50098" y="23304"/>
                    <a:pt x="50086" y="23303"/>
                    <a:pt x="50074" y="23303"/>
                  </a:cubicBezTo>
                  <a:cubicBezTo>
                    <a:pt x="49989" y="23303"/>
                    <a:pt x="49905" y="23334"/>
                    <a:pt x="49839" y="23390"/>
                  </a:cubicBezTo>
                  <a:cubicBezTo>
                    <a:pt x="46983" y="24343"/>
                    <a:pt x="44499" y="26352"/>
                    <a:pt x="42469" y="28520"/>
                  </a:cubicBezTo>
                  <a:cubicBezTo>
                    <a:pt x="40592" y="30525"/>
                    <a:pt x="38254" y="33305"/>
                    <a:pt x="37357" y="36095"/>
                  </a:cubicBezTo>
                  <a:cubicBezTo>
                    <a:pt x="37306" y="36011"/>
                    <a:pt x="37249" y="35923"/>
                    <a:pt x="37190" y="35830"/>
                  </a:cubicBezTo>
                  <a:cubicBezTo>
                    <a:pt x="37565" y="34416"/>
                    <a:pt x="38696" y="32821"/>
                    <a:pt x="39296" y="31878"/>
                  </a:cubicBezTo>
                  <a:cubicBezTo>
                    <a:pt x="40239" y="30393"/>
                    <a:pt x="41330" y="29005"/>
                    <a:pt x="42550" y="27739"/>
                  </a:cubicBezTo>
                  <a:cubicBezTo>
                    <a:pt x="43708" y="26537"/>
                    <a:pt x="44980" y="25451"/>
                    <a:pt x="46348" y="24494"/>
                  </a:cubicBezTo>
                  <a:cubicBezTo>
                    <a:pt x="47234" y="23875"/>
                    <a:pt x="48600" y="22828"/>
                    <a:pt x="49886" y="22296"/>
                  </a:cubicBezTo>
                  <a:close/>
                  <a:moveTo>
                    <a:pt x="20475" y="13918"/>
                  </a:moveTo>
                  <a:cubicBezTo>
                    <a:pt x="20720" y="13985"/>
                    <a:pt x="20968" y="14054"/>
                    <a:pt x="21218" y="14127"/>
                  </a:cubicBezTo>
                  <a:lnTo>
                    <a:pt x="21219" y="14127"/>
                  </a:lnTo>
                  <a:cubicBezTo>
                    <a:pt x="22265" y="15897"/>
                    <a:pt x="23782" y="17534"/>
                    <a:pt x="24979" y="19160"/>
                  </a:cubicBezTo>
                  <a:cubicBezTo>
                    <a:pt x="26409" y="21107"/>
                    <a:pt x="27816" y="23071"/>
                    <a:pt x="29199" y="25052"/>
                  </a:cubicBezTo>
                  <a:cubicBezTo>
                    <a:pt x="30581" y="27035"/>
                    <a:pt x="31937" y="29034"/>
                    <a:pt x="33269" y="31050"/>
                  </a:cubicBezTo>
                  <a:cubicBezTo>
                    <a:pt x="33874" y="31967"/>
                    <a:pt x="34473" y="32886"/>
                    <a:pt x="35069" y="33809"/>
                  </a:cubicBezTo>
                  <a:cubicBezTo>
                    <a:pt x="35425" y="34364"/>
                    <a:pt x="35780" y="34920"/>
                    <a:pt x="36133" y="35475"/>
                  </a:cubicBezTo>
                  <a:lnTo>
                    <a:pt x="36486" y="36032"/>
                  </a:lnTo>
                  <a:cubicBezTo>
                    <a:pt x="36496" y="36074"/>
                    <a:pt x="36508" y="36115"/>
                    <a:pt x="36522" y="36155"/>
                  </a:cubicBezTo>
                  <a:cubicBezTo>
                    <a:pt x="33879" y="32306"/>
                    <a:pt x="31050" y="28568"/>
                    <a:pt x="28325" y="24779"/>
                  </a:cubicBezTo>
                  <a:cubicBezTo>
                    <a:pt x="25722" y="21160"/>
                    <a:pt x="23203" y="17449"/>
                    <a:pt x="20475" y="13918"/>
                  </a:cubicBezTo>
                  <a:close/>
                  <a:moveTo>
                    <a:pt x="37953" y="37630"/>
                  </a:moveTo>
                  <a:cubicBezTo>
                    <a:pt x="37851" y="37834"/>
                    <a:pt x="37753" y="38038"/>
                    <a:pt x="37661" y="38245"/>
                  </a:cubicBezTo>
                  <a:cubicBezTo>
                    <a:pt x="37630" y="38236"/>
                    <a:pt x="37597" y="38231"/>
                    <a:pt x="37565" y="38231"/>
                  </a:cubicBezTo>
                  <a:cubicBezTo>
                    <a:pt x="37533" y="38231"/>
                    <a:pt x="37500" y="38236"/>
                    <a:pt x="37470" y="38245"/>
                  </a:cubicBezTo>
                  <a:cubicBezTo>
                    <a:pt x="37633" y="38041"/>
                    <a:pt x="37793" y="37835"/>
                    <a:pt x="37953" y="37630"/>
                  </a:cubicBezTo>
                  <a:close/>
                  <a:moveTo>
                    <a:pt x="36509" y="38717"/>
                  </a:moveTo>
                  <a:cubicBezTo>
                    <a:pt x="36518" y="38717"/>
                    <a:pt x="36527" y="38717"/>
                    <a:pt x="36536" y="38717"/>
                  </a:cubicBezTo>
                  <a:cubicBezTo>
                    <a:pt x="36609" y="38809"/>
                    <a:pt x="36720" y="38864"/>
                    <a:pt x="36837" y="38865"/>
                  </a:cubicBezTo>
                  <a:cubicBezTo>
                    <a:pt x="36596" y="38971"/>
                    <a:pt x="36282" y="39011"/>
                    <a:pt x="35935" y="39011"/>
                  </a:cubicBezTo>
                  <a:cubicBezTo>
                    <a:pt x="35451" y="39011"/>
                    <a:pt x="34904" y="38934"/>
                    <a:pt x="34409" y="38856"/>
                  </a:cubicBezTo>
                  <a:cubicBezTo>
                    <a:pt x="35105" y="38764"/>
                    <a:pt x="35807" y="38717"/>
                    <a:pt x="36509" y="38717"/>
                  </a:cubicBezTo>
                  <a:close/>
                  <a:moveTo>
                    <a:pt x="15183" y="13113"/>
                  </a:moveTo>
                  <a:cubicBezTo>
                    <a:pt x="16769" y="13113"/>
                    <a:pt x="18319" y="13366"/>
                    <a:pt x="19934" y="13775"/>
                  </a:cubicBezTo>
                  <a:cubicBezTo>
                    <a:pt x="22531" y="17699"/>
                    <a:pt x="25404" y="21460"/>
                    <a:pt x="28149" y="25276"/>
                  </a:cubicBezTo>
                  <a:cubicBezTo>
                    <a:pt x="30879" y="29073"/>
                    <a:pt x="33528" y="32953"/>
                    <a:pt x="36351" y="36684"/>
                  </a:cubicBezTo>
                  <a:cubicBezTo>
                    <a:pt x="34542" y="35843"/>
                    <a:pt x="32568" y="35460"/>
                    <a:pt x="30570" y="35460"/>
                  </a:cubicBezTo>
                  <a:cubicBezTo>
                    <a:pt x="26406" y="35460"/>
                    <a:pt x="22142" y="37123"/>
                    <a:pt x="19074" y="39757"/>
                  </a:cubicBezTo>
                  <a:cubicBezTo>
                    <a:pt x="13793" y="32214"/>
                    <a:pt x="8154" y="24943"/>
                    <a:pt x="2157" y="17945"/>
                  </a:cubicBezTo>
                  <a:lnTo>
                    <a:pt x="2159" y="17945"/>
                  </a:lnTo>
                  <a:cubicBezTo>
                    <a:pt x="5055" y="16227"/>
                    <a:pt x="8015" y="14530"/>
                    <a:pt x="11283" y="13642"/>
                  </a:cubicBezTo>
                  <a:cubicBezTo>
                    <a:pt x="12638" y="13273"/>
                    <a:pt x="13922" y="13113"/>
                    <a:pt x="15183" y="13113"/>
                  </a:cubicBezTo>
                  <a:close/>
                  <a:moveTo>
                    <a:pt x="2578" y="20435"/>
                  </a:moveTo>
                  <a:cubicBezTo>
                    <a:pt x="8168" y="27062"/>
                    <a:pt x="13443" y="33937"/>
                    <a:pt x="18402" y="41058"/>
                  </a:cubicBezTo>
                  <a:cubicBezTo>
                    <a:pt x="18543" y="41262"/>
                    <a:pt x="18758" y="41377"/>
                    <a:pt x="18977" y="41377"/>
                  </a:cubicBezTo>
                  <a:cubicBezTo>
                    <a:pt x="19133" y="41377"/>
                    <a:pt x="19292" y="41318"/>
                    <a:pt x="19427" y="41190"/>
                  </a:cubicBezTo>
                  <a:cubicBezTo>
                    <a:pt x="21632" y="39103"/>
                    <a:pt x="24333" y="37693"/>
                    <a:pt x="27314" y="37090"/>
                  </a:cubicBezTo>
                  <a:cubicBezTo>
                    <a:pt x="28284" y="36894"/>
                    <a:pt x="29226" y="36809"/>
                    <a:pt x="30154" y="36809"/>
                  </a:cubicBezTo>
                  <a:cubicBezTo>
                    <a:pt x="30890" y="36809"/>
                    <a:pt x="31618" y="36863"/>
                    <a:pt x="32345" y="36959"/>
                  </a:cubicBezTo>
                  <a:cubicBezTo>
                    <a:pt x="32139" y="36996"/>
                    <a:pt x="31934" y="37038"/>
                    <a:pt x="31726" y="37085"/>
                  </a:cubicBezTo>
                  <a:cubicBezTo>
                    <a:pt x="29702" y="37535"/>
                    <a:pt x="27672" y="38191"/>
                    <a:pt x="25741" y="38939"/>
                  </a:cubicBezTo>
                  <a:cubicBezTo>
                    <a:pt x="24060" y="39590"/>
                    <a:pt x="22425" y="40379"/>
                    <a:pt x="20975" y="41459"/>
                  </a:cubicBezTo>
                  <a:cubicBezTo>
                    <a:pt x="20335" y="41934"/>
                    <a:pt x="18892" y="42836"/>
                    <a:pt x="18616" y="43758"/>
                  </a:cubicBezTo>
                  <a:cubicBezTo>
                    <a:pt x="15797" y="39642"/>
                    <a:pt x="12269" y="35871"/>
                    <a:pt x="9131" y="31993"/>
                  </a:cubicBezTo>
                  <a:cubicBezTo>
                    <a:pt x="7537" y="30022"/>
                    <a:pt x="5941" y="28055"/>
                    <a:pt x="4343" y="26088"/>
                  </a:cubicBezTo>
                  <a:cubicBezTo>
                    <a:pt x="3509" y="25063"/>
                    <a:pt x="2360" y="24025"/>
                    <a:pt x="1726" y="22872"/>
                  </a:cubicBezTo>
                  <a:lnTo>
                    <a:pt x="1290" y="22336"/>
                  </a:lnTo>
                  <a:cubicBezTo>
                    <a:pt x="1365" y="21812"/>
                    <a:pt x="1612" y="21399"/>
                    <a:pt x="2027" y="21097"/>
                  </a:cubicBezTo>
                  <a:cubicBezTo>
                    <a:pt x="2191" y="20870"/>
                    <a:pt x="2390" y="20654"/>
                    <a:pt x="2578" y="20435"/>
                  </a:cubicBezTo>
                  <a:close/>
                  <a:moveTo>
                    <a:pt x="34214" y="37438"/>
                  </a:moveTo>
                  <a:cubicBezTo>
                    <a:pt x="34480" y="37438"/>
                    <a:pt x="34745" y="37450"/>
                    <a:pt x="35009" y="37476"/>
                  </a:cubicBezTo>
                  <a:cubicBezTo>
                    <a:pt x="35056" y="37488"/>
                    <a:pt x="35104" y="37502"/>
                    <a:pt x="35153" y="37514"/>
                  </a:cubicBezTo>
                  <a:cubicBezTo>
                    <a:pt x="32341" y="37733"/>
                    <a:pt x="29659" y="38637"/>
                    <a:pt x="27141" y="39965"/>
                  </a:cubicBezTo>
                  <a:cubicBezTo>
                    <a:pt x="25564" y="40797"/>
                    <a:pt x="24060" y="41771"/>
                    <a:pt x="22625" y="42823"/>
                  </a:cubicBezTo>
                  <a:cubicBezTo>
                    <a:pt x="22053" y="43241"/>
                    <a:pt x="21266" y="44080"/>
                    <a:pt x="20621" y="44360"/>
                  </a:cubicBezTo>
                  <a:cubicBezTo>
                    <a:pt x="20405" y="44454"/>
                    <a:pt x="20198" y="44493"/>
                    <a:pt x="19997" y="44493"/>
                  </a:cubicBezTo>
                  <a:cubicBezTo>
                    <a:pt x="19802" y="44493"/>
                    <a:pt x="19613" y="44456"/>
                    <a:pt x="19427" y="44400"/>
                  </a:cubicBezTo>
                  <a:cubicBezTo>
                    <a:pt x="19434" y="44391"/>
                    <a:pt x="19440" y="44386"/>
                    <a:pt x="19448" y="44377"/>
                  </a:cubicBezTo>
                  <a:cubicBezTo>
                    <a:pt x="19593" y="44198"/>
                    <a:pt x="19599" y="43995"/>
                    <a:pt x="19448" y="43814"/>
                  </a:cubicBezTo>
                  <a:lnTo>
                    <a:pt x="19430" y="43792"/>
                  </a:lnTo>
                  <a:cubicBezTo>
                    <a:pt x="19697" y="43721"/>
                    <a:pt x="19911" y="43553"/>
                    <a:pt x="20074" y="43287"/>
                  </a:cubicBezTo>
                  <a:cubicBezTo>
                    <a:pt x="20320" y="43038"/>
                    <a:pt x="20576" y="42801"/>
                    <a:pt x="20843" y="42573"/>
                  </a:cubicBezTo>
                  <a:cubicBezTo>
                    <a:pt x="21485" y="42027"/>
                    <a:pt x="22180" y="41552"/>
                    <a:pt x="22907" y="41126"/>
                  </a:cubicBezTo>
                  <a:cubicBezTo>
                    <a:pt x="24188" y="40374"/>
                    <a:pt x="25559" y="39793"/>
                    <a:pt x="26955" y="39291"/>
                  </a:cubicBezTo>
                  <a:cubicBezTo>
                    <a:pt x="29199" y="38484"/>
                    <a:pt x="31750" y="37438"/>
                    <a:pt x="34214" y="37438"/>
                  </a:cubicBezTo>
                  <a:close/>
                  <a:moveTo>
                    <a:pt x="34842" y="0"/>
                  </a:moveTo>
                  <a:cubicBezTo>
                    <a:pt x="34343" y="0"/>
                    <a:pt x="33867" y="188"/>
                    <a:pt x="33507" y="630"/>
                  </a:cubicBezTo>
                  <a:cubicBezTo>
                    <a:pt x="31447" y="1151"/>
                    <a:pt x="29512" y="2015"/>
                    <a:pt x="27862" y="3526"/>
                  </a:cubicBezTo>
                  <a:cubicBezTo>
                    <a:pt x="27217" y="4115"/>
                    <a:pt x="26496" y="4800"/>
                    <a:pt x="25773" y="5555"/>
                  </a:cubicBezTo>
                  <a:cubicBezTo>
                    <a:pt x="23620" y="7604"/>
                    <a:pt x="21769" y="10148"/>
                    <a:pt x="20875" y="12916"/>
                  </a:cubicBezTo>
                  <a:cubicBezTo>
                    <a:pt x="19359" y="12052"/>
                    <a:pt x="17538" y="11727"/>
                    <a:pt x="15721" y="11727"/>
                  </a:cubicBezTo>
                  <a:cubicBezTo>
                    <a:pt x="14356" y="11727"/>
                    <a:pt x="12994" y="11911"/>
                    <a:pt x="11766" y="12185"/>
                  </a:cubicBezTo>
                  <a:cubicBezTo>
                    <a:pt x="7819" y="13067"/>
                    <a:pt x="4277" y="15176"/>
                    <a:pt x="838" y="17217"/>
                  </a:cubicBezTo>
                  <a:cubicBezTo>
                    <a:pt x="458" y="17444"/>
                    <a:pt x="436" y="17923"/>
                    <a:pt x="707" y="18237"/>
                  </a:cubicBezTo>
                  <a:cubicBezTo>
                    <a:pt x="1244" y="18859"/>
                    <a:pt x="1774" y="19488"/>
                    <a:pt x="2305" y="20116"/>
                  </a:cubicBezTo>
                  <a:cubicBezTo>
                    <a:pt x="1441" y="20484"/>
                    <a:pt x="862" y="21064"/>
                    <a:pt x="197" y="21811"/>
                  </a:cubicBezTo>
                  <a:cubicBezTo>
                    <a:pt x="77" y="21947"/>
                    <a:pt x="0" y="22200"/>
                    <a:pt x="127" y="22363"/>
                  </a:cubicBezTo>
                  <a:cubicBezTo>
                    <a:pt x="2951" y="26054"/>
                    <a:pt x="5928" y="29634"/>
                    <a:pt x="8843" y="33254"/>
                  </a:cubicBezTo>
                  <a:cubicBezTo>
                    <a:pt x="11749" y="36861"/>
                    <a:pt x="14485" y="40794"/>
                    <a:pt x="17652" y="44182"/>
                  </a:cubicBezTo>
                  <a:cubicBezTo>
                    <a:pt x="17664" y="44208"/>
                    <a:pt x="17679" y="44232"/>
                    <a:pt x="17699" y="44255"/>
                  </a:cubicBezTo>
                  <a:cubicBezTo>
                    <a:pt x="18282" y="44908"/>
                    <a:pt x="19219" y="45924"/>
                    <a:pt x="20167" y="45924"/>
                  </a:cubicBezTo>
                  <a:cubicBezTo>
                    <a:pt x="20277" y="45924"/>
                    <a:pt x="20387" y="45910"/>
                    <a:pt x="20497" y="45881"/>
                  </a:cubicBezTo>
                  <a:cubicBezTo>
                    <a:pt x="21148" y="45708"/>
                    <a:pt x="21757" y="44978"/>
                    <a:pt x="22286" y="44585"/>
                  </a:cubicBezTo>
                  <a:cubicBezTo>
                    <a:pt x="23162" y="43935"/>
                    <a:pt x="24053" y="43304"/>
                    <a:pt x="24965" y="42705"/>
                  </a:cubicBezTo>
                  <a:cubicBezTo>
                    <a:pt x="27366" y="41130"/>
                    <a:pt x="29934" y="39829"/>
                    <a:pt x="32678" y="39174"/>
                  </a:cubicBezTo>
                  <a:cubicBezTo>
                    <a:pt x="32752" y="39177"/>
                    <a:pt x="32826" y="39174"/>
                    <a:pt x="32900" y="39178"/>
                  </a:cubicBezTo>
                  <a:cubicBezTo>
                    <a:pt x="34054" y="39233"/>
                    <a:pt x="35153" y="39648"/>
                    <a:pt x="36288" y="39715"/>
                  </a:cubicBezTo>
                  <a:cubicBezTo>
                    <a:pt x="36337" y="39718"/>
                    <a:pt x="36385" y="39720"/>
                    <a:pt x="36433" y="39720"/>
                  </a:cubicBezTo>
                  <a:cubicBezTo>
                    <a:pt x="37209" y="39720"/>
                    <a:pt x="37750" y="39337"/>
                    <a:pt x="37827" y="38540"/>
                  </a:cubicBezTo>
                  <a:cubicBezTo>
                    <a:pt x="39593" y="36201"/>
                    <a:pt x="41115" y="33792"/>
                    <a:pt x="43273" y="31744"/>
                  </a:cubicBezTo>
                  <a:cubicBezTo>
                    <a:pt x="44449" y="30626"/>
                    <a:pt x="45716" y="29608"/>
                    <a:pt x="47060" y="28698"/>
                  </a:cubicBezTo>
                  <a:cubicBezTo>
                    <a:pt x="47079" y="28686"/>
                    <a:pt x="47099" y="28675"/>
                    <a:pt x="47118" y="28662"/>
                  </a:cubicBezTo>
                  <a:cubicBezTo>
                    <a:pt x="48826" y="27633"/>
                    <a:pt x="50637" y="26785"/>
                    <a:pt x="52524" y="26133"/>
                  </a:cubicBezTo>
                  <a:cubicBezTo>
                    <a:pt x="52902" y="26003"/>
                    <a:pt x="53156" y="25447"/>
                    <a:pt x="52785" y="25145"/>
                  </a:cubicBezTo>
                  <a:cubicBezTo>
                    <a:pt x="52171" y="24648"/>
                    <a:pt x="51613" y="24099"/>
                    <a:pt x="50959" y="23696"/>
                  </a:cubicBezTo>
                  <a:cubicBezTo>
                    <a:pt x="51006" y="23680"/>
                    <a:pt x="51050" y="23660"/>
                    <a:pt x="51097" y="23645"/>
                  </a:cubicBezTo>
                  <a:cubicBezTo>
                    <a:pt x="51251" y="23594"/>
                    <a:pt x="51309" y="23468"/>
                    <a:pt x="51300" y="23347"/>
                  </a:cubicBezTo>
                  <a:cubicBezTo>
                    <a:pt x="51345" y="23292"/>
                    <a:pt x="51376" y="23227"/>
                    <a:pt x="51391" y="23158"/>
                  </a:cubicBezTo>
                  <a:cubicBezTo>
                    <a:pt x="51657" y="23086"/>
                    <a:pt x="51868" y="22805"/>
                    <a:pt x="51676" y="22507"/>
                  </a:cubicBezTo>
                  <a:cubicBezTo>
                    <a:pt x="51561" y="22326"/>
                    <a:pt x="51447" y="22144"/>
                    <a:pt x="51333" y="21962"/>
                  </a:cubicBezTo>
                  <a:cubicBezTo>
                    <a:pt x="51345" y="21962"/>
                    <a:pt x="51359" y="21961"/>
                    <a:pt x="51371" y="21961"/>
                  </a:cubicBezTo>
                  <a:cubicBezTo>
                    <a:pt x="51374" y="21961"/>
                    <a:pt x="51377" y="21961"/>
                    <a:pt x="51379" y="21961"/>
                  </a:cubicBezTo>
                  <a:cubicBezTo>
                    <a:pt x="51539" y="21961"/>
                    <a:pt x="51585" y="21737"/>
                    <a:pt x="51453" y="21658"/>
                  </a:cubicBezTo>
                  <a:cubicBezTo>
                    <a:pt x="51333" y="21585"/>
                    <a:pt x="51198" y="21544"/>
                    <a:pt x="51056" y="21524"/>
                  </a:cubicBezTo>
                  <a:cubicBezTo>
                    <a:pt x="50796" y="21108"/>
                    <a:pt x="50546" y="20689"/>
                    <a:pt x="50290" y="20269"/>
                  </a:cubicBezTo>
                  <a:cubicBezTo>
                    <a:pt x="50030" y="19581"/>
                    <a:pt x="49589" y="18953"/>
                    <a:pt x="49191" y="18312"/>
                  </a:cubicBezTo>
                  <a:cubicBezTo>
                    <a:pt x="48421" y="17077"/>
                    <a:pt x="47572" y="15893"/>
                    <a:pt x="46728" y="14709"/>
                  </a:cubicBezTo>
                  <a:cubicBezTo>
                    <a:pt x="45005" y="12292"/>
                    <a:pt x="43280" y="9876"/>
                    <a:pt x="41551" y="7464"/>
                  </a:cubicBezTo>
                  <a:cubicBezTo>
                    <a:pt x="40019" y="5325"/>
                    <a:pt x="38618" y="2783"/>
                    <a:pt x="36781" y="897"/>
                  </a:cubicBezTo>
                  <a:cubicBezTo>
                    <a:pt x="36255" y="356"/>
                    <a:pt x="35527" y="0"/>
                    <a:pt x="348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34"/>
            <p:cNvSpPr/>
            <p:nvPr/>
          </p:nvSpPr>
          <p:spPr>
            <a:xfrm>
              <a:off x="2990175" y="381350"/>
              <a:ext cx="254450" cy="209600"/>
            </a:xfrm>
            <a:custGeom>
              <a:avLst/>
              <a:gdLst/>
              <a:ahLst/>
              <a:cxnLst/>
              <a:rect l="l" t="t" r="r" b="b"/>
              <a:pathLst>
                <a:path w="10178" h="8384" extrusionOk="0">
                  <a:moveTo>
                    <a:pt x="9489" y="1"/>
                  </a:moveTo>
                  <a:cubicBezTo>
                    <a:pt x="9460" y="1"/>
                    <a:pt x="9430" y="3"/>
                    <a:pt x="9398" y="7"/>
                  </a:cubicBezTo>
                  <a:cubicBezTo>
                    <a:pt x="5315" y="589"/>
                    <a:pt x="1324" y="4315"/>
                    <a:pt x="48" y="8144"/>
                  </a:cubicBezTo>
                  <a:cubicBezTo>
                    <a:pt x="1" y="8286"/>
                    <a:pt x="119" y="8384"/>
                    <a:pt x="239" y="8384"/>
                  </a:cubicBezTo>
                  <a:cubicBezTo>
                    <a:pt x="302" y="8384"/>
                    <a:pt x="366" y="8357"/>
                    <a:pt x="406" y="8294"/>
                  </a:cubicBezTo>
                  <a:cubicBezTo>
                    <a:pt x="1475" y="6637"/>
                    <a:pt x="2632" y="5068"/>
                    <a:pt x="4157" y="3799"/>
                  </a:cubicBezTo>
                  <a:cubicBezTo>
                    <a:pt x="5839" y="2399"/>
                    <a:pt x="7661" y="1727"/>
                    <a:pt x="9647" y="909"/>
                  </a:cubicBezTo>
                  <a:cubicBezTo>
                    <a:pt x="10177" y="691"/>
                    <a:pt x="10017" y="1"/>
                    <a:pt x="948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34"/>
            <p:cNvSpPr/>
            <p:nvPr/>
          </p:nvSpPr>
          <p:spPr>
            <a:xfrm>
              <a:off x="3026350" y="441550"/>
              <a:ext cx="247225" cy="201350"/>
            </a:xfrm>
            <a:custGeom>
              <a:avLst/>
              <a:gdLst/>
              <a:ahLst/>
              <a:cxnLst/>
              <a:rect l="l" t="t" r="r" b="b"/>
              <a:pathLst>
                <a:path w="9889" h="8054" extrusionOk="0">
                  <a:moveTo>
                    <a:pt x="9472" y="1"/>
                  </a:moveTo>
                  <a:cubicBezTo>
                    <a:pt x="9466" y="1"/>
                    <a:pt x="9460" y="1"/>
                    <a:pt x="9454" y="1"/>
                  </a:cubicBezTo>
                  <a:cubicBezTo>
                    <a:pt x="5735" y="204"/>
                    <a:pt x="1142" y="4281"/>
                    <a:pt x="59" y="7752"/>
                  </a:cubicBezTo>
                  <a:cubicBezTo>
                    <a:pt x="0" y="7941"/>
                    <a:pt x="141" y="8053"/>
                    <a:pt x="292" y="8053"/>
                  </a:cubicBezTo>
                  <a:cubicBezTo>
                    <a:pt x="375" y="8053"/>
                    <a:pt x="460" y="8019"/>
                    <a:pt x="517" y="7945"/>
                  </a:cubicBezTo>
                  <a:cubicBezTo>
                    <a:pt x="1756" y="6329"/>
                    <a:pt x="2771" y="4701"/>
                    <a:pt x="4382" y="3401"/>
                  </a:cubicBezTo>
                  <a:cubicBezTo>
                    <a:pt x="6005" y="2092"/>
                    <a:pt x="7844" y="1590"/>
                    <a:pt x="9618" y="609"/>
                  </a:cubicBezTo>
                  <a:cubicBezTo>
                    <a:pt x="9889" y="460"/>
                    <a:pt x="9783" y="1"/>
                    <a:pt x="94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34"/>
            <p:cNvSpPr/>
            <p:nvPr/>
          </p:nvSpPr>
          <p:spPr>
            <a:xfrm>
              <a:off x="3172850" y="661350"/>
              <a:ext cx="224850" cy="198300"/>
            </a:xfrm>
            <a:custGeom>
              <a:avLst/>
              <a:gdLst/>
              <a:ahLst/>
              <a:cxnLst/>
              <a:rect l="l" t="t" r="r" b="b"/>
              <a:pathLst>
                <a:path w="8994" h="7932" extrusionOk="0">
                  <a:moveTo>
                    <a:pt x="8456" y="0"/>
                  </a:moveTo>
                  <a:cubicBezTo>
                    <a:pt x="8425" y="0"/>
                    <a:pt x="8392" y="4"/>
                    <a:pt x="8358" y="11"/>
                  </a:cubicBezTo>
                  <a:cubicBezTo>
                    <a:pt x="5106" y="738"/>
                    <a:pt x="1076" y="4402"/>
                    <a:pt x="60" y="7579"/>
                  </a:cubicBezTo>
                  <a:cubicBezTo>
                    <a:pt x="1" y="7765"/>
                    <a:pt x="174" y="7931"/>
                    <a:pt x="343" y="7931"/>
                  </a:cubicBezTo>
                  <a:cubicBezTo>
                    <a:pt x="409" y="7931"/>
                    <a:pt x="474" y="7907"/>
                    <a:pt x="524" y="7849"/>
                  </a:cubicBezTo>
                  <a:cubicBezTo>
                    <a:pt x="1689" y="6518"/>
                    <a:pt x="2590" y="5030"/>
                    <a:pt x="3913" y="3818"/>
                  </a:cubicBezTo>
                  <a:cubicBezTo>
                    <a:pt x="5371" y="2483"/>
                    <a:pt x="7047" y="1783"/>
                    <a:pt x="8657" y="718"/>
                  </a:cubicBezTo>
                  <a:cubicBezTo>
                    <a:pt x="8993" y="494"/>
                    <a:pt x="8826" y="0"/>
                    <a:pt x="84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34"/>
            <p:cNvSpPr/>
            <p:nvPr/>
          </p:nvSpPr>
          <p:spPr>
            <a:xfrm>
              <a:off x="3219000" y="725650"/>
              <a:ext cx="226500" cy="215375"/>
            </a:xfrm>
            <a:custGeom>
              <a:avLst/>
              <a:gdLst/>
              <a:ahLst/>
              <a:cxnLst/>
              <a:rect l="l" t="t" r="r" b="b"/>
              <a:pathLst>
                <a:path w="9060" h="8615" extrusionOk="0">
                  <a:moveTo>
                    <a:pt x="8466" y="1"/>
                  </a:moveTo>
                  <a:cubicBezTo>
                    <a:pt x="8403" y="1"/>
                    <a:pt x="8336" y="16"/>
                    <a:pt x="8267" y="50"/>
                  </a:cubicBezTo>
                  <a:cubicBezTo>
                    <a:pt x="6348" y="1017"/>
                    <a:pt x="4571" y="2396"/>
                    <a:pt x="3025" y="3882"/>
                  </a:cubicBezTo>
                  <a:cubicBezTo>
                    <a:pt x="1836" y="5024"/>
                    <a:pt x="0" y="6568"/>
                    <a:pt x="62" y="8367"/>
                  </a:cubicBezTo>
                  <a:cubicBezTo>
                    <a:pt x="66" y="8507"/>
                    <a:pt x="206" y="8614"/>
                    <a:pt x="335" y="8614"/>
                  </a:cubicBezTo>
                  <a:cubicBezTo>
                    <a:pt x="409" y="8614"/>
                    <a:pt x="480" y="8578"/>
                    <a:pt x="518" y="8491"/>
                  </a:cubicBezTo>
                  <a:cubicBezTo>
                    <a:pt x="2016" y="5007"/>
                    <a:pt x="5594" y="2708"/>
                    <a:pt x="8679" y="755"/>
                  </a:cubicBezTo>
                  <a:cubicBezTo>
                    <a:pt x="9059" y="514"/>
                    <a:pt x="8832" y="1"/>
                    <a:pt x="84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34"/>
            <p:cNvSpPr/>
            <p:nvPr/>
          </p:nvSpPr>
          <p:spPr>
            <a:xfrm>
              <a:off x="2528200" y="658025"/>
              <a:ext cx="405900" cy="260600"/>
            </a:xfrm>
            <a:custGeom>
              <a:avLst/>
              <a:gdLst/>
              <a:ahLst/>
              <a:cxnLst/>
              <a:rect l="l" t="t" r="r" b="b"/>
              <a:pathLst>
                <a:path w="16236" h="10424" extrusionOk="0">
                  <a:moveTo>
                    <a:pt x="1382" y="2708"/>
                  </a:moveTo>
                  <a:cubicBezTo>
                    <a:pt x="2705" y="4465"/>
                    <a:pt x="4361" y="5818"/>
                    <a:pt x="5564" y="7549"/>
                  </a:cubicBezTo>
                  <a:cubicBezTo>
                    <a:pt x="5049" y="7000"/>
                    <a:pt x="4518" y="6467"/>
                    <a:pt x="3972" y="5947"/>
                  </a:cubicBezTo>
                  <a:cubicBezTo>
                    <a:pt x="3369" y="5370"/>
                    <a:pt x="2751" y="4825"/>
                    <a:pt x="2113" y="4299"/>
                  </a:cubicBezTo>
                  <a:cubicBezTo>
                    <a:pt x="2286" y="4264"/>
                    <a:pt x="2405" y="4031"/>
                    <a:pt x="2251" y="3877"/>
                  </a:cubicBezTo>
                  <a:cubicBezTo>
                    <a:pt x="1869" y="3498"/>
                    <a:pt x="1454" y="3168"/>
                    <a:pt x="1030" y="2840"/>
                  </a:cubicBezTo>
                  <a:lnTo>
                    <a:pt x="1382" y="2708"/>
                  </a:lnTo>
                  <a:close/>
                  <a:moveTo>
                    <a:pt x="9295" y="739"/>
                  </a:moveTo>
                  <a:cubicBezTo>
                    <a:pt x="10900" y="739"/>
                    <a:pt x="11714" y="2042"/>
                    <a:pt x="12738" y="3153"/>
                  </a:cubicBezTo>
                  <a:cubicBezTo>
                    <a:pt x="13607" y="4096"/>
                    <a:pt x="14464" y="5049"/>
                    <a:pt x="15310" y="6013"/>
                  </a:cubicBezTo>
                  <a:cubicBezTo>
                    <a:pt x="13936" y="6363"/>
                    <a:pt x="12589" y="6790"/>
                    <a:pt x="11275" y="7331"/>
                  </a:cubicBezTo>
                  <a:cubicBezTo>
                    <a:pt x="10703" y="7567"/>
                    <a:pt x="10139" y="7820"/>
                    <a:pt x="9583" y="8091"/>
                  </a:cubicBezTo>
                  <a:cubicBezTo>
                    <a:pt x="9104" y="8323"/>
                    <a:pt x="7997" y="9216"/>
                    <a:pt x="7494" y="9216"/>
                  </a:cubicBezTo>
                  <a:cubicBezTo>
                    <a:pt x="7280" y="9214"/>
                    <a:pt x="7087" y="9143"/>
                    <a:pt x="6911" y="9028"/>
                  </a:cubicBezTo>
                  <a:cubicBezTo>
                    <a:pt x="5976" y="6497"/>
                    <a:pt x="3660" y="4237"/>
                    <a:pt x="1564" y="2642"/>
                  </a:cubicBezTo>
                  <a:cubicBezTo>
                    <a:pt x="3992" y="1737"/>
                    <a:pt x="6804" y="749"/>
                    <a:pt x="9284" y="739"/>
                  </a:cubicBezTo>
                  <a:cubicBezTo>
                    <a:pt x="9288" y="739"/>
                    <a:pt x="9291" y="739"/>
                    <a:pt x="9295" y="739"/>
                  </a:cubicBezTo>
                  <a:close/>
                  <a:moveTo>
                    <a:pt x="9522" y="0"/>
                  </a:moveTo>
                  <a:cubicBezTo>
                    <a:pt x="8353" y="0"/>
                    <a:pt x="6970" y="475"/>
                    <a:pt x="5977" y="700"/>
                  </a:cubicBezTo>
                  <a:cubicBezTo>
                    <a:pt x="4041" y="1140"/>
                    <a:pt x="2155" y="1729"/>
                    <a:pt x="300" y="2432"/>
                  </a:cubicBezTo>
                  <a:cubicBezTo>
                    <a:pt x="25" y="2536"/>
                    <a:pt x="1" y="2846"/>
                    <a:pt x="223" y="3018"/>
                  </a:cubicBezTo>
                  <a:cubicBezTo>
                    <a:pt x="702" y="3388"/>
                    <a:pt x="1169" y="3763"/>
                    <a:pt x="1673" y="4093"/>
                  </a:cubicBezTo>
                  <a:cubicBezTo>
                    <a:pt x="3491" y="5760"/>
                    <a:pt x="5144" y="7550"/>
                    <a:pt x="6623" y="9541"/>
                  </a:cubicBezTo>
                  <a:cubicBezTo>
                    <a:pt x="6713" y="9781"/>
                    <a:pt x="6797" y="10028"/>
                    <a:pt x="6867" y="10287"/>
                  </a:cubicBezTo>
                  <a:cubicBezTo>
                    <a:pt x="6892" y="10382"/>
                    <a:pt x="6963" y="10423"/>
                    <a:pt x="7035" y="10423"/>
                  </a:cubicBezTo>
                  <a:cubicBezTo>
                    <a:pt x="7146" y="10423"/>
                    <a:pt x="7261" y="10329"/>
                    <a:pt x="7234" y="10186"/>
                  </a:cubicBezTo>
                  <a:cubicBezTo>
                    <a:pt x="7224" y="10130"/>
                    <a:pt x="7207" y="10076"/>
                    <a:pt x="7196" y="10021"/>
                  </a:cubicBezTo>
                  <a:cubicBezTo>
                    <a:pt x="7219" y="10016"/>
                    <a:pt x="7243" y="10009"/>
                    <a:pt x="7264" y="9998"/>
                  </a:cubicBezTo>
                  <a:cubicBezTo>
                    <a:pt x="9998" y="8390"/>
                    <a:pt x="12869" y="7216"/>
                    <a:pt x="15954" y="6481"/>
                  </a:cubicBezTo>
                  <a:cubicBezTo>
                    <a:pt x="16193" y="6424"/>
                    <a:pt x="16235" y="6133"/>
                    <a:pt x="16091" y="5967"/>
                  </a:cubicBezTo>
                  <a:cubicBezTo>
                    <a:pt x="14926" y="4637"/>
                    <a:pt x="13744" y="3322"/>
                    <a:pt x="12545" y="2023"/>
                  </a:cubicBezTo>
                  <a:cubicBezTo>
                    <a:pt x="11928" y="1357"/>
                    <a:pt x="11266" y="350"/>
                    <a:pt x="10341" y="98"/>
                  </a:cubicBezTo>
                  <a:cubicBezTo>
                    <a:pt x="10087" y="29"/>
                    <a:pt x="9811" y="0"/>
                    <a:pt x="95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34"/>
            <p:cNvSpPr/>
            <p:nvPr/>
          </p:nvSpPr>
          <p:spPr>
            <a:xfrm>
              <a:off x="2739725" y="878000"/>
              <a:ext cx="265375" cy="114400"/>
            </a:xfrm>
            <a:custGeom>
              <a:avLst/>
              <a:gdLst/>
              <a:ahLst/>
              <a:cxnLst/>
              <a:rect l="l" t="t" r="r" b="b"/>
              <a:pathLst>
                <a:path w="10615" h="4576" extrusionOk="0">
                  <a:moveTo>
                    <a:pt x="8807" y="0"/>
                  </a:moveTo>
                  <a:cubicBezTo>
                    <a:pt x="5620" y="0"/>
                    <a:pt x="1581" y="1966"/>
                    <a:pt x="54" y="4386"/>
                  </a:cubicBezTo>
                  <a:cubicBezTo>
                    <a:pt x="1" y="4471"/>
                    <a:pt x="79" y="4576"/>
                    <a:pt x="166" y="4576"/>
                  </a:cubicBezTo>
                  <a:cubicBezTo>
                    <a:pt x="186" y="4576"/>
                    <a:pt x="207" y="4570"/>
                    <a:pt x="226" y="4558"/>
                  </a:cubicBezTo>
                  <a:cubicBezTo>
                    <a:pt x="1875" y="3508"/>
                    <a:pt x="3258" y="2278"/>
                    <a:pt x="5131" y="1591"/>
                  </a:cubicBezTo>
                  <a:cubicBezTo>
                    <a:pt x="6861" y="957"/>
                    <a:pt x="8587" y="1026"/>
                    <a:pt x="10351" y="694"/>
                  </a:cubicBezTo>
                  <a:cubicBezTo>
                    <a:pt x="10615" y="644"/>
                    <a:pt x="10595" y="242"/>
                    <a:pt x="10351" y="180"/>
                  </a:cubicBezTo>
                  <a:cubicBezTo>
                    <a:pt x="9872" y="58"/>
                    <a:pt x="9352" y="0"/>
                    <a:pt x="88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34"/>
            <p:cNvSpPr/>
            <p:nvPr/>
          </p:nvSpPr>
          <p:spPr>
            <a:xfrm>
              <a:off x="2783475" y="946275"/>
              <a:ext cx="254775" cy="113000"/>
            </a:xfrm>
            <a:custGeom>
              <a:avLst/>
              <a:gdLst/>
              <a:ahLst/>
              <a:cxnLst/>
              <a:rect l="l" t="t" r="r" b="b"/>
              <a:pathLst>
                <a:path w="10191" h="4520" extrusionOk="0">
                  <a:moveTo>
                    <a:pt x="9024" y="1"/>
                  </a:moveTo>
                  <a:cubicBezTo>
                    <a:pt x="7296" y="1"/>
                    <a:pt x="5453" y="625"/>
                    <a:pt x="3919" y="1282"/>
                  </a:cubicBezTo>
                  <a:cubicBezTo>
                    <a:pt x="2789" y="1765"/>
                    <a:pt x="261" y="2658"/>
                    <a:pt x="23" y="4060"/>
                  </a:cubicBezTo>
                  <a:cubicBezTo>
                    <a:pt x="1" y="4188"/>
                    <a:pt x="41" y="4285"/>
                    <a:pt x="145" y="4359"/>
                  </a:cubicBezTo>
                  <a:lnTo>
                    <a:pt x="328" y="4490"/>
                  </a:lnTo>
                  <a:cubicBezTo>
                    <a:pt x="356" y="4510"/>
                    <a:pt x="386" y="4519"/>
                    <a:pt x="416" y="4519"/>
                  </a:cubicBezTo>
                  <a:cubicBezTo>
                    <a:pt x="528" y="4519"/>
                    <a:pt x="634" y="4397"/>
                    <a:pt x="599" y="4281"/>
                  </a:cubicBezTo>
                  <a:cubicBezTo>
                    <a:pt x="310" y="3333"/>
                    <a:pt x="4773" y="1735"/>
                    <a:pt x="5289" y="1569"/>
                  </a:cubicBezTo>
                  <a:cubicBezTo>
                    <a:pt x="6773" y="1093"/>
                    <a:pt x="8295" y="1027"/>
                    <a:pt x="9799" y="688"/>
                  </a:cubicBezTo>
                  <a:cubicBezTo>
                    <a:pt x="10190" y="600"/>
                    <a:pt x="10059" y="73"/>
                    <a:pt x="9711" y="36"/>
                  </a:cubicBezTo>
                  <a:cubicBezTo>
                    <a:pt x="9485" y="12"/>
                    <a:pt x="9255" y="1"/>
                    <a:pt x="902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34"/>
            <p:cNvSpPr/>
            <p:nvPr/>
          </p:nvSpPr>
          <p:spPr>
            <a:xfrm>
              <a:off x="2839925" y="1007825"/>
              <a:ext cx="259925" cy="117700"/>
            </a:xfrm>
            <a:custGeom>
              <a:avLst/>
              <a:gdLst/>
              <a:ahLst/>
              <a:cxnLst/>
              <a:rect l="l" t="t" r="r" b="b"/>
              <a:pathLst>
                <a:path w="10397" h="4708" extrusionOk="0">
                  <a:moveTo>
                    <a:pt x="9045" y="1"/>
                  </a:moveTo>
                  <a:cubicBezTo>
                    <a:pt x="5729" y="1"/>
                    <a:pt x="2019" y="2104"/>
                    <a:pt x="58" y="4551"/>
                  </a:cubicBezTo>
                  <a:cubicBezTo>
                    <a:pt x="0" y="4623"/>
                    <a:pt x="54" y="4707"/>
                    <a:pt x="124" y="4707"/>
                  </a:cubicBezTo>
                  <a:cubicBezTo>
                    <a:pt x="145" y="4707"/>
                    <a:pt x="167" y="4700"/>
                    <a:pt x="188" y="4683"/>
                  </a:cubicBezTo>
                  <a:cubicBezTo>
                    <a:pt x="1738" y="3418"/>
                    <a:pt x="3324" y="2289"/>
                    <a:pt x="5224" y="1613"/>
                  </a:cubicBezTo>
                  <a:cubicBezTo>
                    <a:pt x="6821" y="1047"/>
                    <a:pt x="8433" y="1014"/>
                    <a:pt x="10074" y="712"/>
                  </a:cubicBezTo>
                  <a:cubicBezTo>
                    <a:pt x="10385" y="655"/>
                    <a:pt x="10396" y="120"/>
                    <a:pt x="10074" y="73"/>
                  </a:cubicBezTo>
                  <a:cubicBezTo>
                    <a:pt x="9737" y="24"/>
                    <a:pt x="9393" y="1"/>
                    <a:pt x="90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A683768D-C00B-43EC-83AD-9ABE48860E34}"/>
              </a:ext>
            </a:extLst>
          </p:cNvPr>
          <p:cNvSpPr txBox="1"/>
          <p:nvPr/>
        </p:nvSpPr>
        <p:spPr>
          <a:xfrm>
            <a:off x="3309703" y="697561"/>
            <a:ext cx="41553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Insert the following elements: </a:t>
            </a:r>
          </a:p>
          <a:p>
            <a:pPr algn="ctr"/>
            <a:r>
              <a:rPr lang="en-US" sz="2000" b="1" dirty="0"/>
              <a:t>5   4   6   9   1   8   3   10   7   2   11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C8FF9AB-C14E-43BF-8F18-6D860F03F1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6686" y="1275178"/>
            <a:ext cx="3987858" cy="3297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62026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4"/>
          <p:cNvSpPr txBox="1">
            <a:spLocks noGrp="1"/>
          </p:cNvSpPr>
          <p:nvPr>
            <p:ph type="title"/>
          </p:nvPr>
        </p:nvSpPr>
        <p:spPr>
          <a:xfrm>
            <a:off x="1307759" y="947437"/>
            <a:ext cx="2939511" cy="4372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u="sng" dirty="0"/>
              <a:t>Insertion</a:t>
            </a:r>
            <a:br>
              <a:rPr lang="en-US" b="1" dirty="0"/>
            </a:br>
            <a:r>
              <a:rPr lang="en-US" b="1" dirty="0"/>
              <a:t>  </a:t>
            </a:r>
            <a:r>
              <a:rPr lang="en-US" b="1" u="sng" dirty="0">
                <a:solidFill>
                  <a:srgbClr val="C00000"/>
                </a:solidFill>
              </a:rPr>
              <a:t>Minheap</a:t>
            </a:r>
            <a:br>
              <a:rPr lang="en-US" b="1" u="sng" dirty="0">
                <a:solidFill>
                  <a:srgbClr val="C00000"/>
                </a:solidFill>
              </a:rPr>
            </a:br>
            <a:r>
              <a:rPr lang="en-US" sz="1400" b="1" dirty="0"/>
              <a:t>	</a:t>
            </a:r>
            <a:endParaRPr lang="en-US" sz="1400" b="1" dirty="0">
              <a:solidFill>
                <a:srgbClr val="C00000"/>
              </a:solidFill>
            </a:endParaRPr>
          </a:p>
        </p:txBody>
      </p:sp>
      <p:sp>
        <p:nvSpPr>
          <p:cNvPr id="234" name="Google Shape;234;p34"/>
          <p:cNvSpPr txBox="1">
            <a:spLocks noGrp="1"/>
          </p:cNvSpPr>
          <p:nvPr>
            <p:ph type="subTitle" idx="1"/>
          </p:nvPr>
        </p:nvSpPr>
        <p:spPr>
          <a:xfrm>
            <a:off x="1307759" y="531752"/>
            <a:ext cx="3439500" cy="53514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Heaps	</a:t>
            </a:r>
          </a:p>
        </p:txBody>
      </p:sp>
      <p:pic>
        <p:nvPicPr>
          <p:cNvPr id="235" name="Google Shape;235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695460">
            <a:off x="7765338" y="3361772"/>
            <a:ext cx="1241024" cy="1610463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grpSp>
        <p:nvGrpSpPr>
          <p:cNvPr id="236" name="Google Shape;236;p34"/>
          <p:cNvGrpSpPr/>
          <p:nvPr/>
        </p:nvGrpSpPr>
        <p:grpSpPr>
          <a:xfrm rot="790859">
            <a:off x="7973758" y="3964891"/>
            <a:ext cx="824184" cy="712067"/>
            <a:chOff x="2341425" y="238100"/>
            <a:chExt cx="1328900" cy="1148125"/>
          </a:xfrm>
        </p:grpSpPr>
        <p:sp>
          <p:nvSpPr>
            <p:cNvPr id="237" name="Google Shape;237;p34"/>
            <p:cNvSpPr/>
            <p:nvPr/>
          </p:nvSpPr>
          <p:spPr>
            <a:xfrm>
              <a:off x="2341425" y="238100"/>
              <a:ext cx="1328900" cy="1148125"/>
            </a:xfrm>
            <a:custGeom>
              <a:avLst/>
              <a:gdLst/>
              <a:ahLst/>
              <a:cxnLst/>
              <a:rect l="l" t="t" r="r" b="b"/>
              <a:pathLst>
                <a:path w="53156" h="45925" extrusionOk="0">
                  <a:moveTo>
                    <a:pt x="49853" y="24103"/>
                  </a:moveTo>
                  <a:cubicBezTo>
                    <a:pt x="50212" y="24609"/>
                    <a:pt x="50681" y="25003"/>
                    <a:pt x="51172" y="25380"/>
                  </a:cubicBezTo>
                  <a:cubicBezTo>
                    <a:pt x="48199" y="26540"/>
                    <a:pt x="45438" y="28144"/>
                    <a:pt x="42987" y="30206"/>
                  </a:cubicBezTo>
                  <a:cubicBezTo>
                    <a:pt x="41727" y="31264"/>
                    <a:pt x="40396" y="32510"/>
                    <a:pt x="39238" y="33887"/>
                  </a:cubicBezTo>
                  <a:cubicBezTo>
                    <a:pt x="39347" y="33688"/>
                    <a:pt x="39460" y="33491"/>
                    <a:pt x="39578" y="33301"/>
                  </a:cubicBezTo>
                  <a:cubicBezTo>
                    <a:pt x="40490" y="31831"/>
                    <a:pt x="41539" y="30449"/>
                    <a:pt x="42711" y="29176"/>
                  </a:cubicBezTo>
                  <a:cubicBezTo>
                    <a:pt x="44775" y="26932"/>
                    <a:pt x="47091" y="25229"/>
                    <a:pt x="49853" y="24103"/>
                  </a:cubicBezTo>
                  <a:close/>
                  <a:moveTo>
                    <a:pt x="35117" y="1053"/>
                  </a:moveTo>
                  <a:lnTo>
                    <a:pt x="35117" y="1053"/>
                  </a:lnTo>
                  <a:cubicBezTo>
                    <a:pt x="36710" y="1715"/>
                    <a:pt x="38294" y="4814"/>
                    <a:pt x="38992" y="5799"/>
                  </a:cubicBezTo>
                  <a:cubicBezTo>
                    <a:pt x="40312" y="7660"/>
                    <a:pt x="41633" y="9523"/>
                    <a:pt x="42954" y="11383"/>
                  </a:cubicBezTo>
                  <a:cubicBezTo>
                    <a:pt x="44182" y="13110"/>
                    <a:pt x="45421" y="14827"/>
                    <a:pt x="46633" y="16564"/>
                  </a:cubicBezTo>
                  <a:cubicBezTo>
                    <a:pt x="46650" y="16588"/>
                    <a:pt x="46667" y="16613"/>
                    <a:pt x="46685" y="16638"/>
                  </a:cubicBezTo>
                  <a:cubicBezTo>
                    <a:pt x="47623" y="18397"/>
                    <a:pt x="48600" y="20134"/>
                    <a:pt x="49618" y="21849"/>
                  </a:cubicBezTo>
                  <a:cubicBezTo>
                    <a:pt x="48693" y="22281"/>
                    <a:pt x="47744" y="23007"/>
                    <a:pt x="47214" y="23343"/>
                  </a:cubicBezTo>
                  <a:cubicBezTo>
                    <a:pt x="45320" y="24544"/>
                    <a:pt x="43587" y="25982"/>
                    <a:pt x="42057" y="27622"/>
                  </a:cubicBezTo>
                  <a:cubicBezTo>
                    <a:pt x="40592" y="29191"/>
                    <a:pt x="39304" y="30938"/>
                    <a:pt x="38281" y="32827"/>
                  </a:cubicBezTo>
                  <a:cubicBezTo>
                    <a:pt x="37877" y="33573"/>
                    <a:pt x="37271" y="34533"/>
                    <a:pt x="36981" y="35496"/>
                  </a:cubicBezTo>
                  <a:cubicBezTo>
                    <a:pt x="36328" y="34434"/>
                    <a:pt x="35635" y="33395"/>
                    <a:pt x="34953" y="32353"/>
                  </a:cubicBezTo>
                  <a:cubicBezTo>
                    <a:pt x="33450" y="30055"/>
                    <a:pt x="31915" y="27777"/>
                    <a:pt x="30347" y="25524"/>
                  </a:cubicBezTo>
                  <a:cubicBezTo>
                    <a:pt x="28841" y="23359"/>
                    <a:pt x="27306" y="21217"/>
                    <a:pt x="25741" y="19095"/>
                  </a:cubicBezTo>
                  <a:cubicBezTo>
                    <a:pt x="24508" y="17421"/>
                    <a:pt x="23256" y="15382"/>
                    <a:pt x="21757" y="13843"/>
                  </a:cubicBezTo>
                  <a:cubicBezTo>
                    <a:pt x="22758" y="10753"/>
                    <a:pt x="24747" y="8361"/>
                    <a:pt x="26903" y="5992"/>
                  </a:cubicBezTo>
                  <a:cubicBezTo>
                    <a:pt x="27357" y="5493"/>
                    <a:pt x="27826" y="4981"/>
                    <a:pt x="28315" y="4481"/>
                  </a:cubicBezTo>
                  <a:cubicBezTo>
                    <a:pt x="29626" y="3498"/>
                    <a:pt x="31045" y="2668"/>
                    <a:pt x="32551" y="2018"/>
                  </a:cubicBezTo>
                  <a:cubicBezTo>
                    <a:pt x="33121" y="1772"/>
                    <a:pt x="33780" y="1496"/>
                    <a:pt x="34476" y="1255"/>
                  </a:cubicBezTo>
                  <a:cubicBezTo>
                    <a:pt x="34702" y="1206"/>
                    <a:pt x="34932" y="1166"/>
                    <a:pt x="35161" y="1125"/>
                  </a:cubicBezTo>
                  <a:cubicBezTo>
                    <a:pt x="35147" y="1101"/>
                    <a:pt x="35132" y="1076"/>
                    <a:pt x="35117" y="1053"/>
                  </a:cubicBezTo>
                  <a:close/>
                  <a:moveTo>
                    <a:pt x="49886" y="22296"/>
                  </a:moveTo>
                  <a:cubicBezTo>
                    <a:pt x="50069" y="22601"/>
                    <a:pt x="50253" y="22905"/>
                    <a:pt x="50437" y="23208"/>
                  </a:cubicBezTo>
                  <a:cubicBezTo>
                    <a:pt x="50328" y="23239"/>
                    <a:pt x="50219" y="23270"/>
                    <a:pt x="50110" y="23305"/>
                  </a:cubicBezTo>
                  <a:cubicBezTo>
                    <a:pt x="50098" y="23304"/>
                    <a:pt x="50086" y="23303"/>
                    <a:pt x="50074" y="23303"/>
                  </a:cubicBezTo>
                  <a:cubicBezTo>
                    <a:pt x="49989" y="23303"/>
                    <a:pt x="49905" y="23334"/>
                    <a:pt x="49839" y="23390"/>
                  </a:cubicBezTo>
                  <a:cubicBezTo>
                    <a:pt x="46983" y="24343"/>
                    <a:pt x="44499" y="26352"/>
                    <a:pt x="42469" y="28520"/>
                  </a:cubicBezTo>
                  <a:cubicBezTo>
                    <a:pt x="40592" y="30525"/>
                    <a:pt x="38254" y="33305"/>
                    <a:pt x="37357" y="36095"/>
                  </a:cubicBezTo>
                  <a:cubicBezTo>
                    <a:pt x="37306" y="36011"/>
                    <a:pt x="37249" y="35923"/>
                    <a:pt x="37190" y="35830"/>
                  </a:cubicBezTo>
                  <a:cubicBezTo>
                    <a:pt x="37565" y="34416"/>
                    <a:pt x="38696" y="32821"/>
                    <a:pt x="39296" y="31878"/>
                  </a:cubicBezTo>
                  <a:cubicBezTo>
                    <a:pt x="40239" y="30393"/>
                    <a:pt x="41330" y="29005"/>
                    <a:pt x="42550" y="27739"/>
                  </a:cubicBezTo>
                  <a:cubicBezTo>
                    <a:pt x="43708" y="26537"/>
                    <a:pt x="44980" y="25451"/>
                    <a:pt x="46348" y="24494"/>
                  </a:cubicBezTo>
                  <a:cubicBezTo>
                    <a:pt x="47234" y="23875"/>
                    <a:pt x="48600" y="22828"/>
                    <a:pt x="49886" y="22296"/>
                  </a:cubicBezTo>
                  <a:close/>
                  <a:moveTo>
                    <a:pt x="20475" y="13918"/>
                  </a:moveTo>
                  <a:cubicBezTo>
                    <a:pt x="20720" y="13985"/>
                    <a:pt x="20968" y="14054"/>
                    <a:pt x="21218" y="14127"/>
                  </a:cubicBezTo>
                  <a:lnTo>
                    <a:pt x="21219" y="14127"/>
                  </a:lnTo>
                  <a:cubicBezTo>
                    <a:pt x="22265" y="15897"/>
                    <a:pt x="23782" y="17534"/>
                    <a:pt x="24979" y="19160"/>
                  </a:cubicBezTo>
                  <a:cubicBezTo>
                    <a:pt x="26409" y="21107"/>
                    <a:pt x="27816" y="23071"/>
                    <a:pt x="29199" y="25052"/>
                  </a:cubicBezTo>
                  <a:cubicBezTo>
                    <a:pt x="30581" y="27035"/>
                    <a:pt x="31937" y="29034"/>
                    <a:pt x="33269" y="31050"/>
                  </a:cubicBezTo>
                  <a:cubicBezTo>
                    <a:pt x="33874" y="31967"/>
                    <a:pt x="34473" y="32886"/>
                    <a:pt x="35069" y="33809"/>
                  </a:cubicBezTo>
                  <a:cubicBezTo>
                    <a:pt x="35425" y="34364"/>
                    <a:pt x="35780" y="34920"/>
                    <a:pt x="36133" y="35475"/>
                  </a:cubicBezTo>
                  <a:lnTo>
                    <a:pt x="36486" y="36032"/>
                  </a:lnTo>
                  <a:cubicBezTo>
                    <a:pt x="36496" y="36074"/>
                    <a:pt x="36508" y="36115"/>
                    <a:pt x="36522" y="36155"/>
                  </a:cubicBezTo>
                  <a:cubicBezTo>
                    <a:pt x="33879" y="32306"/>
                    <a:pt x="31050" y="28568"/>
                    <a:pt x="28325" y="24779"/>
                  </a:cubicBezTo>
                  <a:cubicBezTo>
                    <a:pt x="25722" y="21160"/>
                    <a:pt x="23203" y="17449"/>
                    <a:pt x="20475" y="13918"/>
                  </a:cubicBezTo>
                  <a:close/>
                  <a:moveTo>
                    <a:pt x="37953" y="37630"/>
                  </a:moveTo>
                  <a:cubicBezTo>
                    <a:pt x="37851" y="37834"/>
                    <a:pt x="37753" y="38038"/>
                    <a:pt x="37661" y="38245"/>
                  </a:cubicBezTo>
                  <a:cubicBezTo>
                    <a:pt x="37630" y="38236"/>
                    <a:pt x="37597" y="38231"/>
                    <a:pt x="37565" y="38231"/>
                  </a:cubicBezTo>
                  <a:cubicBezTo>
                    <a:pt x="37533" y="38231"/>
                    <a:pt x="37500" y="38236"/>
                    <a:pt x="37470" y="38245"/>
                  </a:cubicBezTo>
                  <a:cubicBezTo>
                    <a:pt x="37633" y="38041"/>
                    <a:pt x="37793" y="37835"/>
                    <a:pt x="37953" y="37630"/>
                  </a:cubicBezTo>
                  <a:close/>
                  <a:moveTo>
                    <a:pt x="36509" y="38717"/>
                  </a:moveTo>
                  <a:cubicBezTo>
                    <a:pt x="36518" y="38717"/>
                    <a:pt x="36527" y="38717"/>
                    <a:pt x="36536" y="38717"/>
                  </a:cubicBezTo>
                  <a:cubicBezTo>
                    <a:pt x="36609" y="38809"/>
                    <a:pt x="36720" y="38864"/>
                    <a:pt x="36837" y="38865"/>
                  </a:cubicBezTo>
                  <a:cubicBezTo>
                    <a:pt x="36596" y="38971"/>
                    <a:pt x="36282" y="39011"/>
                    <a:pt x="35935" y="39011"/>
                  </a:cubicBezTo>
                  <a:cubicBezTo>
                    <a:pt x="35451" y="39011"/>
                    <a:pt x="34904" y="38934"/>
                    <a:pt x="34409" y="38856"/>
                  </a:cubicBezTo>
                  <a:cubicBezTo>
                    <a:pt x="35105" y="38764"/>
                    <a:pt x="35807" y="38717"/>
                    <a:pt x="36509" y="38717"/>
                  </a:cubicBezTo>
                  <a:close/>
                  <a:moveTo>
                    <a:pt x="15183" y="13113"/>
                  </a:moveTo>
                  <a:cubicBezTo>
                    <a:pt x="16769" y="13113"/>
                    <a:pt x="18319" y="13366"/>
                    <a:pt x="19934" y="13775"/>
                  </a:cubicBezTo>
                  <a:cubicBezTo>
                    <a:pt x="22531" y="17699"/>
                    <a:pt x="25404" y="21460"/>
                    <a:pt x="28149" y="25276"/>
                  </a:cubicBezTo>
                  <a:cubicBezTo>
                    <a:pt x="30879" y="29073"/>
                    <a:pt x="33528" y="32953"/>
                    <a:pt x="36351" y="36684"/>
                  </a:cubicBezTo>
                  <a:cubicBezTo>
                    <a:pt x="34542" y="35843"/>
                    <a:pt x="32568" y="35460"/>
                    <a:pt x="30570" y="35460"/>
                  </a:cubicBezTo>
                  <a:cubicBezTo>
                    <a:pt x="26406" y="35460"/>
                    <a:pt x="22142" y="37123"/>
                    <a:pt x="19074" y="39757"/>
                  </a:cubicBezTo>
                  <a:cubicBezTo>
                    <a:pt x="13793" y="32214"/>
                    <a:pt x="8154" y="24943"/>
                    <a:pt x="2157" y="17945"/>
                  </a:cubicBezTo>
                  <a:lnTo>
                    <a:pt x="2159" y="17945"/>
                  </a:lnTo>
                  <a:cubicBezTo>
                    <a:pt x="5055" y="16227"/>
                    <a:pt x="8015" y="14530"/>
                    <a:pt x="11283" y="13642"/>
                  </a:cubicBezTo>
                  <a:cubicBezTo>
                    <a:pt x="12638" y="13273"/>
                    <a:pt x="13922" y="13113"/>
                    <a:pt x="15183" y="13113"/>
                  </a:cubicBezTo>
                  <a:close/>
                  <a:moveTo>
                    <a:pt x="2578" y="20435"/>
                  </a:moveTo>
                  <a:cubicBezTo>
                    <a:pt x="8168" y="27062"/>
                    <a:pt x="13443" y="33937"/>
                    <a:pt x="18402" y="41058"/>
                  </a:cubicBezTo>
                  <a:cubicBezTo>
                    <a:pt x="18543" y="41262"/>
                    <a:pt x="18758" y="41377"/>
                    <a:pt x="18977" y="41377"/>
                  </a:cubicBezTo>
                  <a:cubicBezTo>
                    <a:pt x="19133" y="41377"/>
                    <a:pt x="19292" y="41318"/>
                    <a:pt x="19427" y="41190"/>
                  </a:cubicBezTo>
                  <a:cubicBezTo>
                    <a:pt x="21632" y="39103"/>
                    <a:pt x="24333" y="37693"/>
                    <a:pt x="27314" y="37090"/>
                  </a:cubicBezTo>
                  <a:cubicBezTo>
                    <a:pt x="28284" y="36894"/>
                    <a:pt x="29226" y="36809"/>
                    <a:pt x="30154" y="36809"/>
                  </a:cubicBezTo>
                  <a:cubicBezTo>
                    <a:pt x="30890" y="36809"/>
                    <a:pt x="31618" y="36863"/>
                    <a:pt x="32345" y="36959"/>
                  </a:cubicBezTo>
                  <a:cubicBezTo>
                    <a:pt x="32139" y="36996"/>
                    <a:pt x="31934" y="37038"/>
                    <a:pt x="31726" y="37085"/>
                  </a:cubicBezTo>
                  <a:cubicBezTo>
                    <a:pt x="29702" y="37535"/>
                    <a:pt x="27672" y="38191"/>
                    <a:pt x="25741" y="38939"/>
                  </a:cubicBezTo>
                  <a:cubicBezTo>
                    <a:pt x="24060" y="39590"/>
                    <a:pt x="22425" y="40379"/>
                    <a:pt x="20975" y="41459"/>
                  </a:cubicBezTo>
                  <a:cubicBezTo>
                    <a:pt x="20335" y="41934"/>
                    <a:pt x="18892" y="42836"/>
                    <a:pt x="18616" y="43758"/>
                  </a:cubicBezTo>
                  <a:cubicBezTo>
                    <a:pt x="15797" y="39642"/>
                    <a:pt x="12269" y="35871"/>
                    <a:pt x="9131" y="31993"/>
                  </a:cubicBezTo>
                  <a:cubicBezTo>
                    <a:pt x="7537" y="30022"/>
                    <a:pt x="5941" y="28055"/>
                    <a:pt x="4343" y="26088"/>
                  </a:cubicBezTo>
                  <a:cubicBezTo>
                    <a:pt x="3509" y="25063"/>
                    <a:pt x="2360" y="24025"/>
                    <a:pt x="1726" y="22872"/>
                  </a:cubicBezTo>
                  <a:lnTo>
                    <a:pt x="1290" y="22336"/>
                  </a:lnTo>
                  <a:cubicBezTo>
                    <a:pt x="1365" y="21812"/>
                    <a:pt x="1612" y="21399"/>
                    <a:pt x="2027" y="21097"/>
                  </a:cubicBezTo>
                  <a:cubicBezTo>
                    <a:pt x="2191" y="20870"/>
                    <a:pt x="2390" y="20654"/>
                    <a:pt x="2578" y="20435"/>
                  </a:cubicBezTo>
                  <a:close/>
                  <a:moveTo>
                    <a:pt x="34214" y="37438"/>
                  </a:moveTo>
                  <a:cubicBezTo>
                    <a:pt x="34480" y="37438"/>
                    <a:pt x="34745" y="37450"/>
                    <a:pt x="35009" y="37476"/>
                  </a:cubicBezTo>
                  <a:cubicBezTo>
                    <a:pt x="35056" y="37488"/>
                    <a:pt x="35104" y="37502"/>
                    <a:pt x="35153" y="37514"/>
                  </a:cubicBezTo>
                  <a:cubicBezTo>
                    <a:pt x="32341" y="37733"/>
                    <a:pt x="29659" y="38637"/>
                    <a:pt x="27141" y="39965"/>
                  </a:cubicBezTo>
                  <a:cubicBezTo>
                    <a:pt x="25564" y="40797"/>
                    <a:pt x="24060" y="41771"/>
                    <a:pt x="22625" y="42823"/>
                  </a:cubicBezTo>
                  <a:cubicBezTo>
                    <a:pt x="22053" y="43241"/>
                    <a:pt x="21266" y="44080"/>
                    <a:pt x="20621" y="44360"/>
                  </a:cubicBezTo>
                  <a:cubicBezTo>
                    <a:pt x="20405" y="44454"/>
                    <a:pt x="20198" y="44493"/>
                    <a:pt x="19997" y="44493"/>
                  </a:cubicBezTo>
                  <a:cubicBezTo>
                    <a:pt x="19802" y="44493"/>
                    <a:pt x="19613" y="44456"/>
                    <a:pt x="19427" y="44400"/>
                  </a:cubicBezTo>
                  <a:cubicBezTo>
                    <a:pt x="19434" y="44391"/>
                    <a:pt x="19440" y="44386"/>
                    <a:pt x="19448" y="44377"/>
                  </a:cubicBezTo>
                  <a:cubicBezTo>
                    <a:pt x="19593" y="44198"/>
                    <a:pt x="19599" y="43995"/>
                    <a:pt x="19448" y="43814"/>
                  </a:cubicBezTo>
                  <a:lnTo>
                    <a:pt x="19430" y="43792"/>
                  </a:lnTo>
                  <a:cubicBezTo>
                    <a:pt x="19697" y="43721"/>
                    <a:pt x="19911" y="43553"/>
                    <a:pt x="20074" y="43287"/>
                  </a:cubicBezTo>
                  <a:cubicBezTo>
                    <a:pt x="20320" y="43038"/>
                    <a:pt x="20576" y="42801"/>
                    <a:pt x="20843" y="42573"/>
                  </a:cubicBezTo>
                  <a:cubicBezTo>
                    <a:pt x="21485" y="42027"/>
                    <a:pt x="22180" y="41552"/>
                    <a:pt x="22907" y="41126"/>
                  </a:cubicBezTo>
                  <a:cubicBezTo>
                    <a:pt x="24188" y="40374"/>
                    <a:pt x="25559" y="39793"/>
                    <a:pt x="26955" y="39291"/>
                  </a:cubicBezTo>
                  <a:cubicBezTo>
                    <a:pt x="29199" y="38484"/>
                    <a:pt x="31750" y="37438"/>
                    <a:pt x="34214" y="37438"/>
                  </a:cubicBezTo>
                  <a:close/>
                  <a:moveTo>
                    <a:pt x="34842" y="0"/>
                  </a:moveTo>
                  <a:cubicBezTo>
                    <a:pt x="34343" y="0"/>
                    <a:pt x="33867" y="188"/>
                    <a:pt x="33507" y="630"/>
                  </a:cubicBezTo>
                  <a:cubicBezTo>
                    <a:pt x="31447" y="1151"/>
                    <a:pt x="29512" y="2015"/>
                    <a:pt x="27862" y="3526"/>
                  </a:cubicBezTo>
                  <a:cubicBezTo>
                    <a:pt x="27217" y="4115"/>
                    <a:pt x="26496" y="4800"/>
                    <a:pt x="25773" y="5555"/>
                  </a:cubicBezTo>
                  <a:cubicBezTo>
                    <a:pt x="23620" y="7604"/>
                    <a:pt x="21769" y="10148"/>
                    <a:pt x="20875" y="12916"/>
                  </a:cubicBezTo>
                  <a:cubicBezTo>
                    <a:pt x="19359" y="12052"/>
                    <a:pt x="17538" y="11727"/>
                    <a:pt x="15721" y="11727"/>
                  </a:cubicBezTo>
                  <a:cubicBezTo>
                    <a:pt x="14356" y="11727"/>
                    <a:pt x="12994" y="11911"/>
                    <a:pt x="11766" y="12185"/>
                  </a:cubicBezTo>
                  <a:cubicBezTo>
                    <a:pt x="7819" y="13067"/>
                    <a:pt x="4277" y="15176"/>
                    <a:pt x="838" y="17217"/>
                  </a:cubicBezTo>
                  <a:cubicBezTo>
                    <a:pt x="458" y="17444"/>
                    <a:pt x="436" y="17923"/>
                    <a:pt x="707" y="18237"/>
                  </a:cubicBezTo>
                  <a:cubicBezTo>
                    <a:pt x="1244" y="18859"/>
                    <a:pt x="1774" y="19488"/>
                    <a:pt x="2305" y="20116"/>
                  </a:cubicBezTo>
                  <a:cubicBezTo>
                    <a:pt x="1441" y="20484"/>
                    <a:pt x="862" y="21064"/>
                    <a:pt x="197" y="21811"/>
                  </a:cubicBezTo>
                  <a:cubicBezTo>
                    <a:pt x="77" y="21947"/>
                    <a:pt x="0" y="22200"/>
                    <a:pt x="127" y="22363"/>
                  </a:cubicBezTo>
                  <a:cubicBezTo>
                    <a:pt x="2951" y="26054"/>
                    <a:pt x="5928" y="29634"/>
                    <a:pt x="8843" y="33254"/>
                  </a:cubicBezTo>
                  <a:cubicBezTo>
                    <a:pt x="11749" y="36861"/>
                    <a:pt x="14485" y="40794"/>
                    <a:pt x="17652" y="44182"/>
                  </a:cubicBezTo>
                  <a:cubicBezTo>
                    <a:pt x="17664" y="44208"/>
                    <a:pt x="17679" y="44232"/>
                    <a:pt x="17699" y="44255"/>
                  </a:cubicBezTo>
                  <a:cubicBezTo>
                    <a:pt x="18282" y="44908"/>
                    <a:pt x="19219" y="45924"/>
                    <a:pt x="20167" y="45924"/>
                  </a:cubicBezTo>
                  <a:cubicBezTo>
                    <a:pt x="20277" y="45924"/>
                    <a:pt x="20387" y="45910"/>
                    <a:pt x="20497" y="45881"/>
                  </a:cubicBezTo>
                  <a:cubicBezTo>
                    <a:pt x="21148" y="45708"/>
                    <a:pt x="21757" y="44978"/>
                    <a:pt x="22286" y="44585"/>
                  </a:cubicBezTo>
                  <a:cubicBezTo>
                    <a:pt x="23162" y="43935"/>
                    <a:pt x="24053" y="43304"/>
                    <a:pt x="24965" y="42705"/>
                  </a:cubicBezTo>
                  <a:cubicBezTo>
                    <a:pt x="27366" y="41130"/>
                    <a:pt x="29934" y="39829"/>
                    <a:pt x="32678" y="39174"/>
                  </a:cubicBezTo>
                  <a:cubicBezTo>
                    <a:pt x="32752" y="39177"/>
                    <a:pt x="32826" y="39174"/>
                    <a:pt x="32900" y="39178"/>
                  </a:cubicBezTo>
                  <a:cubicBezTo>
                    <a:pt x="34054" y="39233"/>
                    <a:pt x="35153" y="39648"/>
                    <a:pt x="36288" y="39715"/>
                  </a:cubicBezTo>
                  <a:cubicBezTo>
                    <a:pt x="36337" y="39718"/>
                    <a:pt x="36385" y="39720"/>
                    <a:pt x="36433" y="39720"/>
                  </a:cubicBezTo>
                  <a:cubicBezTo>
                    <a:pt x="37209" y="39720"/>
                    <a:pt x="37750" y="39337"/>
                    <a:pt x="37827" y="38540"/>
                  </a:cubicBezTo>
                  <a:cubicBezTo>
                    <a:pt x="39593" y="36201"/>
                    <a:pt x="41115" y="33792"/>
                    <a:pt x="43273" y="31744"/>
                  </a:cubicBezTo>
                  <a:cubicBezTo>
                    <a:pt x="44449" y="30626"/>
                    <a:pt x="45716" y="29608"/>
                    <a:pt x="47060" y="28698"/>
                  </a:cubicBezTo>
                  <a:cubicBezTo>
                    <a:pt x="47079" y="28686"/>
                    <a:pt x="47099" y="28675"/>
                    <a:pt x="47118" y="28662"/>
                  </a:cubicBezTo>
                  <a:cubicBezTo>
                    <a:pt x="48826" y="27633"/>
                    <a:pt x="50637" y="26785"/>
                    <a:pt x="52524" y="26133"/>
                  </a:cubicBezTo>
                  <a:cubicBezTo>
                    <a:pt x="52902" y="26003"/>
                    <a:pt x="53156" y="25447"/>
                    <a:pt x="52785" y="25145"/>
                  </a:cubicBezTo>
                  <a:cubicBezTo>
                    <a:pt x="52171" y="24648"/>
                    <a:pt x="51613" y="24099"/>
                    <a:pt x="50959" y="23696"/>
                  </a:cubicBezTo>
                  <a:cubicBezTo>
                    <a:pt x="51006" y="23680"/>
                    <a:pt x="51050" y="23660"/>
                    <a:pt x="51097" y="23645"/>
                  </a:cubicBezTo>
                  <a:cubicBezTo>
                    <a:pt x="51251" y="23594"/>
                    <a:pt x="51309" y="23468"/>
                    <a:pt x="51300" y="23347"/>
                  </a:cubicBezTo>
                  <a:cubicBezTo>
                    <a:pt x="51345" y="23292"/>
                    <a:pt x="51376" y="23227"/>
                    <a:pt x="51391" y="23158"/>
                  </a:cubicBezTo>
                  <a:cubicBezTo>
                    <a:pt x="51657" y="23086"/>
                    <a:pt x="51868" y="22805"/>
                    <a:pt x="51676" y="22507"/>
                  </a:cubicBezTo>
                  <a:cubicBezTo>
                    <a:pt x="51561" y="22326"/>
                    <a:pt x="51447" y="22144"/>
                    <a:pt x="51333" y="21962"/>
                  </a:cubicBezTo>
                  <a:cubicBezTo>
                    <a:pt x="51345" y="21962"/>
                    <a:pt x="51359" y="21961"/>
                    <a:pt x="51371" y="21961"/>
                  </a:cubicBezTo>
                  <a:cubicBezTo>
                    <a:pt x="51374" y="21961"/>
                    <a:pt x="51377" y="21961"/>
                    <a:pt x="51379" y="21961"/>
                  </a:cubicBezTo>
                  <a:cubicBezTo>
                    <a:pt x="51539" y="21961"/>
                    <a:pt x="51585" y="21737"/>
                    <a:pt x="51453" y="21658"/>
                  </a:cubicBezTo>
                  <a:cubicBezTo>
                    <a:pt x="51333" y="21585"/>
                    <a:pt x="51198" y="21544"/>
                    <a:pt x="51056" y="21524"/>
                  </a:cubicBezTo>
                  <a:cubicBezTo>
                    <a:pt x="50796" y="21108"/>
                    <a:pt x="50546" y="20689"/>
                    <a:pt x="50290" y="20269"/>
                  </a:cubicBezTo>
                  <a:cubicBezTo>
                    <a:pt x="50030" y="19581"/>
                    <a:pt x="49589" y="18953"/>
                    <a:pt x="49191" y="18312"/>
                  </a:cubicBezTo>
                  <a:cubicBezTo>
                    <a:pt x="48421" y="17077"/>
                    <a:pt x="47572" y="15893"/>
                    <a:pt x="46728" y="14709"/>
                  </a:cubicBezTo>
                  <a:cubicBezTo>
                    <a:pt x="45005" y="12292"/>
                    <a:pt x="43280" y="9876"/>
                    <a:pt x="41551" y="7464"/>
                  </a:cubicBezTo>
                  <a:cubicBezTo>
                    <a:pt x="40019" y="5325"/>
                    <a:pt x="38618" y="2783"/>
                    <a:pt x="36781" y="897"/>
                  </a:cubicBezTo>
                  <a:cubicBezTo>
                    <a:pt x="36255" y="356"/>
                    <a:pt x="35527" y="0"/>
                    <a:pt x="348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34"/>
            <p:cNvSpPr/>
            <p:nvPr/>
          </p:nvSpPr>
          <p:spPr>
            <a:xfrm>
              <a:off x="2990175" y="381350"/>
              <a:ext cx="254450" cy="209600"/>
            </a:xfrm>
            <a:custGeom>
              <a:avLst/>
              <a:gdLst/>
              <a:ahLst/>
              <a:cxnLst/>
              <a:rect l="l" t="t" r="r" b="b"/>
              <a:pathLst>
                <a:path w="10178" h="8384" extrusionOk="0">
                  <a:moveTo>
                    <a:pt x="9489" y="1"/>
                  </a:moveTo>
                  <a:cubicBezTo>
                    <a:pt x="9460" y="1"/>
                    <a:pt x="9430" y="3"/>
                    <a:pt x="9398" y="7"/>
                  </a:cubicBezTo>
                  <a:cubicBezTo>
                    <a:pt x="5315" y="589"/>
                    <a:pt x="1324" y="4315"/>
                    <a:pt x="48" y="8144"/>
                  </a:cubicBezTo>
                  <a:cubicBezTo>
                    <a:pt x="1" y="8286"/>
                    <a:pt x="119" y="8384"/>
                    <a:pt x="239" y="8384"/>
                  </a:cubicBezTo>
                  <a:cubicBezTo>
                    <a:pt x="302" y="8384"/>
                    <a:pt x="366" y="8357"/>
                    <a:pt x="406" y="8294"/>
                  </a:cubicBezTo>
                  <a:cubicBezTo>
                    <a:pt x="1475" y="6637"/>
                    <a:pt x="2632" y="5068"/>
                    <a:pt x="4157" y="3799"/>
                  </a:cubicBezTo>
                  <a:cubicBezTo>
                    <a:pt x="5839" y="2399"/>
                    <a:pt x="7661" y="1727"/>
                    <a:pt x="9647" y="909"/>
                  </a:cubicBezTo>
                  <a:cubicBezTo>
                    <a:pt x="10177" y="691"/>
                    <a:pt x="10017" y="1"/>
                    <a:pt x="948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34"/>
            <p:cNvSpPr/>
            <p:nvPr/>
          </p:nvSpPr>
          <p:spPr>
            <a:xfrm>
              <a:off x="3026350" y="441550"/>
              <a:ext cx="247225" cy="201350"/>
            </a:xfrm>
            <a:custGeom>
              <a:avLst/>
              <a:gdLst/>
              <a:ahLst/>
              <a:cxnLst/>
              <a:rect l="l" t="t" r="r" b="b"/>
              <a:pathLst>
                <a:path w="9889" h="8054" extrusionOk="0">
                  <a:moveTo>
                    <a:pt x="9472" y="1"/>
                  </a:moveTo>
                  <a:cubicBezTo>
                    <a:pt x="9466" y="1"/>
                    <a:pt x="9460" y="1"/>
                    <a:pt x="9454" y="1"/>
                  </a:cubicBezTo>
                  <a:cubicBezTo>
                    <a:pt x="5735" y="204"/>
                    <a:pt x="1142" y="4281"/>
                    <a:pt x="59" y="7752"/>
                  </a:cubicBezTo>
                  <a:cubicBezTo>
                    <a:pt x="0" y="7941"/>
                    <a:pt x="141" y="8053"/>
                    <a:pt x="292" y="8053"/>
                  </a:cubicBezTo>
                  <a:cubicBezTo>
                    <a:pt x="375" y="8053"/>
                    <a:pt x="460" y="8019"/>
                    <a:pt x="517" y="7945"/>
                  </a:cubicBezTo>
                  <a:cubicBezTo>
                    <a:pt x="1756" y="6329"/>
                    <a:pt x="2771" y="4701"/>
                    <a:pt x="4382" y="3401"/>
                  </a:cubicBezTo>
                  <a:cubicBezTo>
                    <a:pt x="6005" y="2092"/>
                    <a:pt x="7844" y="1590"/>
                    <a:pt x="9618" y="609"/>
                  </a:cubicBezTo>
                  <a:cubicBezTo>
                    <a:pt x="9889" y="460"/>
                    <a:pt x="9783" y="1"/>
                    <a:pt x="94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34"/>
            <p:cNvSpPr/>
            <p:nvPr/>
          </p:nvSpPr>
          <p:spPr>
            <a:xfrm>
              <a:off x="3172850" y="661350"/>
              <a:ext cx="224850" cy="198300"/>
            </a:xfrm>
            <a:custGeom>
              <a:avLst/>
              <a:gdLst/>
              <a:ahLst/>
              <a:cxnLst/>
              <a:rect l="l" t="t" r="r" b="b"/>
              <a:pathLst>
                <a:path w="8994" h="7932" extrusionOk="0">
                  <a:moveTo>
                    <a:pt x="8456" y="0"/>
                  </a:moveTo>
                  <a:cubicBezTo>
                    <a:pt x="8425" y="0"/>
                    <a:pt x="8392" y="4"/>
                    <a:pt x="8358" y="11"/>
                  </a:cubicBezTo>
                  <a:cubicBezTo>
                    <a:pt x="5106" y="738"/>
                    <a:pt x="1076" y="4402"/>
                    <a:pt x="60" y="7579"/>
                  </a:cubicBezTo>
                  <a:cubicBezTo>
                    <a:pt x="1" y="7765"/>
                    <a:pt x="174" y="7931"/>
                    <a:pt x="343" y="7931"/>
                  </a:cubicBezTo>
                  <a:cubicBezTo>
                    <a:pt x="409" y="7931"/>
                    <a:pt x="474" y="7907"/>
                    <a:pt x="524" y="7849"/>
                  </a:cubicBezTo>
                  <a:cubicBezTo>
                    <a:pt x="1689" y="6518"/>
                    <a:pt x="2590" y="5030"/>
                    <a:pt x="3913" y="3818"/>
                  </a:cubicBezTo>
                  <a:cubicBezTo>
                    <a:pt x="5371" y="2483"/>
                    <a:pt x="7047" y="1783"/>
                    <a:pt x="8657" y="718"/>
                  </a:cubicBezTo>
                  <a:cubicBezTo>
                    <a:pt x="8993" y="494"/>
                    <a:pt x="8826" y="0"/>
                    <a:pt x="84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34"/>
            <p:cNvSpPr/>
            <p:nvPr/>
          </p:nvSpPr>
          <p:spPr>
            <a:xfrm>
              <a:off x="3219000" y="725650"/>
              <a:ext cx="226500" cy="215375"/>
            </a:xfrm>
            <a:custGeom>
              <a:avLst/>
              <a:gdLst/>
              <a:ahLst/>
              <a:cxnLst/>
              <a:rect l="l" t="t" r="r" b="b"/>
              <a:pathLst>
                <a:path w="9060" h="8615" extrusionOk="0">
                  <a:moveTo>
                    <a:pt x="8466" y="1"/>
                  </a:moveTo>
                  <a:cubicBezTo>
                    <a:pt x="8403" y="1"/>
                    <a:pt x="8336" y="16"/>
                    <a:pt x="8267" y="50"/>
                  </a:cubicBezTo>
                  <a:cubicBezTo>
                    <a:pt x="6348" y="1017"/>
                    <a:pt x="4571" y="2396"/>
                    <a:pt x="3025" y="3882"/>
                  </a:cubicBezTo>
                  <a:cubicBezTo>
                    <a:pt x="1836" y="5024"/>
                    <a:pt x="0" y="6568"/>
                    <a:pt x="62" y="8367"/>
                  </a:cubicBezTo>
                  <a:cubicBezTo>
                    <a:pt x="66" y="8507"/>
                    <a:pt x="206" y="8614"/>
                    <a:pt x="335" y="8614"/>
                  </a:cubicBezTo>
                  <a:cubicBezTo>
                    <a:pt x="409" y="8614"/>
                    <a:pt x="480" y="8578"/>
                    <a:pt x="518" y="8491"/>
                  </a:cubicBezTo>
                  <a:cubicBezTo>
                    <a:pt x="2016" y="5007"/>
                    <a:pt x="5594" y="2708"/>
                    <a:pt x="8679" y="755"/>
                  </a:cubicBezTo>
                  <a:cubicBezTo>
                    <a:pt x="9059" y="514"/>
                    <a:pt x="8832" y="1"/>
                    <a:pt x="84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34"/>
            <p:cNvSpPr/>
            <p:nvPr/>
          </p:nvSpPr>
          <p:spPr>
            <a:xfrm>
              <a:off x="2528200" y="658025"/>
              <a:ext cx="405900" cy="260600"/>
            </a:xfrm>
            <a:custGeom>
              <a:avLst/>
              <a:gdLst/>
              <a:ahLst/>
              <a:cxnLst/>
              <a:rect l="l" t="t" r="r" b="b"/>
              <a:pathLst>
                <a:path w="16236" h="10424" extrusionOk="0">
                  <a:moveTo>
                    <a:pt x="1382" y="2708"/>
                  </a:moveTo>
                  <a:cubicBezTo>
                    <a:pt x="2705" y="4465"/>
                    <a:pt x="4361" y="5818"/>
                    <a:pt x="5564" y="7549"/>
                  </a:cubicBezTo>
                  <a:cubicBezTo>
                    <a:pt x="5049" y="7000"/>
                    <a:pt x="4518" y="6467"/>
                    <a:pt x="3972" y="5947"/>
                  </a:cubicBezTo>
                  <a:cubicBezTo>
                    <a:pt x="3369" y="5370"/>
                    <a:pt x="2751" y="4825"/>
                    <a:pt x="2113" y="4299"/>
                  </a:cubicBezTo>
                  <a:cubicBezTo>
                    <a:pt x="2286" y="4264"/>
                    <a:pt x="2405" y="4031"/>
                    <a:pt x="2251" y="3877"/>
                  </a:cubicBezTo>
                  <a:cubicBezTo>
                    <a:pt x="1869" y="3498"/>
                    <a:pt x="1454" y="3168"/>
                    <a:pt x="1030" y="2840"/>
                  </a:cubicBezTo>
                  <a:lnTo>
                    <a:pt x="1382" y="2708"/>
                  </a:lnTo>
                  <a:close/>
                  <a:moveTo>
                    <a:pt x="9295" y="739"/>
                  </a:moveTo>
                  <a:cubicBezTo>
                    <a:pt x="10900" y="739"/>
                    <a:pt x="11714" y="2042"/>
                    <a:pt x="12738" y="3153"/>
                  </a:cubicBezTo>
                  <a:cubicBezTo>
                    <a:pt x="13607" y="4096"/>
                    <a:pt x="14464" y="5049"/>
                    <a:pt x="15310" y="6013"/>
                  </a:cubicBezTo>
                  <a:cubicBezTo>
                    <a:pt x="13936" y="6363"/>
                    <a:pt x="12589" y="6790"/>
                    <a:pt x="11275" y="7331"/>
                  </a:cubicBezTo>
                  <a:cubicBezTo>
                    <a:pt x="10703" y="7567"/>
                    <a:pt x="10139" y="7820"/>
                    <a:pt x="9583" y="8091"/>
                  </a:cubicBezTo>
                  <a:cubicBezTo>
                    <a:pt x="9104" y="8323"/>
                    <a:pt x="7997" y="9216"/>
                    <a:pt x="7494" y="9216"/>
                  </a:cubicBezTo>
                  <a:cubicBezTo>
                    <a:pt x="7280" y="9214"/>
                    <a:pt x="7087" y="9143"/>
                    <a:pt x="6911" y="9028"/>
                  </a:cubicBezTo>
                  <a:cubicBezTo>
                    <a:pt x="5976" y="6497"/>
                    <a:pt x="3660" y="4237"/>
                    <a:pt x="1564" y="2642"/>
                  </a:cubicBezTo>
                  <a:cubicBezTo>
                    <a:pt x="3992" y="1737"/>
                    <a:pt x="6804" y="749"/>
                    <a:pt x="9284" y="739"/>
                  </a:cubicBezTo>
                  <a:cubicBezTo>
                    <a:pt x="9288" y="739"/>
                    <a:pt x="9291" y="739"/>
                    <a:pt x="9295" y="739"/>
                  </a:cubicBezTo>
                  <a:close/>
                  <a:moveTo>
                    <a:pt x="9522" y="0"/>
                  </a:moveTo>
                  <a:cubicBezTo>
                    <a:pt x="8353" y="0"/>
                    <a:pt x="6970" y="475"/>
                    <a:pt x="5977" y="700"/>
                  </a:cubicBezTo>
                  <a:cubicBezTo>
                    <a:pt x="4041" y="1140"/>
                    <a:pt x="2155" y="1729"/>
                    <a:pt x="300" y="2432"/>
                  </a:cubicBezTo>
                  <a:cubicBezTo>
                    <a:pt x="25" y="2536"/>
                    <a:pt x="1" y="2846"/>
                    <a:pt x="223" y="3018"/>
                  </a:cubicBezTo>
                  <a:cubicBezTo>
                    <a:pt x="702" y="3388"/>
                    <a:pt x="1169" y="3763"/>
                    <a:pt x="1673" y="4093"/>
                  </a:cubicBezTo>
                  <a:cubicBezTo>
                    <a:pt x="3491" y="5760"/>
                    <a:pt x="5144" y="7550"/>
                    <a:pt x="6623" y="9541"/>
                  </a:cubicBezTo>
                  <a:cubicBezTo>
                    <a:pt x="6713" y="9781"/>
                    <a:pt x="6797" y="10028"/>
                    <a:pt x="6867" y="10287"/>
                  </a:cubicBezTo>
                  <a:cubicBezTo>
                    <a:pt x="6892" y="10382"/>
                    <a:pt x="6963" y="10423"/>
                    <a:pt x="7035" y="10423"/>
                  </a:cubicBezTo>
                  <a:cubicBezTo>
                    <a:pt x="7146" y="10423"/>
                    <a:pt x="7261" y="10329"/>
                    <a:pt x="7234" y="10186"/>
                  </a:cubicBezTo>
                  <a:cubicBezTo>
                    <a:pt x="7224" y="10130"/>
                    <a:pt x="7207" y="10076"/>
                    <a:pt x="7196" y="10021"/>
                  </a:cubicBezTo>
                  <a:cubicBezTo>
                    <a:pt x="7219" y="10016"/>
                    <a:pt x="7243" y="10009"/>
                    <a:pt x="7264" y="9998"/>
                  </a:cubicBezTo>
                  <a:cubicBezTo>
                    <a:pt x="9998" y="8390"/>
                    <a:pt x="12869" y="7216"/>
                    <a:pt x="15954" y="6481"/>
                  </a:cubicBezTo>
                  <a:cubicBezTo>
                    <a:pt x="16193" y="6424"/>
                    <a:pt x="16235" y="6133"/>
                    <a:pt x="16091" y="5967"/>
                  </a:cubicBezTo>
                  <a:cubicBezTo>
                    <a:pt x="14926" y="4637"/>
                    <a:pt x="13744" y="3322"/>
                    <a:pt x="12545" y="2023"/>
                  </a:cubicBezTo>
                  <a:cubicBezTo>
                    <a:pt x="11928" y="1357"/>
                    <a:pt x="11266" y="350"/>
                    <a:pt x="10341" y="98"/>
                  </a:cubicBezTo>
                  <a:cubicBezTo>
                    <a:pt x="10087" y="29"/>
                    <a:pt x="9811" y="0"/>
                    <a:pt x="95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34"/>
            <p:cNvSpPr/>
            <p:nvPr/>
          </p:nvSpPr>
          <p:spPr>
            <a:xfrm>
              <a:off x="2739725" y="878000"/>
              <a:ext cx="265375" cy="114400"/>
            </a:xfrm>
            <a:custGeom>
              <a:avLst/>
              <a:gdLst/>
              <a:ahLst/>
              <a:cxnLst/>
              <a:rect l="l" t="t" r="r" b="b"/>
              <a:pathLst>
                <a:path w="10615" h="4576" extrusionOk="0">
                  <a:moveTo>
                    <a:pt x="8807" y="0"/>
                  </a:moveTo>
                  <a:cubicBezTo>
                    <a:pt x="5620" y="0"/>
                    <a:pt x="1581" y="1966"/>
                    <a:pt x="54" y="4386"/>
                  </a:cubicBezTo>
                  <a:cubicBezTo>
                    <a:pt x="1" y="4471"/>
                    <a:pt x="79" y="4576"/>
                    <a:pt x="166" y="4576"/>
                  </a:cubicBezTo>
                  <a:cubicBezTo>
                    <a:pt x="186" y="4576"/>
                    <a:pt x="207" y="4570"/>
                    <a:pt x="226" y="4558"/>
                  </a:cubicBezTo>
                  <a:cubicBezTo>
                    <a:pt x="1875" y="3508"/>
                    <a:pt x="3258" y="2278"/>
                    <a:pt x="5131" y="1591"/>
                  </a:cubicBezTo>
                  <a:cubicBezTo>
                    <a:pt x="6861" y="957"/>
                    <a:pt x="8587" y="1026"/>
                    <a:pt x="10351" y="694"/>
                  </a:cubicBezTo>
                  <a:cubicBezTo>
                    <a:pt x="10615" y="644"/>
                    <a:pt x="10595" y="242"/>
                    <a:pt x="10351" y="180"/>
                  </a:cubicBezTo>
                  <a:cubicBezTo>
                    <a:pt x="9872" y="58"/>
                    <a:pt x="9352" y="0"/>
                    <a:pt x="88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34"/>
            <p:cNvSpPr/>
            <p:nvPr/>
          </p:nvSpPr>
          <p:spPr>
            <a:xfrm>
              <a:off x="2783475" y="946275"/>
              <a:ext cx="254775" cy="113000"/>
            </a:xfrm>
            <a:custGeom>
              <a:avLst/>
              <a:gdLst/>
              <a:ahLst/>
              <a:cxnLst/>
              <a:rect l="l" t="t" r="r" b="b"/>
              <a:pathLst>
                <a:path w="10191" h="4520" extrusionOk="0">
                  <a:moveTo>
                    <a:pt x="9024" y="1"/>
                  </a:moveTo>
                  <a:cubicBezTo>
                    <a:pt x="7296" y="1"/>
                    <a:pt x="5453" y="625"/>
                    <a:pt x="3919" y="1282"/>
                  </a:cubicBezTo>
                  <a:cubicBezTo>
                    <a:pt x="2789" y="1765"/>
                    <a:pt x="261" y="2658"/>
                    <a:pt x="23" y="4060"/>
                  </a:cubicBezTo>
                  <a:cubicBezTo>
                    <a:pt x="1" y="4188"/>
                    <a:pt x="41" y="4285"/>
                    <a:pt x="145" y="4359"/>
                  </a:cubicBezTo>
                  <a:lnTo>
                    <a:pt x="328" y="4490"/>
                  </a:lnTo>
                  <a:cubicBezTo>
                    <a:pt x="356" y="4510"/>
                    <a:pt x="386" y="4519"/>
                    <a:pt x="416" y="4519"/>
                  </a:cubicBezTo>
                  <a:cubicBezTo>
                    <a:pt x="528" y="4519"/>
                    <a:pt x="634" y="4397"/>
                    <a:pt x="599" y="4281"/>
                  </a:cubicBezTo>
                  <a:cubicBezTo>
                    <a:pt x="310" y="3333"/>
                    <a:pt x="4773" y="1735"/>
                    <a:pt x="5289" y="1569"/>
                  </a:cubicBezTo>
                  <a:cubicBezTo>
                    <a:pt x="6773" y="1093"/>
                    <a:pt x="8295" y="1027"/>
                    <a:pt x="9799" y="688"/>
                  </a:cubicBezTo>
                  <a:cubicBezTo>
                    <a:pt x="10190" y="600"/>
                    <a:pt x="10059" y="73"/>
                    <a:pt x="9711" y="36"/>
                  </a:cubicBezTo>
                  <a:cubicBezTo>
                    <a:pt x="9485" y="12"/>
                    <a:pt x="9255" y="1"/>
                    <a:pt x="902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34"/>
            <p:cNvSpPr/>
            <p:nvPr/>
          </p:nvSpPr>
          <p:spPr>
            <a:xfrm>
              <a:off x="2839925" y="1007825"/>
              <a:ext cx="259925" cy="117700"/>
            </a:xfrm>
            <a:custGeom>
              <a:avLst/>
              <a:gdLst/>
              <a:ahLst/>
              <a:cxnLst/>
              <a:rect l="l" t="t" r="r" b="b"/>
              <a:pathLst>
                <a:path w="10397" h="4708" extrusionOk="0">
                  <a:moveTo>
                    <a:pt x="9045" y="1"/>
                  </a:moveTo>
                  <a:cubicBezTo>
                    <a:pt x="5729" y="1"/>
                    <a:pt x="2019" y="2104"/>
                    <a:pt x="58" y="4551"/>
                  </a:cubicBezTo>
                  <a:cubicBezTo>
                    <a:pt x="0" y="4623"/>
                    <a:pt x="54" y="4707"/>
                    <a:pt x="124" y="4707"/>
                  </a:cubicBezTo>
                  <a:cubicBezTo>
                    <a:pt x="145" y="4707"/>
                    <a:pt x="167" y="4700"/>
                    <a:pt x="188" y="4683"/>
                  </a:cubicBezTo>
                  <a:cubicBezTo>
                    <a:pt x="1738" y="3418"/>
                    <a:pt x="3324" y="2289"/>
                    <a:pt x="5224" y="1613"/>
                  </a:cubicBezTo>
                  <a:cubicBezTo>
                    <a:pt x="6821" y="1047"/>
                    <a:pt x="8433" y="1014"/>
                    <a:pt x="10074" y="712"/>
                  </a:cubicBezTo>
                  <a:cubicBezTo>
                    <a:pt x="10385" y="655"/>
                    <a:pt x="10396" y="120"/>
                    <a:pt x="10074" y="73"/>
                  </a:cubicBezTo>
                  <a:cubicBezTo>
                    <a:pt x="9737" y="24"/>
                    <a:pt x="9393" y="1"/>
                    <a:pt x="90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A683768D-C00B-43EC-83AD-9ABE48860E34}"/>
              </a:ext>
            </a:extLst>
          </p:cNvPr>
          <p:cNvSpPr txBox="1"/>
          <p:nvPr/>
        </p:nvSpPr>
        <p:spPr>
          <a:xfrm>
            <a:off x="3309703" y="697561"/>
            <a:ext cx="41553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Insert the following elements: </a:t>
            </a:r>
          </a:p>
          <a:p>
            <a:pPr algn="ctr"/>
            <a:r>
              <a:rPr lang="en-US" sz="2000" b="1" dirty="0"/>
              <a:t>5   4   6   9   1   8   3   10   7   2   11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386AA68-774D-4ADD-91BD-ED8C855EE4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1732" y="1329828"/>
            <a:ext cx="3757142" cy="3290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07892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4"/>
          <p:cNvSpPr txBox="1">
            <a:spLocks noGrp="1"/>
          </p:cNvSpPr>
          <p:nvPr>
            <p:ph type="title"/>
          </p:nvPr>
        </p:nvSpPr>
        <p:spPr>
          <a:xfrm>
            <a:off x="1307759" y="947437"/>
            <a:ext cx="2939511" cy="4372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u="sng" dirty="0"/>
              <a:t>Insertion</a:t>
            </a:r>
            <a:br>
              <a:rPr lang="en-US" b="1" dirty="0"/>
            </a:br>
            <a:r>
              <a:rPr lang="en-US" b="1" dirty="0"/>
              <a:t>  </a:t>
            </a:r>
            <a:r>
              <a:rPr lang="en-US" b="1" u="sng" dirty="0">
                <a:solidFill>
                  <a:srgbClr val="C00000"/>
                </a:solidFill>
              </a:rPr>
              <a:t>Minheap</a:t>
            </a:r>
            <a:br>
              <a:rPr lang="en-US" b="1" u="sng" dirty="0">
                <a:solidFill>
                  <a:srgbClr val="C00000"/>
                </a:solidFill>
              </a:rPr>
            </a:br>
            <a:r>
              <a:rPr lang="en-US" sz="1400" b="1" dirty="0"/>
              <a:t>	</a:t>
            </a:r>
            <a:endParaRPr lang="en-US" sz="1400" b="1" dirty="0">
              <a:solidFill>
                <a:srgbClr val="C00000"/>
              </a:solidFill>
            </a:endParaRPr>
          </a:p>
        </p:txBody>
      </p:sp>
      <p:sp>
        <p:nvSpPr>
          <p:cNvPr id="234" name="Google Shape;234;p34"/>
          <p:cNvSpPr txBox="1">
            <a:spLocks noGrp="1"/>
          </p:cNvSpPr>
          <p:nvPr>
            <p:ph type="subTitle" idx="1"/>
          </p:nvPr>
        </p:nvSpPr>
        <p:spPr>
          <a:xfrm>
            <a:off x="1307759" y="531752"/>
            <a:ext cx="3439500" cy="53514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Heaps	</a:t>
            </a:r>
          </a:p>
        </p:txBody>
      </p:sp>
      <p:pic>
        <p:nvPicPr>
          <p:cNvPr id="235" name="Google Shape;235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695460">
            <a:off x="7765338" y="3361772"/>
            <a:ext cx="1241024" cy="1610463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grpSp>
        <p:nvGrpSpPr>
          <p:cNvPr id="236" name="Google Shape;236;p34"/>
          <p:cNvGrpSpPr/>
          <p:nvPr/>
        </p:nvGrpSpPr>
        <p:grpSpPr>
          <a:xfrm rot="790859">
            <a:off x="7973758" y="3964891"/>
            <a:ext cx="824184" cy="712067"/>
            <a:chOff x="2341425" y="238100"/>
            <a:chExt cx="1328900" cy="1148125"/>
          </a:xfrm>
        </p:grpSpPr>
        <p:sp>
          <p:nvSpPr>
            <p:cNvPr id="237" name="Google Shape;237;p34"/>
            <p:cNvSpPr/>
            <p:nvPr/>
          </p:nvSpPr>
          <p:spPr>
            <a:xfrm>
              <a:off x="2341425" y="238100"/>
              <a:ext cx="1328900" cy="1148125"/>
            </a:xfrm>
            <a:custGeom>
              <a:avLst/>
              <a:gdLst/>
              <a:ahLst/>
              <a:cxnLst/>
              <a:rect l="l" t="t" r="r" b="b"/>
              <a:pathLst>
                <a:path w="53156" h="45925" extrusionOk="0">
                  <a:moveTo>
                    <a:pt x="49853" y="24103"/>
                  </a:moveTo>
                  <a:cubicBezTo>
                    <a:pt x="50212" y="24609"/>
                    <a:pt x="50681" y="25003"/>
                    <a:pt x="51172" y="25380"/>
                  </a:cubicBezTo>
                  <a:cubicBezTo>
                    <a:pt x="48199" y="26540"/>
                    <a:pt x="45438" y="28144"/>
                    <a:pt x="42987" y="30206"/>
                  </a:cubicBezTo>
                  <a:cubicBezTo>
                    <a:pt x="41727" y="31264"/>
                    <a:pt x="40396" y="32510"/>
                    <a:pt x="39238" y="33887"/>
                  </a:cubicBezTo>
                  <a:cubicBezTo>
                    <a:pt x="39347" y="33688"/>
                    <a:pt x="39460" y="33491"/>
                    <a:pt x="39578" y="33301"/>
                  </a:cubicBezTo>
                  <a:cubicBezTo>
                    <a:pt x="40490" y="31831"/>
                    <a:pt x="41539" y="30449"/>
                    <a:pt x="42711" y="29176"/>
                  </a:cubicBezTo>
                  <a:cubicBezTo>
                    <a:pt x="44775" y="26932"/>
                    <a:pt x="47091" y="25229"/>
                    <a:pt x="49853" y="24103"/>
                  </a:cubicBezTo>
                  <a:close/>
                  <a:moveTo>
                    <a:pt x="35117" y="1053"/>
                  </a:moveTo>
                  <a:lnTo>
                    <a:pt x="35117" y="1053"/>
                  </a:lnTo>
                  <a:cubicBezTo>
                    <a:pt x="36710" y="1715"/>
                    <a:pt x="38294" y="4814"/>
                    <a:pt x="38992" y="5799"/>
                  </a:cubicBezTo>
                  <a:cubicBezTo>
                    <a:pt x="40312" y="7660"/>
                    <a:pt x="41633" y="9523"/>
                    <a:pt x="42954" y="11383"/>
                  </a:cubicBezTo>
                  <a:cubicBezTo>
                    <a:pt x="44182" y="13110"/>
                    <a:pt x="45421" y="14827"/>
                    <a:pt x="46633" y="16564"/>
                  </a:cubicBezTo>
                  <a:cubicBezTo>
                    <a:pt x="46650" y="16588"/>
                    <a:pt x="46667" y="16613"/>
                    <a:pt x="46685" y="16638"/>
                  </a:cubicBezTo>
                  <a:cubicBezTo>
                    <a:pt x="47623" y="18397"/>
                    <a:pt x="48600" y="20134"/>
                    <a:pt x="49618" y="21849"/>
                  </a:cubicBezTo>
                  <a:cubicBezTo>
                    <a:pt x="48693" y="22281"/>
                    <a:pt x="47744" y="23007"/>
                    <a:pt x="47214" y="23343"/>
                  </a:cubicBezTo>
                  <a:cubicBezTo>
                    <a:pt x="45320" y="24544"/>
                    <a:pt x="43587" y="25982"/>
                    <a:pt x="42057" y="27622"/>
                  </a:cubicBezTo>
                  <a:cubicBezTo>
                    <a:pt x="40592" y="29191"/>
                    <a:pt x="39304" y="30938"/>
                    <a:pt x="38281" y="32827"/>
                  </a:cubicBezTo>
                  <a:cubicBezTo>
                    <a:pt x="37877" y="33573"/>
                    <a:pt x="37271" y="34533"/>
                    <a:pt x="36981" y="35496"/>
                  </a:cubicBezTo>
                  <a:cubicBezTo>
                    <a:pt x="36328" y="34434"/>
                    <a:pt x="35635" y="33395"/>
                    <a:pt x="34953" y="32353"/>
                  </a:cubicBezTo>
                  <a:cubicBezTo>
                    <a:pt x="33450" y="30055"/>
                    <a:pt x="31915" y="27777"/>
                    <a:pt x="30347" y="25524"/>
                  </a:cubicBezTo>
                  <a:cubicBezTo>
                    <a:pt x="28841" y="23359"/>
                    <a:pt x="27306" y="21217"/>
                    <a:pt x="25741" y="19095"/>
                  </a:cubicBezTo>
                  <a:cubicBezTo>
                    <a:pt x="24508" y="17421"/>
                    <a:pt x="23256" y="15382"/>
                    <a:pt x="21757" y="13843"/>
                  </a:cubicBezTo>
                  <a:cubicBezTo>
                    <a:pt x="22758" y="10753"/>
                    <a:pt x="24747" y="8361"/>
                    <a:pt x="26903" y="5992"/>
                  </a:cubicBezTo>
                  <a:cubicBezTo>
                    <a:pt x="27357" y="5493"/>
                    <a:pt x="27826" y="4981"/>
                    <a:pt x="28315" y="4481"/>
                  </a:cubicBezTo>
                  <a:cubicBezTo>
                    <a:pt x="29626" y="3498"/>
                    <a:pt x="31045" y="2668"/>
                    <a:pt x="32551" y="2018"/>
                  </a:cubicBezTo>
                  <a:cubicBezTo>
                    <a:pt x="33121" y="1772"/>
                    <a:pt x="33780" y="1496"/>
                    <a:pt x="34476" y="1255"/>
                  </a:cubicBezTo>
                  <a:cubicBezTo>
                    <a:pt x="34702" y="1206"/>
                    <a:pt x="34932" y="1166"/>
                    <a:pt x="35161" y="1125"/>
                  </a:cubicBezTo>
                  <a:cubicBezTo>
                    <a:pt x="35147" y="1101"/>
                    <a:pt x="35132" y="1076"/>
                    <a:pt x="35117" y="1053"/>
                  </a:cubicBezTo>
                  <a:close/>
                  <a:moveTo>
                    <a:pt x="49886" y="22296"/>
                  </a:moveTo>
                  <a:cubicBezTo>
                    <a:pt x="50069" y="22601"/>
                    <a:pt x="50253" y="22905"/>
                    <a:pt x="50437" y="23208"/>
                  </a:cubicBezTo>
                  <a:cubicBezTo>
                    <a:pt x="50328" y="23239"/>
                    <a:pt x="50219" y="23270"/>
                    <a:pt x="50110" y="23305"/>
                  </a:cubicBezTo>
                  <a:cubicBezTo>
                    <a:pt x="50098" y="23304"/>
                    <a:pt x="50086" y="23303"/>
                    <a:pt x="50074" y="23303"/>
                  </a:cubicBezTo>
                  <a:cubicBezTo>
                    <a:pt x="49989" y="23303"/>
                    <a:pt x="49905" y="23334"/>
                    <a:pt x="49839" y="23390"/>
                  </a:cubicBezTo>
                  <a:cubicBezTo>
                    <a:pt x="46983" y="24343"/>
                    <a:pt x="44499" y="26352"/>
                    <a:pt x="42469" y="28520"/>
                  </a:cubicBezTo>
                  <a:cubicBezTo>
                    <a:pt x="40592" y="30525"/>
                    <a:pt x="38254" y="33305"/>
                    <a:pt x="37357" y="36095"/>
                  </a:cubicBezTo>
                  <a:cubicBezTo>
                    <a:pt x="37306" y="36011"/>
                    <a:pt x="37249" y="35923"/>
                    <a:pt x="37190" y="35830"/>
                  </a:cubicBezTo>
                  <a:cubicBezTo>
                    <a:pt x="37565" y="34416"/>
                    <a:pt x="38696" y="32821"/>
                    <a:pt x="39296" y="31878"/>
                  </a:cubicBezTo>
                  <a:cubicBezTo>
                    <a:pt x="40239" y="30393"/>
                    <a:pt x="41330" y="29005"/>
                    <a:pt x="42550" y="27739"/>
                  </a:cubicBezTo>
                  <a:cubicBezTo>
                    <a:pt x="43708" y="26537"/>
                    <a:pt x="44980" y="25451"/>
                    <a:pt x="46348" y="24494"/>
                  </a:cubicBezTo>
                  <a:cubicBezTo>
                    <a:pt x="47234" y="23875"/>
                    <a:pt x="48600" y="22828"/>
                    <a:pt x="49886" y="22296"/>
                  </a:cubicBezTo>
                  <a:close/>
                  <a:moveTo>
                    <a:pt x="20475" y="13918"/>
                  </a:moveTo>
                  <a:cubicBezTo>
                    <a:pt x="20720" y="13985"/>
                    <a:pt x="20968" y="14054"/>
                    <a:pt x="21218" y="14127"/>
                  </a:cubicBezTo>
                  <a:lnTo>
                    <a:pt x="21219" y="14127"/>
                  </a:lnTo>
                  <a:cubicBezTo>
                    <a:pt x="22265" y="15897"/>
                    <a:pt x="23782" y="17534"/>
                    <a:pt x="24979" y="19160"/>
                  </a:cubicBezTo>
                  <a:cubicBezTo>
                    <a:pt x="26409" y="21107"/>
                    <a:pt x="27816" y="23071"/>
                    <a:pt x="29199" y="25052"/>
                  </a:cubicBezTo>
                  <a:cubicBezTo>
                    <a:pt x="30581" y="27035"/>
                    <a:pt x="31937" y="29034"/>
                    <a:pt x="33269" y="31050"/>
                  </a:cubicBezTo>
                  <a:cubicBezTo>
                    <a:pt x="33874" y="31967"/>
                    <a:pt x="34473" y="32886"/>
                    <a:pt x="35069" y="33809"/>
                  </a:cubicBezTo>
                  <a:cubicBezTo>
                    <a:pt x="35425" y="34364"/>
                    <a:pt x="35780" y="34920"/>
                    <a:pt x="36133" y="35475"/>
                  </a:cubicBezTo>
                  <a:lnTo>
                    <a:pt x="36486" y="36032"/>
                  </a:lnTo>
                  <a:cubicBezTo>
                    <a:pt x="36496" y="36074"/>
                    <a:pt x="36508" y="36115"/>
                    <a:pt x="36522" y="36155"/>
                  </a:cubicBezTo>
                  <a:cubicBezTo>
                    <a:pt x="33879" y="32306"/>
                    <a:pt x="31050" y="28568"/>
                    <a:pt x="28325" y="24779"/>
                  </a:cubicBezTo>
                  <a:cubicBezTo>
                    <a:pt x="25722" y="21160"/>
                    <a:pt x="23203" y="17449"/>
                    <a:pt x="20475" y="13918"/>
                  </a:cubicBezTo>
                  <a:close/>
                  <a:moveTo>
                    <a:pt x="37953" y="37630"/>
                  </a:moveTo>
                  <a:cubicBezTo>
                    <a:pt x="37851" y="37834"/>
                    <a:pt x="37753" y="38038"/>
                    <a:pt x="37661" y="38245"/>
                  </a:cubicBezTo>
                  <a:cubicBezTo>
                    <a:pt x="37630" y="38236"/>
                    <a:pt x="37597" y="38231"/>
                    <a:pt x="37565" y="38231"/>
                  </a:cubicBezTo>
                  <a:cubicBezTo>
                    <a:pt x="37533" y="38231"/>
                    <a:pt x="37500" y="38236"/>
                    <a:pt x="37470" y="38245"/>
                  </a:cubicBezTo>
                  <a:cubicBezTo>
                    <a:pt x="37633" y="38041"/>
                    <a:pt x="37793" y="37835"/>
                    <a:pt x="37953" y="37630"/>
                  </a:cubicBezTo>
                  <a:close/>
                  <a:moveTo>
                    <a:pt x="36509" y="38717"/>
                  </a:moveTo>
                  <a:cubicBezTo>
                    <a:pt x="36518" y="38717"/>
                    <a:pt x="36527" y="38717"/>
                    <a:pt x="36536" y="38717"/>
                  </a:cubicBezTo>
                  <a:cubicBezTo>
                    <a:pt x="36609" y="38809"/>
                    <a:pt x="36720" y="38864"/>
                    <a:pt x="36837" y="38865"/>
                  </a:cubicBezTo>
                  <a:cubicBezTo>
                    <a:pt x="36596" y="38971"/>
                    <a:pt x="36282" y="39011"/>
                    <a:pt x="35935" y="39011"/>
                  </a:cubicBezTo>
                  <a:cubicBezTo>
                    <a:pt x="35451" y="39011"/>
                    <a:pt x="34904" y="38934"/>
                    <a:pt x="34409" y="38856"/>
                  </a:cubicBezTo>
                  <a:cubicBezTo>
                    <a:pt x="35105" y="38764"/>
                    <a:pt x="35807" y="38717"/>
                    <a:pt x="36509" y="38717"/>
                  </a:cubicBezTo>
                  <a:close/>
                  <a:moveTo>
                    <a:pt x="15183" y="13113"/>
                  </a:moveTo>
                  <a:cubicBezTo>
                    <a:pt x="16769" y="13113"/>
                    <a:pt x="18319" y="13366"/>
                    <a:pt x="19934" y="13775"/>
                  </a:cubicBezTo>
                  <a:cubicBezTo>
                    <a:pt x="22531" y="17699"/>
                    <a:pt x="25404" y="21460"/>
                    <a:pt x="28149" y="25276"/>
                  </a:cubicBezTo>
                  <a:cubicBezTo>
                    <a:pt x="30879" y="29073"/>
                    <a:pt x="33528" y="32953"/>
                    <a:pt x="36351" y="36684"/>
                  </a:cubicBezTo>
                  <a:cubicBezTo>
                    <a:pt x="34542" y="35843"/>
                    <a:pt x="32568" y="35460"/>
                    <a:pt x="30570" y="35460"/>
                  </a:cubicBezTo>
                  <a:cubicBezTo>
                    <a:pt x="26406" y="35460"/>
                    <a:pt x="22142" y="37123"/>
                    <a:pt x="19074" y="39757"/>
                  </a:cubicBezTo>
                  <a:cubicBezTo>
                    <a:pt x="13793" y="32214"/>
                    <a:pt x="8154" y="24943"/>
                    <a:pt x="2157" y="17945"/>
                  </a:cubicBezTo>
                  <a:lnTo>
                    <a:pt x="2159" y="17945"/>
                  </a:lnTo>
                  <a:cubicBezTo>
                    <a:pt x="5055" y="16227"/>
                    <a:pt x="8015" y="14530"/>
                    <a:pt x="11283" y="13642"/>
                  </a:cubicBezTo>
                  <a:cubicBezTo>
                    <a:pt x="12638" y="13273"/>
                    <a:pt x="13922" y="13113"/>
                    <a:pt x="15183" y="13113"/>
                  </a:cubicBezTo>
                  <a:close/>
                  <a:moveTo>
                    <a:pt x="2578" y="20435"/>
                  </a:moveTo>
                  <a:cubicBezTo>
                    <a:pt x="8168" y="27062"/>
                    <a:pt x="13443" y="33937"/>
                    <a:pt x="18402" y="41058"/>
                  </a:cubicBezTo>
                  <a:cubicBezTo>
                    <a:pt x="18543" y="41262"/>
                    <a:pt x="18758" y="41377"/>
                    <a:pt x="18977" y="41377"/>
                  </a:cubicBezTo>
                  <a:cubicBezTo>
                    <a:pt x="19133" y="41377"/>
                    <a:pt x="19292" y="41318"/>
                    <a:pt x="19427" y="41190"/>
                  </a:cubicBezTo>
                  <a:cubicBezTo>
                    <a:pt x="21632" y="39103"/>
                    <a:pt x="24333" y="37693"/>
                    <a:pt x="27314" y="37090"/>
                  </a:cubicBezTo>
                  <a:cubicBezTo>
                    <a:pt x="28284" y="36894"/>
                    <a:pt x="29226" y="36809"/>
                    <a:pt x="30154" y="36809"/>
                  </a:cubicBezTo>
                  <a:cubicBezTo>
                    <a:pt x="30890" y="36809"/>
                    <a:pt x="31618" y="36863"/>
                    <a:pt x="32345" y="36959"/>
                  </a:cubicBezTo>
                  <a:cubicBezTo>
                    <a:pt x="32139" y="36996"/>
                    <a:pt x="31934" y="37038"/>
                    <a:pt x="31726" y="37085"/>
                  </a:cubicBezTo>
                  <a:cubicBezTo>
                    <a:pt x="29702" y="37535"/>
                    <a:pt x="27672" y="38191"/>
                    <a:pt x="25741" y="38939"/>
                  </a:cubicBezTo>
                  <a:cubicBezTo>
                    <a:pt x="24060" y="39590"/>
                    <a:pt x="22425" y="40379"/>
                    <a:pt x="20975" y="41459"/>
                  </a:cubicBezTo>
                  <a:cubicBezTo>
                    <a:pt x="20335" y="41934"/>
                    <a:pt x="18892" y="42836"/>
                    <a:pt x="18616" y="43758"/>
                  </a:cubicBezTo>
                  <a:cubicBezTo>
                    <a:pt x="15797" y="39642"/>
                    <a:pt x="12269" y="35871"/>
                    <a:pt x="9131" y="31993"/>
                  </a:cubicBezTo>
                  <a:cubicBezTo>
                    <a:pt x="7537" y="30022"/>
                    <a:pt x="5941" y="28055"/>
                    <a:pt x="4343" y="26088"/>
                  </a:cubicBezTo>
                  <a:cubicBezTo>
                    <a:pt x="3509" y="25063"/>
                    <a:pt x="2360" y="24025"/>
                    <a:pt x="1726" y="22872"/>
                  </a:cubicBezTo>
                  <a:lnTo>
                    <a:pt x="1290" y="22336"/>
                  </a:lnTo>
                  <a:cubicBezTo>
                    <a:pt x="1365" y="21812"/>
                    <a:pt x="1612" y="21399"/>
                    <a:pt x="2027" y="21097"/>
                  </a:cubicBezTo>
                  <a:cubicBezTo>
                    <a:pt x="2191" y="20870"/>
                    <a:pt x="2390" y="20654"/>
                    <a:pt x="2578" y="20435"/>
                  </a:cubicBezTo>
                  <a:close/>
                  <a:moveTo>
                    <a:pt x="34214" y="37438"/>
                  </a:moveTo>
                  <a:cubicBezTo>
                    <a:pt x="34480" y="37438"/>
                    <a:pt x="34745" y="37450"/>
                    <a:pt x="35009" y="37476"/>
                  </a:cubicBezTo>
                  <a:cubicBezTo>
                    <a:pt x="35056" y="37488"/>
                    <a:pt x="35104" y="37502"/>
                    <a:pt x="35153" y="37514"/>
                  </a:cubicBezTo>
                  <a:cubicBezTo>
                    <a:pt x="32341" y="37733"/>
                    <a:pt x="29659" y="38637"/>
                    <a:pt x="27141" y="39965"/>
                  </a:cubicBezTo>
                  <a:cubicBezTo>
                    <a:pt x="25564" y="40797"/>
                    <a:pt x="24060" y="41771"/>
                    <a:pt x="22625" y="42823"/>
                  </a:cubicBezTo>
                  <a:cubicBezTo>
                    <a:pt x="22053" y="43241"/>
                    <a:pt x="21266" y="44080"/>
                    <a:pt x="20621" y="44360"/>
                  </a:cubicBezTo>
                  <a:cubicBezTo>
                    <a:pt x="20405" y="44454"/>
                    <a:pt x="20198" y="44493"/>
                    <a:pt x="19997" y="44493"/>
                  </a:cubicBezTo>
                  <a:cubicBezTo>
                    <a:pt x="19802" y="44493"/>
                    <a:pt x="19613" y="44456"/>
                    <a:pt x="19427" y="44400"/>
                  </a:cubicBezTo>
                  <a:cubicBezTo>
                    <a:pt x="19434" y="44391"/>
                    <a:pt x="19440" y="44386"/>
                    <a:pt x="19448" y="44377"/>
                  </a:cubicBezTo>
                  <a:cubicBezTo>
                    <a:pt x="19593" y="44198"/>
                    <a:pt x="19599" y="43995"/>
                    <a:pt x="19448" y="43814"/>
                  </a:cubicBezTo>
                  <a:lnTo>
                    <a:pt x="19430" y="43792"/>
                  </a:lnTo>
                  <a:cubicBezTo>
                    <a:pt x="19697" y="43721"/>
                    <a:pt x="19911" y="43553"/>
                    <a:pt x="20074" y="43287"/>
                  </a:cubicBezTo>
                  <a:cubicBezTo>
                    <a:pt x="20320" y="43038"/>
                    <a:pt x="20576" y="42801"/>
                    <a:pt x="20843" y="42573"/>
                  </a:cubicBezTo>
                  <a:cubicBezTo>
                    <a:pt x="21485" y="42027"/>
                    <a:pt x="22180" y="41552"/>
                    <a:pt x="22907" y="41126"/>
                  </a:cubicBezTo>
                  <a:cubicBezTo>
                    <a:pt x="24188" y="40374"/>
                    <a:pt x="25559" y="39793"/>
                    <a:pt x="26955" y="39291"/>
                  </a:cubicBezTo>
                  <a:cubicBezTo>
                    <a:pt x="29199" y="38484"/>
                    <a:pt x="31750" y="37438"/>
                    <a:pt x="34214" y="37438"/>
                  </a:cubicBezTo>
                  <a:close/>
                  <a:moveTo>
                    <a:pt x="34842" y="0"/>
                  </a:moveTo>
                  <a:cubicBezTo>
                    <a:pt x="34343" y="0"/>
                    <a:pt x="33867" y="188"/>
                    <a:pt x="33507" y="630"/>
                  </a:cubicBezTo>
                  <a:cubicBezTo>
                    <a:pt x="31447" y="1151"/>
                    <a:pt x="29512" y="2015"/>
                    <a:pt x="27862" y="3526"/>
                  </a:cubicBezTo>
                  <a:cubicBezTo>
                    <a:pt x="27217" y="4115"/>
                    <a:pt x="26496" y="4800"/>
                    <a:pt x="25773" y="5555"/>
                  </a:cubicBezTo>
                  <a:cubicBezTo>
                    <a:pt x="23620" y="7604"/>
                    <a:pt x="21769" y="10148"/>
                    <a:pt x="20875" y="12916"/>
                  </a:cubicBezTo>
                  <a:cubicBezTo>
                    <a:pt x="19359" y="12052"/>
                    <a:pt x="17538" y="11727"/>
                    <a:pt x="15721" y="11727"/>
                  </a:cubicBezTo>
                  <a:cubicBezTo>
                    <a:pt x="14356" y="11727"/>
                    <a:pt x="12994" y="11911"/>
                    <a:pt x="11766" y="12185"/>
                  </a:cubicBezTo>
                  <a:cubicBezTo>
                    <a:pt x="7819" y="13067"/>
                    <a:pt x="4277" y="15176"/>
                    <a:pt x="838" y="17217"/>
                  </a:cubicBezTo>
                  <a:cubicBezTo>
                    <a:pt x="458" y="17444"/>
                    <a:pt x="436" y="17923"/>
                    <a:pt x="707" y="18237"/>
                  </a:cubicBezTo>
                  <a:cubicBezTo>
                    <a:pt x="1244" y="18859"/>
                    <a:pt x="1774" y="19488"/>
                    <a:pt x="2305" y="20116"/>
                  </a:cubicBezTo>
                  <a:cubicBezTo>
                    <a:pt x="1441" y="20484"/>
                    <a:pt x="862" y="21064"/>
                    <a:pt x="197" y="21811"/>
                  </a:cubicBezTo>
                  <a:cubicBezTo>
                    <a:pt x="77" y="21947"/>
                    <a:pt x="0" y="22200"/>
                    <a:pt x="127" y="22363"/>
                  </a:cubicBezTo>
                  <a:cubicBezTo>
                    <a:pt x="2951" y="26054"/>
                    <a:pt x="5928" y="29634"/>
                    <a:pt x="8843" y="33254"/>
                  </a:cubicBezTo>
                  <a:cubicBezTo>
                    <a:pt x="11749" y="36861"/>
                    <a:pt x="14485" y="40794"/>
                    <a:pt x="17652" y="44182"/>
                  </a:cubicBezTo>
                  <a:cubicBezTo>
                    <a:pt x="17664" y="44208"/>
                    <a:pt x="17679" y="44232"/>
                    <a:pt x="17699" y="44255"/>
                  </a:cubicBezTo>
                  <a:cubicBezTo>
                    <a:pt x="18282" y="44908"/>
                    <a:pt x="19219" y="45924"/>
                    <a:pt x="20167" y="45924"/>
                  </a:cubicBezTo>
                  <a:cubicBezTo>
                    <a:pt x="20277" y="45924"/>
                    <a:pt x="20387" y="45910"/>
                    <a:pt x="20497" y="45881"/>
                  </a:cubicBezTo>
                  <a:cubicBezTo>
                    <a:pt x="21148" y="45708"/>
                    <a:pt x="21757" y="44978"/>
                    <a:pt x="22286" y="44585"/>
                  </a:cubicBezTo>
                  <a:cubicBezTo>
                    <a:pt x="23162" y="43935"/>
                    <a:pt x="24053" y="43304"/>
                    <a:pt x="24965" y="42705"/>
                  </a:cubicBezTo>
                  <a:cubicBezTo>
                    <a:pt x="27366" y="41130"/>
                    <a:pt x="29934" y="39829"/>
                    <a:pt x="32678" y="39174"/>
                  </a:cubicBezTo>
                  <a:cubicBezTo>
                    <a:pt x="32752" y="39177"/>
                    <a:pt x="32826" y="39174"/>
                    <a:pt x="32900" y="39178"/>
                  </a:cubicBezTo>
                  <a:cubicBezTo>
                    <a:pt x="34054" y="39233"/>
                    <a:pt x="35153" y="39648"/>
                    <a:pt x="36288" y="39715"/>
                  </a:cubicBezTo>
                  <a:cubicBezTo>
                    <a:pt x="36337" y="39718"/>
                    <a:pt x="36385" y="39720"/>
                    <a:pt x="36433" y="39720"/>
                  </a:cubicBezTo>
                  <a:cubicBezTo>
                    <a:pt x="37209" y="39720"/>
                    <a:pt x="37750" y="39337"/>
                    <a:pt x="37827" y="38540"/>
                  </a:cubicBezTo>
                  <a:cubicBezTo>
                    <a:pt x="39593" y="36201"/>
                    <a:pt x="41115" y="33792"/>
                    <a:pt x="43273" y="31744"/>
                  </a:cubicBezTo>
                  <a:cubicBezTo>
                    <a:pt x="44449" y="30626"/>
                    <a:pt x="45716" y="29608"/>
                    <a:pt x="47060" y="28698"/>
                  </a:cubicBezTo>
                  <a:cubicBezTo>
                    <a:pt x="47079" y="28686"/>
                    <a:pt x="47099" y="28675"/>
                    <a:pt x="47118" y="28662"/>
                  </a:cubicBezTo>
                  <a:cubicBezTo>
                    <a:pt x="48826" y="27633"/>
                    <a:pt x="50637" y="26785"/>
                    <a:pt x="52524" y="26133"/>
                  </a:cubicBezTo>
                  <a:cubicBezTo>
                    <a:pt x="52902" y="26003"/>
                    <a:pt x="53156" y="25447"/>
                    <a:pt x="52785" y="25145"/>
                  </a:cubicBezTo>
                  <a:cubicBezTo>
                    <a:pt x="52171" y="24648"/>
                    <a:pt x="51613" y="24099"/>
                    <a:pt x="50959" y="23696"/>
                  </a:cubicBezTo>
                  <a:cubicBezTo>
                    <a:pt x="51006" y="23680"/>
                    <a:pt x="51050" y="23660"/>
                    <a:pt x="51097" y="23645"/>
                  </a:cubicBezTo>
                  <a:cubicBezTo>
                    <a:pt x="51251" y="23594"/>
                    <a:pt x="51309" y="23468"/>
                    <a:pt x="51300" y="23347"/>
                  </a:cubicBezTo>
                  <a:cubicBezTo>
                    <a:pt x="51345" y="23292"/>
                    <a:pt x="51376" y="23227"/>
                    <a:pt x="51391" y="23158"/>
                  </a:cubicBezTo>
                  <a:cubicBezTo>
                    <a:pt x="51657" y="23086"/>
                    <a:pt x="51868" y="22805"/>
                    <a:pt x="51676" y="22507"/>
                  </a:cubicBezTo>
                  <a:cubicBezTo>
                    <a:pt x="51561" y="22326"/>
                    <a:pt x="51447" y="22144"/>
                    <a:pt x="51333" y="21962"/>
                  </a:cubicBezTo>
                  <a:cubicBezTo>
                    <a:pt x="51345" y="21962"/>
                    <a:pt x="51359" y="21961"/>
                    <a:pt x="51371" y="21961"/>
                  </a:cubicBezTo>
                  <a:cubicBezTo>
                    <a:pt x="51374" y="21961"/>
                    <a:pt x="51377" y="21961"/>
                    <a:pt x="51379" y="21961"/>
                  </a:cubicBezTo>
                  <a:cubicBezTo>
                    <a:pt x="51539" y="21961"/>
                    <a:pt x="51585" y="21737"/>
                    <a:pt x="51453" y="21658"/>
                  </a:cubicBezTo>
                  <a:cubicBezTo>
                    <a:pt x="51333" y="21585"/>
                    <a:pt x="51198" y="21544"/>
                    <a:pt x="51056" y="21524"/>
                  </a:cubicBezTo>
                  <a:cubicBezTo>
                    <a:pt x="50796" y="21108"/>
                    <a:pt x="50546" y="20689"/>
                    <a:pt x="50290" y="20269"/>
                  </a:cubicBezTo>
                  <a:cubicBezTo>
                    <a:pt x="50030" y="19581"/>
                    <a:pt x="49589" y="18953"/>
                    <a:pt x="49191" y="18312"/>
                  </a:cubicBezTo>
                  <a:cubicBezTo>
                    <a:pt x="48421" y="17077"/>
                    <a:pt x="47572" y="15893"/>
                    <a:pt x="46728" y="14709"/>
                  </a:cubicBezTo>
                  <a:cubicBezTo>
                    <a:pt x="45005" y="12292"/>
                    <a:pt x="43280" y="9876"/>
                    <a:pt x="41551" y="7464"/>
                  </a:cubicBezTo>
                  <a:cubicBezTo>
                    <a:pt x="40019" y="5325"/>
                    <a:pt x="38618" y="2783"/>
                    <a:pt x="36781" y="897"/>
                  </a:cubicBezTo>
                  <a:cubicBezTo>
                    <a:pt x="36255" y="356"/>
                    <a:pt x="35527" y="0"/>
                    <a:pt x="348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34"/>
            <p:cNvSpPr/>
            <p:nvPr/>
          </p:nvSpPr>
          <p:spPr>
            <a:xfrm>
              <a:off x="2990175" y="381350"/>
              <a:ext cx="254450" cy="209600"/>
            </a:xfrm>
            <a:custGeom>
              <a:avLst/>
              <a:gdLst/>
              <a:ahLst/>
              <a:cxnLst/>
              <a:rect l="l" t="t" r="r" b="b"/>
              <a:pathLst>
                <a:path w="10178" h="8384" extrusionOk="0">
                  <a:moveTo>
                    <a:pt x="9489" y="1"/>
                  </a:moveTo>
                  <a:cubicBezTo>
                    <a:pt x="9460" y="1"/>
                    <a:pt x="9430" y="3"/>
                    <a:pt x="9398" y="7"/>
                  </a:cubicBezTo>
                  <a:cubicBezTo>
                    <a:pt x="5315" y="589"/>
                    <a:pt x="1324" y="4315"/>
                    <a:pt x="48" y="8144"/>
                  </a:cubicBezTo>
                  <a:cubicBezTo>
                    <a:pt x="1" y="8286"/>
                    <a:pt x="119" y="8384"/>
                    <a:pt x="239" y="8384"/>
                  </a:cubicBezTo>
                  <a:cubicBezTo>
                    <a:pt x="302" y="8384"/>
                    <a:pt x="366" y="8357"/>
                    <a:pt x="406" y="8294"/>
                  </a:cubicBezTo>
                  <a:cubicBezTo>
                    <a:pt x="1475" y="6637"/>
                    <a:pt x="2632" y="5068"/>
                    <a:pt x="4157" y="3799"/>
                  </a:cubicBezTo>
                  <a:cubicBezTo>
                    <a:pt x="5839" y="2399"/>
                    <a:pt x="7661" y="1727"/>
                    <a:pt x="9647" y="909"/>
                  </a:cubicBezTo>
                  <a:cubicBezTo>
                    <a:pt x="10177" y="691"/>
                    <a:pt x="10017" y="1"/>
                    <a:pt x="948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34"/>
            <p:cNvSpPr/>
            <p:nvPr/>
          </p:nvSpPr>
          <p:spPr>
            <a:xfrm>
              <a:off x="3026350" y="441550"/>
              <a:ext cx="247225" cy="201350"/>
            </a:xfrm>
            <a:custGeom>
              <a:avLst/>
              <a:gdLst/>
              <a:ahLst/>
              <a:cxnLst/>
              <a:rect l="l" t="t" r="r" b="b"/>
              <a:pathLst>
                <a:path w="9889" h="8054" extrusionOk="0">
                  <a:moveTo>
                    <a:pt x="9472" y="1"/>
                  </a:moveTo>
                  <a:cubicBezTo>
                    <a:pt x="9466" y="1"/>
                    <a:pt x="9460" y="1"/>
                    <a:pt x="9454" y="1"/>
                  </a:cubicBezTo>
                  <a:cubicBezTo>
                    <a:pt x="5735" y="204"/>
                    <a:pt x="1142" y="4281"/>
                    <a:pt x="59" y="7752"/>
                  </a:cubicBezTo>
                  <a:cubicBezTo>
                    <a:pt x="0" y="7941"/>
                    <a:pt x="141" y="8053"/>
                    <a:pt x="292" y="8053"/>
                  </a:cubicBezTo>
                  <a:cubicBezTo>
                    <a:pt x="375" y="8053"/>
                    <a:pt x="460" y="8019"/>
                    <a:pt x="517" y="7945"/>
                  </a:cubicBezTo>
                  <a:cubicBezTo>
                    <a:pt x="1756" y="6329"/>
                    <a:pt x="2771" y="4701"/>
                    <a:pt x="4382" y="3401"/>
                  </a:cubicBezTo>
                  <a:cubicBezTo>
                    <a:pt x="6005" y="2092"/>
                    <a:pt x="7844" y="1590"/>
                    <a:pt x="9618" y="609"/>
                  </a:cubicBezTo>
                  <a:cubicBezTo>
                    <a:pt x="9889" y="460"/>
                    <a:pt x="9783" y="1"/>
                    <a:pt x="94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34"/>
            <p:cNvSpPr/>
            <p:nvPr/>
          </p:nvSpPr>
          <p:spPr>
            <a:xfrm>
              <a:off x="3172850" y="661350"/>
              <a:ext cx="224850" cy="198300"/>
            </a:xfrm>
            <a:custGeom>
              <a:avLst/>
              <a:gdLst/>
              <a:ahLst/>
              <a:cxnLst/>
              <a:rect l="l" t="t" r="r" b="b"/>
              <a:pathLst>
                <a:path w="8994" h="7932" extrusionOk="0">
                  <a:moveTo>
                    <a:pt x="8456" y="0"/>
                  </a:moveTo>
                  <a:cubicBezTo>
                    <a:pt x="8425" y="0"/>
                    <a:pt x="8392" y="4"/>
                    <a:pt x="8358" y="11"/>
                  </a:cubicBezTo>
                  <a:cubicBezTo>
                    <a:pt x="5106" y="738"/>
                    <a:pt x="1076" y="4402"/>
                    <a:pt x="60" y="7579"/>
                  </a:cubicBezTo>
                  <a:cubicBezTo>
                    <a:pt x="1" y="7765"/>
                    <a:pt x="174" y="7931"/>
                    <a:pt x="343" y="7931"/>
                  </a:cubicBezTo>
                  <a:cubicBezTo>
                    <a:pt x="409" y="7931"/>
                    <a:pt x="474" y="7907"/>
                    <a:pt x="524" y="7849"/>
                  </a:cubicBezTo>
                  <a:cubicBezTo>
                    <a:pt x="1689" y="6518"/>
                    <a:pt x="2590" y="5030"/>
                    <a:pt x="3913" y="3818"/>
                  </a:cubicBezTo>
                  <a:cubicBezTo>
                    <a:pt x="5371" y="2483"/>
                    <a:pt x="7047" y="1783"/>
                    <a:pt x="8657" y="718"/>
                  </a:cubicBezTo>
                  <a:cubicBezTo>
                    <a:pt x="8993" y="494"/>
                    <a:pt x="8826" y="0"/>
                    <a:pt x="84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34"/>
            <p:cNvSpPr/>
            <p:nvPr/>
          </p:nvSpPr>
          <p:spPr>
            <a:xfrm>
              <a:off x="3219000" y="725650"/>
              <a:ext cx="226500" cy="215375"/>
            </a:xfrm>
            <a:custGeom>
              <a:avLst/>
              <a:gdLst/>
              <a:ahLst/>
              <a:cxnLst/>
              <a:rect l="l" t="t" r="r" b="b"/>
              <a:pathLst>
                <a:path w="9060" h="8615" extrusionOk="0">
                  <a:moveTo>
                    <a:pt x="8466" y="1"/>
                  </a:moveTo>
                  <a:cubicBezTo>
                    <a:pt x="8403" y="1"/>
                    <a:pt x="8336" y="16"/>
                    <a:pt x="8267" y="50"/>
                  </a:cubicBezTo>
                  <a:cubicBezTo>
                    <a:pt x="6348" y="1017"/>
                    <a:pt x="4571" y="2396"/>
                    <a:pt x="3025" y="3882"/>
                  </a:cubicBezTo>
                  <a:cubicBezTo>
                    <a:pt x="1836" y="5024"/>
                    <a:pt x="0" y="6568"/>
                    <a:pt x="62" y="8367"/>
                  </a:cubicBezTo>
                  <a:cubicBezTo>
                    <a:pt x="66" y="8507"/>
                    <a:pt x="206" y="8614"/>
                    <a:pt x="335" y="8614"/>
                  </a:cubicBezTo>
                  <a:cubicBezTo>
                    <a:pt x="409" y="8614"/>
                    <a:pt x="480" y="8578"/>
                    <a:pt x="518" y="8491"/>
                  </a:cubicBezTo>
                  <a:cubicBezTo>
                    <a:pt x="2016" y="5007"/>
                    <a:pt x="5594" y="2708"/>
                    <a:pt x="8679" y="755"/>
                  </a:cubicBezTo>
                  <a:cubicBezTo>
                    <a:pt x="9059" y="514"/>
                    <a:pt x="8832" y="1"/>
                    <a:pt x="84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34"/>
            <p:cNvSpPr/>
            <p:nvPr/>
          </p:nvSpPr>
          <p:spPr>
            <a:xfrm>
              <a:off x="2528200" y="658025"/>
              <a:ext cx="405900" cy="260600"/>
            </a:xfrm>
            <a:custGeom>
              <a:avLst/>
              <a:gdLst/>
              <a:ahLst/>
              <a:cxnLst/>
              <a:rect l="l" t="t" r="r" b="b"/>
              <a:pathLst>
                <a:path w="16236" h="10424" extrusionOk="0">
                  <a:moveTo>
                    <a:pt x="1382" y="2708"/>
                  </a:moveTo>
                  <a:cubicBezTo>
                    <a:pt x="2705" y="4465"/>
                    <a:pt x="4361" y="5818"/>
                    <a:pt x="5564" y="7549"/>
                  </a:cubicBezTo>
                  <a:cubicBezTo>
                    <a:pt x="5049" y="7000"/>
                    <a:pt x="4518" y="6467"/>
                    <a:pt x="3972" y="5947"/>
                  </a:cubicBezTo>
                  <a:cubicBezTo>
                    <a:pt x="3369" y="5370"/>
                    <a:pt x="2751" y="4825"/>
                    <a:pt x="2113" y="4299"/>
                  </a:cubicBezTo>
                  <a:cubicBezTo>
                    <a:pt x="2286" y="4264"/>
                    <a:pt x="2405" y="4031"/>
                    <a:pt x="2251" y="3877"/>
                  </a:cubicBezTo>
                  <a:cubicBezTo>
                    <a:pt x="1869" y="3498"/>
                    <a:pt x="1454" y="3168"/>
                    <a:pt x="1030" y="2840"/>
                  </a:cubicBezTo>
                  <a:lnTo>
                    <a:pt x="1382" y="2708"/>
                  </a:lnTo>
                  <a:close/>
                  <a:moveTo>
                    <a:pt x="9295" y="739"/>
                  </a:moveTo>
                  <a:cubicBezTo>
                    <a:pt x="10900" y="739"/>
                    <a:pt x="11714" y="2042"/>
                    <a:pt x="12738" y="3153"/>
                  </a:cubicBezTo>
                  <a:cubicBezTo>
                    <a:pt x="13607" y="4096"/>
                    <a:pt x="14464" y="5049"/>
                    <a:pt x="15310" y="6013"/>
                  </a:cubicBezTo>
                  <a:cubicBezTo>
                    <a:pt x="13936" y="6363"/>
                    <a:pt x="12589" y="6790"/>
                    <a:pt x="11275" y="7331"/>
                  </a:cubicBezTo>
                  <a:cubicBezTo>
                    <a:pt x="10703" y="7567"/>
                    <a:pt x="10139" y="7820"/>
                    <a:pt x="9583" y="8091"/>
                  </a:cubicBezTo>
                  <a:cubicBezTo>
                    <a:pt x="9104" y="8323"/>
                    <a:pt x="7997" y="9216"/>
                    <a:pt x="7494" y="9216"/>
                  </a:cubicBezTo>
                  <a:cubicBezTo>
                    <a:pt x="7280" y="9214"/>
                    <a:pt x="7087" y="9143"/>
                    <a:pt x="6911" y="9028"/>
                  </a:cubicBezTo>
                  <a:cubicBezTo>
                    <a:pt x="5976" y="6497"/>
                    <a:pt x="3660" y="4237"/>
                    <a:pt x="1564" y="2642"/>
                  </a:cubicBezTo>
                  <a:cubicBezTo>
                    <a:pt x="3992" y="1737"/>
                    <a:pt x="6804" y="749"/>
                    <a:pt x="9284" y="739"/>
                  </a:cubicBezTo>
                  <a:cubicBezTo>
                    <a:pt x="9288" y="739"/>
                    <a:pt x="9291" y="739"/>
                    <a:pt x="9295" y="739"/>
                  </a:cubicBezTo>
                  <a:close/>
                  <a:moveTo>
                    <a:pt x="9522" y="0"/>
                  </a:moveTo>
                  <a:cubicBezTo>
                    <a:pt x="8353" y="0"/>
                    <a:pt x="6970" y="475"/>
                    <a:pt x="5977" y="700"/>
                  </a:cubicBezTo>
                  <a:cubicBezTo>
                    <a:pt x="4041" y="1140"/>
                    <a:pt x="2155" y="1729"/>
                    <a:pt x="300" y="2432"/>
                  </a:cubicBezTo>
                  <a:cubicBezTo>
                    <a:pt x="25" y="2536"/>
                    <a:pt x="1" y="2846"/>
                    <a:pt x="223" y="3018"/>
                  </a:cubicBezTo>
                  <a:cubicBezTo>
                    <a:pt x="702" y="3388"/>
                    <a:pt x="1169" y="3763"/>
                    <a:pt x="1673" y="4093"/>
                  </a:cubicBezTo>
                  <a:cubicBezTo>
                    <a:pt x="3491" y="5760"/>
                    <a:pt x="5144" y="7550"/>
                    <a:pt x="6623" y="9541"/>
                  </a:cubicBezTo>
                  <a:cubicBezTo>
                    <a:pt x="6713" y="9781"/>
                    <a:pt x="6797" y="10028"/>
                    <a:pt x="6867" y="10287"/>
                  </a:cubicBezTo>
                  <a:cubicBezTo>
                    <a:pt x="6892" y="10382"/>
                    <a:pt x="6963" y="10423"/>
                    <a:pt x="7035" y="10423"/>
                  </a:cubicBezTo>
                  <a:cubicBezTo>
                    <a:pt x="7146" y="10423"/>
                    <a:pt x="7261" y="10329"/>
                    <a:pt x="7234" y="10186"/>
                  </a:cubicBezTo>
                  <a:cubicBezTo>
                    <a:pt x="7224" y="10130"/>
                    <a:pt x="7207" y="10076"/>
                    <a:pt x="7196" y="10021"/>
                  </a:cubicBezTo>
                  <a:cubicBezTo>
                    <a:pt x="7219" y="10016"/>
                    <a:pt x="7243" y="10009"/>
                    <a:pt x="7264" y="9998"/>
                  </a:cubicBezTo>
                  <a:cubicBezTo>
                    <a:pt x="9998" y="8390"/>
                    <a:pt x="12869" y="7216"/>
                    <a:pt x="15954" y="6481"/>
                  </a:cubicBezTo>
                  <a:cubicBezTo>
                    <a:pt x="16193" y="6424"/>
                    <a:pt x="16235" y="6133"/>
                    <a:pt x="16091" y="5967"/>
                  </a:cubicBezTo>
                  <a:cubicBezTo>
                    <a:pt x="14926" y="4637"/>
                    <a:pt x="13744" y="3322"/>
                    <a:pt x="12545" y="2023"/>
                  </a:cubicBezTo>
                  <a:cubicBezTo>
                    <a:pt x="11928" y="1357"/>
                    <a:pt x="11266" y="350"/>
                    <a:pt x="10341" y="98"/>
                  </a:cubicBezTo>
                  <a:cubicBezTo>
                    <a:pt x="10087" y="29"/>
                    <a:pt x="9811" y="0"/>
                    <a:pt x="95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34"/>
            <p:cNvSpPr/>
            <p:nvPr/>
          </p:nvSpPr>
          <p:spPr>
            <a:xfrm>
              <a:off x="2739725" y="878000"/>
              <a:ext cx="265375" cy="114400"/>
            </a:xfrm>
            <a:custGeom>
              <a:avLst/>
              <a:gdLst/>
              <a:ahLst/>
              <a:cxnLst/>
              <a:rect l="l" t="t" r="r" b="b"/>
              <a:pathLst>
                <a:path w="10615" h="4576" extrusionOk="0">
                  <a:moveTo>
                    <a:pt x="8807" y="0"/>
                  </a:moveTo>
                  <a:cubicBezTo>
                    <a:pt x="5620" y="0"/>
                    <a:pt x="1581" y="1966"/>
                    <a:pt x="54" y="4386"/>
                  </a:cubicBezTo>
                  <a:cubicBezTo>
                    <a:pt x="1" y="4471"/>
                    <a:pt x="79" y="4576"/>
                    <a:pt x="166" y="4576"/>
                  </a:cubicBezTo>
                  <a:cubicBezTo>
                    <a:pt x="186" y="4576"/>
                    <a:pt x="207" y="4570"/>
                    <a:pt x="226" y="4558"/>
                  </a:cubicBezTo>
                  <a:cubicBezTo>
                    <a:pt x="1875" y="3508"/>
                    <a:pt x="3258" y="2278"/>
                    <a:pt x="5131" y="1591"/>
                  </a:cubicBezTo>
                  <a:cubicBezTo>
                    <a:pt x="6861" y="957"/>
                    <a:pt x="8587" y="1026"/>
                    <a:pt x="10351" y="694"/>
                  </a:cubicBezTo>
                  <a:cubicBezTo>
                    <a:pt x="10615" y="644"/>
                    <a:pt x="10595" y="242"/>
                    <a:pt x="10351" y="180"/>
                  </a:cubicBezTo>
                  <a:cubicBezTo>
                    <a:pt x="9872" y="58"/>
                    <a:pt x="9352" y="0"/>
                    <a:pt x="88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34"/>
            <p:cNvSpPr/>
            <p:nvPr/>
          </p:nvSpPr>
          <p:spPr>
            <a:xfrm>
              <a:off x="2783475" y="946275"/>
              <a:ext cx="254775" cy="113000"/>
            </a:xfrm>
            <a:custGeom>
              <a:avLst/>
              <a:gdLst/>
              <a:ahLst/>
              <a:cxnLst/>
              <a:rect l="l" t="t" r="r" b="b"/>
              <a:pathLst>
                <a:path w="10191" h="4520" extrusionOk="0">
                  <a:moveTo>
                    <a:pt x="9024" y="1"/>
                  </a:moveTo>
                  <a:cubicBezTo>
                    <a:pt x="7296" y="1"/>
                    <a:pt x="5453" y="625"/>
                    <a:pt x="3919" y="1282"/>
                  </a:cubicBezTo>
                  <a:cubicBezTo>
                    <a:pt x="2789" y="1765"/>
                    <a:pt x="261" y="2658"/>
                    <a:pt x="23" y="4060"/>
                  </a:cubicBezTo>
                  <a:cubicBezTo>
                    <a:pt x="1" y="4188"/>
                    <a:pt x="41" y="4285"/>
                    <a:pt x="145" y="4359"/>
                  </a:cubicBezTo>
                  <a:lnTo>
                    <a:pt x="328" y="4490"/>
                  </a:lnTo>
                  <a:cubicBezTo>
                    <a:pt x="356" y="4510"/>
                    <a:pt x="386" y="4519"/>
                    <a:pt x="416" y="4519"/>
                  </a:cubicBezTo>
                  <a:cubicBezTo>
                    <a:pt x="528" y="4519"/>
                    <a:pt x="634" y="4397"/>
                    <a:pt x="599" y="4281"/>
                  </a:cubicBezTo>
                  <a:cubicBezTo>
                    <a:pt x="310" y="3333"/>
                    <a:pt x="4773" y="1735"/>
                    <a:pt x="5289" y="1569"/>
                  </a:cubicBezTo>
                  <a:cubicBezTo>
                    <a:pt x="6773" y="1093"/>
                    <a:pt x="8295" y="1027"/>
                    <a:pt x="9799" y="688"/>
                  </a:cubicBezTo>
                  <a:cubicBezTo>
                    <a:pt x="10190" y="600"/>
                    <a:pt x="10059" y="73"/>
                    <a:pt x="9711" y="36"/>
                  </a:cubicBezTo>
                  <a:cubicBezTo>
                    <a:pt x="9485" y="12"/>
                    <a:pt x="9255" y="1"/>
                    <a:pt x="902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34"/>
            <p:cNvSpPr/>
            <p:nvPr/>
          </p:nvSpPr>
          <p:spPr>
            <a:xfrm>
              <a:off x="2839925" y="1007825"/>
              <a:ext cx="259925" cy="117700"/>
            </a:xfrm>
            <a:custGeom>
              <a:avLst/>
              <a:gdLst/>
              <a:ahLst/>
              <a:cxnLst/>
              <a:rect l="l" t="t" r="r" b="b"/>
              <a:pathLst>
                <a:path w="10397" h="4708" extrusionOk="0">
                  <a:moveTo>
                    <a:pt x="9045" y="1"/>
                  </a:moveTo>
                  <a:cubicBezTo>
                    <a:pt x="5729" y="1"/>
                    <a:pt x="2019" y="2104"/>
                    <a:pt x="58" y="4551"/>
                  </a:cubicBezTo>
                  <a:cubicBezTo>
                    <a:pt x="0" y="4623"/>
                    <a:pt x="54" y="4707"/>
                    <a:pt x="124" y="4707"/>
                  </a:cubicBezTo>
                  <a:cubicBezTo>
                    <a:pt x="145" y="4707"/>
                    <a:pt x="167" y="4700"/>
                    <a:pt x="188" y="4683"/>
                  </a:cubicBezTo>
                  <a:cubicBezTo>
                    <a:pt x="1738" y="3418"/>
                    <a:pt x="3324" y="2289"/>
                    <a:pt x="5224" y="1613"/>
                  </a:cubicBezTo>
                  <a:cubicBezTo>
                    <a:pt x="6821" y="1047"/>
                    <a:pt x="8433" y="1014"/>
                    <a:pt x="10074" y="712"/>
                  </a:cubicBezTo>
                  <a:cubicBezTo>
                    <a:pt x="10385" y="655"/>
                    <a:pt x="10396" y="120"/>
                    <a:pt x="10074" y="73"/>
                  </a:cubicBezTo>
                  <a:cubicBezTo>
                    <a:pt x="9737" y="24"/>
                    <a:pt x="9393" y="1"/>
                    <a:pt x="90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A683768D-C00B-43EC-83AD-9ABE48860E34}"/>
              </a:ext>
            </a:extLst>
          </p:cNvPr>
          <p:cNvSpPr txBox="1"/>
          <p:nvPr/>
        </p:nvSpPr>
        <p:spPr>
          <a:xfrm>
            <a:off x="3309703" y="697561"/>
            <a:ext cx="41553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Insert the following elements: </a:t>
            </a:r>
          </a:p>
          <a:p>
            <a:pPr algn="ctr"/>
            <a:r>
              <a:rPr lang="en-US" sz="2000" b="1" dirty="0"/>
              <a:t>5   4   6   9   1   8   3   10   7   2   11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F985201-37E9-4D2C-A732-926B5B88E7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2303" y="1361918"/>
            <a:ext cx="3287078" cy="3112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9823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4"/>
          <p:cNvSpPr txBox="1">
            <a:spLocks noGrp="1"/>
          </p:cNvSpPr>
          <p:nvPr>
            <p:ph type="title"/>
          </p:nvPr>
        </p:nvSpPr>
        <p:spPr>
          <a:xfrm>
            <a:off x="1307759" y="947437"/>
            <a:ext cx="2939511" cy="4372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u="sng" dirty="0"/>
              <a:t>Insertion</a:t>
            </a:r>
            <a:br>
              <a:rPr lang="en-US" b="1" dirty="0"/>
            </a:br>
            <a:r>
              <a:rPr lang="en-US" b="1" dirty="0"/>
              <a:t>  </a:t>
            </a:r>
            <a:r>
              <a:rPr lang="en-US" b="1" u="sng" dirty="0">
                <a:solidFill>
                  <a:srgbClr val="C00000"/>
                </a:solidFill>
              </a:rPr>
              <a:t>Minheap</a:t>
            </a:r>
            <a:br>
              <a:rPr lang="en-US" b="1" u="sng" dirty="0">
                <a:solidFill>
                  <a:srgbClr val="C00000"/>
                </a:solidFill>
              </a:rPr>
            </a:br>
            <a:r>
              <a:rPr lang="en-US" sz="1400" b="1" dirty="0"/>
              <a:t>	</a:t>
            </a:r>
            <a:endParaRPr lang="en-US" sz="1400" b="1" dirty="0">
              <a:solidFill>
                <a:srgbClr val="C00000"/>
              </a:solidFill>
            </a:endParaRPr>
          </a:p>
        </p:txBody>
      </p:sp>
      <p:sp>
        <p:nvSpPr>
          <p:cNvPr id="234" name="Google Shape;234;p34"/>
          <p:cNvSpPr txBox="1">
            <a:spLocks noGrp="1"/>
          </p:cNvSpPr>
          <p:nvPr>
            <p:ph type="subTitle" idx="1"/>
          </p:nvPr>
        </p:nvSpPr>
        <p:spPr>
          <a:xfrm>
            <a:off x="1307759" y="531752"/>
            <a:ext cx="3439500" cy="53514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Heaps	</a:t>
            </a:r>
          </a:p>
        </p:txBody>
      </p:sp>
      <p:pic>
        <p:nvPicPr>
          <p:cNvPr id="235" name="Google Shape;235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695460">
            <a:off x="7765338" y="3361772"/>
            <a:ext cx="1241024" cy="1610463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grpSp>
        <p:nvGrpSpPr>
          <p:cNvPr id="236" name="Google Shape;236;p34"/>
          <p:cNvGrpSpPr/>
          <p:nvPr/>
        </p:nvGrpSpPr>
        <p:grpSpPr>
          <a:xfrm rot="790859">
            <a:off x="7973758" y="3964891"/>
            <a:ext cx="824184" cy="712067"/>
            <a:chOff x="2341425" y="238100"/>
            <a:chExt cx="1328900" cy="1148125"/>
          </a:xfrm>
        </p:grpSpPr>
        <p:sp>
          <p:nvSpPr>
            <p:cNvPr id="237" name="Google Shape;237;p34"/>
            <p:cNvSpPr/>
            <p:nvPr/>
          </p:nvSpPr>
          <p:spPr>
            <a:xfrm>
              <a:off x="2341425" y="238100"/>
              <a:ext cx="1328900" cy="1148125"/>
            </a:xfrm>
            <a:custGeom>
              <a:avLst/>
              <a:gdLst/>
              <a:ahLst/>
              <a:cxnLst/>
              <a:rect l="l" t="t" r="r" b="b"/>
              <a:pathLst>
                <a:path w="53156" h="45925" extrusionOk="0">
                  <a:moveTo>
                    <a:pt x="49853" y="24103"/>
                  </a:moveTo>
                  <a:cubicBezTo>
                    <a:pt x="50212" y="24609"/>
                    <a:pt x="50681" y="25003"/>
                    <a:pt x="51172" y="25380"/>
                  </a:cubicBezTo>
                  <a:cubicBezTo>
                    <a:pt x="48199" y="26540"/>
                    <a:pt x="45438" y="28144"/>
                    <a:pt x="42987" y="30206"/>
                  </a:cubicBezTo>
                  <a:cubicBezTo>
                    <a:pt x="41727" y="31264"/>
                    <a:pt x="40396" y="32510"/>
                    <a:pt x="39238" y="33887"/>
                  </a:cubicBezTo>
                  <a:cubicBezTo>
                    <a:pt x="39347" y="33688"/>
                    <a:pt x="39460" y="33491"/>
                    <a:pt x="39578" y="33301"/>
                  </a:cubicBezTo>
                  <a:cubicBezTo>
                    <a:pt x="40490" y="31831"/>
                    <a:pt x="41539" y="30449"/>
                    <a:pt x="42711" y="29176"/>
                  </a:cubicBezTo>
                  <a:cubicBezTo>
                    <a:pt x="44775" y="26932"/>
                    <a:pt x="47091" y="25229"/>
                    <a:pt x="49853" y="24103"/>
                  </a:cubicBezTo>
                  <a:close/>
                  <a:moveTo>
                    <a:pt x="35117" y="1053"/>
                  </a:moveTo>
                  <a:lnTo>
                    <a:pt x="35117" y="1053"/>
                  </a:lnTo>
                  <a:cubicBezTo>
                    <a:pt x="36710" y="1715"/>
                    <a:pt x="38294" y="4814"/>
                    <a:pt x="38992" y="5799"/>
                  </a:cubicBezTo>
                  <a:cubicBezTo>
                    <a:pt x="40312" y="7660"/>
                    <a:pt x="41633" y="9523"/>
                    <a:pt x="42954" y="11383"/>
                  </a:cubicBezTo>
                  <a:cubicBezTo>
                    <a:pt x="44182" y="13110"/>
                    <a:pt x="45421" y="14827"/>
                    <a:pt x="46633" y="16564"/>
                  </a:cubicBezTo>
                  <a:cubicBezTo>
                    <a:pt x="46650" y="16588"/>
                    <a:pt x="46667" y="16613"/>
                    <a:pt x="46685" y="16638"/>
                  </a:cubicBezTo>
                  <a:cubicBezTo>
                    <a:pt x="47623" y="18397"/>
                    <a:pt x="48600" y="20134"/>
                    <a:pt x="49618" y="21849"/>
                  </a:cubicBezTo>
                  <a:cubicBezTo>
                    <a:pt x="48693" y="22281"/>
                    <a:pt x="47744" y="23007"/>
                    <a:pt x="47214" y="23343"/>
                  </a:cubicBezTo>
                  <a:cubicBezTo>
                    <a:pt x="45320" y="24544"/>
                    <a:pt x="43587" y="25982"/>
                    <a:pt x="42057" y="27622"/>
                  </a:cubicBezTo>
                  <a:cubicBezTo>
                    <a:pt x="40592" y="29191"/>
                    <a:pt x="39304" y="30938"/>
                    <a:pt x="38281" y="32827"/>
                  </a:cubicBezTo>
                  <a:cubicBezTo>
                    <a:pt x="37877" y="33573"/>
                    <a:pt x="37271" y="34533"/>
                    <a:pt x="36981" y="35496"/>
                  </a:cubicBezTo>
                  <a:cubicBezTo>
                    <a:pt x="36328" y="34434"/>
                    <a:pt x="35635" y="33395"/>
                    <a:pt x="34953" y="32353"/>
                  </a:cubicBezTo>
                  <a:cubicBezTo>
                    <a:pt x="33450" y="30055"/>
                    <a:pt x="31915" y="27777"/>
                    <a:pt x="30347" y="25524"/>
                  </a:cubicBezTo>
                  <a:cubicBezTo>
                    <a:pt x="28841" y="23359"/>
                    <a:pt x="27306" y="21217"/>
                    <a:pt x="25741" y="19095"/>
                  </a:cubicBezTo>
                  <a:cubicBezTo>
                    <a:pt x="24508" y="17421"/>
                    <a:pt x="23256" y="15382"/>
                    <a:pt x="21757" y="13843"/>
                  </a:cubicBezTo>
                  <a:cubicBezTo>
                    <a:pt x="22758" y="10753"/>
                    <a:pt x="24747" y="8361"/>
                    <a:pt x="26903" y="5992"/>
                  </a:cubicBezTo>
                  <a:cubicBezTo>
                    <a:pt x="27357" y="5493"/>
                    <a:pt x="27826" y="4981"/>
                    <a:pt x="28315" y="4481"/>
                  </a:cubicBezTo>
                  <a:cubicBezTo>
                    <a:pt x="29626" y="3498"/>
                    <a:pt x="31045" y="2668"/>
                    <a:pt x="32551" y="2018"/>
                  </a:cubicBezTo>
                  <a:cubicBezTo>
                    <a:pt x="33121" y="1772"/>
                    <a:pt x="33780" y="1496"/>
                    <a:pt x="34476" y="1255"/>
                  </a:cubicBezTo>
                  <a:cubicBezTo>
                    <a:pt x="34702" y="1206"/>
                    <a:pt x="34932" y="1166"/>
                    <a:pt x="35161" y="1125"/>
                  </a:cubicBezTo>
                  <a:cubicBezTo>
                    <a:pt x="35147" y="1101"/>
                    <a:pt x="35132" y="1076"/>
                    <a:pt x="35117" y="1053"/>
                  </a:cubicBezTo>
                  <a:close/>
                  <a:moveTo>
                    <a:pt x="49886" y="22296"/>
                  </a:moveTo>
                  <a:cubicBezTo>
                    <a:pt x="50069" y="22601"/>
                    <a:pt x="50253" y="22905"/>
                    <a:pt x="50437" y="23208"/>
                  </a:cubicBezTo>
                  <a:cubicBezTo>
                    <a:pt x="50328" y="23239"/>
                    <a:pt x="50219" y="23270"/>
                    <a:pt x="50110" y="23305"/>
                  </a:cubicBezTo>
                  <a:cubicBezTo>
                    <a:pt x="50098" y="23304"/>
                    <a:pt x="50086" y="23303"/>
                    <a:pt x="50074" y="23303"/>
                  </a:cubicBezTo>
                  <a:cubicBezTo>
                    <a:pt x="49989" y="23303"/>
                    <a:pt x="49905" y="23334"/>
                    <a:pt x="49839" y="23390"/>
                  </a:cubicBezTo>
                  <a:cubicBezTo>
                    <a:pt x="46983" y="24343"/>
                    <a:pt x="44499" y="26352"/>
                    <a:pt x="42469" y="28520"/>
                  </a:cubicBezTo>
                  <a:cubicBezTo>
                    <a:pt x="40592" y="30525"/>
                    <a:pt x="38254" y="33305"/>
                    <a:pt x="37357" y="36095"/>
                  </a:cubicBezTo>
                  <a:cubicBezTo>
                    <a:pt x="37306" y="36011"/>
                    <a:pt x="37249" y="35923"/>
                    <a:pt x="37190" y="35830"/>
                  </a:cubicBezTo>
                  <a:cubicBezTo>
                    <a:pt x="37565" y="34416"/>
                    <a:pt x="38696" y="32821"/>
                    <a:pt x="39296" y="31878"/>
                  </a:cubicBezTo>
                  <a:cubicBezTo>
                    <a:pt x="40239" y="30393"/>
                    <a:pt x="41330" y="29005"/>
                    <a:pt x="42550" y="27739"/>
                  </a:cubicBezTo>
                  <a:cubicBezTo>
                    <a:pt x="43708" y="26537"/>
                    <a:pt x="44980" y="25451"/>
                    <a:pt x="46348" y="24494"/>
                  </a:cubicBezTo>
                  <a:cubicBezTo>
                    <a:pt x="47234" y="23875"/>
                    <a:pt x="48600" y="22828"/>
                    <a:pt x="49886" y="22296"/>
                  </a:cubicBezTo>
                  <a:close/>
                  <a:moveTo>
                    <a:pt x="20475" y="13918"/>
                  </a:moveTo>
                  <a:cubicBezTo>
                    <a:pt x="20720" y="13985"/>
                    <a:pt x="20968" y="14054"/>
                    <a:pt x="21218" y="14127"/>
                  </a:cubicBezTo>
                  <a:lnTo>
                    <a:pt x="21219" y="14127"/>
                  </a:lnTo>
                  <a:cubicBezTo>
                    <a:pt x="22265" y="15897"/>
                    <a:pt x="23782" y="17534"/>
                    <a:pt x="24979" y="19160"/>
                  </a:cubicBezTo>
                  <a:cubicBezTo>
                    <a:pt x="26409" y="21107"/>
                    <a:pt x="27816" y="23071"/>
                    <a:pt x="29199" y="25052"/>
                  </a:cubicBezTo>
                  <a:cubicBezTo>
                    <a:pt x="30581" y="27035"/>
                    <a:pt x="31937" y="29034"/>
                    <a:pt x="33269" y="31050"/>
                  </a:cubicBezTo>
                  <a:cubicBezTo>
                    <a:pt x="33874" y="31967"/>
                    <a:pt x="34473" y="32886"/>
                    <a:pt x="35069" y="33809"/>
                  </a:cubicBezTo>
                  <a:cubicBezTo>
                    <a:pt x="35425" y="34364"/>
                    <a:pt x="35780" y="34920"/>
                    <a:pt x="36133" y="35475"/>
                  </a:cubicBezTo>
                  <a:lnTo>
                    <a:pt x="36486" y="36032"/>
                  </a:lnTo>
                  <a:cubicBezTo>
                    <a:pt x="36496" y="36074"/>
                    <a:pt x="36508" y="36115"/>
                    <a:pt x="36522" y="36155"/>
                  </a:cubicBezTo>
                  <a:cubicBezTo>
                    <a:pt x="33879" y="32306"/>
                    <a:pt x="31050" y="28568"/>
                    <a:pt x="28325" y="24779"/>
                  </a:cubicBezTo>
                  <a:cubicBezTo>
                    <a:pt x="25722" y="21160"/>
                    <a:pt x="23203" y="17449"/>
                    <a:pt x="20475" y="13918"/>
                  </a:cubicBezTo>
                  <a:close/>
                  <a:moveTo>
                    <a:pt x="37953" y="37630"/>
                  </a:moveTo>
                  <a:cubicBezTo>
                    <a:pt x="37851" y="37834"/>
                    <a:pt x="37753" y="38038"/>
                    <a:pt x="37661" y="38245"/>
                  </a:cubicBezTo>
                  <a:cubicBezTo>
                    <a:pt x="37630" y="38236"/>
                    <a:pt x="37597" y="38231"/>
                    <a:pt x="37565" y="38231"/>
                  </a:cubicBezTo>
                  <a:cubicBezTo>
                    <a:pt x="37533" y="38231"/>
                    <a:pt x="37500" y="38236"/>
                    <a:pt x="37470" y="38245"/>
                  </a:cubicBezTo>
                  <a:cubicBezTo>
                    <a:pt x="37633" y="38041"/>
                    <a:pt x="37793" y="37835"/>
                    <a:pt x="37953" y="37630"/>
                  </a:cubicBezTo>
                  <a:close/>
                  <a:moveTo>
                    <a:pt x="36509" y="38717"/>
                  </a:moveTo>
                  <a:cubicBezTo>
                    <a:pt x="36518" y="38717"/>
                    <a:pt x="36527" y="38717"/>
                    <a:pt x="36536" y="38717"/>
                  </a:cubicBezTo>
                  <a:cubicBezTo>
                    <a:pt x="36609" y="38809"/>
                    <a:pt x="36720" y="38864"/>
                    <a:pt x="36837" y="38865"/>
                  </a:cubicBezTo>
                  <a:cubicBezTo>
                    <a:pt x="36596" y="38971"/>
                    <a:pt x="36282" y="39011"/>
                    <a:pt x="35935" y="39011"/>
                  </a:cubicBezTo>
                  <a:cubicBezTo>
                    <a:pt x="35451" y="39011"/>
                    <a:pt x="34904" y="38934"/>
                    <a:pt x="34409" y="38856"/>
                  </a:cubicBezTo>
                  <a:cubicBezTo>
                    <a:pt x="35105" y="38764"/>
                    <a:pt x="35807" y="38717"/>
                    <a:pt x="36509" y="38717"/>
                  </a:cubicBezTo>
                  <a:close/>
                  <a:moveTo>
                    <a:pt x="15183" y="13113"/>
                  </a:moveTo>
                  <a:cubicBezTo>
                    <a:pt x="16769" y="13113"/>
                    <a:pt x="18319" y="13366"/>
                    <a:pt x="19934" y="13775"/>
                  </a:cubicBezTo>
                  <a:cubicBezTo>
                    <a:pt x="22531" y="17699"/>
                    <a:pt x="25404" y="21460"/>
                    <a:pt x="28149" y="25276"/>
                  </a:cubicBezTo>
                  <a:cubicBezTo>
                    <a:pt x="30879" y="29073"/>
                    <a:pt x="33528" y="32953"/>
                    <a:pt x="36351" y="36684"/>
                  </a:cubicBezTo>
                  <a:cubicBezTo>
                    <a:pt x="34542" y="35843"/>
                    <a:pt x="32568" y="35460"/>
                    <a:pt x="30570" y="35460"/>
                  </a:cubicBezTo>
                  <a:cubicBezTo>
                    <a:pt x="26406" y="35460"/>
                    <a:pt x="22142" y="37123"/>
                    <a:pt x="19074" y="39757"/>
                  </a:cubicBezTo>
                  <a:cubicBezTo>
                    <a:pt x="13793" y="32214"/>
                    <a:pt x="8154" y="24943"/>
                    <a:pt x="2157" y="17945"/>
                  </a:cubicBezTo>
                  <a:lnTo>
                    <a:pt x="2159" y="17945"/>
                  </a:lnTo>
                  <a:cubicBezTo>
                    <a:pt x="5055" y="16227"/>
                    <a:pt x="8015" y="14530"/>
                    <a:pt x="11283" y="13642"/>
                  </a:cubicBezTo>
                  <a:cubicBezTo>
                    <a:pt x="12638" y="13273"/>
                    <a:pt x="13922" y="13113"/>
                    <a:pt x="15183" y="13113"/>
                  </a:cubicBezTo>
                  <a:close/>
                  <a:moveTo>
                    <a:pt x="2578" y="20435"/>
                  </a:moveTo>
                  <a:cubicBezTo>
                    <a:pt x="8168" y="27062"/>
                    <a:pt x="13443" y="33937"/>
                    <a:pt x="18402" y="41058"/>
                  </a:cubicBezTo>
                  <a:cubicBezTo>
                    <a:pt x="18543" y="41262"/>
                    <a:pt x="18758" y="41377"/>
                    <a:pt x="18977" y="41377"/>
                  </a:cubicBezTo>
                  <a:cubicBezTo>
                    <a:pt x="19133" y="41377"/>
                    <a:pt x="19292" y="41318"/>
                    <a:pt x="19427" y="41190"/>
                  </a:cubicBezTo>
                  <a:cubicBezTo>
                    <a:pt x="21632" y="39103"/>
                    <a:pt x="24333" y="37693"/>
                    <a:pt x="27314" y="37090"/>
                  </a:cubicBezTo>
                  <a:cubicBezTo>
                    <a:pt x="28284" y="36894"/>
                    <a:pt x="29226" y="36809"/>
                    <a:pt x="30154" y="36809"/>
                  </a:cubicBezTo>
                  <a:cubicBezTo>
                    <a:pt x="30890" y="36809"/>
                    <a:pt x="31618" y="36863"/>
                    <a:pt x="32345" y="36959"/>
                  </a:cubicBezTo>
                  <a:cubicBezTo>
                    <a:pt x="32139" y="36996"/>
                    <a:pt x="31934" y="37038"/>
                    <a:pt x="31726" y="37085"/>
                  </a:cubicBezTo>
                  <a:cubicBezTo>
                    <a:pt x="29702" y="37535"/>
                    <a:pt x="27672" y="38191"/>
                    <a:pt x="25741" y="38939"/>
                  </a:cubicBezTo>
                  <a:cubicBezTo>
                    <a:pt x="24060" y="39590"/>
                    <a:pt x="22425" y="40379"/>
                    <a:pt x="20975" y="41459"/>
                  </a:cubicBezTo>
                  <a:cubicBezTo>
                    <a:pt x="20335" y="41934"/>
                    <a:pt x="18892" y="42836"/>
                    <a:pt x="18616" y="43758"/>
                  </a:cubicBezTo>
                  <a:cubicBezTo>
                    <a:pt x="15797" y="39642"/>
                    <a:pt x="12269" y="35871"/>
                    <a:pt x="9131" y="31993"/>
                  </a:cubicBezTo>
                  <a:cubicBezTo>
                    <a:pt x="7537" y="30022"/>
                    <a:pt x="5941" y="28055"/>
                    <a:pt x="4343" y="26088"/>
                  </a:cubicBezTo>
                  <a:cubicBezTo>
                    <a:pt x="3509" y="25063"/>
                    <a:pt x="2360" y="24025"/>
                    <a:pt x="1726" y="22872"/>
                  </a:cubicBezTo>
                  <a:lnTo>
                    <a:pt x="1290" y="22336"/>
                  </a:lnTo>
                  <a:cubicBezTo>
                    <a:pt x="1365" y="21812"/>
                    <a:pt x="1612" y="21399"/>
                    <a:pt x="2027" y="21097"/>
                  </a:cubicBezTo>
                  <a:cubicBezTo>
                    <a:pt x="2191" y="20870"/>
                    <a:pt x="2390" y="20654"/>
                    <a:pt x="2578" y="20435"/>
                  </a:cubicBezTo>
                  <a:close/>
                  <a:moveTo>
                    <a:pt x="34214" y="37438"/>
                  </a:moveTo>
                  <a:cubicBezTo>
                    <a:pt x="34480" y="37438"/>
                    <a:pt x="34745" y="37450"/>
                    <a:pt x="35009" y="37476"/>
                  </a:cubicBezTo>
                  <a:cubicBezTo>
                    <a:pt x="35056" y="37488"/>
                    <a:pt x="35104" y="37502"/>
                    <a:pt x="35153" y="37514"/>
                  </a:cubicBezTo>
                  <a:cubicBezTo>
                    <a:pt x="32341" y="37733"/>
                    <a:pt x="29659" y="38637"/>
                    <a:pt x="27141" y="39965"/>
                  </a:cubicBezTo>
                  <a:cubicBezTo>
                    <a:pt x="25564" y="40797"/>
                    <a:pt x="24060" y="41771"/>
                    <a:pt x="22625" y="42823"/>
                  </a:cubicBezTo>
                  <a:cubicBezTo>
                    <a:pt x="22053" y="43241"/>
                    <a:pt x="21266" y="44080"/>
                    <a:pt x="20621" y="44360"/>
                  </a:cubicBezTo>
                  <a:cubicBezTo>
                    <a:pt x="20405" y="44454"/>
                    <a:pt x="20198" y="44493"/>
                    <a:pt x="19997" y="44493"/>
                  </a:cubicBezTo>
                  <a:cubicBezTo>
                    <a:pt x="19802" y="44493"/>
                    <a:pt x="19613" y="44456"/>
                    <a:pt x="19427" y="44400"/>
                  </a:cubicBezTo>
                  <a:cubicBezTo>
                    <a:pt x="19434" y="44391"/>
                    <a:pt x="19440" y="44386"/>
                    <a:pt x="19448" y="44377"/>
                  </a:cubicBezTo>
                  <a:cubicBezTo>
                    <a:pt x="19593" y="44198"/>
                    <a:pt x="19599" y="43995"/>
                    <a:pt x="19448" y="43814"/>
                  </a:cubicBezTo>
                  <a:lnTo>
                    <a:pt x="19430" y="43792"/>
                  </a:lnTo>
                  <a:cubicBezTo>
                    <a:pt x="19697" y="43721"/>
                    <a:pt x="19911" y="43553"/>
                    <a:pt x="20074" y="43287"/>
                  </a:cubicBezTo>
                  <a:cubicBezTo>
                    <a:pt x="20320" y="43038"/>
                    <a:pt x="20576" y="42801"/>
                    <a:pt x="20843" y="42573"/>
                  </a:cubicBezTo>
                  <a:cubicBezTo>
                    <a:pt x="21485" y="42027"/>
                    <a:pt x="22180" y="41552"/>
                    <a:pt x="22907" y="41126"/>
                  </a:cubicBezTo>
                  <a:cubicBezTo>
                    <a:pt x="24188" y="40374"/>
                    <a:pt x="25559" y="39793"/>
                    <a:pt x="26955" y="39291"/>
                  </a:cubicBezTo>
                  <a:cubicBezTo>
                    <a:pt x="29199" y="38484"/>
                    <a:pt x="31750" y="37438"/>
                    <a:pt x="34214" y="37438"/>
                  </a:cubicBezTo>
                  <a:close/>
                  <a:moveTo>
                    <a:pt x="34842" y="0"/>
                  </a:moveTo>
                  <a:cubicBezTo>
                    <a:pt x="34343" y="0"/>
                    <a:pt x="33867" y="188"/>
                    <a:pt x="33507" y="630"/>
                  </a:cubicBezTo>
                  <a:cubicBezTo>
                    <a:pt x="31447" y="1151"/>
                    <a:pt x="29512" y="2015"/>
                    <a:pt x="27862" y="3526"/>
                  </a:cubicBezTo>
                  <a:cubicBezTo>
                    <a:pt x="27217" y="4115"/>
                    <a:pt x="26496" y="4800"/>
                    <a:pt x="25773" y="5555"/>
                  </a:cubicBezTo>
                  <a:cubicBezTo>
                    <a:pt x="23620" y="7604"/>
                    <a:pt x="21769" y="10148"/>
                    <a:pt x="20875" y="12916"/>
                  </a:cubicBezTo>
                  <a:cubicBezTo>
                    <a:pt x="19359" y="12052"/>
                    <a:pt x="17538" y="11727"/>
                    <a:pt x="15721" y="11727"/>
                  </a:cubicBezTo>
                  <a:cubicBezTo>
                    <a:pt x="14356" y="11727"/>
                    <a:pt x="12994" y="11911"/>
                    <a:pt x="11766" y="12185"/>
                  </a:cubicBezTo>
                  <a:cubicBezTo>
                    <a:pt x="7819" y="13067"/>
                    <a:pt x="4277" y="15176"/>
                    <a:pt x="838" y="17217"/>
                  </a:cubicBezTo>
                  <a:cubicBezTo>
                    <a:pt x="458" y="17444"/>
                    <a:pt x="436" y="17923"/>
                    <a:pt x="707" y="18237"/>
                  </a:cubicBezTo>
                  <a:cubicBezTo>
                    <a:pt x="1244" y="18859"/>
                    <a:pt x="1774" y="19488"/>
                    <a:pt x="2305" y="20116"/>
                  </a:cubicBezTo>
                  <a:cubicBezTo>
                    <a:pt x="1441" y="20484"/>
                    <a:pt x="862" y="21064"/>
                    <a:pt x="197" y="21811"/>
                  </a:cubicBezTo>
                  <a:cubicBezTo>
                    <a:pt x="77" y="21947"/>
                    <a:pt x="0" y="22200"/>
                    <a:pt x="127" y="22363"/>
                  </a:cubicBezTo>
                  <a:cubicBezTo>
                    <a:pt x="2951" y="26054"/>
                    <a:pt x="5928" y="29634"/>
                    <a:pt x="8843" y="33254"/>
                  </a:cubicBezTo>
                  <a:cubicBezTo>
                    <a:pt x="11749" y="36861"/>
                    <a:pt x="14485" y="40794"/>
                    <a:pt x="17652" y="44182"/>
                  </a:cubicBezTo>
                  <a:cubicBezTo>
                    <a:pt x="17664" y="44208"/>
                    <a:pt x="17679" y="44232"/>
                    <a:pt x="17699" y="44255"/>
                  </a:cubicBezTo>
                  <a:cubicBezTo>
                    <a:pt x="18282" y="44908"/>
                    <a:pt x="19219" y="45924"/>
                    <a:pt x="20167" y="45924"/>
                  </a:cubicBezTo>
                  <a:cubicBezTo>
                    <a:pt x="20277" y="45924"/>
                    <a:pt x="20387" y="45910"/>
                    <a:pt x="20497" y="45881"/>
                  </a:cubicBezTo>
                  <a:cubicBezTo>
                    <a:pt x="21148" y="45708"/>
                    <a:pt x="21757" y="44978"/>
                    <a:pt x="22286" y="44585"/>
                  </a:cubicBezTo>
                  <a:cubicBezTo>
                    <a:pt x="23162" y="43935"/>
                    <a:pt x="24053" y="43304"/>
                    <a:pt x="24965" y="42705"/>
                  </a:cubicBezTo>
                  <a:cubicBezTo>
                    <a:pt x="27366" y="41130"/>
                    <a:pt x="29934" y="39829"/>
                    <a:pt x="32678" y="39174"/>
                  </a:cubicBezTo>
                  <a:cubicBezTo>
                    <a:pt x="32752" y="39177"/>
                    <a:pt x="32826" y="39174"/>
                    <a:pt x="32900" y="39178"/>
                  </a:cubicBezTo>
                  <a:cubicBezTo>
                    <a:pt x="34054" y="39233"/>
                    <a:pt x="35153" y="39648"/>
                    <a:pt x="36288" y="39715"/>
                  </a:cubicBezTo>
                  <a:cubicBezTo>
                    <a:pt x="36337" y="39718"/>
                    <a:pt x="36385" y="39720"/>
                    <a:pt x="36433" y="39720"/>
                  </a:cubicBezTo>
                  <a:cubicBezTo>
                    <a:pt x="37209" y="39720"/>
                    <a:pt x="37750" y="39337"/>
                    <a:pt x="37827" y="38540"/>
                  </a:cubicBezTo>
                  <a:cubicBezTo>
                    <a:pt x="39593" y="36201"/>
                    <a:pt x="41115" y="33792"/>
                    <a:pt x="43273" y="31744"/>
                  </a:cubicBezTo>
                  <a:cubicBezTo>
                    <a:pt x="44449" y="30626"/>
                    <a:pt x="45716" y="29608"/>
                    <a:pt x="47060" y="28698"/>
                  </a:cubicBezTo>
                  <a:cubicBezTo>
                    <a:pt x="47079" y="28686"/>
                    <a:pt x="47099" y="28675"/>
                    <a:pt x="47118" y="28662"/>
                  </a:cubicBezTo>
                  <a:cubicBezTo>
                    <a:pt x="48826" y="27633"/>
                    <a:pt x="50637" y="26785"/>
                    <a:pt x="52524" y="26133"/>
                  </a:cubicBezTo>
                  <a:cubicBezTo>
                    <a:pt x="52902" y="26003"/>
                    <a:pt x="53156" y="25447"/>
                    <a:pt x="52785" y="25145"/>
                  </a:cubicBezTo>
                  <a:cubicBezTo>
                    <a:pt x="52171" y="24648"/>
                    <a:pt x="51613" y="24099"/>
                    <a:pt x="50959" y="23696"/>
                  </a:cubicBezTo>
                  <a:cubicBezTo>
                    <a:pt x="51006" y="23680"/>
                    <a:pt x="51050" y="23660"/>
                    <a:pt x="51097" y="23645"/>
                  </a:cubicBezTo>
                  <a:cubicBezTo>
                    <a:pt x="51251" y="23594"/>
                    <a:pt x="51309" y="23468"/>
                    <a:pt x="51300" y="23347"/>
                  </a:cubicBezTo>
                  <a:cubicBezTo>
                    <a:pt x="51345" y="23292"/>
                    <a:pt x="51376" y="23227"/>
                    <a:pt x="51391" y="23158"/>
                  </a:cubicBezTo>
                  <a:cubicBezTo>
                    <a:pt x="51657" y="23086"/>
                    <a:pt x="51868" y="22805"/>
                    <a:pt x="51676" y="22507"/>
                  </a:cubicBezTo>
                  <a:cubicBezTo>
                    <a:pt x="51561" y="22326"/>
                    <a:pt x="51447" y="22144"/>
                    <a:pt x="51333" y="21962"/>
                  </a:cubicBezTo>
                  <a:cubicBezTo>
                    <a:pt x="51345" y="21962"/>
                    <a:pt x="51359" y="21961"/>
                    <a:pt x="51371" y="21961"/>
                  </a:cubicBezTo>
                  <a:cubicBezTo>
                    <a:pt x="51374" y="21961"/>
                    <a:pt x="51377" y="21961"/>
                    <a:pt x="51379" y="21961"/>
                  </a:cubicBezTo>
                  <a:cubicBezTo>
                    <a:pt x="51539" y="21961"/>
                    <a:pt x="51585" y="21737"/>
                    <a:pt x="51453" y="21658"/>
                  </a:cubicBezTo>
                  <a:cubicBezTo>
                    <a:pt x="51333" y="21585"/>
                    <a:pt x="51198" y="21544"/>
                    <a:pt x="51056" y="21524"/>
                  </a:cubicBezTo>
                  <a:cubicBezTo>
                    <a:pt x="50796" y="21108"/>
                    <a:pt x="50546" y="20689"/>
                    <a:pt x="50290" y="20269"/>
                  </a:cubicBezTo>
                  <a:cubicBezTo>
                    <a:pt x="50030" y="19581"/>
                    <a:pt x="49589" y="18953"/>
                    <a:pt x="49191" y="18312"/>
                  </a:cubicBezTo>
                  <a:cubicBezTo>
                    <a:pt x="48421" y="17077"/>
                    <a:pt x="47572" y="15893"/>
                    <a:pt x="46728" y="14709"/>
                  </a:cubicBezTo>
                  <a:cubicBezTo>
                    <a:pt x="45005" y="12292"/>
                    <a:pt x="43280" y="9876"/>
                    <a:pt x="41551" y="7464"/>
                  </a:cubicBezTo>
                  <a:cubicBezTo>
                    <a:pt x="40019" y="5325"/>
                    <a:pt x="38618" y="2783"/>
                    <a:pt x="36781" y="897"/>
                  </a:cubicBezTo>
                  <a:cubicBezTo>
                    <a:pt x="36255" y="356"/>
                    <a:pt x="35527" y="0"/>
                    <a:pt x="348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34"/>
            <p:cNvSpPr/>
            <p:nvPr/>
          </p:nvSpPr>
          <p:spPr>
            <a:xfrm>
              <a:off x="2990175" y="381350"/>
              <a:ext cx="254450" cy="209600"/>
            </a:xfrm>
            <a:custGeom>
              <a:avLst/>
              <a:gdLst/>
              <a:ahLst/>
              <a:cxnLst/>
              <a:rect l="l" t="t" r="r" b="b"/>
              <a:pathLst>
                <a:path w="10178" h="8384" extrusionOk="0">
                  <a:moveTo>
                    <a:pt x="9489" y="1"/>
                  </a:moveTo>
                  <a:cubicBezTo>
                    <a:pt x="9460" y="1"/>
                    <a:pt x="9430" y="3"/>
                    <a:pt x="9398" y="7"/>
                  </a:cubicBezTo>
                  <a:cubicBezTo>
                    <a:pt x="5315" y="589"/>
                    <a:pt x="1324" y="4315"/>
                    <a:pt x="48" y="8144"/>
                  </a:cubicBezTo>
                  <a:cubicBezTo>
                    <a:pt x="1" y="8286"/>
                    <a:pt x="119" y="8384"/>
                    <a:pt x="239" y="8384"/>
                  </a:cubicBezTo>
                  <a:cubicBezTo>
                    <a:pt x="302" y="8384"/>
                    <a:pt x="366" y="8357"/>
                    <a:pt x="406" y="8294"/>
                  </a:cubicBezTo>
                  <a:cubicBezTo>
                    <a:pt x="1475" y="6637"/>
                    <a:pt x="2632" y="5068"/>
                    <a:pt x="4157" y="3799"/>
                  </a:cubicBezTo>
                  <a:cubicBezTo>
                    <a:pt x="5839" y="2399"/>
                    <a:pt x="7661" y="1727"/>
                    <a:pt x="9647" y="909"/>
                  </a:cubicBezTo>
                  <a:cubicBezTo>
                    <a:pt x="10177" y="691"/>
                    <a:pt x="10017" y="1"/>
                    <a:pt x="948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34"/>
            <p:cNvSpPr/>
            <p:nvPr/>
          </p:nvSpPr>
          <p:spPr>
            <a:xfrm>
              <a:off x="3026350" y="441550"/>
              <a:ext cx="247225" cy="201350"/>
            </a:xfrm>
            <a:custGeom>
              <a:avLst/>
              <a:gdLst/>
              <a:ahLst/>
              <a:cxnLst/>
              <a:rect l="l" t="t" r="r" b="b"/>
              <a:pathLst>
                <a:path w="9889" h="8054" extrusionOk="0">
                  <a:moveTo>
                    <a:pt x="9472" y="1"/>
                  </a:moveTo>
                  <a:cubicBezTo>
                    <a:pt x="9466" y="1"/>
                    <a:pt x="9460" y="1"/>
                    <a:pt x="9454" y="1"/>
                  </a:cubicBezTo>
                  <a:cubicBezTo>
                    <a:pt x="5735" y="204"/>
                    <a:pt x="1142" y="4281"/>
                    <a:pt x="59" y="7752"/>
                  </a:cubicBezTo>
                  <a:cubicBezTo>
                    <a:pt x="0" y="7941"/>
                    <a:pt x="141" y="8053"/>
                    <a:pt x="292" y="8053"/>
                  </a:cubicBezTo>
                  <a:cubicBezTo>
                    <a:pt x="375" y="8053"/>
                    <a:pt x="460" y="8019"/>
                    <a:pt x="517" y="7945"/>
                  </a:cubicBezTo>
                  <a:cubicBezTo>
                    <a:pt x="1756" y="6329"/>
                    <a:pt x="2771" y="4701"/>
                    <a:pt x="4382" y="3401"/>
                  </a:cubicBezTo>
                  <a:cubicBezTo>
                    <a:pt x="6005" y="2092"/>
                    <a:pt x="7844" y="1590"/>
                    <a:pt x="9618" y="609"/>
                  </a:cubicBezTo>
                  <a:cubicBezTo>
                    <a:pt x="9889" y="460"/>
                    <a:pt x="9783" y="1"/>
                    <a:pt x="94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34"/>
            <p:cNvSpPr/>
            <p:nvPr/>
          </p:nvSpPr>
          <p:spPr>
            <a:xfrm>
              <a:off x="3172850" y="661350"/>
              <a:ext cx="224850" cy="198300"/>
            </a:xfrm>
            <a:custGeom>
              <a:avLst/>
              <a:gdLst/>
              <a:ahLst/>
              <a:cxnLst/>
              <a:rect l="l" t="t" r="r" b="b"/>
              <a:pathLst>
                <a:path w="8994" h="7932" extrusionOk="0">
                  <a:moveTo>
                    <a:pt x="8456" y="0"/>
                  </a:moveTo>
                  <a:cubicBezTo>
                    <a:pt x="8425" y="0"/>
                    <a:pt x="8392" y="4"/>
                    <a:pt x="8358" y="11"/>
                  </a:cubicBezTo>
                  <a:cubicBezTo>
                    <a:pt x="5106" y="738"/>
                    <a:pt x="1076" y="4402"/>
                    <a:pt x="60" y="7579"/>
                  </a:cubicBezTo>
                  <a:cubicBezTo>
                    <a:pt x="1" y="7765"/>
                    <a:pt x="174" y="7931"/>
                    <a:pt x="343" y="7931"/>
                  </a:cubicBezTo>
                  <a:cubicBezTo>
                    <a:pt x="409" y="7931"/>
                    <a:pt x="474" y="7907"/>
                    <a:pt x="524" y="7849"/>
                  </a:cubicBezTo>
                  <a:cubicBezTo>
                    <a:pt x="1689" y="6518"/>
                    <a:pt x="2590" y="5030"/>
                    <a:pt x="3913" y="3818"/>
                  </a:cubicBezTo>
                  <a:cubicBezTo>
                    <a:pt x="5371" y="2483"/>
                    <a:pt x="7047" y="1783"/>
                    <a:pt x="8657" y="718"/>
                  </a:cubicBezTo>
                  <a:cubicBezTo>
                    <a:pt x="8993" y="494"/>
                    <a:pt x="8826" y="0"/>
                    <a:pt x="84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34"/>
            <p:cNvSpPr/>
            <p:nvPr/>
          </p:nvSpPr>
          <p:spPr>
            <a:xfrm>
              <a:off x="3219000" y="725650"/>
              <a:ext cx="226500" cy="215375"/>
            </a:xfrm>
            <a:custGeom>
              <a:avLst/>
              <a:gdLst/>
              <a:ahLst/>
              <a:cxnLst/>
              <a:rect l="l" t="t" r="r" b="b"/>
              <a:pathLst>
                <a:path w="9060" h="8615" extrusionOk="0">
                  <a:moveTo>
                    <a:pt x="8466" y="1"/>
                  </a:moveTo>
                  <a:cubicBezTo>
                    <a:pt x="8403" y="1"/>
                    <a:pt x="8336" y="16"/>
                    <a:pt x="8267" y="50"/>
                  </a:cubicBezTo>
                  <a:cubicBezTo>
                    <a:pt x="6348" y="1017"/>
                    <a:pt x="4571" y="2396"/>
                    <a:pt x="3025" y="3882"/>
                  </a:cubicBezTo>
                  <a:cubicBezTo>
                    <a:pt x="1836" y="5024"/>
                    <a:pt x="0" y="6568"/>
                    <a:pt x="62" y="8367"/>
                  </a:cubicBezTo>
                  <a:cubicBezTo>
                    <a:pt x="66" y="8507"/>
                    <a:pt x="206" y="8614"/>
                    <a:pt x="335" y="8614"/>
                  </a:cubicBezTo>
                  <a:cubicBezTo>
                    <a:pt x="409" y="8614"/>
                    <a:pt x="480" y="8578"/>
                    <a:pt x="518" y="8491"/>
                  </a:cubicBezTo>
                  <a:cubicBezTo>
                    <a:pt x="2016" y="5007"/>
                    <a:pt x="5594" y="2708"/>
                    <a:pt x="8679" y="755"/>
                  </a:cubicBezTo>
                  <a:cubicBezTo>
                    <a:pt x="9059" y="514"/>
                    <a:pt x="8832" y="1"/>
                    <a:pt x="84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34"/>
            <p:cNvSpPr/>
            <p:nvPr/>
          </p:nvSpPr>
          <p:spPr>
            <a:xfrm>
              <a:off x="2528200" y="658025"/>
              <a:ext cx="405900" cy="260600"/>
            </a:xfrm>
            <a:custGeom>
              <a:avLst/>
              <a:gdLst/>
              <a:ahLst/>
              <a:cxnLst/>
              <a:rect l="l" t="t" r="r" b="b"/>
              <a:pathLst>
                <a:path w="16236" h="10424" extrusionOk="0">
                  <a:moveTo>
                    <a:pt x="1382" y="2708"/>
                  </a:moveTo>
                  <a:cubicBezTo>
                    <a:pt x="2705" y="4465"/>
                    <a:pt x="4361" y="5818"/>
                    <a:pt x="5564" y="7549"/>
                  </a:cubicBezTo>
                  <a:cubicBezTo>
                    <a:pt x="5049" y="7000"/>
                    <a:pt x="4518" y="6467"/>
                    <a:pt x="3972" y="5947"/>
                  </a:cubicBezTo>
                  <a:cubicBezTo>
                    <a:pt x="3369" y="5370"/>
                    <a:pt x="2751" y="4825"/>
                    <a:pt x="2113" y="4299"/>
                  </a:cubicBezTo>
                  <a:cubicBezTo>
                    <a:pt x="2286" y="4264"/>
                    <a:pt x="2405" y="4031"/>
                    <a:pt x="2251" y="3877"/>
                  </a:cubicBezTo>
                  <a:cubicBezTo>
                    <a:pt x="1869" y="3498"/>
                    <a:pt x="1454" y="3168"/>
                    <a:pt x="1030" y="2840"/>
                  </a:cubicBezTo>
                  <a:lnTo>
                    <a:pt x="1382" y="2708"/>
                  </a:lnTo>
                  <a:close/>
                  <a:moveTo>
                    <a:pt x="9295" y="739"/>
                  </a:moveTo>
                  <a:cubicBezTo>
                    <a:pt x="10900" y="739"/>
                    <a:pt x="11714" y="2042"/>
                    <a:pt x="12738" y="3153"/>
                  </a:cubicBezTo>
                  <a:cubicBezTo>
                    <a:pt x="13607" y="4096"/>
                    <a:pt x="14464" y="5049"/>
                    <a:pt x="15310" y="6013"/>
                  </a:cubicBezTo>
                  <a:cubicBezTo>
                    <a:pt x="13936" y="6363"/>
                    <a:pt x="12589" y="6790"/>
                    <a:pt x="11275" y="7331"/>
                  </a:cubicBezTo>
                  <a:cubicBezTo>
                    <a:pt x="10703" y="7567"/>
                    <a:pt x="10139" y="7820"/>
                    <a:pt x="9583" y="8091"/>
                  </a:cubicBezTo>
                  <a:cubicBezTo>
                    <a:pt x="9104" y="8323"/>
                    <a:pt x="7997" y="9216"/>
                    <a:pt x="7494" y="9216"/>
                  </a:cubicBezTo>
                  <a:cubicBezTo>
                    <a:pt x="7280" y="9214"/>
                    <a:pt x="7087" y="9143"/>
                    <a:pt x="6911" y="9028"/>
                  </a:cubicBezTo>
                  <a:cubicBezTo>
                    <a:pt x="5976" y="6497"/>
                    <a:pt x="3660" y="4237"/>
                    <a:pt x="1564" y="2642"/>
                  </a:cubicBezTo>
                  <a:cubicBezTo>
                    <a:pt x="3992" y="1737"/>
                    <a:pt x="6804" y="749"/>
                    <a:pt x="9284" y="739"/>
                  </a:cubicBezTo>
                  <a:cubicBezTo>
                    <a:pt x="9288" y="739"/>
                    <a:pt x="9291" y="739"/>
                    <a:pt x="9295" y="739"/>
                  </a:cubicBezTo>
                  <a:close/>
                  <a:moveTo>
                    <a:pt x="9522" y="0"/>
                  </a:moveTo>
                  <a:cubicBezTo>
                    <a:pt x="8353" y="0"/>
                    <a:pt x="6970" y="475"/>
                    <a:pt x="5977" y="700"/>
                  </a:cubicBezTo>
                  <a:cubicBezTo>
                    <a:pt x="4041" y="1140"/>
                    <a:pt x="2155" y="1729"/>
                    <a:pt x="300" y="2432"/>
                  </a:cubicBezTo>
                  <a:cubicBezTo>
                    <a:pt x="25" y="2536"/>
                    <a:pt x="1" y="2846"/>
                    <a:pt x="223" y="3018"/>
                  </a:cubicBezTo>
                  <a:cubicBezTo>
                    <a:pt x="702" y="3388"/>
                    <a:pt x="1169" y="3763"/>
                    <a:pt x="1673" y="4093"/>
                  </a:cubicBezTo>
                  <a:cubicBezTo>
                    <a:pt x="3491" y="5760"/>
                    <a:pt x="5144" y="7550"/>
                    <a:pt x="6623" y="9541"/>
                  </a:cubicBezTo>
                  <a:cubicBezTo>
                    <a:pt x="6713" y="9781"/>
                    <a:pt x="6797" y="10028"/>
                    <a:pt x="6867" y="10287"/>
                  </a:cubicBezTo>
                  <a:cubicBezTo>
                    <a:pt x="6892" y="10382"/>
                    <a:pt x="6963" y="10423"/>
                    <a:pt x="7035" y="10423"/>
                  </a:cubicBezTo>
                  <a:cubicBezTo>
                    <a:pt x="7146" y="10423"/>
                    <a:pt x="7261" y="10329"/>
                    <a:pt x="7234" y="10186"/>
                  </a:cubicBezTo>
                  <a:cubicBezTo>
                    <a:pt x="7224" y="10130"/>
                    <a:pt x="7207" y="10076"/>
                    <a:pt x="7196" y="10021"/>
                  </a:cubicBezTo>
                  <a:cubicBezTo>
                    <a:pt x="7219" y="10016"/>
                    <a:pt x="7243" y="10009"/>
                    <a:pt x="7264" y="9998"/>
                  </a:cubicBezTo>
                  <a:cubicBezTo>
                    <a:pt x="9998" y="8390"/>
                    <a:pt x="12869" y="7216"/>
                    <a:pt x="15954" y="6481"/>
                  </a:cubicBezTo>
                  <a:cubicBezTo>
                    <a:pt x="16193" y="6424"/>
                    <a:pt x="16235" y="6133"/>
                    <a:pt x="16091" y="5967"/>
                  </a:cubicBezTo>
                  <a:cubicBezTo>
                    <a:pt x="14926" y="4637"/>
                    <a:pt x="13744" y="3322"/>
                    <a:pt x="12545" y="2023"/>
                  </a:cubicBezTo>
                  <a:cubicBezTo>
                    <a:pt x="11928" y="1357"/>
                    <a:pt x="11266" y="350"/>
                    <a:pt x="10341" y="98"/>
                  </a:cubicBezTo>
                  <a:cubicBezTo>
                    <a:pt x="10087" y="29"/>
                    <a:pt x="9811" y="0"/>
                    <a:pt x="95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34"/>
            <p:cNvSpPr/>
            <p:nvPr/>
          </p:nvSpPr>
          <p:spPr>
            <a:xfrm>
              <a:off x="2739725" y="878000"/>
              <a:ext cx="265375" cy="114400"/>
            </a:xfrm>
            <a:custGeom>
              <a:avLst/>
              <a:gdLst/>
              <a:ahLst/>
              <a:cxnLst/>
              <a:rect l="l" t="t" r="r" b="b"/>
              <a:pathLst>
                <a:path w="10615" h="4576" extrusionOk="0">
                  <a:moveTo>
                    <a:pt x="8807" y="0"/>
                  </a:moveTo>
                  <a:cubicBezTo>
                    <a:pt x="5620" y="0"/>
                    <a:pt x="1581" y="1966"/>
                    <a:pt x="54" y="4386"/>
                  </a:cubicBezTo>
                  <a:cubicBezTo>
                    <a:pt x="1" y="4471"/>
                    <a:pt x="79" y="4576"/>
                    <a:pt x="166" y="4576"/>
                  </a:cubicBezTo>
                  <a:cubicBezTo>
                    <a:pt x="186" y="4576"/>
                    <a:pt x="207" y="4570"/>
                    <a:pt x="226" y="4558"/>
                  </a:cubicBezTo>
                  <a:cubicBezTo>
                    <a:pt x="1875" y="3508"/>
                    <a:pt x="3258" y="2278"/>
                    <a:pt x="5131" y="1591"/>
                  </a:cubicBezTo>
                  <a:cubicBezTo>
                    <a:pt x="6861" y="957"/>
                    <a:pt x="8587" y="1026"/>
                    <a:pt x="10351" y="694"/>
                  </a:cubicBezTo>
                  <a:cubicBezTo>
                    <a:pt x="10615" y="644"/>
                    <a:pt x="10595" y="242"/>
                    <a:pt x="10351" y="180"/>
                  </a:cubicBezTo>
                  <a:cubicBezTo>
                    <a:pt x="9872" y="58"/>
                    <a:pt x="9352" y="0"/>
                    <a:pt x="88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34"/>
            <p:cNvSpPr/>
            <p:nvPr/>
          </p:nvSpPr>
          <p:spPr>
            <a:xfrm>
              <a:off x="2783475" y="946275"/>
              <a:ext cx="254775" cy="113000"/>
            </a:xfrm>
            <a:custGeom>
              <a:avLst/>
              <a:gdLst/>
              <a:ahLst/>
              <a:cxnLst/>
              <a:rect l="l" t="t" r="r" b="b"/>
              <a:pathLst>
                <a:path w="10191" h="4520" extrusionOk="0">
                  <a:moveTo>
                    <a:pt x="9024" y="1"/>
                  </a:moveTo>
                  <a:cubicBezTo>
                    <a:pt x="7296" y="1"/>
                    <a:pt x="5453" y="625"/>
                    <a:pt x="3919" y="1282"/>
                  </a:cubicBezTo>
                  <a:cubicBezTo>
                    <a:pt x="2789" y="1765"/>
                    <a:pt x="261" y="2658"/>
                    <a:pt x="23" y="4060"/>
                  </a:cubicBezTo>
                  <a:cubicBezTo>
                    <a:pt x="1" y="4188"/>
                    <a:pt x="41" y="4285"/>
                    <a:pt x="145" y="4359"/>
                  </a:cubicBezTo>
                  <a:lnTo>
                    <a:pt x="328" y="4490"/>
                  </a:lnTo>
                  <a:cubicBezTo>
                    <a:pt x="356" y="4510"/>
                    <a:pt x="386" y="4519"/>
                    <a:pt x="416" y="4519"/>
                  </a:cubicBezTo>
                  <a:cubicBezTo>
                    <a:pt x="528" y="4519"/>
                    <a:pt x="634" y="4397"/>
                    <a:pt x="599" y="4281"/>
                  </a:cubicBezTo>
                  <a:cubicBezTo>
                    <a:pt x="310" y="3333"/>
                    <a:pt x="4773" y="1735"/>
                    <a:pt x="5289" y="1569"/>
                  </a:cubicBezTo>
                  <a:cubicBezTo>
                    <a:pt x="6773" y="1093"/>
                    <a:pt x="8295" y="1027"/>
                    <a:pt x="9799" y="688"/>
                  </a:cubicBezTo>
                  <a:cubicBezTo>
                    <a:pt x="10190" y="600"/>
                    <a:pt x="10059" y="73"/>
                    <a:pt x="9711" y="36"/>
                  </a:cubicBezTo>
                  <a:cubicBezTo>
                    <a:pt x="9485" y="12"/>
                    <a:pt x="9255" y="1"/>
                    <a:pt x="902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34"/>
            <p:cNvSpPr/>
            <p:nvPr/>
          </p:nvSpPr>
          <p:spPr>
            <a:xfrm>
              <a:off x="2839925" y="1007825"/>
              <a:ext cx="259925" cy="117700"/>
            </a:xfrm>
            <a:custGeom>
              <a:avLst/>
              <a:gdLst/>
              <a:ahLst/>
              <a:cxnLst/>
              <a:rect l="l" t="t" r="r" b="b"/>
              <a:pathLst>
                <a:path w="10397" h="4708" extrusionOk="0">
                  <a:moveTo>
                    <a:pt x="9045" y="1"/>
                  </a:moveTo>
                  <a:cubicBezTo>
                    <a:pt x="5729" y="1"/>
                    <a:pt x="2019" y="2104"/>
                    <a:pt x="58" y="4551"/>
                  </a:cubicBezTo>
                  <a:cubicBezTo>
                    <a:pt x="0" y="4623"/>
                    <a:pt x="54" y="4707"/>
                    <a:pt x="124" y="4707"/>
                  </a:cubicBezTo>
                  <a:cubicBezTo>
                    <a:pt x="145" y="4707"/>
                    <a:pt x="167" y="4700"/>
                    <a:pt x="188" y="4683"/>
                  </a:cubicBezTo>
                  <a:cubicBezTo>
                    <a:pt x="1738" y="3418"/>
                    <a:pt x="3324" y="2289"/>
                    <a:pt x="5224" y="1613"/>
                  </a:cubicBezTo>
                  <a:cubicBezTo>
                    <a:pt x="6821" y="1047"/>
                    <a:pt x="8433" y="1014"/>
                    <a:pt x="10074" y="712"/>
                  </a:cubicBezTo>
                  <a:cubicBezTo>
                    <a:pt x="10385" y="655"/>
                    <a:pt x="10396" y="120"/>
                    <a:pt x="10074" y="73"/>
                  </a:cubicBezTo>
                  <a:cubicBezTo>
                    <a:pt x="9737" y="24"/>
                    <a:pt x="9393" y="1"/>
                    <a:pt x="90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A683768D-C00B-43EC-83AD-9ABE48860E34}"/>
              </a:ext>
            </a:extLst>
          </p:cNvPr>
          <p:cNvSpPr txBox="1"/>
          <p:nvPr/>
        </p:nvSpPr>
        <p:spPr>
          <a:xfrm>
            <a:off x="3309703" y="697561"/>
            <a:ext cx="41553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Insert the following elements: </a:t>
            </a:r>
          </a:p>
          <a:p>
            <a:pPr algn="ctr"/>
            <a:r>
              <a:rPr lang="en-US" sz="2000" b="1" dirty="0"/>
              <a:t>5   4   6   9   1   8   3   10   7   2   11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9442BA4-3234-49BE-A9C7-5DEE1DA59E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6810" y="1305433"/>
            <a:ext cx="3656048" cy="3155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599582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4"/>
          <p:cNvSpPr txBox="1">
            <a:spLocks noGrp="1"/>
          </p:cNvSpPr>
          <p:nvPr>
            <p:ph type="title"/>
          </p:nvPr>
        </p:nvSpPr>
        <p:spPr>
          <a:xfrm>
            <a:off x="1307759" y="947437"/>
            <a:ext cx="2939511" cy="4372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u="sng" dirty="0"/>
              <a:t>Insertion</a:t>
            </a:r>
            <a:br>
              <a:rPr lang="en-US" b="1" dirty="0"/>
            </a:br>
            <a:r>
              <a:rPr lang="en-US" b="1" dirty="0"/>
              <a:t>  </a:t>
            </a:r>
            <a:r>
              <a:rPr lang="en-US" b="1" u="sng" dirty="0">
                <a:solidFill>
                  <a:srgbClr val="C00000"/>
                </a:solidFill>
              </a:rPr>
              <a:t>Minheap</a:t>
            </a:r>
            <a:br>
              <a:rPr lang="en-US" b="1" u="sng" dirty="0">
                <a:solidFill>
                  <a:srgbClr val="C00000"/>
                </a:solidFill>
              </a:rPr>
            </a:br>
            <a:r>
              <a:rPr lang="en-US" sz="1400" b="1" dirty="0"/>
              <a:t>	</a:t>
            </a:r>
            <a:endParaRPr lang="en-US" sz="1400" b="1" dirty="0">
              <a:solidFill>
                <a:srgbClr val="C00000"/>
              </a:solidFill>
            </a:endParaRPr>
          </a:p>
        </p:txBody>
      </p:sp>
      <p:sp>
        <p:nvSpPr>
          <p:cNvPr id="234" name="Google Shape;234;p34"/>
          <p:cNvSpPr txBox="1">
            <a:spLocks noGrp="1"/>
          </p:cNvSpPr>
          <p:nvPr>
            <p:ph type="subTitle" idx="1"/>
          </p:nvPr>
        </p:nvSpPr>
        <p:spPr>
          <a:xfrm>
            <a:off x="1307759" y="531752"/>
            <a:ext cx="3439500" cy="53514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Heaps	</a:t>
            </a:r>
          </a:p>
        </p:txBody>
      </p:sp>
      <p:pic>
        <p:nvPicPr>
          <p:cNvPr id="235" name="Google Shape;235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695460">
            <a:off x="7765338" y="3361772"/>
            <a:ext cx="1241024" cy="1610463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grpSp>
        <p:nvGrpSpPr>
          <p:cNvPr id="236" name="Google Shape;236;p34"/>
          <p:cNvGrpSpPr/>
          <p:nvPr/>
        </p:nvGrpSpPr>
        <p:grpSpPr>
          <a:xfrm rot="790859">
            <a:off x="7973758" y="3964891"/>
            <a:ext cx="824184" cy="712067"/>
            <a:chOff x="2341425" y="238100"/>
            <a:chExt cx="1328900" cy="1148125"/>
          </a:xfrm>
        </p:grpSpPr>
        <p:sp>
          <p:nvSpPr>
            <p:cNvPr id="237" name="Google Shape;237;p34"/>
            <p:cNvSpPr/>
            <p:nvPr/>
          </p:nvSpPr>
          <p:spPr>
            <a:xfrm>
              <a:off x="2341425" y="238100"/>
              <a:ext cx="1328900" cy="1148125"/>
            </a:xfrm>
            <a:custGeom>
              <a:avLst/>
              <a:gdLst/>
              <a:ahLst/>
              <a:cxnLst/>
              <a:rect l="l" t="t" r="r" b="b"/>
              <a:pathLst>
                <a:path w="53156" h="45925" extrusionOk="0">
                  <a:moveTo>
                    <a:pt x="49853" y="24103"/>
                  </a:moveTo>
                  <a:cubicBezTo>
                    <a:pt x="50212" y="24609"/>
                    <a:pt x="50681" y="25003"/>
                    <a:pt x="51172" y="25380"/>
                  </a:cubicBezTo>
                  <a:cubicBezTo>
                    <a:pt x="48199" y="26540"/>
                    <a:pt x="45438" y="28144"/>
                    <a:pt x="42987" y="30206"/>
                  </a:cubicBezTo>
                  <a:cubicBezTo>
                    <a:pt x="41727" y="31264"/>
                    <a:pt x="40396" y="32510"/>
                    <a:pt x="39238" y="33887"/>
                  </a:cubicBezTo>
                  <a:cubicBezTo>
                    <a:pt x="39347" y="33688"/>
                    <a:pt x="39460" y="33491"/>
                    <a:pt x="39578" y="33301"/>
                  </a:cubicBezTo>
                  <a:cubicBezTo>
                    <a:pt x="40490" y="31831"/>
                    <a:pt x="41539" y="30449"/>
                    <a:pt x="42711" y="29176"/>
                  </a:cubicBezTo>
                  <a:cubicBezTo>
                    <a:pt x="44775" y="26932"/>
                    <a:pt x="47091" y="25229"/>
                    <a:pt x="49853" y="24103"/>
                  </a:cubicBezTo>
                  <a:close/>
                  <a:moveTo>
                    <a:pt x="35117" y="1053"/>
                  </a:moveTo>
                  <a:lnTo>
                    <a:pt x="35117" y="1053"/>
                  </a:lnTo>
                  <a:cubicBezTo>
                    <a:pt x="36710" y="1715"/>
                    <a:pt x="38294" y="4814"/>
                    <a:pt x="38992" y="5799"/>
                  </a:cubicBezTo>
                  <a:cubicBezTo>
                    <a:pt x="40312" y="7660"/>
                    <a:pt x="41633" y="9523"/>
                    <a:pt x="42954" y="11383"/>
                  </a:cubicBezTo>
                  <a:cubicBezTo>
                    <a:pt x="44182" y="13110"/>
                    <a:pt x="45421" y="14827"/>
                    <a:pt x="46633" y="16564"/>
                  </a:cubicBezTo>
                  <a:cubicBezTo>
                    <a:pt x="46650" y="16588"/>
                    <a:pt x="46667" y="16613"/>
                    <a:pt x="46685" y="16638"/>
                  </a:cubicBezTo>
                  <a:cubicBezTo>
                    <a:pt x="47623" y="18397"/>
                    <a:pt x="48600" y="20134"/>
                    <a:pt x="49618" y="21849"/>
                  </a:cubicBezTo>
                  <a:cubicBezTo>
                    <a:pt x="48693" y="22281"/>
                    <a:pt x="47744" y="23007"/>
                    <a:pt x="47214" y="23343"/>
                  </a:cubicBezTo>
                  <a:cubicBezTo>
                    <a:pt x="45320" y="24544"/>
                    <a:pt x="43587" y="25982"/>
                    <a:pt x="42057" y="27622"/>
                  </a:cubicBezTo>
                  <a:cubicBezTo>
                    <a:pt x="40592" y="29191"/>
                    <a:pt x="39304" y="30938"/>
                    <a:pt x="38281" y="32827"/>
                  </a:cubicBezTo>
                  <a:cubicBezTo>
                    <a:pt x="37877" y="33573"/>
                    <a:pt x="37271" y="34533"/>
                    <a:pt x="36981" y="35496"/>
                  </a:cubicBezTo>
                  <a:cubicBezTo>
                    <a:pt x="36328" y="34434"/>
                    <a:pt x="35635" y="33395"/>
                    <a:pt x="34953" y="32353"/>
                  </a:cubicBezTo>
                  <a:cubicBezTo>
                    <a:pt x="33450" y="30055"/>
                    <a:pt x="31915" y="27777"/>
                    <a:pt x="30347" y="25524"/>
                  </a:cubicBezTo>
                  <a:cubicBezTo>
                    <a:pt x="28841" y="23359"/>
                    <a:pt x="27306" y="21217"/>
                    <a:pt x="25741" y="19095"/>
                  </a:cubicBezTo>
                  <a:cubicBezTo>
                    <a:pt x="24508" y="17421"/>
                    <a:pt x="23256" y="15382"/>
                    <a:pt x="21757" y="13843"/>
                  </a:cubicBezTo>
                  <a:cubicBezTo>
                    <a:pt x="22758" y="10753"/>
                    <a:pt x="24747" y="8361"/>
                    <a:pt x="26903" y="5992"/>
                  </a:cubicBezTo>
                  <a:cubicBezTo>
                    <a:pt x="27357" y="5493"/>
                    <a:pt x="27826" y="4981"/>
                    <a:pt x="28315" y="4481"/>
                  </a:cubicBezTo>
                  <a:cubicBezTo>
                    <a:pt x="29626" y="3498"/>
                    <a:pt x="31045" y="2668"/>
                    <a:pt x="32551" y="2018"/>
                  </a:cubicBezTo>
                  <a:cubicBezTo>
                    <a:pt x="33121" y="1772"/>
                    <a:pt x="33780" y="1496"/>
                    <a:pt x="34476" y="1255"/>
                  </a:cubicBezTo>
                  <a:cubicBezTo>
                    <a:pt x="34702" y="1206"/>
                    <a:pt x="34932" y="1166"/>
                    <a:pt x="35161" y="1125"/>
                  </a:cubicBezTo>
                  <a:cubicBezTo>
                    <a:pt x="35147" y="1101"/>
                    <a:pt x="35132" y="1076"/>
                    <a:pt x="35117" y="1053"/>
                  </a:cubicBezTo>
                  <a:close/>
                  <a:moveTo>
                    <a:pt x="49886" y="22296"/>
                  </a:moveTo>
                  <a:cubicBezTo>
                    <a:pt x="50069" y="22601"/>
                    <a:pt x="50253" y="22905"/>
                    <a:pt x="50437" y="23208"/>
                  </a:cubicBezTo>
                  <a:cubicBezTo>
                    <a:pt x="50328" y="23239"/>
                    <a:pt x="50219" y="23270"/>
                    <a:pt x="50110" y="23305"/>
                  </a:cubicBezTo>
                  <a:cubicBezTo>
                    <a:pt x="50098" y="23304"/>
                    <a:pt x="50086" y="23303"/>
                    <a:pt x="50074" y="23303"/>
                  </a:cubicBezTo>
                  <a:cubicBezTo>
                    <a:pt x="49989" y="23303"/>
                    <a:pt x="49905" y="23334"/>
                    <a:pt x="49839" y="23390"/>
                  </a:cubicBezTo>
                  <a:cubicBezTo>
                    <a:pt x="46983" y="24343"/>
                    <a:pt x="44499" y="26352"/>
                    <a:pt x="42469" y="28520"/>
                  </a:cubicBezTo>
                  <a:cubicBezTo>
                    <a:pt x="40592" y="30525"/>
                    <a:pt x="38254" y="33305"/>
                    <a:pt x="37357" y="36095"/>
                  </a:cubicBezTo>
                  <a:cubicBezTo>
                    <a:pt x="37306" y="36011"/>
                    <a:pt x="37249" y="35923"/>
                    <a:pt x="37190" y="35830"/>
                  </a:cubicBezTo>
                  <a:cubicBezTo>
                    <a:pt x="37565" y="34416"/>
                    <a:pt x="38696" y="32821"/>
                    <a:pt x="39296" y="31878"/>
                  </a:cubicBezTo>
                  <a:cubicBezTo>
                    <a:pt x="40239" y="30393"/>
                    <a:pt x="41330" y="29005"/>
                    <a:pt x="42550" y="27739"/>
                  </a:cubicBezTo>
                  <a:cubicBezTo>
                    <a:pt x="43708" y="26537"/>
                    <a:pt x="44980" y="25451"/>
                    <a:pt x="46348" y="24494"/>
                  </a:cubicBezTo>
                  <a:cubicBezTo>
                    <a:pt x="47234" y="23875"/>
                    <a:pt x="48600" y="22828"/>
                    <a:pt x="49886" y="22296"/>
                  </a:cubicBezTo>
                  <a:close/>
                  <a:moveTo>
                    <a:pt x="20475" y="13918"/>
                  </a:moveTo>
                  <a:cubicBezTo>
                    <a:pt x="20720" y="13985"/>
                    <a:pt x="20968" y="14054"/>
                    <a:pt x="21218" y="14127"/>
                  </a:cubicBezTo>
                  <a:lnTo>
                    <a:pt x="21219" y="14127"/>
                  </a:lnTo>
                  <a:cubicBezTo>
                    <a:pt x="22265" y="15897"/>
                    <a:pt x="23782" y="17534"/>
                    <a:pt x="24979" y="19160"/>
                  </a:cubicBezTo>
                  <a:cubicBezTo>
                    <a:pt x="26409" y="21107"/>
                    <a:pt x="27816" y="23071"/>
                    <a:pt x="29199" y="25052"/>
                  </a:cubicBezTo>
                  <a:cubicBezTo>
                    <a:pt x="30581" y="27035"/>
                    <a:pt x="31937" y="29034"/>
                    <a:pt x="33269" y="31050"/>
                  </a:cubicBezTo>
                  <a:cubicBezTo>
                    <a:pt x="33874" y="31967"/>
                    <a:pt x="34473" y="32886"/>
                    <a:pt x="35069" y="33809"/>
                  </a:cubicBezTo>
                  <a:cubicBezTo>
                    <a:pt x="35425" y="34364"/>
                    <a:pt x="35780" y="34920"/>
                    <a:pt x="36133" y="35475"/>
                  </a:cubicBezTo>
                  <a:lnTo>
                    <a:pt x="36486" y="36032"/>
                  </a:lnTo>
                  <a:cubicBezTo>
                    <a:pt x="36496" y="36074"/>
                    <a:pt x="36508" y="36115"/>
                    <a:pt x="36522" y="36155"/>
                  </a:cubicBezTo>
                  <a:cubicBezTo>
                    <a:pt x="33879" y="32306"/>
                    <a:pt x="31050" y="28568"/>
                    <a:pt x="28325" y="24779"/>
                  </a:cubicBezTo>
                  <a:cubicBezTo>
                    <a:pt x="25722" y="21160"/>
                    <a:pt x="23203" y="17449"/>
                    <a:pt x="20475" y="13918"/>
                  </a:cubicBezTo>
                  <a:close/>
                  <a:moveTo>
                    <a:pt x="37953" y="37630"/>
                  </a:moveTo>
                  <a:cubicBezTo>
                    <a:pt x="37851" y="37834"/>
                    <a:pt x="37753" y="38038"/>
                    <a:pt x="37661" y="38245"/>
                  </a:cubicBezTo>
                  <a:cubicBezTo>
                    <a:pt x="37630" y="38236"/>
                    <a:pt x="37597" y="38231"/>
                    <a:pt x="37565" y="38231"/>
                  </a:cubicBezTo>
                  <a:cubicBezTo>
                    <a:pt x="37533" y="38231"/>
                    <a:pt x="37500" y="38236"/>
                    <a:pt x="37470" y="38245"/>
                  </a:cubicBezTo>
                  <a:cubicBezTo>
                    <a:pt x="37633" y="38041"/>
                    <a:pt x="37793" y="37835"/>
                    <a:pt x="37953" y="37630"/>
                  </a:cubicBezTo>
                  <a:close/>
                  <a:moveTo>
                    <a:pt x="36509" y="38717"/>
                  </a:moveTo>
                  <a:cubicBezTo>
                    <a:pt x="36518" y="38717"/>
                    <a:pt x="36527" y="38717"/>
                    <a:pt x="36536" y="38717"/>
                  </a:cubicBezTo>
                  <a:cubicBezTo>
                    <a:pt x="36609" y="38809"/>
                    <a:pt x="36720" y="38864"/>
                    <a:pt x="36837" y="38865"/>
                  </a:cubicBezTo>
                  <a:cubicBezTo>
                    <a:pt x="36596" y="38971"/>
                    <a:pt x="36282" y="39011"/>
                    <a:pt x="35935" y="39011"/>
                  </a:cubicBezTo>
                  <a:cubicBezTo>
                    <a:pt x="35451" y="39011"/>
                    <a:pt x="34904" y="38934"/>
                    <a:pt x="34409" y="38856"/>
                  </a:cubicBezTo>
                  <a:cubicBezTo>
                    <a:pt x="35105" y="38764"/>
                    <a:pt x="35807" y="38717"/>
                    <a:pt x="36509" y="38717"/>
                  </a:cubicBezTo>
                  <a:close/>
                  <a:moveTo>
                    <a:pt x="15183" y="13113"/>
                  </a:moveTo>
                  <a:cubicBezTo>
                    <a:pt x="16769" y="13113"/>
                    <a:pt x="18319" y="13366"/>
                    <a:pt x="19934" y="13775"/>
                  </a:cubicBezTo>
                  <a:cubicBezTo>
                    <a:pt x="22531" y="17699"/>
                    <a:pt x="25404" y="21460"/>
                    <a:pt x="28149" y="25276"/>
                  </a:cubicBezTo>
                  <a:cubicBezTo>
                    <a:pt x="30879" y="29073"/>
                    <a:pt x="33528" y="32953"/>
                    <a:pt x="36351" y="36684"/>
                  </a:cubicBezTo>
                  <a:cubicBezTo>
                    <a:pt x="34542" y="35843"/>
                    <a:pt x="32568" y="35460"/>
                    <a:pt x="30570" y="35460"/>
                  </a:cubicBezTo>
                  <a:cubicBezTo>
                    <a:pt x="26406" y="35460"/>
                    <a:pt x="22142" y="37123"/>
                    <a:pt x="19074" y="39757"/>
                  </a:cubicBezTo>
                  <a:cubicBezTo>
                    <a:pt x="13793" y="32214"/>
                    <a:pt x="8154" y="24943"/>
                    <a:pt x="2157" y="17945"/>
                  </a:cubicBezTo>
                  <a:lnTo>
                    <a:pt x="2159" y="17945"/>
                  </a:lnTo>
                  <a:cubicBezTo>
                    <a:pt x="5055" y="16227"/>
                    <a:pt x="8015" y="14530"/>
                    <a:pt x="11283" y="13642"/>
                  </a:cubicBezTo>
                  <a:cubicBezTo>
                    <a:pt x="12638" y="13273"/>
                    <a:pt x="13922" y="13113"/>
                    <a:pt x="15183" y="13113"/>
                  </a:cubicBezTo>
                  <a:close/>
                  <a:moveTo>
                    <a:pt x="2578" y="20435"/>
                  </a:moveTo>
                  <a:cubicBezTo>
                    <a:pt x="8168" y="27062"/>
                    <a:pt x="13443" y="33937"/>
                    <a:pt x="18402" y="41058"/>
                  </a:cubicBezTo>
                  <a:cubicBezTo>
                    <a:pt x="18543" y="41262"/>
                    <a:pt x="18758" y="41377"/>
                    <a:pt x="18977" y="41377"/>
                  </a:cubicBezTo>
                  <a:cubicBezTo>
                    <a:pt x="19133" y="41377"/>
                    <a:pt x="19292" y="41318"/>
                    <a:pt x="19427" y="41190"/>
                  </a:cubicBezTo>
                  <a:cubicBezTo>
                    <a:pt x="21632" y="39103"/>
                    <a:pt x="24333" y="37693"/>
                    <a:pt x="27314" y="37090"/>
                  </a:cubicBezTo>
                  <a:cubicBezTo>
                    <a:pt x="28284" y="36894"/>
                    <a:pt x="29226" y="36809"/>
                    <a:pt x="30154" y="36809"/>
                  </a:cubicBezTo>
                  <a:cubicBezTo>
                    <a:pt x="30890" y="36809"/>
                    <a:pt x="31618" y="36863"/>
                    <a:pt x="32345" y="36959"/>
                  </a:cubicBezTo>
                  <a:cubicBezTo>
                    <a:pt x="32139" y="36996"/>
                    <a:pt x="31934" y="37038"/>
                    <a:pt x="31726" y="37085"/>
                  </a:cubicBezTo>
                  <a:cubicBezTo>
                    <a:pt x="29702" y="37535"/>
                    <a:pt x="27672" y="38191"/>
                    <a:pt x="25741" y="38939"/>
                  </a:cubicBezTo>
                  <a:cubicBezTo>
                    <a:pt x="24060" y="39590"/>
                    <a:pt x="22425" y="40379"/>
                    <a:pt x="20975" y="41459"/>
                  </a:cubicBezTo>
                  <a:cubicBezTo>
                    <a:pt x="20335" y="41934"/>
                    <a:pt x="18892" y="42836"/>
                    <a:pt x="18616" y="43758"/>
                  </a:cubicBezTo>
                  <a:cubicBezTo>
                    <a:pt x="15797" y="39642"/>
                    <a:pt x="12269" y="35871"/>
                    <a:pt x="9131" y="31993"/>
                  </a:cubicBezTo>
                  <a:cubicBezTo>
                    <a:pt x="7537" y="30022"/>
                    <a:pt x="5941" y="28055"/>
                    <a:pt x="4343" y="26088"/>
                  </a:cubicBezTo>
                  <a:cubicBezTo>
                    <a:pt x="3509" y="25063"/>
                    <a:pt x="2360" y="24025"/>
                    <a:pt x="1726" y="22872"/>
                  </a:cubicBezTo>
                  <a:lnTo>
                    <a:pt x="1290" y="22336"/>
                  </a:lnTo>
                  <a:cubicBezTo>
                    <a:pt x="1365" y="21812"/>
                    <a:pt x="1612" y="21399"/>
                    <a:pt x="2027" y="21097"/>
                  </a:cubicBezTo>
                  <a:cubicBezTo>
                    <a:pt x="2191" y="20870"/>
                    <a:pt x="2390" y="20654"/>
                    <a:pt x="2578" y="20435"/>
                  </a:cubicBezTo>
                  <a:close/>
                  <a:moveTo>
                    <a:pt x="34214" y="37438"/>
                  </a:moveTo>
                  <a:cubicBezTo>
                    <a:pt x="34480" y="37438"/>
                    <a:pt x="34745" y="37450"/>
                    <a:pt x="35009" y="37476"/>
                  </a:cubicBezTo>
                  <a:cubicBezTo>
                    <a:pt x="35056" y="37488"/>
                    <a:pt x="35104" y="37502"/>
                    <a:pt x="35153" y="37514"/>
                  </a:cubicBezTo>
                  <a:cubicBezTo>
                    <a:pt x="32341" y="37733"/>
                    <a:pt x="29659" y="38637"/>
                    <a:pt x="27141" y="39965"/>
                  </a:cubicBezTo>
                  <a:cubicBezTo>
                    <a:pt x="25564" y="40797"/>
                    <a:pt x="24060" y="41771"/>
                    <a:pt x="22625" y="42823"/>
                  </a:cubicBezTo>
                  <a:cubicBezTo>
                    <a:pt x="22053" y="43241"/>
                    <a:pt x="21266" y="44080"/>
                    <a:pt x="20621" y="44360"/>
                  </a:cubicBezTo>
                  <a:cubicBezTo>
                    <a:pt x="20405" y="44454"/>
                    <a:pt x="20198" y="44493"/>
                    <a:pt x="19997" y="44493"/>
                  </a:cubicBezTo>
                  <a:cubicBezTo>
                    <a:pt x="19802" y="44493"/>
                    <a:pt x="19613" y="44456"/>
                    <a:pt x="19427" y="44400"/>
                  </a:cubicBezTo>
                  <a:cubicBezTo>
                    <a:pt x="19434" y="44391"/>
                    <a:pt x="19440" y="44386"/>
                    <a:pt x="19448" y="44377"/>
                  </a:cubicBezTo>
                  <a:cubicBezTo>
                    <a:pt x="19593" y="44198"/>
                    <a:pt x="19599" y="43995"/>
                    <a:pt x="19448" y="43814"/>
                  </a:cubicBezTo>
                  <a:lnTo>
                    <a:pt x="19430" y="43792"/>
                  </a:lnTo>
                  <a:cubicBezTo>
                    <a:pt x="19697" y="43721"/>
                    <a:pt x="19911" y="43553"/>
                    <a:pt x="20074" y="43287"/>
                  </a:cubicBezTo>
                  <a:cubicBezTo>
                    <a:pt x="20320" y="43038"/>
                    <a:pt x="20576" y="42801"/>
                    <a:pt x="20843" y="42573"/>
                  </a:cubicBezTo>
                  <a:cubicBezTo>
                    <a:pt x="21485" y="42027"/>
                    <a:pt x="22180" y="41552"/>
                    <a:pt x="22907" y="41126"/>
                  </a:cubicBezTo>
                  <a:cubicBezTo>
                    <a:pt x="24188" y="40374"/>
                    <a:pt x="25559" y="39793"/>
                    <a:pt x="26955" y="39291"/>
                  </a:cubicBezTo>
                  <a:cubicBezTo>
                    <a:pt x="29199" y="38484"/>
                    <a:pt x="31750" y="37438"/>
                    <a:pt x="34214" y="37438"/>
                  </a:cubicBezTo>
                  <a:close/>
                  <a:moveTo>
                    <a:pt x="34842" y="0"/>
                  </a:moveTo>
                  <a:cubicBezTo>
                    <a:pt x="34343" y="0"/>
                    <a:pt x="33867" y="188"/>
                    <a:pt x="33507" y="630"/>
                  </a:cubicBezTo>
                  <a:cubicBezTo>
                    <a:pt x="31447" y="1151"/>
                    <a:pt x="29512" y="2015"/>
                    <a:pt x="27862" y="3526"/>
                  </a:cubicBezTo>
                  <a:cubicBezTo>
                    <a:pt x="27217" y="4115"/>
                    <a:pt x="26496" y="4800"/>
                    <a:pt x="25773" y="5555"/>
                  </a:cubicBezTo>
                  <a:cubicBezTo>
                    <a:pt x="23620" y="7604"/>
                    <a:pt x="21769" y="10148"/>
                    <a:pt x="20875" y="12916"/>
                  </a:cubicBezTo>
                  <a:cubicBezTo>
                    <a:pt x="19359" y="12052"/>
                    <a:pt x="17538" y="11727"/>
                    <a:pt x="15721" y="11727"/>
                  </a:cubicBezTo>
                  <a:cubicBezTo>
                    <a:pt x="14356" y="11727"/>
                    <a:pt x="12994" y="11911"/>
                    <a:pt x="11766" y="12185"/>
                  </a:cubicBezTo>
                  <a:cubicBezTo>
                    <a:pt x="7819" y="13067"/>
                    <a:pt x="4277" y="15176"/>
                    <a:pt x="838" y="17217"/>
                  </a:cubicBezTo>
                  <a:cubicBezTo>
                    <a:pt x="458" y="17444"/>
                    <a:pt x="436" y="17923"/>
                    <a:pt x="707" y="18237"/>
                  </a:cubicBezTo>
                  <a:cubicBezTo>
                    <a:pt x="1244" y="18859"/>
                    <a:pt x="1774" y="19488"/>
                    <a:pt x="2305" y="20116"/>
                  </a:cubicBezTo>
                  <a:cubicBezTo>
                    <a:pt x="1441" y="20484"/>
                    <a:pt x="862" y="21064"/>
                    <a:pt x="197" y="21811"/>
                  </a:cubicBezTo>
                  <a:cubicBezTo>
                    <a:pt x="77" y="21947"/>
                    <a:pt x="0" y="22200"/>
                    <a:pt x="127" y="22363"/>
                  </a:cubicBezTo>
                  <a:cubicBezTo>
                    <a:pt x="2951" y="26054"/>
                    <a:pt x="5928" y="29634"/>
                    <a:pt x="8843" y="33254"/>
                  </a:cubicBezTo>
                  <a:cubicBezTo>
                    <a:pt x="11749" y="36861"/>
                    <a:pt x="14485" y="40794"/>
                    <a:pt x="17652" y="44182"/>
                  </a:cubicBezTo>
                  <a:cubicBezTo>
                    <a:pt x="17664" y="44208"/>
                    <a:pt x="17679" y="44232"/>
                    <a:pt x="17699" y="44255"/>
                  </a:cubicBezTo>
                  <a:cubicBezTo>
                    <a:pt x="18282" y="44908"/>
                    <a:pt x="19219" y="45924"/>
                    <a:pt x="20167" y="45924"/>
                  </a:cubicBezTo>
                  <a:cubicBezTo>
                    <a:pt x="20277" y="45924"/>
                    <a:pt x="20387" y="45910"/>
                    <a:pt x="20497" y="45881"/>
                  </a:cubicBezTo>
                  <a:cubicBezTo>
                    <a:pt x="21148" y="45708"/>
                    <a:pt x="21757" y="44978"/>
                    <a:pt x="22286" y="44585"/>
                  </a:cubicBezTo>
                  <a:cubicBezTo>
                    <a:pt x="23162" y="43935"/>
                    <a:pt x="24053" y="43304"/>
                    <a:pt x="24965" y="42705"/>
                  </a:cubicBezTo>
                  <a:cubicBezTo>
                    <a:pt x="27366" y="41130"/>
                    <a:pt x="29934" y="39829"/>
                    <a:pt x="32678" y="39174"/>
                  </a:cubicBezTo>
                  <a:cubicBezTo>
                    <a:pt x="32752" y="39177"/>
                    <a:pt x="32826" y="39174"/>
                    <a:pt x="32900" y="39178"/>
                  </a:cubicBezTo>
                  <a:cubicBezTo>
                    <a:pt x="34054" y="39233"/>
                    <a:pt x="35153" y="39648"/>
                    <a:pt x="36288" y="39715"/>
                  </a:cubicBezTo>
                  <a:cubicBezTo>
                    <a:pt x="36337" y="39718"/>
                    <a:pt x="36385" y="39720"/>
                    <a:pt x="36433" y="39720"/>
                  </a:cubicBezTo>
                  <a:cubicBezTo>
                    <a:pt x="37209" y="39720"/>
                    <a:pt x="37750" y="39337"/>
                    <a:pt x="37827" y="38540"/>
                  </a:cubicBezTo>
                  <a:cubicBezTo>
                    <a:pt x="39593" y="36201"/>
                    <a:pt x="41115" y="33792"/>
                    <a:pt x="43273" y="31744"/>
                  </a:cubicBezTo>
                  <a:cubicBezTo>
                    <a:pt x="44449" y="30626"/>
                    <a:pt x="45716" y="29608"/>
                    <a:pt x="47060" y="28698"/>
                  </a:cubicBezTo>
                  <a:cubicBezTo>
                    <a:pt x="47079" y="28686"/>
                    <a:pt x="47099" y="28675"/>
                    <a:pt x="47118" y="28662"/>
                  </a:cubicBezTo>
                  <a:cubicBezTo>
                    <a:pt x="48826" y="27633"/>
                    <a:pt x="50637" y="26785"/>
                    <a:pt x="52524" y="26133"/>
                  </a:cubicBezTo>
                  <a:cubicBezTo>
                    <a:pt x="52902" y="26003"/>
                    <a:pt x="53156" y="25447"/>
                    <a:pt x="52785" y="25145"/>
                  </a:cubicBezTo>
                  <a:cubicBezTo>
                    <a:pt x="52171" y="24648"/>
                    <a:pt x="51613" y="24099"/>
                    <a:pt x="50959" y="23696"/>
                  </a:cubicBezTo>
                  <a:cubicBezTo>
                    <a:pt x="51006" y="23680"/>
                    <a:pt x="51050" y="23660"/>
                    <a:pt x="51097" y="23645"/>
                  </a:cubicBezTo>
                  <a:cubicBezTo>
                    <a:pt x="51251" y="23594"/>
                    <a:pt x="51309" y="23468"/>
                    <a:pt x="51300" y="23347"/>
                  </a:cubicBezTo>
                  <a:cubicBezTo>
                    <a:pt x="51345" y="23292"/>
                    <a:pt x="51376" y="23227"/>
                    <a:pt x="51391" y="23158"/>
                  </a:cubicBezTo>
                  <a:cubicBezTo>
                    <a:pt x="51657" y="23086"/>
                    <a:pt x="51868" y="22805"/>
                    <a:pt x="51676" y="22507"/>
                  </a:cubicBezTo>
                  <a:cubicBezTo>
                    <a:pt x="51561" y="22326"/>
                    <a:pt x="51447" y="22144"/>
                    <a:pt x="51333" y="21962"/>
                  </a:cubicBezTo>
                  <a:cubicBezTo>
                    <a:pt x="51345" y="21962"/>
                    <a:pt x="51359" y="21961"/>
                    <a:pt x="51371" y="21961"/>
                  </a:cubicBezTo>
                  <a:cubicBezTo>
                    <a:pt x="51374" y="21961"/>
                    <a:pt x="51377" y="21961"/>
                    <a:pt x="51379" y="21961"/>
                  </a:cubicBezTo>
                  <a:cubicBezTo>
                    <a:pt x="51539" y="21961"/>
                    <a:pt x="51585" y="21737"/>
                    <a:pt x="51453" y="21658"/>
                  </a:cubicBezTo>
                  <a:cubicBezTo>
                    <a:pt x="51333" y="21585"/>
                    <a:pt x="51198" y="21544"/>
                    <a:pt x="51056" y="21524"/>
                  </a:cubicBezTo>
                  <a:cubicBezTo>
                    <a:pt x="50796" y="21108"/>
                    <a:pt x="50546" y="20689"/>
                    <a:pt x="50290" y="20269"/>
                  </a:cubicBezTo>
                  <a:cubicBezTo>
                    <a:pt x="50030" y="19581"/>
                    <a:pt x="49589" y="18953"/>
                    <a:pt x="49191" y="18312"/>
                  </a:cubicBezTo>
                  <a:cubicBezTo>
                    <a:pt x="48421" y="17077"/>
                    <a:pt x="47572" y="15893"/>
                    <a:pt x="46728" y="14709"/>
                  </a:cubicBezTo>
                  <a:cubicBezTo>
                    <a:pt x="45005" y="12292"/>
                    <a:pt x="43280" y="9876"/>
                    <a:pt x="41551" y="7464"/>
                  </a:cubicBezTo>
                  <a:cubicBezTo>
                    <a:pt x="40019" y="5325"/>
                    <a:pt x="38618" y="2783"/>
                    <a:pt x="36781" y="897"/>
                  </a:cubicBezTo>
                  <a:cubicBezTo>
                    <a:pt x="36255" y="356"/>
                    <a:pt x="35527" y="0"/>
                    <a:pt x="348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34"/>
            <p:cNvSpPr/>
            <p:nvPr/>
          </p:nvSpPr>
          <p:spPr>
            <a:xfrm>
              <a:off x="2990175" y="381350"/>
              <a:ext cx="254450" cy="209600"/>
            </a:xfrm>
            <a:custGeom>
              <a:avLst/>
              <a:gdLst/>
              <a:ahLst/>
              <a:cxnLst/>
              <a:rect l="l" t="t" r="r" b="b"/>
              <a:pathLst>
                <a:path w="10178" h="8384" extrusionOk="0">
                  <a:moveTo>
                    <a:pt x="9489" y="1"/>
                  </a:moveTo>
                  <a:cubicBezTo>
                    <a:pt x="9460" y="1"/>
                    <a:pt x="9430" y="3"/>
                    <a:pt x="9398" y="7"/>
                  </a:cubicBezTo>
                  <a:cubicBezTo>
                    <a:pt x="5315" y="589"/>
                    <a:pt x="1324" y="4315"/>
                    <a:pt x="48" y="8144"/>
                  </a:cubicBezTo>
                  <a:cubicBezTo>
                    <a:pt x="1" y="8286"/>
                    <a:pt x="119" y="8384"/>
                    <a:pt x="239" y="8384"/>
                  </a:cubicBezTo>
                  <a:cubicBezTo>
                    <a:pt x="302" y="8384"/>
                    <a:pt x="366" y="8357"/>
                    <a:pt x="406" y="8294"/>
                  </a:cubicBezTo>
                  <a:cubicBezTo>
                    <a:pt x="1475" y="6637"/>
                    <a:pt x="2632" y="5068"/>
                    <a:pt x="4157" y="3799"/>
                  </a:cubicBezTo>
                  <a:cubicBezTo>
                    <a:pt x="5839" y="2399"/>
                    <a:pt x="7661" y="1727"/>
                    <a:pt x="9647" y="909"/>
                  </a:cubicBezTo>
                  <a:cubicBezTo>
                    <a:pt x="10177" y="691"/>
                    <a:pt x="10017" y="1"/>
                    <a:pt x="948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34"/>
            <p:cNvSpPr/>
            <p:nvPr/>
          </p:nvSpPr>
          <p:spPr>
            <a:xfrm>
              <a:off x="3026350" y="441550"/>
              <a:ext cx="247225" cy="201350"/>
            </a:xfrm>
            <a:custGeom>
              <a:avLst/>
              <a:gdLst/>
              <a:ahLst/>
              <a:cxnLst/>
              <a:rect l="l" t="t" r="r" b="b"/>
              <a:pathLst>
                <a:path w="9889" h="8054" extrusionOk="0">
                  <a:moveTo>
                    <a:pt x="9472" y="1"/>
                  </a:moveTo>
                  <a:cubicBezTo>
                    <a:pt x="9466" y="1"/>
                    <a:pt x="9460" y="1"/>
                    <a:pt x="9454" y="1"/>
                  </a:cubicBezTo>
                  <a:cubicBezTo>
                    <a:pt x="5735" y="204"/>
                    <a:pt x="1142" y="4281"/>
                    <a:pt x="59" y="7752"/>
                  </a:cubicBezTo>
                  <a:cubicBezTo>
                    <a:pt x="0" y="7941"/>
                    <a:pt x="141" y="8053"/>
                    <a:pt x="292" y="8053"/>
                  </a:cubicBezTo>
                  <a:cubicBezTo>
                    <a:pt x="375" y="8053"/>
                    <a:pt x="460" y="8019"/>
                    <a:pt x="517" y="7945"/>
                  </a:cubicBezTo>
                  <a:cubicBezTo>
                    <a:pt x="1756" y="6329"/>
                    <a:pt x="2771" y="4701"/>
                    <a:pt x="4382" y="3401"/>
                  </a:cubicBezTo>
                  <a:cubicBezTo>
                    <a:pt x="6005" y="2092"/>
                    <a:pt x="7844" y="1590"/>
                    <a:pt x="9618" y="609"/>
                  </a:cubicBezTo>
                  <a:cubicBezTo>
                    <a:pt x="9889" y="460"/>
                    <a:pt x="9783" y="1"/>
                    <a:pt x="94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34"/>
            <p:cNvSpPr/>
            <p:nvPr/>
          </p:nvSpPr>
          <p:spPr>
            <a:xfrm>
              <a:off x="3172850" y="661350"/>
              <a:ext cx="224850" cy="198300"/>
            </a:xfrm>
            <a:custGeom>
              <a:avLst/>
              <a:gdLst/>
              <a:ahLst/>
              <a:cxnLst/>
              <a:rect l="l" t="t" r="r" b="b"/>
              <a:pathLst>
                <a:path w="8994" h="7932" extrusionOk="0">
                  <a:moveTo>
                    <a:pt x="8456" y="0"/>
                  </a:moveTo>
                  <a:cubicBezTo>
                    <a:pt x="8425" y="0"/>
                    <a:pt x="8392" y="4"/>
                    <a:pt x="8358" y="11"/>
                  </a:cubicBezTo>
                  <a:cubicBezTo>
                    <a:pt x="5106" y="738"/>
                    <a:pt x="1076" y="4402"/>
                    <a:pt x="60" y="7579"/>
                  </a:cubicBezTo>
                  <a:cubicBezTo>
                    <a:pt x="1" y="7765"/>
                    <a:pt x="174" y="7931"/>
                    <a:pt x="343" y="7931"/>
                  </a:cubicBezTo>
                  <a:cubicBezTo>
                    <a:pt x="409" y="7931"/>
                    <a:pt x="474" y="7907"/>
                    <a:pt x="524" y="7849"/>
                  </a:cubicBezTo>
                  <a:cubicBezTo>
                    <a:pt x="1689" y="6518"/>
                    <a:pt x="2590" y="5030"/>
                    <a:pt x="3913" y="3818"/>
                  </a:cubicBezTo>
                  <a:cubicBezTo>
                    <a:pt x="5371" y="2483"/>
                    <a:pt x="7047" y="1783"/>
                    <a:pt x="8657" y="718"/>
                  </a:cubicBezTo>
                  <a:cubicBezTo>
                    <a:pt x="8993" y="494"/>
                    <a:pt x="8826" y="0"/>
                    <a:pt x="84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34"/>
            <p:cNvSpPr/>
            <p:nvPr/>
          </p:nvSpPr>
          <p:spPr>
            <a:xfrm>
              <a:off x="3219000" y="725650"/>
              <a:ext cx="226500" cy="215375"/>
            </a:xfrm>
            <a:custGeom>
              <a:avLst/>
              <a:gdLst/>
              <a:ahLst/>
              <a:cxnLst/>
              <a:rect l="l" t="t" r="r" b="b"/>
              <a:pathLst>
                <a:path w="9060" h="8615" extrusionOk="0">
                  <a:moveTo>
                    <a:pt x="8466" y="1"/>
                  </a:moveTo>
                  <a:cubicBezTo>
                    <a:pt x="8403" y="1"/>
                    <a:pt x="8336" y="16"/>
                    <a:pt x="8267" y="50"/>
                  </a:cubicBezTo>
                  <a:cubicBezTo>
                    <a:pt x="6348" y="1017"/>
                    <a:pt x="4571" y="2396"/>
                    <a:pt x="3025" y="3882"/>
                  </a:cubicBezTo>
                  <a:cubicBezTo>
                    <a:pt x="1836" y="5024"/>
                    <a:pt x="0" y="6568"/>
                    <a:pt x="62" y="8367"/>
                  </a:cubicBezTo>
                  <a:cubicBezTo>
                    <a:pt x="66" y="8507"/>
                    <a:pt x="206" y="8614"/>
                    <a:pt x="335" y="8614"/>
                  </a:cubicBezTo>
                  <a:cubicBezTo>
                    <a:pt x="409" y="8614"/>
                    <a:pt x="480" y="8578"/>
                    <a:pt x="518" y="8491"/>
                  </a:cubicBezTo>
                  <a:cubicBezTo>
                    <a:pt x="2016" y="5007"/>
                    <a:pt x="5594" y="2708"/>
                    <a:pt x="8679" y="755"/>
                  </a:cubicBezTo>
                  <a:cubicBezTo>
                    <a:pt x="9059" y="514"/>
                    <a:pt x="8832" y="1"/>
                    <a:pt x="84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34"/>
            <p:cNvSpPr/>
            <p:nvPr/>
          </p:nvSpPr>
          <p:spPr>
            <a:xfrm>
              <a:off x="2528200" y="658025"/>
              <a:ext cx="405900" cy="260600"/>
            </a:xfrm>
            <a:custGeom>
              <a:avLst/>
              <a:gdLst/>
              <a:ahLst/>
              <a:cxnLst/>
              <a:rect l="l" t="t" r="r" b="b"/>
              <a:pathLst>
                <a:path w="16236" h="10424" extrusionOk="0">
                  <a:moveTo>
                    <a:pt x="1382" y="2708"/>
                  </a:moveTo>
                  <a:cubicBezTo>
                    <a:pt x="2705" y="4465"/>
                    <a:pt x="4361" y="5818"/>
                    <a:pt x="5564" y="7549"/>
                  </a:cubicBezTo>
                  <a:cubicBezTo>
                    <a:pt x="5049" y="7000"/>
                    <a:pt x="4518" y="6467"/>
                    <a:pt x="3972" y="5947"/>
                  </a:cubicBezTo>
                  <a:cubicBezTo>
                    <a:pt x="3369" y="5370"/>
                    <a:pt x="2751" y="4825"/>
                    <a:pt x="2113" y="4299"/>
                  </a:cubicBezTo>
                  <a:cubicBezTo>
                    <a:pt x="2286" y="4264"/>
                    <a:pt x="2405" y="4031"/>
                    <a:pt x="2251" y="3877"/>
                  </a:cubicBezTo>
                  <a:cubicBezTo>
                    <a:pt x="1869" y="3498"/>
                    <a:pt x="1454" y="3168"/>
                    <a:pt x="1030" y="2840"/>
                  </a:cubicBezTo>
                  <a:lnTo>
                    <a:pt x="1382" y="2708"/>
                  </a:lnTo>
                  <a:close/>
                  <a:moveTo>
                    <a:pt x="9295" y="739"/>
                  </a:moveTo>
                  <a:cubicBezTo>
                    <a:pt x="10900" y="739"/>
                    <a:pt x="11714" y="2042"/>
                    <a:pt x="12738" y="3153"/>
                  </a:cubicBezTo>
                  <a:cubicBezTo>
                    <a:pt x="13607" y="4096"/>
                    <a:pt x="14464" y="5049"/>
                    <a:pt x="15310" y="6013"/>
                  </a:cubicBezTo>
                  <a:cubicBezTo>
                    <a:pt x="13936" y="6363"/>
                    <a:pt x="12589" y="6790"/>
                    <a:pt x="11275" y="7331"/>
                  </a:cubicBezTo>
                  <a:cubicBezTo>
                    <a:pt x="10703" y="7567"/>
                    <a:pt x="10139" y="7820"/>
                    <a:pt x="9583" y="8091"/>
                  </a:cubicBezTo>
                  <a:cubicBezTo>
                    <a:pt x="9104" y="8323"/>
                    <a:pt x="7997" y="9216"/>
                    <a:pt x="7494" y="9216"/>
                  </a:cubicBezTo>
                  <a:cubicBezTo>
                    <a:pt x="7280" y="9214"/>
                    <a:pt x="7087" y="9143"/>
                    <a:pt x="6911" y="9028"/>
                  </a:cubicBezTo>
                  <a:cubicBezTo>
                    <a:pt x="5976" y="6497"/>
                    <a:pt x="3660" y="4237"/>
                    <a:pt x="1564" y="2642"/>
                  </a:cubicBezTo>
                  <a:cubicBezTo>
                    <a:pt x="3992" y="1737"/>
                    <a:pt x="6804" y="749"/>
                    <a:pt x="9284" y="739"/>
                  </a:cubicBezTo>
                  <a:cubicBezTo>
                    <a:pt x="9288" y="739"/>
                    <a:pt x="9291" y="739"/>
                    <a:pt x="9295" y="739"/>
                  </a:cubicBezTo>
                  <a:close/>
                  <a:moveTo>
                    <a:pt x="9522" y="0"/>
                  </a:moveTo>
                  <a:cubicBezTo>
                    <a:pt x="8353" y="0"/>
                    <a:pt x="6970" y="475"/>
                    <a:pt x="5977" y="700"/>
                  </a:cubicBezTo>
                  <a:cubicBezTo>
                    <a:pt x="4041" y="1140"/>
                    <a:pt x="2155" y="1729"/>
                    <a:pt x="300" y="2432"/>
                  </a:cubicBezTo>
                  <a:cubicBezTo>
                    <a:pt x="25" y="2536"/>
                    <a:pt x="1" y="2846"/>
                    <a:pt x="223" y="3018"/>
                  </a:cubicBezTo>
                  <a:cubicBezTo>
                    <a:pt x="702" y="3388"/>
                    <a:pt x="1169" y="3763"/>
                    <a:pt x="1673" y="4093"/>
                  </a:cubicBezTo>
                  <a:cubicBezTo>
                    <a:pt x="3491" y="5760"/>
                    <a:pt x="5144" y="7550"/>
                    <a:pt x="6623" y="9541"/>
                  </a:cubicBezTo>
                  <a:cubicBezTo>
                    <a:pt x="6713" y="9781"/>
                    <a:pt x="6797" y="10028"/>
                    <a:pt x="6867" y="10287"/>
                  </a:cubicBezTo>
                  <a:cubicBezTo>
                    <a:pt x="6892" y="10382"/>
                    <a:pt x="6963" y="10423"/>
                    <a:pt x="7035" y="10423"/>
                  </a:cubicBezTo>
                  <a:cubicBezTo>
                    <a:pt x="7146" y="10423"/>
                    <a:pt x="7261" y="10329"/>
                    <a:pt x="7234" y="10186"/>
                  </a:cubicBezTo>
                  <a:cubicBezTo>
                    <a:pt x="7224" y="10130"/>
                    <a:pt x="7207" y="10076"/>
                    <a:pt x="7196" y="10021"/>
                  </a:cubicBezTo>
                  <a:cubicBezTo>
                    <a:pt x="7219" y="10016"/>
                    <a:pt x="7243" y="10009"/>
                    <a:pt x="7264" y="9998"/>
                  </a:cubicBezTo>
                  <a:cubicBezTo>
                    <a:pt x="9998" y="8390"/>
                    <a:pt x="12869" y="7216"/>
                    <a:pt x="15954" y="6481"/>
                  </a:cubicBezTo>
                  <a:cubicBezTo>
                    <a:pt x="16193" y="6424"/>
                    <a:pt x="16235" y="6133"/>
                    <a:pt x="16091" y="5967"/>
                  </a:cubicBezTo>
                  <a:cubicBezTo>
                    <a:pt x="14926" y="4637"/>
                    <a:pt x="13744" y="3322"/>
                    <a:pt x="12545" y="2023"/>
                  </a:cubicBezTo>
                  <a:cubicBezTo>
                    <a:pt x="11928" y="1357"/>
                    <a:pt x="11266" y="350"/>
                    <a:pt x="10341" y="98"/>
                  </a:cubicBezTo>
                  <a:cubicBezTo>
                    <a:pt x="10087" y="29"/>
                    <a:pt x="9811" y="0"/>
                    <a:pt x="95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34"/>
            <p:cNvSpPr/>
            <p:nvPr/>
          </p:nvSpPr>
          <p:spPr>
            <a:xfrm>
              <a:off x="2739725" y="878000"/>
              <a:ext cx="265375" cy="114400"/>
            </a:xfrm>
            <a:custGeom>
              <a:avLst/>
              <a:gdLst/>
              <a:ahLst/>
              <a:cxnLst/>
              <a:rect l="l" t="t" r="r" b="b"/>
              <a:pathLst>
                <a:path w="10615" h="4576" extrusionOk="0">
                  <a:moveTo>
                    <a:pt x="8807" y="0"/>
                  </a:moveTo>
                  <a:cubicBezTo>
                    <a:pt x="5620" y="0"/>
                    <a:pt x="1581" y="1966"/>
                    <a:pt x="54" y="4386"/>
                  </a:cubicBezTo>
                  <a:cubicBezTo>
                    <a:pt x="1" y="4471"/>
                    <a:pt x="79" y="4576"/>
                    <a:pt x="166" y="4576"/>
                  </a:cubicBezTo>
                  <a:cubicBezTo>
                    <a:pt x="186" y="4576"/>
                    <a:pt x="207" y="4570"/>
                    <a:pt x="226" y="4558"/>
                  </a:cubicBezTo>
                  <a:cubicBezTo>
                    <a:pt x="1875" y="3508"/>
                    <a:pt x="3258" y="2278"/>
                    <a:pt x="5131" y="1591"/>
                  </a:cubicBezTo>
                  <a:cubicBezTo>
                    <a:pt x="6861" y="957"/>
                    <a:pt x="8587" y="1026"/>
                    <a:pt x="10351" y="694"/>
                  </a:cubicBezTo>
                  <a:cubicBezTo>
                    <a:pt x="10615" y="644"/>
                    <a:pt x="10595" y="242"/>
                    <a:pt x="10351" y="180"/>
                  </a:cubicBezTo>
                  <a:cubicBezTo>
                    <a:pt x="9872" y="58"/>
                    <a:pt x="9352" y="0"/>
                    <a:pt x="88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34"/>
            <p:cNvSpPr/>
            <p:nvPr/>
          </p:nvSpPr>
          <p:spPr>
            <a:xfrm>
              <a:off x="2783475" y="946275"/>
              <a:ext cx="254775" cy="113000"/>
            </a:xfrm>
            <a:custGeom>
              <a:avLst/>
              <a:gdLst/>
              <a:ahLst/>
              <a:cxnLst/>
              <a:rect l="l" t="t" r="r" b="b"/>
              <a:pathLst>
                <a:path w="10191" h="4520" extrusionOk="0">
                  <a:moveTo>
                    <a:pt x="9024" y="1"/>
                  </a:moveTo>
                  <a:cubicBezTo>
                    <a:pt x="7296" y="1"/>
                    <a:pt x="5453" y="625"/>
                    <a:pt x="3919" y="1282"/>
                  </a:cubicBezTo>
                  <a:cubicBezTo>
                    <a:pt x="2789" y="1765"/>
                    <a:pt x="261" y="2658"/>
                    <a:pt x="23" y="4060"/>
                  </a:cubicBezTo>
                  <a:cubicBezTo>
                    <a:pt x="1" y="4188"/>
                    <a:pt x="41" y="4285"/>
                    <a:pt x="145" y="4359"/>
                  </a:cubicBezTo>
                  <a:lnTo>
                    <a:pt x="328" y="4490"/>
                  </a:lnTo>
                  <a:cubicBezTo>
                    <a:pt x="356" y="4510"/>
                    <a:pt x="386" y="4519"/>
                    <a:pt x="416" y="4519"/>
                  </a:cubicBezTo>
                  <a:cubicBezTo>
                    <a:pt x="528" y="4519"/>
                    <a:pt x="634" y="4397"/>
                    <a:pt x="599" y="4281"/>
                  </a:cubicBezTo>
                  <a:cubicBezTo>
                    <a:pt x="310" y="3333"/>
                    <a:pt x="4773" y="1735"/>
                    <a:pt x="5289" y="1569"/>
                  </a:cubicBezTo>
                  <a:cubicBezTo>
                    <a:pt x="6773" y="1093"/>
                    <a:pt x="8295" y="1027"/>
                    <a:pt x="9799" y="688"/>
                  </a:cubicBezTo>
                  <a:cubicBezTo>
                    <a:pt x="10190" y="600"/>
                    <a:pt x="10059" y="73"/>
                    <a:pt x="9711" y="36"/>
                  </a:cubicBezTo>
                  <a:cubicBezTo>
                    <a:pt x="9485" y="12"/>
                    <a:pt x="9255" y="1"/>
                    <a:pt x="902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34"/>
            <p:cNvSpPr/>
            <p:nvPr/>
          </p:nvSpPr>
          <p:spPr>
            <a:xfrm>
              <a:off x="2839925" y="1007825"/>
              <a:ext cx="259925" cy="117700"/>
            </a:xfrm>
            <a:custGeom>
              <a:avLst/>
              <a:gdLst/>
              <a:ahLst/>
              <a:cxnLst/>
              <a:rect l="l" t="t" r="r" b="b"/>
              <a:pathLst>
                <a:path w="10397" h="4708" extrusionOk="0">
                  <a:moveTo>
                    <a:pt x="9045" y="1"/>
                  </a:moveTo>
                  <a:cubicBezTo>
                    <a:pt x="5729" y="1"/>
                    <a:pt x="2019" y="2104"/>
                    <a:pt x="58" y="4551"/>
                  </a:cubicBezTo>
                  <a:cubicBezTo>
                    <a:pt x="0" y="4623"/>
                    <a:pt x="54" y="4707"/>
                    <a:pt x="124" y="4707"/>
                  </a:cubicBezTo>
                  <a:cubicBezTo>
                    <a:pt x="145" y="4707"/>
                    <a:pt x="167" y="4700"/>
                    <a:pt x="188" y="4683"/>
                  </a:cubicBezTo>
                  <a:cubicBezTo>
                    <a:pt x="1738" y="3418"/>
                    <a:pt x="3324" y="2289"/>
                    <a:pt x="5224" y="1613"/>
                  </a:cubicBezTo>
                  <a:cubicBezTo>
                    <a:pt x="6821" y="1047"/>
                    <a:pt x="8433" y="1014"/>
                    <a:pt x="10074" y="712"/>
                  </a:cubicBezTo>
                  <a:cubicBezTo>
                    <a:pt x="10385" y="655"/>
                    <a:pt x="10396" y="120"/>
                    <a:pt x="10074" y="73"/>
                  </a:cubicBezTo>
                  <a:cubicBezTo>
                    <a:pt x="9737" y="24"/>
                    <a:pt x="9393" y="1"/>
                    <a:pt x="90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A683768D-C00B-43EC-83AD-9ABE48860E34}"/>
              </a:ext>
            </a:extLst>
          </p:cNvPr>
          <p:cNvSpPr txBox="1"/>
          <p:nvPr/>
        </p:nvSpPr>
        <p:spPr>
          <a:xfrm>
            <a:off x="3309703" y="697561"/>
            <a:ext cx="41553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Insert the following elements: </a:t>
            </a:r>
          </a:p>
          <a:p>
            <a:pPr algn="ctr"/>
            <a:r>
              <a:rPr lang="en-US" sz="2000" b="1" dirty="0"/>
              <a:t>5   4   6   9   1   8   3   10   7   2   11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7A4364A-9220-475C-961E-A46077715D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1045" y="1316769"/>
            <a:ext cx="3966210" cy="3255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649015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4"/>
          <p:cNvSpPr txBox="1">
            <a:spLocks noGrp="1"/>
          </p:cNvSpPr>
          <p:nvPr>
            <p:ph type="title"/>
          </p:nvPr>
        </p:nvSpPr>
        <p:spPr>
          <a:xfrm>
            <a:off x="1307759" y="947437"/>
            <a:ext cx="2939511" cy="4372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u="sng" dirty="0"/>
              <a:t>Removal</a:t>
            </a:r>
          </a:p>
        </p:txBody>
      </p:sp>
      <p:sp>
        <p:nvSpPr>
          <p:cNvPr id="234" name="Google Shape;234;p34"/>
          <p:cNvSpPr txBox="1">
            <a:spLocks noGrp="1"/>
          </p:cNvSpPr>
          <p:nvPr>
            <p:ph type="subTitle" idx="1"/>
          </p:nvPr>
        </p:nvSpPr>
        <p:spPr>
          <a:xfrm>
            <a:off x="1307759" y="531752"/>
            <a:ext cx="3439500" cy="53514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Heaps	</a:t>
            </a:r>
          </a:p>
        </p:txBody>
      </p:sp>
      <p:pic>
        <p:nvPicPr>
          <p:cNvPr id="235" name="Google Shape;235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695460">
            <a:off x="7765338" y="3361772"/>
            <a:ext cx="1241024" cy="1610463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grpSp>
        <p:nvGrpSpPr>
          <p:cNvPr id="236" name="Google Shape;236;p34"/>
          <p:cNvGrpSpPr/>
          <p:nvPr/>
        </p:nvGrpSpPr>
        <p:grpSpPr>
          <a:xfrm rot="790859">
            <a:off x="7973758" y="3964891"/>
            <a:ext cx="824184" cy="712067"/>
            <a:chOff x="2341425" y="238100"/>
            <a:chExt cx="1328900" cy="1148125"/>
          </a:xfrm>
        </p:grpSpPr>
        <p:sp>
          <p:nvSpPr>
            <p:cNvPr id="237" name="Google Shape;237;p34"/>
            <p:cNvSpPr/>
            <p:nvPr/>
          </p:nvSpPr>
          <p:spPr>
            <a:xfrm>
              <a:off x="2341425" y="238100"/>
              <a:ext cx="1328900" cy="1148125"/>
            </a:xfrm>
            <a:custGeom>
              <a:avLst/>
              <a:gdLst/>
              <a:ahLst/>
              <a:cxnLst/>
              <a:rect l="l" t="t" r="r" b="b"/>
              <a:pathLst>
                <a:path w="53156" h="45925" extrusionOk="0">
                  <a:moveTo>
                    <a:pt x="49853" y="24103"/>
                  </a:moveTo>
                  <a:cubicBezTo>
                    <a:pt x="50212" y="24609"/>
                    <a:pt x="50681" y="25003"/>
                    <a:pt x="51172" y="25380"/>
                  </a:cubicBezTo>
                  <a:cubicBezTo>
                    <a:pt x="48199" y="26540"/>
                    <a:pt x="45438" y="28144"/>
                    <a:pt x="42987" y="30206"/>
                  </a:cubicBezTo>
                  <a:cubicBezTo>
                    <a:pt x="41727" y="31264"/>
                    <a:pt x="40396" y="32510"/>
                    <a:pt x="39238" y="33887"/>
                  </a:cubicBezTo>
                  <a:cubicBezTo>
                    <a:pt x="39347" y="33688"/>
                    <a:pt x="39460" y="33491"/>
                    <a:pt x="39578" y="33301"/>
                  </a:cubicBezTo>
                  <a:cubicBezTo>
                    <a:pt x="40490" y="31831"/>
                    <a:pt x="41539" y="30449"/>
                    <a:pt x="42711" y="29176"/>
                  </a:cubicBezTo>
                  <a:cubicBezTo>
                    <a:pt x="44775" y="26932"/>
                    <a:pt x="47091" y="25229"/>
                    <a:pt x="49853" y="24103"/>
                  </a:cubicBezTo>
                  <a:close/>
                  <a:moveTo>
                    <a:pt x="35117" y="1053"/>
                  </a:moveTo>
                  <a:lnTo>
                    <a:pt x="35117" y="1053"/>
                  </a:lnTo>
                  <a:cubicBezTo>
                    <a:pt x="36710" y="1715"/>
                    <a:pt x="38294" y="4814"/>
                    <a:pt x="38992" y="5799"/>
                  </a:cubicBezTo>
                  <a:cubicBezTo>
                    <a:pt x="40312" y="7660"/>
                    <a:pt x="41633" y="9523"/>
                    <a:pt x="42954" y="11383"/>
                  </a:cubicBezTo>
                  <a:cubicBezTo>
                    <a:pt x="44182" y="13110"/>
                    <a:pt x="45421" y="14827"/>
                    <a:pt x="46633" y="16564"/>
                  </a:cubicBezTo>
                  <a:cubicBezTo>
                    <a:pt x="46650" y="16588"/>
                    <a:pt x="46667" y="16613"/>
                    <a:pt x="46685" y="16638"/>
                  </a:cubicBezTo>
                  <a:cubicBezTo>
                    <a:pt x="47623" y="18397"/>
                    <a:pt x="48600" y="20134"/>
                    <a:pt x="49618" y="21849"/>
                  </a:cubicBezTo>
                  <a:cubicBezTo>
                    <a:pt x="48693" y="22281"/>
                    <a:pt x="47744" y="23007"/>
                    <a:pt x="47214" y="23343"/>
                  </a:cubicBezTo>
                  <a:cubicBezTo>
                    <a:pt x="45320" y="24544"/>
                    <a:pt x="43587" y="25982"/>
                    <a:pt x="42057" y="27622"/>
                  </a:cubicBezTo>
                  <a:cubicBezTo>
                    <a:pt x="40592" y="29191"/>
                    <a:pt x="39304" y="30938"/>
                    <a:pt x="38281" y="32827"/>
                  </a:cubicBezTo>
                  <a:cubicBezTo>
                    <a:pt x="37877" y="33573"/>
                    <a:pt x="37271" y="34533"/>
                    <a:pt x="36981" y="35496"/>
                  </a:cubicBezTo>
                  <a:cubicBezTo>
                    <a:pt x="36328" y="34434"/>
                    <a:pt x="35635" y="33395"/>
                    <a:pt x="34953" y="32353"/>
                  </a:cubicBezTo>
                  <a:cubicBezTo>
                    <a:pt x="33450" y="30055"/>
                    <a:pt x="31915" y="27777"/>
                    <a:pt x="30347" y="25524"/>
                  </a:cubicBezTo>
                  <a:cubicBezTo>
                    <a:pt x="28841" y="23359"/>
                    <a:pt x="27306" y="21217"/>
                    <a:pt x="25741" y="19095"/>
                  </a:cubicBezTo>
                  <a:cubicBezTo>
                    <a:pt x="24508" y="17421"/>
                    <a:pt x="23256" y="15382"/>
                    <a:pt x="21757" y="13843"/>
                  </a:cubicBezTo>
                  <a:cubicBezTo>
                    <a:pt x="22758" y="10753"/>
                    <a:pt x="24747" y="8361"/>
                    <a:pt x="26903" y="5992"/>
                  </a:cubicBezTo>
                  <a:cubicBezTo>
                    <a:pt x="27357" y="5493"/>
                    <a:pt x="27826" y="4981"/>
                    <a:pt x="28315" y="4481"/>
                  </a:cubicBezTo>
                  <a:cubicBezTo>
                    <a:pt x="29626" y="3498"/>
                    <a:pt x="31045" y="2668"/>
                    <a:pt x="32551" y="2018"/>
                  </a:cubicBezTo>
                  <a:cubicBezTo>
                    <a:pt x="33121" y="1772"/>
                    <a:pt x="33780" y="1496"/>
                    <a:pt x="34476" y="1255"/>
                  </a:cubicBezTo>
                  <a:cubicBezTo>
                    <a:pt x="34702" y="1206"/>
                    <a:pt x="34932" y="1166"/>
                    <a:pt x="35161" y="1125"/>
                  </a:cubicBezTo>
                  <a:cubicBezTo>
                    <a:pt x="35147" y="1101"/>
                    <a:pt x="35132" y="1076"/>
                    <a:pt x="35117" y="1053"/>
                  </a:cubicBezTo>
                  <a:close/>
                  <a:moveTo>
                    <a:pt x="49886" y="22296"/>
                  </a:moveTo>
                  <a:cubicBezTo>
                    <a:pt x="50069" y="22601"/>
                    <a:pt x="50253" y="22905"/>
                    <a:pt x="50437" y="23208"/>
                  </a:cubicBezTo>
                  <a:cubicBezTo>
                    <a:pt x="50328" y="23239"/>
                    <a:pt x="50219" y="23270"/>
                    <a:pt x="50110" y="23305"/>
                  </a:cubicBezTo>
                  <a:cubicBezTo>
                    <a:pt x="50098" y="23304"/>
                    <a:pt x="50086" y="23303"/>
                    <a:pt x="50074" y="23303"/>
                  </a:cubicBezTo>
                  <a:cubicBezTo>
                    <a:pt x="49989" y="23303"/>
                    <a:pt x="49905" y="23334"/>
                    <a:pt x="49839" y="23390"/>
                  </a:cubicBezTo>
                  <a:cubicBezTo>
                    <a:pt x="46983" y="24343"/>
                    <a:pt x="44499" y="26352"/>
                    <a:pt x="42469" y="28520"/>
                  </a:cubicBezTo>
                  <a:cubicBezTo>
                    <a:pt x="40592" y="30525"/>
                    <a:pt x="38254" y="33305"/>
                    <a:pt x="37357" y="36095"/>
                  </a:cubicBezTo>
                  <a:cubicBezTo>
                    <a:pt x="37306" y="36011"/>
                    <a:pt x="37249" y="35923"/>
                    <a:pt x="37190" y="35830"/>
                  </a:cubicBezTo>
                  <a:cubicBezTo>
                    <a:pt x="37565" y="34416"/>
                    <a:pt x="38696" y="32821"/>
                    <a:pt x="39296" y="31878"/>
                  </a:cubicBezTo>
                  <a:cubicBezTo>
                    <a:pt x="40239" y="30393"/>
                    <a:pt x="41330" y="29005"/>
                    <a:pt x="42550" y="27739"/>
                  </a:cubicBezTo>
                  <a:cubicBezTo>
                    <a:pt x="43708" y="26537"/>
                    <a:pt x="44980" y="25451"/>
                    <a:pt x="46348" y="24494"/>
                  </a:cubicBezTo>
                  <a:cubicBezTo>
                    <a:pt x="47234" y="23875"/>
                    <a:pt x="48600" y="22828"/>
                    <a:pt x="49886" y="22296"/>
                  </a:cubicBezTo>
                  <a:close/>
                  <a:moveTo>
                    <a:pt x="20475" y="13918"/>
                  </a:moveTo>
                  <a:cubicBezTo>
                    <a:pt x="20720" y="13985"/>
                    <a:pt x="20968" y="14054"/>
                    <a:pt x="21218" y="14127"/>
                  </a:cubicBezTo>
                  <a:lnTo>
                    <a:pt x="21219" y="14127"/>
                  </a:lnTo>
                  <a:cubicBezTo>
                    <a:pt x="22265" y="15897"/>
                    <a:pt x="23782" y="17534"/>
                    <a:pt x="24979" y="19160"/>
                  </a:cubicBezTo>
                  <a:cubicBezTo>
                    <a:pt x="26409" y="21107"/>
                    <a:pt x="27816" y="23071"/>
                    <a:pt x="29199" y="25052"/>
                  </a:cubicBezTo>
                  <a:cubicBezTo>
                    <a:pt x="30581" y="27035"/>
                    <a:pt x="31937" y="29034"/>
                    <a:pt x="33269" y="31050"/>
                  </a:cubicBezTo>
                  <a:cubicBezTo>
                    <a:pt x="33874" y="31967"/>
                    <a:pt x="34473" y="32886"/>
                    <a:pt x="35069" y="33809"/>
                  </a:cubicBezTo>
                  <a:cubicBezTo>
                    <a:pt x="35425" y="34364"/>
                    <a:pt x="35780" y="34920"/>
                    <a:pt x="36133" y="35475"/>
                  </a:cubicBezTo>
                  <a:lnTo>
                    <a:pt x="36486" y="36032"/>
                  </a:lnTo>
                  <a:cubicBezTo>
                    <a:pt x="36496" y="36074"/>
                    <a:pt x="36508" y="36115"/>
                    <a:pt x="36522" y="36155"/>
                  </a:cubicBezTo>
                  <a:cubicBezTo>
                    <a:pt x="33879" y="32306"/>
                    <a:pt x="31050" y="28568"/>
                    <a:pt x="28325" y="24779"/>
                  </a:cubicBezTo>
                  <a:cubicBezTo>
                    <a:pt x="25722" y="21160"/>
                    <a:pt x="23203" y="17449"/>
                    <a:pt x="20475" y="13918"/>
                  </a:cubicBezTo>
                  <a:close/>
                  <a:moveTo>
                    <a:pt x="37953" y="37630"/>
                  </a:moveTo>
                  <a:cubicBezTo>
                    <a:pt x="37851" y="37834"/>
                    <a:pt x="37753" y="38038"/>
                    <a:pt x="37661" y="38245"/>
                  </a:cubicBezTo>
                  <a:cubicBezTo>
                    <a:pt x="37630" y="38236"/>
                    <a:pt x="37597" y="38231"/>
                    <a:pt x="37565" y="38231"/>
                  </a:cubicBezTo>
                  <a:cubicBezTo>
                    <a:pt x="37533" y="38231"/>
                    <a:pt x="37500" y="38236"/>
                    <a:pt x="37470" y="38245"/>
                  </a:cubicBezTo>
                  <a:cubicBezTo>
                    <a:pt x="37633" y="38041"/>
                    <a:pt x="37793" y="37835"/>
                    <a:pt x="37953" y="37630"/>
                  </a:cubicBezTo>
                  <a:close/>
                  <a:moveTo>
                    <a:pt x="36509" y="38717"/>
                  </a:moveTo>
                  <a:cubicBezTo>
                    <a:pt x="36518" y="38717"/>
                    <a:pt x="36527" y="38717"/>
                    <a:pt x="36536" y="38717"/>
                  </a:cubicBezTo>
                  <a:cubicBezTo>
                    <a:pt x="36609" y="38809"/>
                    <a:pt x="36720" y="38864"/>
                    <a:pt x="36837" y="38865"/>
                  </a:cubicBezTo>
                  <a:cubicBezTo>
                    <a:pt x="36596" y="38971"/>
                    <a:pt x="36282" y="39011"/>
                    <a:pt x="35935" y="39011"/>
                  </a:cubicBezTo>
                  <a:cubicBezTo>
                    <a:pt x="35451" y="39011"/>
                    <a:pt x="34904" y="38934"/>
                    <a:pt x="34409" y="38856"/>
                  </a:cubicBezTo>
                  <a:cubicBezTo>
                    <a:pt x="35105" y="38764"/>
                    <a:pt x="35807" y="38717"/>
                    <a:pt x="36509" y="38717"/>
                  </a:cubicBezTo>
                  <a:close/>
                  <a:moveTo>
                    <a:pt x="15183" y="13113"/>
                  </a:moveTo>
                  <a:cubicBezTo>
                    <a:pt x="16769" y="13113"/>
                    <a:pt x="18319" y="13366"/>
                    <a:pt x="19934" y="13775"/>
                  </a:cubicBezTo>
                  <a:cubicBezTo>
                    <a:pt x="22531" y="17699"/>
                    <a:pt x="25404" y="21460"/>
                    <a:pt x="28149" y="25276"/>
                  </a:cubicBezTo>
                  <a:cubicBezTo>
                    <a:pt x="30879" y="29073"/>
                    <a:pt x="33528" y="32953"/>
                    <a:pt x="36351" y="36684"/>
                  </a:cubicBezTo>
                  <a:cubicBezTo>
                    <a:pt x="34542" y="35843"/>
                    <a:pt x="32568" y="35460"/>
                    <a:pt x="30570" y="35460"/>
                  </a:cubicBezTo>
                  <a:cubicBezTo>
                    <a:pt x="26406" y="35460"/>
                    <a:pt x="22142" y="37123"/>
                    <a:pt x="19074" y="39757"/>
                  </a:cubicBezTo>
                  <a:cubicBezTo>
                    <a:pt x="13793" y="32214"/>
                    <a:pt x="8154" y="24943"/>
                    <a:pt x="2157" y="17945"/>
                  </a:cubicBezTo>
                  <a:lnTo>
                    <a:pt x="2159" y="17945"/>
                  </a:lnTo>
                  <a:cubicBezTo>
                    <a:pt x="5055" y="16227"/>
                    <a:pt x="8015" y="14530"/>
                    <a:pt x="11283" y="13642"/>
                  </a:cubicBezTo>
                  <a:cubicBezTo>
                    <a:pt x="12638" y="13273"/>
                    <a:pt x="13922" y="13113"/>
                    <a:pt x="15183" y="13113"/>
                  </a:cubicBezTo>
                  <a:close/>
                  <a:moveTo>
                    <a:pt x="2578" y="20435"/>
                  </a:moveTo>
                  <a:cubicBezTo>
                    <a:pt x="8168" y="27062"/>
                    <a:pt x="13443" y="33937"/>
                    <a:pt x="18402" y="41058"/>
                  </a:cubicBezTo>
                  <a:cubicBezTo>
                    <a:pt x="18543" y="41262"/>
                    <a:pt x="18758" y="41377"/>
                    <a:pt x="18977" y="41377"/>
                  </a:cubicBezTo>
                  <a:cubicBezTo>
                    <a:pt x="19133" y="41377"/>
                    <a:pt x="19292" y="41318"/>
                    <a:pt x="19427" y="41190"/>
                  </a:cubicBezTo>
                  <a:cubicBezTo>
                    <a:pt x="21632" y="39103"/>
                    <a:pt x="24333" y="37693"/>
                    <a:pt x="27314" y="37090"/>
                  </a:cubicBezTo>
                  <a:cubicBezTo>
                    <a:pt x="28284" y="36894"/>
                    <a:pt x="29226" y="36809"/>
                    <a:pt x="30154" y="36809"/>
                  </a:cubicBezTo>
                  <a:cubicBezTo>
                    <a:pt x="30890" y="36809"/>
                    <a:pt x="31618" y="36863"/>
                    <a:pt x="32345" y="36959"/>
                  </a:cubicBezTo>
                  <a:cubicBezTo>
                    <a:pt x="32139" y="36996"/>
                    <a:pt x="31934" y="37038"/>
                    <a:pt x="31726" y="37085"/>
                  </a:cubicBezTo>
                  <a:cubicBezTo>
                    <a:pt x="29702" y="37535"/>
                    <a:pt x="27672" y="38191"/>
                    <a:pt x="25741" y="38939"/>
                  </a:cubicBezTo>
                  <a:cubicBezTo>
                    <a:pt x="24060" y="39590"/>
                    <a:pt x="22425" y="40379"/>
                    <a:pt x="20975" y="41459"/>
                  </a:cubicBezTo>
                  <a:cubicBezTo>
                    <a:pt x="20335" y="41934"/>
                    <a:pt x="18892" y="42836"/>
                    <a:pt x="18616" y="43758"/>
                  </a:cubicBezTo>
                  <a:cubicBezTo>
                    <a:pt x="15797" y="39642"/>
                    <a:pt x="12269" y="35871"/>
                    <a:pt x="9131" y="31993"/>
                  </a:cubicBezTo>
                  <a:cubicBezTo>
                    <a:pt x="7537" y="30022"/>
                    <a:pt x="5941" y="28055"/>
                    <a:pt x="4343" y="26088"/>
                  </a:cubicBezTo>
                  <a:cubicBezTo>
                    <a:pt x="3509" y="25063"/>
                    <a:pt x="2360" y="24025"/>
                    <a:pt x="1726" y="22872"/>
                  </a:cubicBezTo>
                  <a:lnTo>
                    <a:pt x="1290" y="22336"/>
                  </a:lnTo>
                  <a:cubicBezTo>
                    <a:pt x="1365" y="21812"/>
                    <a:pt x="1612" y="21399"/>
                    <a:pt x="2027" y="21097"/>
                  </a:cubicBezTo>
                  <a:cubicBezTo>
                    <a:pt x="2191" y="20870"/>
                    <a:pt x="2390" y="20654"/>
                    <a:pt x="2578" y="20435"/>
                  </a:cubicBezTo>
                  <a:close/>
                  <a:moveTo>
                    <a:pt x="34214" y="37438"/>
                  </a:moveTo>
                  <a:cubicBezTo>
                    <a:pt x="34480" y="37438"/>
                    <a:pt x="34745" y="37450"/>
                    <a:pt x="35009" y="37476"/>
                  </a:cubicBezTo>
                  <a:cubicBezTo>
                    <a:pt x="35056" y="37488"/>
                    <a:pt x="35104" y="37502"/>
                    <a:pt x="35153" y="37514"/>
                  </a:cubicBezTo>
                  <a:cubicBezTo>
                    <a:pt x="32341" y="37733"/>
                    <a:pt x="29659" y="38637"/>
                    <a:pt x="27141" y="39965"/>
                  </a:cubicBezTo>
                  <a:cubicBezTo>
                    <a:pt x="25564" y="40797"/>
                    <a:pt x="24060" y="41771"/>
                    <a:pt x="22625" y="42823"/>
                  </a:cubicBezTo>
                  <a:cubicBezTo>
                    <a:pt x="22053" y="43241"/>
                    <a:pt x="21266" y="44080"/>
                    <a:pt x="20621" y="44360"/>
                  </a:cubicBezTo>
                  <a:cubicBezTo>
                    <a:pt x="20405" y="44454"/>
                    <a:pt x="20198" y="44493"/>
                    <a:pt x="19997" y="44493"/>
                  </a:cubicBezTo>
                  <a:cubicBezTo>
                    <a:pt x="19802" y="44493"/>
                    <a:pt x="19613" y="44456"/>
                    <a:pt x="19427" y="44400"/>
                  </a:cubicBezTo>
                  <a:cubicBezTo>
                    <a:pt x="19434" y="44391"/>
                    <a:pt x="19440" y="44386"/>
                    <a:pt x="19448" y="44377"/>
                  </a:cubicBezTo>
                  <a:cubicBezTo>
                    <a:pt x="19593" y="44198"/>
                    <a:pt x="19599" y="43995"/>
                    <a:pt x="19448" y="43814"/>
                  </a:cubicBezTo>
                  <a:lnTo>
                    <a:pt x="19430" y="43792"/>
                  </a:lnTo>
                  <a:cubicBezTo>
                    <a:pt x="19697" y="43721"/>
                    <a:pt x="19911" y="43553"/>
                    <a:pt x="20074" y="43287"/>
                  </a:cubicBezTo>
                  <a:cubicBezTo>
                    <a:pt x="20320" y="43038"/>
                    <a:pt x="20576" y="42801"/>
                    <a:pt x="20843" y="42573"/>
                  </a:cubicBezTo>
                  <a:cubicBezTo>
                    <a:pt x="21485" y="42027"/>
                    <a:pt x="22180" y="41552"/>
                    <a:pt x="22907" y="41126"/>
                  </a:cubicBezTo>
                  <a:cubicBezTo>
                    <a:pt x="24188" y="40374"/>
                    <a:pt x="25559" y="39793"/>
                    <a:pt x="26955" y="39291"/>
                  </a:cubicBezTo>
                  <a:cubicBezTo>
                    <a:pt x="29199" y="38484"/>
                    <a:pt x="31750" y="37438"/>
                    <a:pt x="34214" y="37438"/>
                  </a:cubicBezTo>
                  <a:close/>
                  <a:moveTo>
                    <a:pt x="34842" y="0"/>
                  </a:moveTo>
                  <a:cubicBezTo>
                    <a:pt x="34343" y="0"/>
                    <a:pt x="33867" y="188"/>
                    <a:pt x="33507" y="630"/>
                  </a:cubicBezTo>
                  <a:cubicBezTo>
                    <a:pt x="31447" y="1151"/>
                    <a:pt x="29512" y="2015"/>
                    <a:pt x="27862" y="3526"/>
                  </a:cubicBezTo>
                  <a:cubicBezTo>
                    <a:pt x="27217" y="4115"/>
                    <a:pt x="26496" y="4800"/>
                    <a:pt x="25773" y="5555"/>
                  </a:cubicBezTo>
                  <a:cubicBezTo>
                    <a:pt x="23620" y="7604"/>
                    <a:pt x="21769" y="10148"/>
                    <a:pt x="20875" y="12916"/>
                  </a:cubicBezTo>
                  <a:cubicBezTo>
                    <a:pt x="19359" y="12052"/>
                    <a:pt x="17538" y="11727"/>
                    <a:pt x="15721" y="11727"/>
                  </a:cubicBezTo>
                  <a:cubicBezTo>
                    <a:pt x="14356" y="11727"/>
                    <a:pt x="12994" y="11911"/>
                    <a:pt x="11766" y="12185"/>
                  </a:cubicBezTo>
                  <a:cubicBezTo>
                    <a:pt x="7819" y="13067"/>
                    <a:pt x="4277" y="15176"/>
                    <a:pt x="838" y="17217"/>
                  </a:cubicBezTo>
                  <a:cubicBezTo>
                    <a:pt x="458" y="17444"/>
                    <a:pt x="436" y="17923"/>
                    <a:pt x="707" y="18237"/>
                  </a:cubicBezTo>
                  <a:cubicBezTo>
                    <a:pt x="1244" y="18859"/>
                    <a:pt x="1774" y="19488"/>
                    <a:pt x="2305" y="20116"/>
                  </a:cubicBezTo>
                  <a:cubicBezTo>
                    <a:pt x="1441" y="20484"/>
                    <a:pt x="862" y="21064"/>
                    <a:pt x="197" y="21811"/>
                  </a:cubicBezTo>
                  <a:cubicBezTo>
                    <a:pt x="77" y="21947"/>
                    <a:pt x="0" y="22200"/>
                    <a:pt x="127" y="22363"/>
                  </a:cubicBezTo>
                  <a:cubicBezTo>
                    <a:pt x="2951" y="26054"/>
                    <a:pt x="5928" y="29634"/>
                    <a:pt x="8843" y="33254"/>
                  </a:cubicBezTo>
                  <a:cubicBezTo>
                    <a:pt x="11749" y="36861"/>
                    <a:pt x="14485" y="40794"/>
                    <a:pt x="17652" y="44182"/>
                  </a:cubicBezTo>
                  <a:cubicBezTo>
                    <a:pt x="17664" y="44208"/>
                    <a:pt x="17679" y="44232"/>
                    <a:pt x="17699" y="44255"/>
                  </a:cubicBezTo>
                  <a:cubicBezTo>
                    <a:pt x="18282" y="44908"/>
                    <a:pt x="19219" y="45924"/>
                    <a:pt x="20167" y="45924"/>
                  </a:cubicBezTo>
                  <a:cubicBezTo>
                    <a:pt x="20277" y="45924"/>
                    <a:pt x="20387" y="45910"/>
                    <a:pt x="20497" y="45881"/>
                  </a:cubicBezTo>
                  <a:cubicBezTo>
                    <a:pt x="21148" y="45708"/>
                    <a:pt x="21757" y="44978"/>
                    <a:pt x="22286" y="44585"/>
                  </a:cubicBezTo>
                  <a:cubicBezTo>
                    <a:pt x="23162" y="43935"/>
                    <a:pt x="24053" y="43304"/>
                    <a:pt x="24965" y="42705"/>
                  </a:cubicBezTo>
                  <a:cubicBezTo>
                    <a:pt x="27366" y="41130"/>
                    <a:pt x="29934" y="39829"/>
                    <a:pt x="32678" y="39174"/>
                  </a:cubicBezTo>
                  <a:cubicBezTo>
                    <a:pt x="32752" y="39177"/>
                    <a:pt x="32826" y="39174"/>
                    <a:pt x="32900" y="39178"/>
                  </a:cubicBezTo>
                  <a:cubicBezTo>
                    <a:pt x="34054" y="39233"/>
                    <a:pt x="35153" y="39648"/>
                    <a:pt x="36288" y="39715"/>
                  </a:cubicBezTo>
                  <a:cubicBezTo>
                    <a:pt x="36337" y="39718"/>
                    <a:pt x="36385" y="39720"/>
                    <a:pt x="36433" y="39720"/>
                  </a:cubicBezTo>
                  <a:cubicBezTo>
                    <a:pt x="37209" y="39720"/>
                    <a:pt x="37750" y="39337"/>
                    <a:pt x="37827" y="38540"/>
                  </a:cubicBezTo>
                  <a:cubicBezTo>
                    <a:pt x="39593" y="36201"/>
                    <a:pt x="41115" y="33792"/>
                    <a:pt x="43273" y="31744"/>
                  </a:cubicBezTo>
                  <a:cubicBezTo>
                    <a:pt x="44449" y="30626"/>
                    <a:pt x="45716" y="29608"/>
                    <a:pt x="47060" y="28698"/>
                  </a:cubicBezTo>
                  <a:cubicBezTo>
                    <a:pt x="47079" y="28686"/>
                    <a:pt x="47099" y="28675"/>
                    <a:pt x="47118" y="28662"/>
                  </a:cubicBezTo>
                  <a:cubicBezTo>
                    <a:pt x="48826" y="27633"/>
                    <a:pt x="50637" y="26785"/>
                    <a:pt x="52524" y="26133"/>
                  </a:cubicBezTo>
                  <a:cubicBezTo>
                    <a:pt x="52902" y="26003"/>
                    <a:pt x="53156" y="25447"/>
                    <a:pt x="52785" y="25145"/>
                  </a:cubicBezTo>
                  <a:cubicBezTo>
                    <a:pt x="52171" y="24648"/>
                    <a:pt x="51613" y="24099"/>
                    <a:pt x="50959" y="23696"/>
                  </a:cubicBezTo>
                  <a:cubicBezTo>
                    <a:pt x="51006" y="23680"/>
                    <a:pt x="51050" y="23660"/>
                    <a:pt x="51097" y="23645"/>
                  </a:cubicBezTo>
                  <a:cubicBezTo>
                    <a:pt x="51251" y="23594"/>
                    <a:pt x="51309" y="23468"/>
                    <a:pt x="51300" y="23347"/>
                  </a:cubicBezTo>
                  <a:cubicBezTo>
                    <a:pt x="51345" y="23292"/>
                    <a:pt x="51376" y="23227"/>
                    <a:pt x="51391" y="23158"/>
                  </a:cubicBezTo>
                  <a:cubicBezTo>
                    <a:pt x="51657" y="23086"/>
                    <a:pt x="51868" y="22805"/>
                    <a:pt x="51676" y="22507"/>
                  </a:cubicBezTo>
                  <a:cubicBezTo>
                    <a:pt x="51561" y="22326"/>
                    <a:pt x="51447" y="22144"/>
                    <a:pt x="51333" y="21962"/>
                  </a:cubicBezTo>
                  <a:cubicBezTo>
                    <a:pt x="51345" y="21962"/>
                    <a:pt x="51359" y="21961"/>
                    <a:pt x="51371" y="21961"/>
                  </a:cubicBezTo>
                  <a:cubicBezTo>
                    <a:pt x="51374" y="21961"/>
                    <a:pt x="51377" y="21961"/>
                    <a:pt x="51379" y="21961"/>
                  </a:cubicBezTo>
                  <a:cubicBezTo>
                    <a:pt x="51539" y="21961"/>
                    <a:pt x="51585" y="21737"/>
                    <a:pt x="51453" y="21658"/>
                  </a:cubicBezTo>
                  <a:cubicBezTo>
                    <a:pt x="51333" y="21585"/>
                    <a:pt x="51198" y="21544"/>
                    <a:pt x="51056" y="21524"/>
                  </a:cubicBezTo>
                  <a:cubicBezTo>
                    <a:pt x="50796" y="21108"/>
                    <a:pt x="50546" y="20689"/>
                    <a:pt x="50290" y="20269"/>
                  </a:cubicBezTo>
                  <a:cubicBezTo>
                    <a:pt x="50030" y="19581"/>
                    <a:pt x="49589" y="18953"/>
                    <a:pt x="49191" y="18312"/>
                  </a:cubicBezTo>
                  <a:cubicBezTo>
                    <a:pt x="48421" y="17077"/>
                    <a:pt x="47572" y="15893"/>
                    <a:pt x="46728" y="14709"/>
                  </a:cubicBezTo>
                  <a:cubicBezTo>
                    <a:pt x="45005" y="12292"/>
                    <a:pt x="43280" y="9876"/>
                    <a:pt x="41551" y="7464"/>
                  </a:cubicBezTo>
                  <a:cubicBezTo>
                    <a:pt x="40019" y="5325"/>
                    <a:pt x="38618" y="2783"/>
                    <a:pt x="36781" y="897"/>
                  </a:cubicBezTo>
                  <a:cubicBezTo>
                    <a:pt x="36255" y="356"/>
                    <a:pt x="35527" y="0"/>
                    <a:pt x="348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34"/>
            <p:cNvSpPr/>
            <p:nvPr/>
          </p:nvSpPr>
          <p:spPr>
            <a:xfrm>
              <a:off x="2990175" y="381350"/>
              <a:ext cx="254450" cy="209600"/>
            </a:xfrm>
            <a:custGeom>
              <a:avLst/>
              <a:gdLst/>
              <a:ahLst/>
              <a:cxnLst/>
              <a:rect l="l" t="t" r="r" b="b"/>
              <a:pathLst>
                <a:path w="10178" h="8384" extrusionOk="0">
                  <a:moveTo>
                    <a:pt x="9489" y="1"/>
                  </a:moveTo>
                  <a:cubicBezTo>
                    <a:pt x="9460" y="1"/>
                    <a:pt x="9430" y="3"/>
                    <a:pt x="9398" y="7"/>
                  </a:cubicBezTo>
                  <a:cubicBezTo>
                    <a:pt x="5315" y="589"/>
                    <a:pt x="1324" y="4315"/>
                    <a:pt x="48" y="8144"/>
                  </a:cubicBezTo>
                  <a:cubicBezTo>
                    <a:pt x="1" y="8286"/>
                    <a:pt x="119" y="8384"/>
                    <a:pt x="239" y="8384"/>
                  </a:cubicBezTo>
                  <a:cubicBezTo>
                    <a:pt x="302" y="8384"/>
                    <a:pt x="366" y="8357"/>
                    <a:pt x="406" y="8294"/>
                  </a:cubicBezTo>
                  <a:cubicBezTo>
                    <a:pt x="1475" y="6637"/>
                    <a:pt x="2632" y="5068"/>
                    <a:pt x="4157" y="3799"/>
                  </a:cubicBezTo>
                  <a:cubicBezTo>
                    <a:pt x="5839" y="2399"/>
                    <a:pt x="7661" y="1727"/>
                    <a:pt x="9647" y="909"/>
                  </a:cubicBezTo>
                  <a:cubicBezTo>
                    <a:pt x="10177" y="691"/>
                    <a:pt x="10017" y="1"/>
                    <a:pt x="948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34"/>
            <p:cNvSpPr/>
            <p:nvPr/>
          </p:nvSpPr>
          <p:spPr>
            <a:xfrm>
              <a:off x="3026350" y="441550"/>
              <a:ext cx="247225" cy="201350"/>
            </a:xfrm>
            <a:custGeom>
              <a:avLst/>
              <a:gdLst/>
              <a:ahLst/>
              <a:cxnLst/>
              <a:rect l="l" t="t" r="r" b="b"/>
              <a:pathLst>
                <a:path w="9889" h="8054" extrusionOk="0">
                  <a:moveTo>
                    <a:pt x="9472" y="1"/>
                  </a:moveTo>
                  <a:cubicBezTo>
                    <a:pt x="9466" y="1"/>
                    <a:pt x="9460" y="1"/>
                    <a:pt x="9454" y="1"/>
                  </a:cubicBezTo>
                  <a:cubicBezTo>
                    <a:pt x="5735" y="204"/>
                    <a:pt x="1142" y="4281"/>
                    <a:pt x="59" y="7752"/>
                  </a:cubicBezTo>
                  <a:cubicBezTo>
                    <a:pt x="0" y="7941"/>
                    <a:pt x="141" y="8053"/>
                    <a:pt x="292" y="8053"/>
                  </a:cubicBezTo>
                  <a:cubicBezTo>
                    <a:pt x="375" y="8053"/>
                    <a:pt x="460" y="8019"/>
                    <a:pt x="517" y="7945"/>
                  </a:cubicBezTo>
                  <a:cubicBezTo>
                    <a:pt x="1756" y="6329"/>
                    <a:pt x="2771" y="4701"/>
                    <a:pt x="4382" y="3401"/>
                  </a:cubicBezTo>
                  <a:cubicBezTo>
                    <a:pt x="6005" y="2092"/>
                    <a:pt x="7844" y="1590"/>
                    <a:pt x="9618" y="609"/>
                  </a:cubicBezTo>
                  <a:cubicBezTo>
                    <a:pt x="9889" y="460"/>
                    <a:pt x="9783" y="1"/>
                    <a:pt x="94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34"/>
            <p:cNvSpPr/>
            <p:nvPr/>
          </p:nvSpPr>
          <p:spPr>
            <a:xfrm>
              <a:off x="3172850" y="661350"/>
              <a:ext cx="224850" cy="198300"/>
            </a:xfrm>
            <a:custGeom>
              <a:avLst/>
              <a:gdLst/>
              <a:ahLst/>
              <a:cxnLst/>
              <a:rect l="l" t="t" r="r" b="b"/>
              <a:pathLst>
                <a:path w="8994" h="7932" extrusionOk="0">
                  <a:moveTo>
                    <a:pt x="8456" y="0"/>
                  </a:moveTo>
                  <a:cubicBezTo>
                    <a:pt x="8425" y="0"/>
                    <a:pt x="8392" y="4"/>
                    <a:pt x="8358" y="11"/>
                  </a:cubicBezTo>
                  <a:cubicBezTo>
                    <a:pt x="5106" y="738"/>
                    <a:pt x="1076" y="4402"/>
                    <a:pt x="60" y="7579"/>
                  </a:cubicBezTo>
                  <a:cubicBezTo>
                    <a:pt x="1" y="7765"/>
                    <a:pt x="174" y="7931"/>
                    <a:pt x="343" y="7931"/>
                  </a:cubicBezTo>
                  <a:cubicBezTo>
                    <a:pt x="409" y="7931"/>
                    <a:pt x="474" y="7907"/>
                    <a:pt x="524" y="7849"/>
                  </a:cubicBezTo>
                  <a:cubicBezTo>
                    <a:pt x="1689" y="6518"/>
                    <a:pt x="2590" y="5030"/>
                    <a:pt x="3913" y="3818"/>
                  </a:cubicBezTo>
                  <a:cubicBezTo>
                    <a:pt x="5371" y="2483"/>
                    <a:pt x="7047" y="1783"/>
                    <a:pt x="8657" y="718"/>
                  </a:cubicBezTo>
                  <a:cubicBezTo>
                    <a:pt x="8993" y="494"/>
                    <a:pt x="8826" y="0"/>
                    <a:pt x="84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34"/>
            <p:cNvSpPr/>
            <p:nvPr/>
          </p:nvSpPr>
          <p:spPr>
            <a:xfrm>
              <a:off x="3219000" y="725650"/>
              <a:ext cx="226500" cy="215375"/>
            </a:xfrm>
            <a:custGeom>
              <a:avLst/>
              <a:gdLst/>
              <a:ahLst/>
              <a:cxnLst/>
              <a:rect l="l" t="t" r="r" b="b"/>
              <a:pathLst>
                <a:path w="9060" h="8615" extrusionOk="0">
                  <a:moveTo>
                    <a:pt x="8466" y="1"/>
                  </a:moveTo>
                  <a:cubicBezTo>
                    <a:pt x="8403" y="1"/>
                    <a:pt x="8336" y="16"/>
                    <a:pt x="8267" y="50"/>
                  </a:cubicBezTo>
                  <a:cubicBezTo>
                    <a:pt x="6348" y="1017"/>
                    <a:pt x="4571" y="2396"/>
                    <a:pt x="3025" y="3882"/>
                  </a:cubicBezTo>
                  <a:cubicBezTo>
                    <a:pt x="1836" y="5024"/>
                    <a:pt x="0" y="6568"/>
                    <a:pt x="62" y="8367"/>
                  </a:cubicBezTo>
                  <a:cubicBezTo>
                    <a:pt x="66" y="8507"/>
                    <a:pt x="206" y="8614"/>
                    <a:pt x="335" y="8614"/>
                  </a:cubicBezTo>
                  <a:cubicBezTo>
                    <a:pt x="409" y="8614"/>
                    <a:pt x="480" y="8578"/>
                    <a:pt x="518" y="8491"/>
                  </a:cubicBezTo>
                  <a:cubicBezTo>
                    <a:pt x="2016" y="5007"/>
                    <a:pt x="5594" y="2708"/>
                    <a:pt x="8679" y="755"/>
                  </a:cubicBezTo>
                  <a:cubicBezTo>
                    <a:pt x="9059" y="514"/>
                    <a:pt x="8832" y="1"/>
                    <a:pt x="84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34"/>
            <p:cNvSpPr/>
            <p:nvPr/>
          </p:nvSpPr>
          <p:spPr>
            <a:xfrm>
              <a:off x="2528200" y="658025"/>
              <a:ext cx="405900" cy="260600"/>
            </a:xfrm>
            <a:custGeom>
              <a:avLst/>
              <a:gdLst/>
              <a:ahLst/>
              <a:cxnLst/>
              <a:rect l="l" t="t" r="r" b="b"/>
              <a:pathLst>
                <a:path w="16236" h="10424" extrusionOk="0">
                  <a:moveTo>
                    <a:pt x="1382" y="2708"/>
                  </a:moveTo>
                  <a:cubicBezTo>
                    <a:pt x="2705" y="4465"/>
                    <a:pt x="4361" y="5818"/>
                    <a:pt x="5564" y="7549"/>
                  </a:cubicBezTo>
                  <a:cubicBezTo>
                    <a:pt x="5049" y="7000"/>
                    <a:pt x="4518" y="6467"/>
                    <a:pt x="3972" y="5947"/>
                  </a:cubicBezTo>
                  <a:cubicBezTo>
                    <a:pt x="3369" y="5370"/>
                    <a:pt x="2751" y="4825"/>
                    <a:pt x="2113" y="4299"/>
                  </a:cubicBezTo>
                  <a:cubicBezTo>
                    <a:pt x="2286" y="4264"/>
                    <a:pt x="2405" y="4031"/>
                    <a:pt x="2251" y="3877"/>
                  </a:cubicBezTo>
                  <a:cubicBezTo>
                    <a:pt x="1869" y="3498"/>
                    <a:pt x="1454" y="3168"/>
                    <a:pt x="1030" y="2840"/>
                  </a:cubicBezTo>
                  <a:lnTo>
                    <a:pt x="1382" y="2708"/>
                  </a:lnTo>
                  <a:close/>
                  <a:moveTo>
                    <a:pt x="9295" y="739"/>
                  </a:moveTo>
                  <a:cubicBezTo>
                    <a:pt x="10900" y="739"/>
                    <a:pt x="11714" y="2042"/>
                    <a:pt x="12738" y="3153"/>
                  </a:cubicBezTo>
                  <a:cubicBezTo>
                    <a:pt x="13607" y="4096"/>
                    <a:pt x="14464" y="5049"/>
                    <a:pt x="15310" y="6013"/>
                  </a:cubicBezTo>
                  <a:cubicBezTo>
                    <a:pt x="13936" y="6363"/>
                    <a:pt x="12589" y="6790"/>
                    <a:pt x="11275" y="7331"/>
                  </a:cubicBezTo>
                  <a:cubicBezTo>
                    <a:pt x="10703" y="7567"/>
                    <a:pt x="10139" y="7820"/>
                    <a:pt x="9583" y="8091"/>
                  </a:cubicBezTo>
                  <a:cubicBezTo>
                    <a:pt x="9104" y="8323"/>
                    <a:pt x="7997" y="9216"/>
                    <a:pt x="7494" y="9216"/>
                  </a:cubicBezTo>
                  <a:cubicBezTo>
                    <a:pt x="7280" y="9214"/>
                    <a:pt x="7087" y="9143"/>
                    <a:pt x="6911" y="9028"/>
                  </a:cubicBezTo>
                  <a:cubicBezTo>
                    <a:pt x="5976" y="6497"/>
                    <a:pt x="3660" y="4237"/>
                    <a:pt x="1564" y="2642"/>
                  </a:cubicBezTo>
                  <a:cubicBezTo>
                    <a:pt x="3992" y="1737"/>
                    <a:pt x="6804" y="749"/>
                    <a:pt x="9284" y="739"/>
                  </a:cubicBezTo>
                  <a:cubicBezTo>
                    <a:pt x="9288" y="739"/>
                    <a:pt x="9291" y="739"/>
                    <a:pt x="9295" y="739"/>
                  </a:cubicBezTo>
                  <a:close/>
                  <a:moveTo>
                    <a:pt x="9522" y="0"/>
                  </a:moveTo>
                  <a:cubicBezTo>
                    <a:pt x="8353" y="0"/>
                    <a:pt x="6970" y="475"/>
                    <a:pt x="5977" y="700"/>
                  </a:cubicBezTo>
                  <a:cubicBezTo>
                    <a:pt x="4041" y="1140"/>
                    <a:pt x="2155" y="1729"/>
                    <a:pt x="300" y="2432"/>
                  </a:cubicBezTo>
                  <a:cubicBezTo>
                    <a:pt x="25" y="2536"/>
                    <a:pt x="1" y="2846"/>
                    <a:pt x="223" y="3018"/>
                  </a:cubicBezTo>
                  <a:cubicBezTo>
                    <a:pt x="702" y="3388"/>
                    <a:pt x="1169" y="3763"/>
                    <a:pt x="1673" y="4093"/>
                  </a:cubicBezTo>
                  <a:cubicBezTo>
                    <a:pt x="3491" y="5760"/>
                    <a:pt x="5144" y="7550"/>
                    <a:pt x="6623" y="9541"/>
                  </a:cubicBezTo>
                  <a:cubicBezTo>
                    <a:pt x="6713" y="9781"/>
                    <a:pt x="6797" y="10028"/>
                    <a:pt x="6867" y="10287"/>
                  </a:cubicBezTo>
                  <a:cubicBezTo>
                    <a:pt x="6892" y="10382"/>
                    <a:pt x="6963" y="10423"/>
                    <a:pt x="7035" y="10423"/>
                  </a:cubicBezTo>
                  <a:cubicBezTo>
                    <a:pt x="7146" y="10423"/>
                    <a:pt x="7261" y="10329"/>
                    <a:pt x="7234" y="10186"/>
                  </a:cubicBezTo>
                  <a:cubicBezTo>
                    <a:pt x="7224" y="10130"/>
                    <a:pt x="7207" y="10076"/>
                    <a:pt x="7196" y="10021"/>
                  </a:cubicBezTo>
                  <a:cubicBezTo>
                    <a:pt x="7219" y="10016"/>
                    <a:pt x="7243" y="10009"/>
                    <a:pt x="7264" y="9998"/>
                  </a:cubicBezTo>
                  <a:cubicBezTo>
                    <a:pt x="9998" y="8390"/>
                    <a:pt x="12869" y="7216"/>
                    <a:pt x="15954" y="6481"/>
                  </a:cubicBezTo>
                  <a:cubicBezTo>
                    <a:pt x="16193" y="6424"/>
                    <a:pt x="16235" y="6133"/>
                    <a:pt x="16091" y="5967"/>
                  </a:cubicBezTo>
                  <a:cubicBezTo>
                    <a:pt x="14926" y="4637"/>
                    <a:pt x="13744" y="3322"/>
                    <a:pt x="12545" y="2023"/>
                  </a:cubicBezTo>
                  <a:cubicBezTo>
                    <a:pt x="11928" y="1357"/>
                    <a:pt x="11266" y="350"/>
                    <a:pt x="10341" y="98"/>
                  </a:cubicBezTo>
                  <a:cubicBezTo>
                    <a:pt x="10087" y="29"/>
                    <a:pt x="9811" y="0"/>
                    <a:pt x="95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34"/>
            <p:cNvSpPr/>
            <p:nvPr/>
          </p:nvSpPr>
          <p:spPr>
            <a:xfrm>
              <a:off x="2739725" y="878000"/>
              <a:ext cx="265375" cy="114400"/>
            </a:xfrm>
            <a:custGeom>
              <a:avLst/>
              <a:gdLst/>
              <a:ahLst/>
              <a:cxnLst/>
              <a:rect l="l" t="t" r="r" b="b"/>
              <a:pathLst>
                <a:path w="10615" h="4576" extrusionOk="0">
                  <a:moveTo>
                    <a:pt x="8807" y="0"/>
                  </a:moveTo>
                  <a:cubicBezTo>
                    <a:pt x="5620" y="0"/>
                    <a:pt x="1581" y="1966"/>
                    <a:pt x="54" y="4386"/>
                  </a:cubicBezTo>
                  <a:cubicBezTo>
                    <a:pt x="1" y="4471"/>
                    <a:pt x="79" y="4576"/>
                    <a:pt x="166" y="4576"/>
                  </a:cubicBezTo>
                  <a:cubicBezTo>
                    <a:pt x="186" y="4576"/>
                    <a:pt x="207" y="4570"/>
                    <a:pt x="226" y="4558"/>
                  </a:cubicBezTo>
                  <a:cubicBezTo>
                    <a:pt x="1875" y="3508"/>
                    <a:pt x="3258" y="2278"/>
                    <a:pt x="5131" y="1591"/>
                  </a:cubicBezTo>
                  <a:cubicBezTo>
                    <a:pt x="6861" y="957"/>
                    <a:pt x="8587" y="1026"/>
                    <a:pt x="10351" y="694"/>
                  </a:cubicBezTo>
                  <a:cubicBezTo>
                    <a:pt x="10615" y="644"/>
                    <a:pt x="10595" y="242"/>
                    <a:pt x="10351" y="180"/>
                  </a:cubicBezTo>
                  <a:cubicBezTo>
                    <a:pt x="9872" y="58"/>
                    <a:pt x="9352" y="0"/>
                    <a:pt x="88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34"/>
            <p:cNvSpPr/>
            <p:nvPr/>
          </p:nvSpPr>
          <p:spPr>
            <a:xfrm>
              <a:off x="2783475" y="946275"/>
              <a:ext cx="254775" cy="113000"/>
            </a:xfrm>
            <a:custGeom>
              <a:avLst/>
              <a:gdLst/>
              <a:ahLst/>
              <a:cxnLst/>
              <a:rect l="l" t="t" r="r" b="b"/>
              <a:pathLst>
                <a:path w="10191" h="4520" extrusionOk="0">
                  <a:moveTo>
                    <a:pt x="9024" y="1"/>
                  </a:moveTo>
                  <a:cubicBezTo>
                    <a:pt x="7296" y="1"/>
                    <a:pt x="5453" y="625"/>
                    <a:pt x="3919" y="1282"/>
                  </a:cubicBezTo>
                  <a:cubicBezTo>
                    <a:pt x="2789" y="1765"/>
                    <a:pt x="261" y="2658"/>
                    <a:pt x="23" y="4060"/>
                  </a:cubicBezTo>
                  <a:cubicBezTo>
                    <a:pt x="1" y="4188"/>
                    <a:pt x="41" y="4285"/>
                    <a:pt x="145" y="4359"/>
                  </a:cubicBezTo>
                  <a:lnTo>
                    <a:pt x="328" y="4490"/>
                  </a:lnTo>
                  <a:cubicBezTo>
                    <a:pt x="356" y="4510"/>
                    <a:pt x="386" y="4519"/>
                    <a:pt x="416" y="4519"/>
                  </a:cubicBezTo>
                  <a:cubicBezTo>
                    <a:pt x="528" y="4519"/>
                    <a:pt x="634" y="4397"/>
                    <a:pt x="599" y="4281"/>
                  </a:cubicBezTo>
                  <a:cubicBezTo>
                    <a:pt x="310" y="3333"/>
                    <a:pt x="4773" y="1735"/>
                    <a:pt x="5289" y="1569"/>
                  </a:cubicBezTo>
                  <a:cubicBezTo>
                    <a:pt x="6773" y="1093"/>
                    <a:pt x="8295" y="1027"/>
                    <a:pt x="9799" y="688"/>
                  </a:cubicBezTo>
                  <a:cubicBezTo>
                    <a:pt x="10190" y="600"/>
                    <a:pt x="10059" y="73"/>
                    <a:pt x="9711" y="36"/>
                  </a:cubicBezTo>
                  <a:cubicBezTo>
                    <a:pt x="9485" y="12"/>
                    <a:pt x="9255" y="1"/>
                    <a:pt x="902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34"/>
            <p:cNvSpPr/>
            <p:nvPr/>
          </p:nvSpPr>
          <p:spPr>
            <a:xfrm>
              <a:off x="2839925" y="1007825"/>
              <a:ext cx="259925" cy="117700"/>
            </a:xfrm>
            <a:custGeom>
              <a:avLst/>
              <a:gdLst/>
              <a:ahLst/>
              <a:cxnLst/>
              <a:rect l="l" t="t" r="r" b="b"/>
              <a:pathLst>
                <a:path w="10397" h="4708" extrusionOk="0">
                  <a:moveTo>
                    <a:pt x="9045" y="1"/>
                  </a:moveTo>
                  <a:cubicBezTo>
                    <a:pt x="5729" y="1"/>
                    <a:pt x="2019" y="2104"/>
                    <a:pt x="58" y="4551"/>
                  </a:cubicBezTo>
                  <a:cubicBezTo>
                    <a:pt x="0" y="4623"/>
                    <a:pt x="54" y="4707"/>
                    <a:pt x="124" y="4707"/>
                  </a:cubicBezTo>
                  <a:cubicBezTo>
                    <a:pt x="145" y="4707"/>
                    <a:pt x="167" y="4700"/>
                    <a:pt x="188" y="4683"/>
                  </a:cubicBezTo>
                  <a:cubicBezTo>
                    <a:pt x="1738" y="3418"/>
                    <a:pt x="3324" y="2289"/>
                    <a:pt x="5224" y="1613"/>
                  </a:cubicBezTo>
                  <a:cubicBezTo>
                    <a:pt x="6821" y="1047"/>
                    <a:pt x="8433" y="1014"/>
                    <a:pt x="10074" y="712"/>
                  </a:cubicBezTo>
                  <a:cubicBezTo>
                    <a:pt x="10385" y="655"/>
                    <a:pt x="10396" y="120"/>
                    <a:pt x="10074" y="73"/>
                  </a:cubicBezTo>
                  <a:cubicBezTo>
                    <a:pt x="9737" y="24"/>
                    <a:pt x="9393" y="1"/>
                    <a:pt x="90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7D6BDD0E-CC0C-4640-AD28-0CF64FA79E89}"/>
              </a:ext>
            </a:extLst>
          </p:cNvPr>
          <p:cNvSpPr txBox="1"/>
          <p:nvPr/>
        </p:nvSpPr>
        <p:spPr>
          <a:xfrm>
            <a:off x="1554360" y="1448365"/>
            <a:ext cx="6686961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400" dirty="0">
                <a:latin typeface="Roboto Mono Medium" panose="020B0604020202020204" charset="0"/>
                <a:ea typeface="Roboto Mono Medium" panose="020B0604020202020204" charset="0"/>
              </a:rPr>
              <a:t>	Removal means removing the node with the maximum/minimum key. This node is always the root, so removing it is easy. The root is always at index 0 of the heap array.</a:t>
            </a:r>
          </a:p>
          <a:p>
            <a:pPr algn="just"/>
            <a:endParaRPr lang="en-US" sz="1400" dirty="0">
              <a:latin typeface="Roboto Mono Medium" panose="020B0604020202020204" charset="0"/>
              <a:ea typeface="Roboto Mono Medium" panose="020B0604020202020204" charset="0"/>
            </a:endParaRPr>
          </a:p>
          <a:p>
            <a:pPr algn="just"/>
            <a:r>
              <a:rPr lang="en-US" sz="1400" b="1" dirty="0">
                <a:latin typeface="Roboto Mono Medium" panose="020B0604020202020204" charset="0"/>
                <a:ea typeface="Roboto Mono Medium" panose="020B0604020202020204" charset="0"/>
              </a:rPr>
              <a:t>	</a:t>
            </a:r>
            <a:r>
              <a:rPr lang="en-US" sz="1400" b="1" dirty="0" err="1">
                <a:solidFill>
                  <a:srgbClr val="C00000"/>
                </a:solidFill>
                <a:latin typeface="Roboto Mono Medium" panose="020B0604020202020204" charset="0"/>
                <a:ea typeface="Roboto Mono Medium" panose="020B0604020202020204" charset="0"/>
              </a:rPr>
              <a:t>maxNode</a:t>
            </a:r>
            <a:r>
              <a:rPr lang="en-US" sz="1400" b="1" dirty="0">
                <a:solidFill>
                  <a:srgbClr val="C00000"/>
                </a:solidFill>
                <a:latin typeface="Roboto Mono Medium" panose="020B0604020202020204" charset="0"/>
                <a:ea typeface="Roboto Mono Medium" panose="020B0604020202020204" charset="0"/>
              </a:rPr>
              <a:t> = </a:t>
            </a:r>
            <a:r>
              <a:rPr lang="en-US" sz="1400" b="1" dirty="0" err="1">
                <a:solidFill>
                  <a:srgbClr val="C00000"/>
                </a:solidFill>
                <a:latin typeface="Roboto Mono Medium" panose="020B0604020202020204" charset="0"/>
                <a:ea typeface="Roboto Mono Medium" panose="020B0604020202020204" charset="0"/>
              </a:rPr>
              <a:t>heapArray</a:t>
            </a:r>
            <a:r>
              <a:rPr lang="en-US" sz="1400" b="1" dirty="0">
                <a:solidFill>
                  <a:srgbClr val="C00000"/>
                </a:solidFill>
                <a:latin typeface="Roboto Mono Medium" panose="020B0604020202020204" charset="0"/>
                <a:ea typeface="Roboto Mono Medium" panose="020B0604020202020204" charset="0"/>
              </a:rPr>
              <a:t>[0];</a:t>
            </a:r>
          </a:p>
          <a:p>
            <a:pPr algn="just"/>
            <a:endParaRPr lang="en-US" sz="1400" b="1" dirty="0">
              <a:latin typeface="Roboto Mono Medium" panose="020B0604020202020204" charset="0"/>
              <a:ea typeface="Roboto Mono Medium" panose="020B0604020202020204" charset="0"/>
            </a:endParaRPr>
          </a:p>
          <a:p>
            <a:pPr algn="just"/>
            <a:r>
              <a:rPr lang="en-US" sz="1400" dirty="0">
                <a:latin typeface="Roboto Mono Medium" panose="020B0604020202020204" charset="0"/>
                <a:ea typeface="Roboto Mono Medium" panose="020B0604020202020204" charset="0"/>
              </a:rPr>
              <a:t>	The problem is that once the root is gone, the tree is no longer complete; there’s an empty cell. This “hole” must be filled in. We could shift all the elements in the array down one cell, but there’s a much faster approach.</a:t>
            </a:r>
            <a:endParaRPr lang="en-US" sz="1400" b="1" dirty="0">
              <a:latin typeface="Roboto Mono Medium" panose="020B0604020202020204" charset="0"/>
              <a:ea typeface="Roboto Mono Medium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61859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4"/>
          <p:cNvSpPr txBox="1">
            <a:spLocks noGrp="1"/>
          </p:cNvSpPr>
          <p:nvPr>
            <p:ph type="title"/>
          </p:nvPr>
        </p:nvSpPr>
        <p:spPr>
          <a:xfrm>
            <a:off x="1307759" y="947437"/>
            <a:ext cx="2939511" cy="4372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u="sng" dirty="0"/>
              <a:t>Removal</a:t>
            </a:r>
          </a:p>
        </p:txBody>
      </p:sp>
      <p:sp>
        <p:nvSpPr>
          <p:cNvPr id="234" name="Google Shape;234;p34"/>
          <p:cNvSpPr txBox="1">
            <a:spLocks noGrp="1"/>
          </p:cNvSpPr>
          <p:nvPr>
            <p:ph type="subTitle" idx="1"/>
          </p:nvPr>
        </p:nvSpPr>
        <p:spPr>
          <a:xfrm>
            <a:off x="1307759" y="531752"/>
            <a:ext cx="3439500" cy="53514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Heaps	</a:t>
            </a:r>
          </a:p>
        </p:txBody>
      </p:sp>
      <p:pic>
        <p:nvPicPr>
          <p:cNvPr id="235" name="Google Shape;235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695460">
            <a:off x="7765338" y="3361772"/>
            <a:ext cx="1241024" cy="1610463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grpSp>
        <p:nvGrpSpPr>
          <p:cNvPr id="236" name="Google Shape;236;p34"/>
          <p:cNvGrpSpPr/>
          <p:nvPr/>
        </p:nvGrpSpPr>
        <p:grpSpPr>
          <a:xfrm rot="790859">
            <a:off x="7973758" y="3964891"/>
            <a:ext cx="824184" cy="712067"/>
            <a:chOff x="2341425" y="238100"/>
            <a:chExt cx="1328900" cy="1148125"/>
          </a:xfrm>
        </p:grpSpPr>
        <p:sp>
          <p:nvSpPr>
            <p:cNvPr id="237" name="Google Shape;237;p34"/>
            <p:cNvSpPr/>
            <p:nvPr/>
          </p:nvSpPr>
          <p:spPr>
            <a:xfrm>
              <a:off x="2341425" y="238100"/>
              <a:ext cx="1328900" cy="1148125"/>
            </a:xfrm>
            <a:custGeom>
              <a:avLst/>
              <a:gdLst/>
              <a:ahLst/>
              <a:cxnLst/>
              <a:rect l="l" t="t" r="r" b="b"/>
              <a:pathLst>
                <a:path w="53156" h="45925" extrusionOk="0">
                  <a:moveTo>
                    <a:pt x="49853" y="24103"/>
                  </a:moveTo>
                  <a:cubicBezTo>
                    <a:pt x="50212" y="24609"/>
                    <a:pt x="50681" y="25003"/>
                    <a:pt x="51172" y="25380"/>
                  </a:cubicBezTo>
                  <a:cubicBezTo>
                    <a:pt x="48199" y="26540"/>
                    <a:pt x="45438" y="28144"/>
                    <a:pt x="42987" y="30206"/>
                  </a:cubicBezTo>
                  <a:cubicBezTo>
                    <a:pt x="41727" y="31264"/>
                    <a:pt x="40396" y="32510"/>
                    <a:pt x="39238" y="33887"/>
                  </a:cubicBezTo>
                  <a:cubicBezTo>
                    <a:pt x="39347" y="33688"/>
                    <a:pt x="39460" y="33491"/>
                    <a:pt x="39578" y="33301"/>
                  </a:cubicBezTo>
                  <a:cubicBezTo>
                    <a:pt x="40490" y="31831"/>
                    <a:pt x="41539" y="30449"/>
                    <a:pt x="42711" y="29176"/>
                  </a:cubicBezTo>
                  <a:cubicBezTo>
                    <a:pt x="44775" y="26932"/>
                    <a:pt x="47091" y="25229"/>
                    <a:pt x="49853" y="24103"/>
                  </a:cubicBezTo>
                  <a:close/>
                  <a:moveTo>
                    <a:pt x="35117" y="1053"/>
                  </a:moveTo>
                  <a:lnTo>
                    <a:pt x="35117" y="1053"/>
                  </a:lnTo>
                  <a:cubicBezTo>
                    <a:pt x="36710" y="1715"/>
                    <a:pt x="38294" y="4814"/>
                    <a:pt x="38992" y="5799"/>
                  </a:cubicBezTo>
                  <a:cubicBezTo>
                    <a:pt x="40312" y="7660"/>
                    <a:pt x="41633" y="9523"/>
                    <a:pt x="42954" y="11383"/>
                  </a:cubicBezTo>
                  <a:cubicBezTo>
                    <a:pt x="44182" y="13110"/>
                    <a:pt x="45421" y="14827"/>
                    <a:pt x="46633" y="16564"/>
                  </a:cubicBezTo>
                  <a:cubicBezTo>
                    <a:pt x="46650" y="16588"/>
                    <a:pt x="46667" y="16613"/>
                    <a:pt x="46685" y="16638"/>
                  </a:cubicBezTo>
                  <a:cubicBezTo>
                    <a:pt x="47623" y="18397"/>
                    <a:pt x="48600" y="20134"/>
                    <a:pt x="49618" y="21849"/>
                  </a:cubicBezTo>
                  <a:cubicBezTo>
                    <a:pt x="48693" y="22281"/>
                    <a:pt x="47744" y="23007"/>
                    <a:pt x="47214" y="23343"/>
                  </a:cubicBezTo>
                  <a:cubicBezTo>
                    <a:pt x="45320" y="24544"/>
                    <a:pt x="43587" y="25982"/>
                    <a:pt x="42057" y="27622"/>
                  </a:cubicBezTo>
                  <a:cubicBezTo>
                    <a:pt x="40592" y="29191"/>
                    <a:pt x="39304" y="30938"/>
                    <a:pt x="38281" y="32827"/>
                  </a:cubicBezTo>
                  <a:cubicBezTo>
                    <a:pt x="37877" y="33573"/>
                    <a:pt x="37271" y="34533"/>
                    <a:pt x="36981" y="35496"/>
                  </a:cubicBezTo>
                  <a:cubicBezTo>
                    <a:pt x="36328" y="34434"/>
                    <a:pt x="35635" y="33395"/>
                    <a:pt x="34953" y="32353"/>
                  </a:cubicBezTo>
                  <a:cubicBezTo>
                    <a:pt x="33450" y="30055"/>
                    <a:pt x="31915" y="27777"/>
                    <a:pt x="30347" y="25524"/>
                  </a:cubicBezTo>
                  <a:cubicBezTo>
                    <a:pt x="28841" y="23359"/>
                    <a:pt x="27306" y="21217"/>
                    <a:pt x="25741" y="19095"/>
                  </a:cubicBezTo>
                  <a:cubicBezTo>
                    <a:pt x="24508" y="17421"/>
                    <a:pt x="23256" y="15382"/>
                    <a:pt x="21757" y="13843"/>
                  </a:cubicBezTo>
                  <a:cubicBezTo>
                    <a:pt x="22758" y="10753"/>
                    <a:pt x="24747" y="8361"/>
                    <a:pt x="26903" y="5992"/>
                  </a:cubicBezTo>
                  <a:cubicBezTo>
                    <a:pt x="27357" y="5493"/>
                    <a:pt x="27826" y="4981"/>
                    <a:pt x="28315" y="4481"/>
                  </a:cubicBezTo>
                  <a:cubicBezTo>
                    <a:pt x="29626" y="3498"/>
                    <a:pt x="31045" y="2668"/>
                    <a:pt x="32551" y="2018"/>
                  </a:cubicBezTo>
                  <a:cubicBezTo>
                    <a:pt x="33121" y="1772"/>
                    <a:pt x="33780" y="1496"/>
                    <a:pt x="34476" y="1255"/>
                  </a:cubicBezTo>
                  <a:cubicBezTo>
                    <a:pt x="34702" y="1206"/>
                    <a:pt x="34932" y="1166"/>
                    <a:pt x="35161" y="1125"/>
                  </a:cubicBezTo>
                  <a:cubicBezTo>
                    <a:pt x="35147" y="1101"/>
                    <a:pt x="35132" y="1076"/>
                    <a:pt x="35117" y="1053"/>
                  </a:cubicBezTo>
                  <a:close/>
                  <a:moveTo>
                    <a:pt x="49886" y="22296"/>
                  </a:moveTo>
                  <a:cubicBezTo>
                    <a:pt x="50069" y="22601"/>
                    <a:pt x="50253" y="22905"/>
                    <a:pt x="50437" y="23208"/>
                  </a:cubicBezTo>
                  <a:cubicBezTo>
                    <a:pt x="50328" y="23239"/>
                    <a:pt x="50219" y="23270"/>
                    <a:pt x="50110" y="23305"/>
                  </a:cubicBezTo>
                  <a:cubicBezTo>
                    <a:pt x="50098" y="23304"/>
                    <a:pt x="50086" y="23303"/>
                    <a:pt x="50074" y="23303"/>
                  </a:cubicBezTo>
                  <a:cubicBezTo>
                    <a:pt x="49989" y="23303"/>
                    <a:pt x="49905" y="23334"/>
                    <a:pt x="49839" y="23390"/>
                  </a:cubicBezTo>
                  <a:cubicBezTo>
                    <a:pt x="46983" y="24343"/>
                    <a:pt x="44499" y="26352"/>
                    <a:pt x="42469" y="28520"/>
                  </a:cubicBezTo>
                  <a:cubicBezTo>
                    <a:pt x="40592" y="30525"/>
                    <a:pt x="38254" y="33305"/>
                    <a:pt x="37357" y="36095"/>
                  </a:cubicBezTo>
                  <a:cubicBezTo>
                    <a:pt x="37306" y="36011"/>
                    <a:pt x="37249" y="35923"/>
                    <a:pt x="37190" y="35830"/>
                  </a:cubicBezTo>
                  <a:cubicBezTo>
                    <a:pt x="37565" y="34416"/>
                    <a:pt x="38696" y="32821"/>
                    <a:pt x="39296" y="31878"/>
                  </a:cubicBezTo>
                  <a:cubicBezTo>
                    <a:pt x="40239" y="30393"/>
                    <a:pt x="41330" y="29005"/>
                    <a:pt x="42550" y="27739"/>
                  </a:cubicBezTo>
                  <a:cubicBezTo>
                    <a:pt x="43708" y="26537"/>
                    <a:pt x="44980" y="25451"/>
                    <a:pt x="46348" y="24494"/>
                  </a:cubicBezTo>
                  <a:cubicBezTo>
                    <a:pt x="47234" y="23875"/>
                    <a:pt x="48600" y="22828"/>
                    <a:pt x="49886" y="22296"/>
                  </a:cubicBezTo>
                  <a:close/>
                  <a:moveTo>
                    <a:pt x="20475" y="13918"/>
                  </a:moveTo>
                  <a:cubicBezTo>
                    <a:pt x="20720" y="13985"/>
                    <a:pt x="20968" y="14054"/>
                    <a:pt x="21218" y="14127"/>
                  </a:cubicBezTo>
                  <a:lnTo>
                    <a:pt x="21219" y="14127"/>
                  </a:lnTo>
                  <a:cubicBezTo>
                    <a:pt x="22265" y="15897"/>
                    <a:pt x="23782" y="17534"/>
                    <a:pt x="24979" y="19160"/>
                  </a:cubicBezTo>
                  <a:cubicBezTo>
                    <a:pt x="26409" y="21107"/>
                    <a:pt x="27816" y="23071"/>
                    <a:pt x="29199" y="25052"/>
                  </a:cubicBezTo>
                  <a:cubicBezTo>
                    <a:pt x="30581" y="27035"/>
                    <a:pt x="31937" y="29034"/>
                    <a:pt x="33269" y="31050"/>
                  </a:cubicBezTo>
                  <a:cubicBezTo>
                    <a:pt x="33874" y="31967"/>
                    <a:pt x="34473" y="32886"/>
                    <a:pt x="35069" y="33809"/>
                  </a:cubicBezTo>
                  <a:cubicBezTo>
                    <a:pt x="35425" y="34364"/>
                    <a:pt x="35780" y="34920"/>
                    <a:pt x="36133" y="35475"/>
                  </a:cubicBezTo>
                  <a:lnTo>
                    <a:pt x="36486" y="36032"/>
                  </a:lnTo>
                  <a:cubicBezTo>
                    <a:pt x="36496" y="36074"/>
                    <a:pt x="36508" y="36115"/>
                    <a:pt x="36522" y="36155"/>
                  </a:cubicBezTo>
                  <a:cubicBezTo>
                    <a:pt x="33879" y="32306"/>
                    <a:pt x="31050" y="28568"/>
                    <a:pt x="28325" y="24779"/>
                  </a:cubicBezTo>
                  <a:cubicBezTo>
                    <a:pt x="25722" y="21160"/>
                    <a:pt x="23203" y="17449"/>
                    <a:pt x="20475" y="13918"/>
                  </a:cubicBezTo>
                  <a:close/>
                  <a:moveTo>
                    <a:pt x="37953" y="37630"/>
                  </a:moveTo>
                  <a:cubicBezTo>
                    <a:pt x="37851" y="37834"/>
                    <a:pt x="37753" y="38038"/>
                    <a:pt x="37661" y="38245"/>
                  </a:cubicBezTo>
                  <a:cubicBezTo>
                    <a:pt x="37630" y="38236"/>
                    <a:pt x="37597" y="38231"/>
                    <a:pt x="37565" y="38231"/>
                  </a:cubicBezTo>
                  <a:cubicBezTo>
                    <a:pt x="37533" y="38231"/>
                    <a:pt x="37500" y="38236"/>
                    <a:pt x="37470" y="38245"/>
                  </a:cubicBezTo>
                  <a:cubicBezTo>
                    <a:pt x="37633" y="38041"/>
                    <a:pt x="37793" y="37835"/>
                    <a:pt x="37953" y="37630"/>
                  </a:cubicBezTo>
                  <a:close/>
                  <a:moveTo>
                    <a:pt x="36509" y="38717"/>
                  </a:moveTo>
                  <a:cubicBezTo>
                    <a:pt x="36518" y="38717"/>
                    <a:pt x="36527" y="38717"/>
                    <a:pt x="36536" y="38717"/>
                  </a:cubicBezTo>
                  <a:cubicBezTo>
                    <a:pt x="36609" y="38809"/>
                    <a:pt x="36720" y="38864"/>
                    <a:pt x="36837" y="38865"/>
                  </a:cubicBezTo>
                  <a:cubicBezTo>
                    <a:pt x="36596" y="38971"/>
                    <a:pt x="36282" y="39011"/>
                    <a:pt x="35935" y="39011"/>
                  </a:cubicBezTo>
                  <a:cubicBezTo>
                    <a:pt x="35451" y="39011"/>
                    <a:pt x="34904" y="38934"/>
                    <a:pt x="34409" y="38856"/>
                  </a:cubicBezTo>
                  <a:cubicBezTo>
                    <a:pt x="35105" y="38764"/>
                    <a:pt x="35807" y="38717"/>
                    <a:pt x="36509" y="38717"/>
                  </a:cubicBezTo>
                  <a:close/>
                  <a:moveTo>
                    <a:pt x="15183" y="13113"/>
                  </a:moveTo>
                  <a:cubicBezTo>
                    <a:pt x="16769" y="13113"/>
                    <a:pt x="18319" y="13366"/>
                    <a:pt x="19934" y="13775"/>
                  </a:cubicBezTo>
                  <a:cubicBezTo>
                    <a:pt x="22531" y="17699"/>
                    <a:pt x="25404" y="21460"/>
                    <a:pt x="28149" y="25276"/>
                  </a:cubicBezTo>
                  <a:cubicBezTo>
                    <a:pt x="30879" y="29073"/>
                    <a:pt x="33528" y="32953"/>
                    <a:pt x="36351" y="36684"/>
                  </a:cubicBezTo>
                  <a:cubicBezTo>
                    <a:pt x="34542" y="35843"/>
                    <a:pt x="32568" y="35460"/>
                    <a:pt x="30570" y="35460"/>
                  </a:cubicBezTo>
                  <a:cubicBezTo>
                    <a:pt x="26406" y="35460"/>
                    <a:pt x="22142" y="37123"/>
                    <a:pt x="19074" y="39757"/>
                  </a:cubicBezTo>
                  <a:cubicBezTo>
                    <a:pt x="13793" y="32214"/>
                    <a:pt x="8154" y="24943"/>
                    <a:pt x="2157" y="17945"/>
                  </a:cubicBezTo>
                  <a:lnTo>
                    <a:pt x="2159" y="17945"/>
                  </a:lnTo>
                  <a:cubicBezTo>
                    <a:pt x="5055" y="16227"/>
                    <a:pt x="8015" y="14530"/>
                    <a:pt x="11283" y="13642"/>
                  </a:cubicBezTo>
                  <a:cubicBezTo>
                    <a:pt x="12638" y="13273"/>
                    <a:pt x="13922" y="13113"/>
                    <a:pt x="15183" y="13113"/>
                  </a:cubicBezTo>
                  <a:close/>
                  <a:moveTo>
                    <a:pt x="2578" y="20435"/>
                  </a:moveTo>
                  <a:cubicBezTo>
                    <a:pt x="8168" y="27062"/>
                    <a:pt x="13443" y="33937"/>
                    <a:pt x="18402" y="41058"/>
                  </a:cubicBezTo>
                  <a:cubicBezTo>
                    <a:pt x="18543" y="41262"/>
                    <a:pt x="18758" y="41377"/>
                    <a:pt x="18977" y="41377"/>
                  </a:cubicBezTo>
                  <a:cubicBezTo>
                    <a:pt x="19133" y="41377"/>
                    <a:pt x="19292" y="41318"/>
                    <a:pt x="19427" y="41190"/>
                  </a:cubicBezTo>
                  <a:cubicBezTo>
                    <a:pt x="21632" y="39103"/>
                    <a:pt x="24333" y="37693"/>
                    <a:pt x="27314" y="37090"/>
                  </a:cubicBezTo>
                  <a:cubicBezTo>
                    <a:pt x="28284" y="36894"/>
                    <a:pt x="29226" y="36809"/>
                    <a:pt x="30154" y="36809"/>
                  </a:cubicBezTo>
                  <a:cubicBezTo>
                    <a:pt x="30890" y="36809"/>
                    <a:pt x="31618" y="36863"/>
                    <a:pt x="32345" y="36959"/>
                  </a:cubicBezTo>
                  <a:cubicBezTo>
                    <a:pt x="32139" y="36996"/>
                    <a:pt x="31934" y="37038"/>
                    <a:pt x="31726" y="37085"/>
                  </a:cubicBezTo>
                  <a:cubicBezTo>
                    <a:pt x="29702" y="37535"/>
                    <a:pt x="27672" y="38191"/>
                    <a:pt x="25741" y="38939"/>
                  </a:cubicBezTo>
                  <a:cubicBezTo>
                    <a:pt x="24060" y="39590"/>
                    <a:pt x="22425" y="40379"/>
                    <a:pt x="20975" y="41459"/>
                  </a:cubicBezTo>
                  <a:cubicBezTo>
                    <a:pt x="20335" y="41934"/>
                    <a:pt x="18892" y="42836"/>
                    <a:pt x="18616" y="43758"/>
                  </a:cubicBezTo>
                  <a:cubicBezTo>
                    <a:pt x="15797" y="39642"/>
                    <a:pt x="12269" y="35871"/>
                    <a:pt x="9131" y="31993"/>
                  </a:cubicBezTo>
                  <a:cubicBezTo>
                    <a:pt x="7537" y="30022"/>
                    <a:pt x="5941" y="28055"/>
                    <a:pt x="4343" y="26088"/>
                  </a:cubicBezTo>
                  <a:cubicBezTo>
                    <a:pt x="3509" y="25063"/>
                    <a:pt x="2360" y="24025"/>
                    <a:pt x="1726" y="22872"/>
                  </a:cubicBezTo>
                  <a:lnTo>
                    <a:pt x="1290" y="22336"/>
                  </a:lnTo>
                  <a:cubicBezTo>
                    <a:pt x="1365" y="21812"/>
                    <a:pt x="1612" y="21399"/>
                    <a:pt x="2027" y="21097"/>
                  </a:cubicBezTo>
                  <a:cubicBezTo>
                    <a:pt x="2191" y="20870"/>
                    <a:pt x="2390" y="20654"/>
                    <a:pt x="2578" y="20435"/>
                  </a:cubicBezTo>
                  <a:close/>
                  <a:moveTo>
                    <a:pt x="34214" y="37438"/>
                  </a:moveTo>
                  <a:cubicBezTo>
                    <a:pt x="34480" y="37438"/>
                    <a:pt x="34745" y="37450"/>
                    <a:pt x="35009" y="37476"/>
                  </a:cubicBezTo>
                  <a:cubicBezTo>
                    <a:pt x="35056" y="37488"/>
                    <a:pt x="35104" y="37502"/>
                    <a:pt x="35153" y="37514"/>
                  </a:cubicBezTo>
                  <a:cubicBezTo>
                    <a:pt x="32341" y="37733"/>
                    <a:pt x="29659" y="38637"/>
                    <a:pt x="27141" y="39965"/>
                  </a:cubicBezTo>
                  <a:cubicBezTo>
                    <a:pt x="25564" y="40797"/>
                    <a:pt x="24060" y="41771"/>
                    <a:pt x="22625" y="42823"/>
                  </a:cubicBezTo>
                  <a:cubicBezTo>
                    <a:pt x="22053" y="43241"/>
                    <a:pt x="21266" y="44080"/>
                    <a:pt x="20621" y="44360"/>
                  </a:cubicBezTo>
                  <a:cubicBezTo>
                    <a:pt x="20405" y="44454"/>
                    <a:pt x="20198" y="44493"/>
                    <a:pt x="19997" y="44493"/>
                  </a:cubicBezTo>
                  <a:cubicBezTo>
                    <a:pt x="19802" y="44493"/>
                    <a:pt x="19613" y="44456"/>
                    <a:pt x="19427" y="44400"/>
                  </a:cubicBezTo>
                  <a:cubicBezTo>
                    <a:pt x="19434" y="44391"/>
                    <a:pt x="19440" y="44386"/>
                    <a:pt x="19448" y="44377"/>
                  </a:cubicBezTo>
                  <a:cubicBezTo>
                    <a:pt x="19593" y="44198"/>
                    <a:pt x="19599" y="43995"/>
                    <a:pt x="19448" y="43814"/>
                  </a:cubicBezTo>
                  <a:lnTo>
                    <a:pt x="19430" y="43792"/>
                  </a:lnTo>
                  <a:cubicBezTo>
                    <a:pt x="19697" y="43721"/>
                    <a:pt x="19911" y="43553"/>
                    <a:pt x="20074" y="43287"/>
                  </a:cubicBezTo>
                  <a:cubicBezTo>
                    <a:pt x="20320" y="43038"/>
                    <a:pt x="20576" y="42801"/>
                    <a:pt x="20843" y="42573"/>
                  </a:cubicBezTo>
                  <a:cubicBezTo>
                    <a:pt x="21485" y="42027"/>
                    <a:pt x="22180" y="41552"/>
                    <a:pt x="22907" y="41126"/>
                  </a:cubicBezTo>
                  <a:cubicBezTo>
                    <a:pt x="24188" y="40374"/>
                    <a:pt x="25559" y="39793"/>
                    <a:pt x="26955" y="39291"/>
                  </a:cubicBezTo>
                  <a:cubicBezTo>
                    <a:pt x="29199" y="38484"/>
                    <a:pt x="31750" y="37438"/>
                    <a:pt x="34214" y="37438"/>
                  </a:cubicBezTo>
                  <a:close/>
                  <a:moveTo>
                    <a:pt x="34842" y="0"/>
                  </a:moveTo>
                  <a:cubicBezTo>
                    <a:pt x="34343" y="0"/>
                    <a:pt x="33867" y="188"/>
                    <a:pt x="33507" y="630"/>
                  </a:cubicBezTo>
                  <a:cubicBezTo>
                    <a:pt x="31447" y="1151"/>
                    <a:pt x="29512" y="2015"/>
                    <a:pt x="27862" y="3526"/>
                  </a:cubicBezTo>
                  <a:cubicBezTo>
                    <a:pt x="27217" y="4115"/>
                    <a:pt x="26496" y="4800"/>
                    <a:pt x="25773" y="5555"/>
                  </a:cubicBezTo>
                  <a:cubicBezTo>
                    <a:pt x="23620" y="7604"/>
                    <a:pt x="21769" y="10148"/>
                    <a:pt x="20875" y="12916"/>
                  </a:cubicBezTo>
                  <a:cubicBezTo>
                    <a:pt x="19359" y="12052"/>
                    <a:pt x="17538" y="11727"/>
                    <a:pt x="15721" y="11727"/>
                  </a:cubicBezTo>
                  <a:cubicBezTo>
                    <a:pt x="14356" y="11727"/>
                    <a:pt x="12994" y="11911"/>
                    <a:pt x="11766" y="12185"/>
                  </a:cubicBezTo>
                  <a:cubicBezTo>
                    <a:pt x="7819" y="13067"/>
                    <a:pt x="4277" y="15176"/>
                    <a:pt x="838" y="17217"/>
                  </a:cubicBezTo>
                  <a:cubicBezTo>
                    <a:pt x="458" y="17444"/>
                    <a:pt x="436" y="17923"/>
                    <a:pt x="707" y="18237"/>
                  </a:cubicBezTo>
                  <a:cubicBezTo>
                    <a:pt x="1244" y="18859"/>
                    <a:pt x="1774" y="19488"/>
                    <a:pt x="2305" y="20116"/>
                  </a:cubicBezTo>
                  <a:cubicBezTo>
                    <a:pt x="1441" y="20484"/>
                    <a:pt x="862" y="21064"/>
                    <a:pt x="197" y="21811"/>
                  </a:cubicBezTo>
                  <a:cubicBezTo>
                    <a:pt x="77" y="21947"/>
                    <a:pt x="0" y="22200"/>
                    <a:pt x="127" y="22363"/>
                  </a:cubicBezTo>
                  <a:cubicBezTo>
                    <a:pt x="2951" y="26054"/>
                    <a:pt x="5928" y="29634"/>
                    <a:pt x="8843" y="33254"/>
                  </a:cubicBezTo>
                  <a:cubicBezTo>
                    <a:pt x="11749" y="36861"/>
                    <a:pt x="14485" y="40794"/>
                    <a:pt x="17652" y="44182"/>
                  </a:cubicBezTo>
                  <a:cubicBezTo>
                    <a:pt x="17664" y="44208"/>
                    <a:pt x="17679" y="44232"/>
                    <a:pt x="17699" y="44255"/>
                  </a:cubicBezTo>
                  <a:cubicBezTo>
                    <a:pt x="18282" y="44908"/>
                    <a:pt x="19219" y="45924"/>
                    <a:pt x="20167" y="45924"/>
                  </a:cubicBezTo>
                  <a:cubicBezTo>
                    <a:pt x="20277" y="45924"/>
                    <a:pt x="20387" y="45910"/>
                    <a:pt x="20497" y="45881"/>
                  </a:cubicBezTo>
                  <a:cubicBezTo>
                    <a:pt x="21148" y="45708"/>
                    <a:pt x="21757" y="44978"/>
                    <a:pt x="22286" y="44585"/>
                  </a:cubicBezTo>
                  <a:cubicBezTo>
                    <a:pt x="23162" y="43935"/>
                    <a:pt x="24053" y="43304"/>
                    <a:pt x="24965" y="42705"/>
                  </a:cubicBezTo>
                  <a:cubicBezTo>
                    <a:pt x="27366" y="41130"/>
                    <a:pt x="29934" y="39829"/>
                    <a:pt x="32678" y="39174"/>
                  </a:cubicBezTo>
                  <a:cubicBezTo>
                    <a:pt x="32752" y="39177"/>
                    <a:pt x="32826" y="39174"/>
                    <a:pt x="32900" y="39178"/>
                  </a:cubicBezTo>
                  <a:cubicBezTo>
                    <a:pt x="34054" y="39233"/>
                    <a:pt x="35153" y="39648"/>
                    <a:pt x="36288" y="39715"/>
                  </a:cubicBezTo>
                  <a:cubicBezTo>
                    <a:pt x="36337" y="39718"/>
                    <a:pt x="36385" y="39720"/>
                    <a:pt x="36433" y="39720"/>
                  </a:cubicBezTo>
                  <a:cubicBezTo>
                    <a:pt x="37209" y="39720"/>
                    <a:pt x="37750" y="39337"/>
                    <a:pt x="37827" y="38540"/>
                  </a:cubicBezTo>
                  <a:cubicBezTo>
                    <a:pt x="39593" y="36201"/>
                    <a:pt x="41115" y="33792"/>
                    <a:pt x="43273" y="31744"/>
                  </a:cubicBezTo>
                  <a:cubicBezTo>
                    <a:pt x="44449" y="30626"/>
                    <a:pt x="45716" y="29608"/>
                    <a:pt x="47060" y="28698"/>
                  </a:cubicBezTo>
                  <a:cubicBezTo>
                    <a:pt x="47079" y="28686"/>
                    <a:pt x="47099" y="28675"/>
                    <a:pt x="47118" y="28662"/>
                  </a:cubicBezTo>
                  <a:cubicBezTo>
                    <a:pt x="48826" y="27633"/>
                    <a:pt x="50637" y="26785"/>
                    <a:pt x="52524" y="26133"/>
                  </a:cubicBezTo>
                  <a:cubicBezTo>
                    <a:pt x="52902" y="26003"/>
                    <a:pt x="53156" y="25447"/>
                    <a:pt x="52785" y="25145"/>
                  </a:cubicBezTo>
                  <a:cubicBezTo>
                    <a:pt x="52171" y="24648"/>
                    <a:pt x="51613" y="24099"/>
                    <a:pt x="50959" y="23696"/>
                  </a:cubicBezTo>
                  <a:cubicBezTo>
                    <a:pt x="51006" y="23680"/>
                    <a:pt x="51050" y="23660"/>
                    <a:pt x="51097" y="23645"/>
                  </a:cubicBezTo>
                  <a:cubicBezTo>
                    <a:pt x="51251" y="23594"/>
                    <a:pt x="51309" y="23468"/>
                    <a:pt x="51300" y="23347"/>
                  </a:cubicBezTo>
                  <a:cubicBezTo>
                    <a:pt x="51345" y="23292"/>
                    <a:pt x="51376" y="23227"/>
                    <a:pt x="51391" y="23158"/>
                  </a:cubicBezTo>
                  <a:cubicBezTo>
                    <a:pt x="51657" y="23086"/>
                    <a:pt x="51868" y="22805"/>
                    <a:pt x="51676" y="22507"/>
                  </a:cubicBezTo>
                  <a:cubicBezTo>
                    <a:pt x="51561" y="22326"/>
                    <a:pt x="51447" y="22144"/>
                    <a:pt x="51333" y="21962"/>
                  </a:cubicBezTo>
                  <a:cubicBezTo>
                    <a:pt x="51345" y="21962"/>
                    <a:pt x="51359" y="21961"/>
                    <a:pt x="51371" y="21961"/>
                  </a:cubicBezTo>
                  <a:cubicBezTo>
                    <a:pt x="51374" y="21961"/>
                    <a:pt x="51377" y="21961"/>
                    <a:pt x="51379" y="21961"/>
                  </a:cubicBezTo>
                  <a:cubicBezTo>
                    <a:pt x="51539" y="21961"/>
                    <a:pt x="51585" y="21737"/>
                    <a:pt x="51453" y="21658"/>
                  </a:cubicBezTo>
                  <a:cubicBezTo>
                    <a:pt x="51333" y="21585"/>
                    <a:pt x="51198" y="21544"/>
                    <a:pt x="51056" y="21524"/>
                  </a:cubicBezTo>
                  <a:cubicBezTo>
                    <a:pt x="50796" y="21108"/>
                    <a:pt x="50546" y="20689"/>
                    <a:pt x="50290" y="20269"/>
                  </a:cubicBezTo>
                  <a:cubicBezTo>
                    <a:pt x="50030" y="19581"/>
                    <a:pt x="49589" y="18953"/>
                    <a:pt x="49191" y="18312"/>
                  </a:cubicBezTo>
                  <a:cubicBezTo>
                    <a:pt x="48421" y="17077"/>
                    <a:pt x="47572" y="15893"/>
                    <a:pt x="46728" y="14709"/>
                  </a:cubicBezTo>
                  <a:cubicBezTo>
                    <a:pt x="45005" y="12292"/>
                    <a:pt x="43280" y="9876"/>
                    <a:pt x="41551" y="7464"/>
                  </a:cubicBezTo>
                  <a:cubicBezTo>
                    <a:pt x="40019" y="5325"/>
                    <a:pt x="38618" y="2783"/>
                    <a:pt x="36781" y="897"/>
                  </a:cubicBezTo>
                  <a:cubicBezTo>
                    <a:pt x="36255" y="356"/>
                    <a:pt x="35527" y="0"/>
                    <a:pt x="348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34"/>
            <p:cNvSpPr/>
            <p:nvPr/>
          </p:nvSpPr>
          <p:spPr>
            <a:xfrm>
              <a:off x="2990175" y="381350"/>
              <a:ext cx="254450" cy="209600"/>
            </a:xfrm>
            <a:custGeom>
              <a:avLst/>
              <a:gdLst/>
              <a:ahLst/>
              <a:cxnLst/>
              <a:rect l="l" t="t" r="r" b="b"/>
              <a:pathLst>
                <a:path w="10178" h="8384" extrusionOk="0">
                  <a:moveTo>
                    <a:pt x="9489" y="1"/>
                  </a:moveTo>
                  <a:cubicBezTo>
                    <a:pt x="9460" y="1"/>
                    <a:pt x="9430" y="3"/>
                    <a:pt x="9398" y="7"/>
                  </a:cubicBezTo>
                  <a:cubicBezTo>
                    <a:pt x="5315" y="589"/>
                    <a:pt x="1324" y="4315"/>
                    <a:pt x="48" y="8144"/>
                  </a:cubicBezTo>
                  <a:cubicBezTo>
                    <a:pt x="1" y="8286"/>
                    <a:pt x="119" y="8384"/>
                    <a:pt x="239" y="8384"/>
                  </a:cubicBezTo>
                  <a:cubicBezTo>
                    <a:pt x="302" y="8384"/>
                    <a:pt x="366" y="8357"/>
                    <a:pt x="406" y="8294"/>
                  </a:cubicBezTo>
                  <a:cubicBezTo>
                    <a:pt x="1475" y="6637"/>
                    <a:pt x="2632" y="5068"/>
                    <a:pt x="4157" y="3799"/>
                  </a:cubicBezTo>
                  <a:cubicBezTo>
                    <a:pt x="5839" y="2399"/>
                    <a:pt x="7661" y="1727"/>
                    <a:pt x="9647" y="909"/>
                  </a:cubicBezTo>
                  <a:cubicBezTo>
                    <a:pt x="10177" y="691"/>
                    <a:pt x="10017" y="1"/>
                    <a:pt x="948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34"/>
            <p:cNvSpPr/>
            <p:nvPr/>
          </p:nvSpPr>
          <p:spPr>
            <a:xfrm>
              <a:off x="3026350" y="441550"/>
              <a:ext cx="247225" cy="201350"/>
            </a:xfrm>
            <a:custGeom>
              <a:avLst/>
              <a:gdLst/>
              <a:ahLst/>
              <a:cxnLst/>
              <a:rect l="l" t="t" r="r" b="b"/>
              <a:pathLst>
                <a:path w="9889" h="8054" extrusionOk="0">
                  <a:moveTo>
                    <a:pt x="9472" y="1"/>
                  </a:moveTo>
                  <a:cubicBezTo>
                    <a:pt x="9466" y="1"/>
                    <a:pt x="9460" y="1"/>
                    <a:pt x="9454" y="1"/>
                  </a:cubicBezTo>
                  <a:cubicBezTo>
                    <a:pt x="5735" y="204"/>
                    <a:pt x="1142" y="4281"/>
                    <a:pt x="59" y="7752"/>
                  </a:cubicBezTo>
                  <a:cubicBezTo>
                    <a:pt x="0" y="7941"/>
                    <a:pt x="141" y="8053"/>
                    <a:pt x="292" y="8053"/>
                  </a:cubicBezTo>
                  <a:cubicBezTo>
                    <a:pt x="375" y="8053"/>
                    <a:pt x="460" y="8019"/>
                    <a:pt x="517" y="7945"/>
                  </a:cubicBezTo>
                  <a:cubicBezTo>
                    <a:pt x="1756" y="6329"/>
                    <a:pt x="2771" y="4701"/>
                    <a:pt x="4382" y="3401"/>
                  </a:cubicBezTo>
                  <a:cubicBezTo>
                    <a:pt x="6005" y="2092"/>
                    <a:pt x="7844" y="1590"/>
                    <a:pt x="9618" y="609"/>
                  </a:cubicBezTo>
                  <a:cubicBezTo>
                    <a:pt x="9889" y="460"/>
                    <a:pt x="9783" y="1"/>
                    <a:pt x="94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34"/>
            <p:cNvSpPr/>
            <p:nvPr/>
          </p:nvSpPr>
          <p:spPr>
            <a:xfrm>
              <a:off x="3172850" y="661350"/>
              <a:ext cx="224850" cy="198300"/>
            </a:xfrm>
            <a:custGeom>
              <a:avLst/>
              <a:gdLst/>
              <a:ahLst/>
              <a:cxnLst/>
              <a:rect l="l" t="t" r="r" b="b"/>
              <a:pathLst>
                <a:path w="8994" h="7932" extrusionOk="0">
                  <a:moveTo>
                    <a:pt x="8456" y="0"/>
                  </a:moveTo>
                  <a:cubicBezTo>
                    <a:pt x="8425" y="0"/>
                    <a:pt x="8392" y="4"/>
                    <a:pt x="8358" y="11"/>
                  </a:cubicBezTo>
                  <a:cubicBezTo>
                    <a:pt x="5106" y="738"/>
                    <a:pt x="1076" y="4402"/>
                    <a:pt x="60" y="7579"/>
                  </a:cubicBezTo>
                  <a:cubicBezTo>
                    <a:pt x="1" y="7765"/>
                    <a:pt x="174" y="7931"/>
                    <a:pt x="343" y="7931"/>
                  </a:cubicBezTo>
                  <a:cubicBezTo>
                    <a:pt x="409" y="7931"/>
                    <a:pt x="474" y="7907"/>
                    <a:pt x="524" y="7849"/>
                  </a:cubicBezTo>
                  <a:cubicBezTo>
                    <a:pt x="1689" y="6518"/>
                    <a:pt x="2590" y="5030"/>
                    <a:pt x="3913" y="3818"/>
                  </a:cubicBezTo>
                  <a:cubicBezTo>
                    <a:pt x="5371" y="2483"/>
                    <a:pt x="7047" y="1783"/>
                    <a:pt x="8657" y="718"/>
                  </a:cubicBezTo>
                  <a:cubicBezTo>
                    <a:pt x="8993" y="494"/>
                    <a:pt x="8826" y="0"/>
                    <a:pt x="84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34"/>
            <p:cNvSpPr/>
            <p:nvPr/>
          </p:nvSpPr>
          <p:spPr>
            <a:xfrm>
              <a:off x="3219000" y="725650"/>
              <a:ext cx="226500" cy="215375"/>
            </a:xfrm>
            <a:custGeom>
              <a:avLst/>
              <a:gdLst/>
              <a:ahLst/>
              <a:cxnLst/>
              <a:rect l="l" t="t" r="r" b="b"/>
              <a:pathLst>
                <a:path w="9060" h="8615" extrusionOk="0">
                  <a:moveTo>
                    <a:pt x="8466" y="1"/>
                  </a:moveTo>
                  <a:cubicBezTo>
                    <a:pt x="8403" y="1"/>
                    <a:pt x="8336" y="16"/>
                    <a:pt x="8267" y="50"/>
                  </a:cubicBezTo>
                  <a:cubicBezTo>
                    <a:pt x="6348" y="1017"/>
                    <a:pt x="4571" y="2396"/>
                    <a:pt x="3025" y="3882"/>
                  </a:cubicBezTo>
                  <a:cubicBezTo>
                    <a:pt x="1836" y="5024"/>
                    <a:pt x="0" y="6568"/>
                    <a:pt x="62" y="8367"/>
                  </a:cubicBezTo>
                  <a:cubicBezTo>
                    <a:pt x="66" y="8507"/>
                    <a:pt x="206" y="8614"/>
                    <a:pt x="335" y="8614"/>
                  </a:cubicBezTo>
                  <a:cubicBezTo>
                    <a:pt x="409" y="8614"/>
                    <a:pt x="480" y="8578"/>
                    <a:pt x="518" y="8491"/>
                  </a:cubicBezTo>
                  <a:cubicBezTo>
                    <a:pt x="2016" y="5007"/>
                    <a:pt x="5594" y="2708"/>
                    <a:pt x="8679" y="755"/>
                  </a:cubicBezTo>
                  <a:cubicBezTo>
                    <a:pt x="9059" y="514"/>
                    <a:pt x="8832" y="1"/>
                    <a:pt x="84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34"/>
            <p:cNvSpPr/>
            <p:nvPr/>
          </p:nvSpPr>
          <p:spPr>
            <a:xfrm>
              <a:off x="2528200" y="658025"/>
              <a:ext cx="405900" cy="260600"/>
            </a:xfrm>
            <a:custGeom>
              <a:avLst/>
              <a:gdLst/>
              <a:ahLst/>
              <a:cxnLst/>
              <a:rect l="l" t="t" r="r" b="b"/>
              <a:pathLst>
                <a:path w="16236" h="10424" extrusionOk="0">
                  <a:moveTo>
                    <a:pt x="1382" y="2708"/>
                  </a:moveTo>
                  <a:cubicBezTo>
                    <a:pt x="2705" y="4465"/>
                    <a:pt x="4361" y="5818"/>
                    <a:pt x="5564" y="7549"/>
                  </a:cubicBezTo>
                  <a:cubicBezTo>
                    <a:pt x="5049" y="7000"/>
                    <a:pt x="4518" y="6467"/>
                    <a:pt x="3972" y="5947"/>
                  </a:cubicBezTo>
                  <a:cubicBezTo>
                    <a:pt x="3369" y="5370"/>
                    <a:pt x="2751" y="4825"/>
                    <a:pt x="2113" y="4299"/>
                  </a:cubicBezTo>
                  <a:cubicBezTo>
                    <a:pt x="2286" y="4264"/>
                    <a:pt x="2405" y="4031"/>
                    <a:pt x="2251" y="3877"/>
                  </a:cubicBezTo>
                  <a:cubicBezTo>
                    <a:pt x="1869" y="3498"/>
                    <a:pt x="1454" y="3168"/>
                    <a:pt x="1030" y="2840"/>
                  </a:cubicBezTo>
                  <a:lnTo>
                    <a:pt x="1382" y="2708"/>
                  </a:lnTo>
                  <a:close/>
                  <a:moveTo>
                    <a:pt x="9295" y="739"/>
                  </a:moveTo>
                  <a:cubicBezTo>
                    <a:pt x="10900" y="739"/>
                    <a:pt x="11714" y="2042"/>
                    <a:pt x="12738" y="3153"/>
                  </a:cubicBezTo>
                  <a:cubicBezTo>
                    <a:pt x="13607" y="4096"/>
                    <a:pt x="14464" y="5049"/>
                    <a:pt x="15310" y="6013"/>
                  </a:cubicBezTo>
                  <a:cubicBezTo>
                    <a:pt x="13936" y="6363"/>
                    <a:pt x="12589" y="6790"/>
                    <a:pt x="11275" y="7331"/>
                  </a:cubicBezTo>
                  <a:cubicBezTo>
                    <a:pt x="10703" y="7567"/>
                    <a:pt x="10139" y="7820"/>
                    <a:pt x="9583" y="8091"/>
                  </a:cubicBezTo>
                  <a:cubicBezTo>
                    <a:pt x="9104" y="8323"/>
                    <a:pt x="7997" y="9216"/>
                    <a:pt x="7494" y="9216"/>
                  </a:cubicBezTo>
                  <a:cubicBezTo>
                    <a:pt x="7280" y="9214"/>
                    <a:pt x="7087" y="9143"/>
                    <a:pt x="6911" y="9028"/>
                  </a:cubicBezTo>
                  <a:cubicBezTo>
                    <a:pt x="5976" y="6497"/>
                    <a:pt x="3660" y="4237"/>
                    <a:pt x="1564" y="2642"/>
                  </a:cubicBezTo>
                  <a:cubicBezTo>
                    <a:pt x="3992" y="1737"/>
                    <a:pt x="6804" y="749"/>
                    <a:pt x="9284" y="739"/>
                  </a:cubicBezTo>
                  <a:cubicBezTo>
                    <a:pt x="9288" y="739"/>
                    <a:pt x="9291" y="739"/>
                    <a:pt x="9295" y="739"/>
                  </a:cubicBezTo>
                  <a:close/>
                  <a:moveTo>
                    <a:pt x="9522" y="0"/>
                  </a:moveTo>
                  <a:cubicBezTo>
                    <a:pt x="8353" y="0"/>
                    <a:pt x="6970" y="475"/>
                    <a:pt x="5977" y="700"/>
                  </a:cubicBezTo>
                  <a:cubicBezTo>
                    <a:pt x="4041" y="1140"/>
                    <a:pt x="2155" y="1729"/>
                    <a:pt x="300" y="2432"/>
                  </a:cubicBezTo>
                  <a:cubicBezTo>
                    <a:pt x="25" y="2536"/>
                    <a:pt x="1" y="2846"/>
                    <a:pt x="223" y="3018"/>
                  </a:cubicBezTo>
                  <a:cubicBezTo>
                    <a:pt x="702" y="3388"/>
                    <a:pt x="1169" y="3763"/>
                    <a:pt x="1673" y="4093"/>
                  </a:cubicBezTo>
                  <a:cubicBezTo>
                    <a:pt x="3491" y="5760"/>
                    <a:pt x="5144" y="7550"/>
                    <a:pt x="6623" y="9541"/>
                  </a:cubicBezTo>
                  <a:cubicBezTo>
                    <a:pt x="6713" y="9781"/>
                    <a:pt x="6797" y="10028"/>
                    <a:pt x="6867" y="10287"/>
                  </a:cubicBezTo>
                  <a:cubicBezTo>
                    <a:pt x="6892" y="10382"/>
                    <a:pt x="6963" y="10423"/>
                    <a:pt x="7035" y="10423"/>
                  </a:cubicBezTo>
                  <a:cubicBezTo>
                    <a:pt x="7146" y="10423"/>
                    <a:pt x="7261" y="10329"/>
                    <a:pt x="7234" y="10186"/>
                  </a:cubicBezTo>
                  <a:cubicBezTo>
                    <a:pt x="7224" y="10130"/>
                    <a:pt x="7207" y="10076"/>
                    <a:pt x="7196" y="10021"/>
                  </a:cubicBezTo>
                  <a:cubicBezTo>
                    <a:pt x="7219" y="10016"/>
                    <a:pt x="7243" y="10009"/>
                    <a:pt x="7264" y="9998"/>
                  </a:cubicBezTo>
                  <a:cubicBezTo>
                    <a:pt x="9998" y="8390"/>
                    <a:pt x="12869" y="7216"/>
                    <a:pt x="15954" y="6481"/>
                  </a:cubicBezTo>
                  <a:cubicBezTo>
                    <a:pt x="16193" y="6424"/>
                    <a:pt x="16235" y="6133"/>
                    <a:pt x="16091" y="5967"/>
                  </a:cubicBezTo>
                  <a:cubicBezTo>
                    <a:pt x="14926" y="4637"/>
                    <a:pt x="13744" y="3322"/>
                    <a:pt x="12545" y="2023"/>
                  </a:cubicBezTo>
                  <a:cubicBezTo>
                    <a:pt x="11928" y="1357"/>
                    <a:pt x="11266" y="350"/>
                    <a:pt x="10341" y="98"/>
                  </a:cubicBezTo>
                  <a:cubicBezTo>
                    <a:pt x="10087" y="29"/>
                    <a:pt x="9811" y="0"/>
                    <a:pt x="95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34"/>
            <p:cNvSpPr/>
            <p:nvPr/>
          </p:nvSpPr>
          <p:spPr>
            <a:xfrm>
              <a:off x="2739725" y="878000"/>
              <a:ext cx="265375" cy="114400"/>
            </a:xfrm>
            <a:custGeom>
              <a:avLst/>
              <a:gdLst/>
              <a:ahLst/>
              <a:cxnLst/>
              <a:rect l="l" t="t" r="r" b="b"/>
              <a:pathLst>
                <a:path w="10615" h="4576" extrusionOk="0">
                  <a:moveTo>
                    <a:pt x="8807" y="0"/>
                  </a:moveTo>
                  <a:cubicBezTo>
                    <a:pt x="5620" y="0"/>
                    <a:pt x="1581" y="1966"/>
                    <a:pt x="54" y="4386"/>
                  </a:cubicBezTo>
                  <a:cubicBezTo>
                    <a:pt x="1" y="4471"/>
                    <a:pt x="79" y="4576"/>
                    <a:pt x="166" y="4576"/>
                  </a:cubicBezTo>
                  <a:cubicBezTo>
                    <a:pt x="186" y="4576"/>
                    <a:pt x="207" y="4570"/>
                    <a:pt x="226" y="4558"/>
                  </a:cubicBezTo>
                  <a:cubicBezTo>
                    <a:pt x="1875" y="3508"/>
                    <a:pt x="3258" y="2278"/>
                    <a:pt x="5131" y="1591"/>
                  </a:cubicBezTo>
                  <a:cubicBezTo>
                    <a:pt x="6861" y="957"/>
                    <a:pt x="8587" y="1026"/>
                    <a:pt x="10351" y="694"/>
                  </a:cubicBezTo>
                  <a:cubicBezTo>
                    <a:pt x="10615" y="644"/>
                    <a:pt x="10595" y="242"/>
                    <a:pt x="10351" y="180"/>
                  </a:cubicBezTo>
                  <a:cubicBezTo>
                    <a:pt x="9872" y="58"/>
                    <a:pt x="9352" y="0"/>
                    <a:pt x="88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34"/>
            <p:cNvSpPr/>
            <p:nvPr/>
          </p:nvSpPr>
          <p:spPr>
            <a:xfrm>
              <a:off x="2783475" y="946275"/>
              <a:ext cx="254775" cy="113000"/>
            </a:xfrm>
            <a:custGeom>
              <a:avLst/>
              <a:gdLst/>
              <a:ahLst/>
              <a:cxnLst/>
              <a:rect l="l" t="t" r="r" b="b"/>
              <a:pathLst>
                <a:path w="10191" h="4520" extrusionOk="0">
                  <a:moveTo>
                    <a:pt x="9024" y="1"/>
                  </a:moveTo>
                  <a:cubicBezTo>
                    <a:pt x="7296" y="1"/>
                    <a:pt x="5453" y="625"/>
                    <a:pt x="3919" y="1282"/>
                  </a:cubicBezTo>
                  <a:cubicBezTo>
                    <a:pt x="2789" y="1765"/>
                    <a:pt x="261" y="2658"/>
                    <a:pt x="23" y="4060"/>
                  </a:cubicBezTo>
                  <a:cubicBezTo>
                    <a:pt x="1" y="4188"/>
                    <a:pt x="41" y="4285"/>
                    <a:pt x="145" y="4359"/>
                  </a:cubicBezTo>
                  <a:lnTo>
                    <a:pt x="328" y="4490"/>
                  </a:lnTo>
                  <a:cubicBezTo>
                    <a:pt x="356" y="4510"/>
                    <a:pt x="386" y="4519"/>
                    <a:pt x="416" y="4519"/>
                  </a:cubicBezTo>
                  <a:cubicBezTo>
                    <a:pt x="528" y="4519"/>
                    <a:pt x="634" y="4397"/>
                    <a:pt x="599" y="4281"/>
                  </a:cubicBezTo>
                  <a:cubicBezTo>
                    <a:pt x="310" y="3333"/>
                    <a:pt x="4773" y="1735"/>
                    <a:pt x="5289" y="1569"/>
                  </a:cubicBezTo>
                  <a:cubicBezTo>
                    <a:pt x="6773" y="1093"/>
                    <a:pt x="8295" y="1027"/>
                    <a:pt x="9799" y="688"/>
                  </a:cubicBezTo>
                  <a:cubicBezTo>
                    <a:pt x="10190" y="600"/>
                    <a:pt x="10059" y="73"/>
                    <a:pt x="9711" y="36"/>
                  </a:cubicBezTo>
                  <a:cubicBezTo>
                    <a:pt x="9485" y="12"/>
                    <a:pt x="9255" y="1"/>
                    <a:pt x="902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34"/>
            <p:cNvSpPr/>
            <p:nvPr/>
          </p:nvSpPr>
          <p:spPr>
            <a:xfrm>
              <a:off x="2839925" y="1007825"/>
              <a:ext cx="259925" cy="117700"/>
            </a:xfrm>
            <a:custGeom>
              <a:avLst/>
              <a:gdLst/>
              <a:ahLst/>
              <a:cxnLst/>
              <a:rect l="l" t="t" r="r" b="b"/>
              <a:pathLst>
                <a:path w="10397" h="4708" extrusionOk="0">
                  <a:moveTo>
                    <a:pt x="9045" y="1"/>
                  </a:moveTo>
                  <a:cubicBezTo>
                    <a:pt x="5729" y="1"/>
                    <a:pt x="2019" y="2104"/>
                    <a:pt x="58" y="4551"/>
                  </a:cubicBezTo>
                  <a:cubicBezTo>
                    <a:pt x="0" y="4623"/>
                    <a:pt x="54" y="4707"/>
                    <a:pt x="124" y="4707"/>
                  </a:cubicBezTo>
                  <a:cubicBezTo>
                    <a:pt x="145" y="4707"/>
                    <a:pt x="167" y="4700"/>
                    <a:pt x="188" y="4683"/>
                  </a:cubicBezTo>
                  <a:cubicBezTo>
                    <a:pt x="1738" y="3418"/>
                    <a:pt x="3324" y="2289"/>
                    <a:pt x="5224" y="1613"/>
                  </a:cubicBezTo>
                  <a:cubicBezTo>
                    <a:pt x="6821" y="1047"/>
                    <a:pt x="8433" y="1014"/>
                    <a:pt x="10074" y="712"/>
                  </a:cubicBezTo>
                  <a:cubicBezTo>
                    <a:pt x="10385" y="655"/>
                    <a:pt x="10396" y="120"/>
                    <a:pt x="10074" y="73"/>
                  </a:cubicBezTo>
                  <a:cubicBezTo>
                    <a:pt x="9737" y="24"/>
                    <a:pt x="9393" y="1"/>
                    <a:pt x="90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31102B4A-F79A-4283-81D9-8616AEF47326}"/>
              </a:ext>
            </a:extLst>
          </p:cNvPr>
          <p:cNvSpPr txBox="1"/>
          <p:nvPr/>
        </p:nvSpPr>
        <p:spPr>
          <a:xfrm>
            <a:off x="1441592" y="1384712"/>
            <a:ext cx="65594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200" dirty="0"/>
              <a:t>Here are the steps for removing the maximum node: </a:t>
            </a:r>
          </a:p>
          <a:p>
            <a:pPr marL="342900" indent="-342900" algn="just">
              <a:buAutoNum type="arabicPeriod"/>
            </a:pPr>
            <a:r>
              <a:rPr lang="en-US" sz="1200" dirty="0"/>
              <a:t>Remove the root. </a:t>
            </a:r>
          </a:p>
          <a:p>
            <a:pPr marL="342900" indent="-342900" algn="just">
              <a:buAutoNum type="arabicPeriod"/>
            </a:pPr>
            <a:r>
              <a:rPr lang="en-US" sz="1200" dirty="0"/>
              <a:t>Move the last node into the root. </a:t>
            </a:r>
          </a:p>
          <a:p>
            <a:pPr marL="342900" indent="-342900" algn="just">
              <a:buAutoNum type="arabicPeriod"/>
            </a:pPr>
            <a:r>
              <a:rPr lang="en-US" sz="1200" dirty="0"/>
              <a:t>Trickle the last node down until it’s below a larger node and above a smaller one.</a:t>
            </a:r>
            <a:endParaRPr lang="en-US" sz="1200" b="1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FB777BB-090E-4330-925A-B610554836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6413" y="2316875"/>
            <a:ext cx="6448425" cy="2152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86729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4"/>
          <p:cNvSpPr txBox="1">
            <a:spLocks noGrp="1"/>
          </p:cNvSpPr>
          <p:nvPr>
            <p:ph type="title"/>
          </p:nvPr>
        </p:nvSpPr>
        <p:spPr>
          <a:xfrm>
            <a:off x="1307759" y="947437"/>
            <a:ext cx="2939511" cy="4372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u="sng" dirty="0"/>
              <a:t>Removal</a:t>
            </a:r>
          </a:p>
        </p:txBody>
      </p:sp>
      <p:sp>
        <p:nvSpPr>
          <p:cNvPr id="234" name="Google Shape;234;p34"/>
          <p:cNvSpPr txBox="1">
            <a:spLocks noGrp="1"/>
          </p:cNvSpPr>
          <p:nvPr>
            <p:ph type="subTitle" idx="1"/>
          </p:nvPr>
        </p:nvSpPr>
        <p:spPr>
          <a:xfrm>
            <a:off x="1307759" y="531752"/>
            <a:ext cx="3439500" cy="53514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Heaps	</a:t>
            </a:r>
          </a:p>
        </p:txBody>
      </p:sp>
      <p:pic>
        <p:nvPicPr>
          <p:cNvPr id="235" name="Google Shape;235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695460">
            <a:off x="7765338" y="3361772"/>
            <a:ext cx="1241024" cy="1610463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grpSp>
        <p:nvGrpSpPr>
          <p:cNvPr id="236" name="Google Shape;236;p34"/>
          <p:cNvGrpSpPr/>
          <p:nvPr/>
        </p:nvGrpSpPr>
        <p:grpSpPr>
          <a:xfrm rot="790859">
            <a:off x="7973758" y="3964891"/>
            <a:ext cx="824184" cy="712067"/>
            <a:chOff x="2341425" y="238100"/>
            <a:chExt cx="1328900" cy="1148125"/>
          </a:xfrm>
        </p:grpSpPr>
        <p:sp>
          <p:nvSpPr>
            <p:cNvPr id="237" name="Google Shape;237;p34"/>
            <p:cNvSpPr/>
            <p:nvPr/>
          </p:nvSpPr>
          <p:spPr>
            <a:xfrm>
              <a:off x="2341425" y="238100"/>
              <a:ext cx="1328900" cy="1148125"/>
            </a:xfrm>
            <a:custGeom>
              <a:avLst/>
              <a:gdLst/>
              <a:ahLst/>
              <a:cxnLst/>
              <a:rect l="l" t="t" r="r" b="b"/>
              <a:pathLst>
                <a:path w="53156" h="45925" extrusionOk="0">
                  <a:moveTo>
                    <a:pt x="49853" y="24103"/>
                  </a:moveTo>
                  <a:cubicBezTo>
                    <a:pt x="50212" y="24609"/>
                    <a:pt x="50681" y="25003"/>
                    <a:pt x="51172" y="25380"/>
                  </a:cubicBezTo>
                  <a:cubicBezTo>
                    <a:pt x="48199" y="26540"/>
                    <a:pt x="45438" y="28144"/>
                    <a:pt x="42987" y="30206"/>
                  </a:cubicBezTo>
                  <a:cubicBezTo>
                    <a:pt x="41727" y="31264"/>
                    <a:pt x="40396" y="32510"/>
                    <a:pt x="39238" y="33887"/>
                  </a:cubicBezTo>
                  <a:cubicBezTo>
                    <a:pt x="39347" y="33688"/>
                    <a:pt x="39460" y="33491"/>
                    <a:pt x="39578" y="33301"/>
                  </a:cubicBezTo>
                  <a:cubicBezTo>
                    <a:pt x="40490" y="31831"/>
                    <a:pt x="41539" y="30449"/>
                    <a:pt x="42711" y="29176"/>
                  </a:cubicBezTo>
                  <a:cubicBezTo>
                    <a:pt x="44775" y="26932"/>
                    <a:pt x="47091" y="25229"/>
                    <a:pt x="49853" y="24103"/>
                  </a:cubicBezTo>
                  <a:close/>
                  <a:moveTo>
                    <a:pt x="35117" y="1053"/>
                  </a:moveTo>
                  <a:lnTo>
                    <a:pt x="35117" y="1053"/>
                  </a:lnTo>
                  <a:cubicBezTo>
                    <a:pt x="36710" y="1715"/>
                    <a:pt x="38294" y="4814"/>
                    <a:pt x="38992" y="5799"/>
                  </a:cubicBezTo>
                  <a:cubicBezTo>
                    <a:pt x="40312" y="7660"/>
                    <a:pt x="41633" y="9523"/>
                    <a:pt x="42954" y="11383"/>
                  </a:cubicBezTo>
                  <a:cubicBezTo>
                    <a:pt x="44182" y="13110"/>
                    <a:pt x="45421" y="14827"/>
                    <a:pt x="46633" y="16564"/>
                  </a:cubicBezTo>
                  <a:cubicBezTo>
                    <a:pt x="46650" y="16588"/>
                    <a:pt x="46667" y="16613"/>
                    <a:pt x="46685" y="16638"/>
                  </a:cubicBezTo>
                  <a:cubicBezTo>
                    <a:pt x="47623" y="18397"/>
                    <a:pt x="48600" y="20134"/>
                    <a:pt x="49618" y="21849"/>
                  </a:cubicBezTo>
                  <a:cubicBezTo>
                    <a:pt x="48693" y="22281"/>
                    <a:pt x="47744" y="23007"/>
                    <a:pt x="47214" y="23343"/>
                  </a:cubicBezTo>
                  <a:cubicBezTo>
                    <a:pt x="45320" y="24544"/>
                    <a:pt x="43587" y="25982"/>
                    <a:pt x="42057" y="27622"/>
                  </a:cubicBezTo>
                  <a:cubicBezTo>
                    <a:pt x="40592" y="29191"/>
                    <a:pt x="39304" y="30938"/>
                    <a:pt x="38281" y="32827"/>
                  </a:cubicBezTo>
                  <a:cubicBezTo>
                    <a:pt x="37877" y="33573"/>
                    <a:pt x="37271" y="34533"/>
                    <a:pt x="36981" y="35496"/>
                  </a:cubicBezTo>
                  <a:cubicBezTo>
                    <a:pt x="36328" y="34434"/>
                    <a:pt x="35635" y="33395"/>
                    <a:pt x="34953" y="32353"/>
                  </a:cubicBezTo>
                  <a:cubicBezTo>
                    <a:pt x="33450" y="30055"/>
                    <a:pt x="31915" y="27777"/>
                    <a:pt x="30347" y="25524"/>
                  </a:cubicBezTo>
                  <a:cubicBezTo>
                    <a:pt x="28841" y="23359"/>
                    <a:pt x="27306" y="21217"/>
                    <a:pt x="25741" y="19095"/>
                  </a:cubicBezTo>
                  <a:cubicBezTo>
                    <a:pt x="24508" y="17421"/>
                    <a:pt x="23256" y="15382"/>
                    <a:pt x="21757" y="13843"/>
                  </a:cubicBezTo>
                  <a:cubicBezTo>
                    <a:pt x="22758" y="10753"/>
                    <a:pt x="24747" y="8361"/>
                    <a:pt x="26903" y="5992"/>
                  </a:cubicBezTo>
                  <a:cubicBezTo>
                    <a:pt x="27357" y="5493"/>
                    <a:pt x="27826" y="4981"/>
                    <a:pt x="28315" y="4481"/>
                  </a:cubicBezTo>
                  <a:cubicBezTo>
                    <a:pt x="29626" y="3498"/>
                    <a:pt x="31045" y="2668"/>
                    <a:pt x="32551" y="2018"/>
                  </a:cubicBezTo>
                  <a:cubicBezTo>
                    <a:pt x="33121" y="1772"/>
                    <a:pt x="33780" y="1496"/>
                    <a:pt x="34476" y="1255"/>
                  </a:cubicBezTo>
                  <a:cubicBezTo>
                    <a:pt x="34702" y="1206"/>
                    <a:pt x="34932" y="1166"/>
                    <a:pt x="35161" y="1125"/>
                  </a:cubicBezTo>
                  <a:cubicBezTo>
                    <a:pt x="35147" y="1101"/>
                    <a:pt x="35132" y="1076"/>
                    <a:pt x="35117" y="1053"/>
                  </a:cubicBezTo>
                  <a:close/>
                  <a:moveTo>
                    <a:pt x="49886" y="22296"/>
                  </a:moveTo>
                  <a:cubicBezTo>
                    <a:pt x="50069" y="22601"/>
                    <a:pt x="50253" y="22905"/>
                    <a:pt x="50437" y="23208"/>
                  </a:cubicBezTo>
                  <a:cubicBezTo>
                    <a:pt x="50328" y="23239"/>
                    <a:pt x="50219" y="23270"/>
                    <a:pt x="50110" y="23305"/>
                  </a:cubicBezTo>
                  <a:cubicBezTo>
                    <a:pt x="50098" y="23304"/>
                    <a:pt x="50086" y="23303"/>
                    <a:pt x="50074" y="23303"/>
                  </a:cubicBezTo>
                  <a:cubicBezTo>
                    <a:pt x="49989" y="23303"/>
                    <a:pt x="49905" y="23334"/>
                    <a:pt x="49839" y="23390"/>
                  </a:cubicBezTo>
                  <a:cubicBezTo>
                    <a:pt x="46983" y="24343"/>
                    <a:pt x="44499" y="26352"/>
                    <a:pt x="42469" y="28520"/>
                  </a:cubicBezTo>
                  <a:cubicBezTo>
                    <a:pt x="40592" y="30525"/>
                    <a:pt x="38254" y="33305"/>
                    <a:pt x="37357" y="36095"/>
                  </a:cubicBezTo>
                  <a:cubicBezTo>
                    <a:pt x="37306" y="36011"/>
                    <a:pt x="37249" y="35923"/>
                    <a:pt x="37190" y="35830"/>
                  </a:cubicBezTo>
                  <a:cubicBezTo>
                    <a:pt x="37565" y="34416"/>
                    <a:pt x="38696" y="32821"/>
                    <a:pt x="39296" y="31878"/>
                  </a:cubicBezTo>
                  <a:cubicBezTo>
                    <a:pt x="40239" y="30393"/>
                    <a:pt x="41330" y="29005"/>
                    <a:pt x="42550" y="27739"/>
                  </a:cubicBezTo>
                  <a:cubicBezTo>
                    <a:pt x="43708" y="26537"/>
                    <a:pt x="44980" y="25451"/>
                    <a:pt x="46348" y="24494"/>
                  </a:cubicBezTo>
                  <a:cubicBezTo>
                    <a:pt x="47234" y="23875"/>
                    <a:pt x="48600" y="22828"/>
                    <a:pt x="49886" y="22296"/>
                  </a:cubicBezTo>
                  <a:close/>
                  <a:moveTo>
                    <a:pt x="20475" y="13918"/>
                  </a:moveTo>
                  <a:cubicBezTo>
                    <a:pt x="20720" y="13985"/>
                    <a:pt x="20968" y="14054"/>
                    <a:pt x="21218" y="14127"/>
                  </a:cubicBezTo>
                  <a:lnTo>
                    <a:pt x="21219" y="14127"/>
                  </a:lnTo>
                  <a:cubicBezTo>
                    <a:pt x="22265" y="15897"/>
                    <a:pt x="23782" y="17534"/>
                    <a:pt x="24979" y="19160"/>
                  </a:cubicBezTo>
                  <a:cubicBezTo>
                    <a:pt x="26409" y="21107"/>
                    <a:pt x="27816" y="23071"/>
                    <a:pt x="29199" y="25052"/>
                  </a:cubicBezTo>
                  <a:cubicBezTo>
                    <a:pt x="30581" y="27035"/>
                    <a:pt x="31937" y="29034"/>
                    <a:pt x="33269" y="31050"/>
                  </a:cubicBezTo>
                  <a:cubicBezTo>
                    <a:pt x="33874" y="31967"/>
                    <a:pt x="34473" y="32886"/>
                    <a:pt x="35069" y="33809"/>
                  </a:cubicBezTo>
                  <a:cubicBezTo>
                    <a:pt x="35425" y="34364"/>
                    <a:pt x="35780" y="34920"/>
                    <a:pt x="36133" y="35475"/>
                  </a:cubicBezTo>
                  <a:lnTo>
                    <a:pt x="36486" y="36032"/>
                  </a:lnTo>
                  <a:cubicBezTo>
                    <a:pt x="36496" y="36074"/>
                    <a:pt x="36508" y="36115"/>
                    <a:pt x="36522" y="36155"/>
                  </a:cubicBezTo>
                  <a:cubicBezTo>
                    <a:pt x="33879" y="32306"/>
                    <a:pt x="31050" y="28568"/>
                    <a:pt x="28325" y="24779"/>
                  </a:cubicBezTo>
                  <a:cubicBezTo>
                    <a:pt x="25722" y="21160"/>
                    <a:pt x="23203" y="17449"/>
                    <a:pt x="20475" y="13918"/>
                  </a:cubicBezTo>
                  <a:close/>
                  <a:moveTo>
                    <a:pt x="37953" y="37630"/>
                  </a:moveTo>
                  <a:cubicBezTo>
                    <a:pt x="37851" y="37834"/>
                    <a:pt x="37753" y="38038"/>
                    <a:pt x="37661" y="38245"/>
                  </a:cubicBezTo>
                  <a:cubicBezTo>
                    <a:pt x="37630" y="38236"/>
                    <a:pt x="37597" y="38231"/>
                    <a:pt x="37565" y="38231"/>
                  </a:cubicBezTo>
                  <a:cubicBezTo>
                    <a:pt x="37533" y="38231"/>
                    <a:pt x="37500" y="38236"/>
                    <a:pt x="37470" y="38245"/>
                  </a:cubicBezTo>
                  <a:cubicBezTo>
                    <a:pt x="37633" y="38041"/>
                    <a:pt x="37793" y="37835"/>
                    <a:pt x="37953" y="37630"/>
                  </a:cubicBezTo>
                  <a:close/>
                  <a:moveTo>
                    <a:pt x="36509" y="38717"/>
                  </a:moveTo>
                  <a:cubicBezTo>
                    <a:pt x="36518" y="38717"/>
                    <a:pt x="36527" y="38717"/>
                    <a:pt x="36536" y="38717"/>
                  </a:cubicBezTo>
                  <a:cubicBezTo>
                    <a:pt x="36609" y="38809"/>
                    <a:pt x="36720" y="38864"/>
                    <a:pt x="36837" y="38865"/>
                  </a:cubicBezTo>
                  <a:cubicBezTo>
                    <a:pt x="36596" y="38971"/>
                    <a:pt x="36282" y="39011"/>
                    <a:pt x="35935" y="39011"/>
                  </a:cubicBezTo>
                  <a:cubicBezTo>
                    <a:pt x="35451" y="39011"/>
                    <a:pt x="34904" y="38934"/>
                    <a:pt x="34409" y="38856"/>
                  </a:cubicBezTo>
                  <a:cubicBezTo>
                    <a:pt x="35105" y="38764"/>
                    <a:pt x="35807" y="38717"/>
                    <a:pt x="36509" y="38717"/>
                  </a:cubicBezTo>
                  <a:close/>
                  <a:moveTo>
                    <a:pt x="15183" y="13113"/>
                  </a:moveTo>
                  <a:cubicBezTo>
                    <a:pt x="16769" y="13113"/>
                    <a:pt x="18319" y="13366"/>
                    <a:pt x="19934" y="13775"/>
                  </a:cubicBezTo>
                  <a:cubicBezTo>
                    <a:pt x="22531" y="17699"/>
                    <a:pt x="25404" y="21460"/>
                    <a:pt x="28149" y="25276"/>
                  </a:cubicBezTo>
                  <a:cubicBezTo>
                    <a:pt x="30879" y="29073"/>
                    <a:pt x="33528" y="32953"/>
                    <a:pt x="36351" y="36684"/>
                  </a:cubicBezTo>
                  <a:cubicBezTo>
                    <a:pt x="34542" y="35843"/>
                    <a:pt x="32568" y="35460"/>
                    <a:pt x="30570" y="35460"/>
                  </a:cubicBezTo>
                  <a:cubicBezTo>
                    <a:pt x="26406" y="35460"/>
                    <a:pt x="22142" y="37123"/>
                    <a:pt x="19074" y="39757"/>
                  </a:cubicBezTo>
                  <a:cubicBezTo>
                    <a:pt x="13793" y="32214"/>
                    <a:pt x="8154" y="24943"/>
                    <a:pt x="2157" y="17945"/>
                  </a:cubicBezTo>
                  <a:lnTo>
                    <a:pt x="2159" y="17945"/>
                  </a:lnTo>
                  <a:cubicBezTo>
                    <a:pt x="5055" y="16227"/>
                    <a:pt x="8015" y="14530"/>
                    <a:pt x="11283" y="13642"/>
                  </a:cubicBezTo>
                  <a:cubicBezTo>
                    <a:pt x="12638" y="13273"/>
                    <a:pt x="13922" y="13113"/>
                    <a:pt x="15183" y="13113"/>
                  </a:cubicBezTo>
                  <a:close/>
                  <a:moveTo>
                    <a:pt x="2578" y="20435"/>
                  </a:moveTo>
                  <a:cubicBezTo>
                    <a:pt x="8168" y="27062"/>
                    <a:pt x="13443" y="33937"/>
                    <a:pt x="18402" y="41058"/>
                  </a:cubicBezTo>
                  <a:cubicBezTo>
                    <a:pt x="18543" y="41262"/>
                    <a:pt x="18758" y="41377"/>
                    <a:pt x="18977" y="41377"/>
                  </a:cubicBezTo>
                  <a:cubicBezTo>
                    <a:pt x="19133" y="41377"/>
                    <a:pt x="19292" y="41318"/>
                    <a:pt x="19427" y="41190"/>
                  </a:cubicBezTo>
                  <a:cubicBezTo>
                    <a:pt x="21632" y="39103"/>
                    <a:pt x="24333" y="37693"/>
                    <a:pt x="27314" y="37090"/>
                  </a:cubicBezTo>
                  <a:cubicBezTo>
                    <a:pt x="28284" y="36894"/>
                    <a:pt x="29226" y="36809"/>
                    <a:pt x="30154" y="36809"/>
                  </a:cubicBezTo>
                  <a:cubicBezTo>
                    <a:pt x="30890" y="36809"/>
                    <a:pt x="31618" y="36863"/>
                    <a:pt x="32345" y="36959"/>
                  </a:cubicBezTo>
                  <a:cubicBezTo>
                    <a:pt x="32139" y="36996"/>
                    <a:pt x="31934" y="37038"/>
                    <a:pt x="31726" y="37085"/>
                  </a:cubicBezTo>
                  <a:cubicBezTo>
                    <a:pt x="29702" y="37535"/>
                    <a:pt x="27672" y="38191"/>
                    <a:pt x="25741" y="38939"/>
                  </a:cubicBezTo>
                  <a:cubicBezTo>
                    <a:pt x="24060" y="39590"/>
                    <a:pt x="22425" y="40379"/>
                    <a:pt x="20975" y="41459"/>
                  </a:cubicBezTo>
                  <a:cubicBezTo>
                    <a:pt x="20335" y="41934"/>
                    <a:pt x="18892" y="42836"/>
                    <a:pt x="18616" y="43758"/>
                  </a:cubicBezTo>
                  <a:cubicBezTo>
                    <a:pt x="15797" y="39642"/>
                    <a:pt x="12269" y="35871"/>
                    <a:pt x="9131" y="31993"/>
                  </a:cubicBezTo>
                  <a:cubicBezTo>
                    <a:pt x="7537" y="30022"/>
                    <a:pt x="5941" y="28055"/>
                    <a:pt x="4343" y="26088"/>
                  </a:cubicBezTo>
                  <a:cubicBezTo>
                    <a:pt x="3509" y="25063"/>
                    <a:pt x="2360" y="24025"/>
                    <a:pt x="1726" y="22872"/>
                  </a:cubicBezTo>
                  <a:lnTo>
                    <a:pt x="1290" y="22336"/>
                  </a:lnTo>
                  <a:cubicBezTo>
                    <a:pt x="1365" y="21812"/>
                    <a:pt x="1612" y="21399"/>
                    <a:pt x="2027" y="21097"/>
                  </a:cubicBezTo>
                  <a:cubicBezTo>
                    <a:pt x="2191" y="20870"/>
                    <a:pt x="2390" y="20654"/>
                    <a:pt x="2578" y="20435"/>
                  </a:cubicBezTo>
                  <a:close/>
                  <a:moveTo>
                    <a:pt x="34214" y="37438"/>
                  </a:moveTo>
                  <a:cubicBezTo>
                    <a:pt x="34480" y="37438"/>
                    <a:pt x="34745" y="37450"/>
                    <a:pt x="35009" y="37476"/>
                  </a:cubicBezTo>
                  <a:cubicBezTo>
                    <a:pt x="35056" y="37488"/>
                    <a:pt x="35104" y="37502"/>
                    <a:pt x="35153" y="37514"/>
                  </a:cubicBezTo>
                  <a:cubicBezTo>
                    <a:pt x="32341" y="37733"/>
                    <a:pt x="29659" y="38637"/>
                    <a:pt x="27141" y="39965"/>
                  </a:cubicBezTo>
                  <a:cubicBezTo>
                    <a:pt x="25564" y="40797"/>
                    <a:pt x="24060" y="41771"/>
                    <a:pt x="22625" y="42823"/>
                  </a:cubicBezTo>
                  <a:cubicBezTo>
                    <a:pt x="22053" y="43241"/>
                    <a:pt x="21266" y="44080"/>
                    <a:pt x="20621" y="44360"/>
                  </a:cubicBezTo>
                  <a:cubicBezTo>
                    <a:pt x="20405" y="44454"/>
                    <a:pt x="20198" y="44493"/>
                    <a:pt x="19997" y="44493"/>
                  </a:cubicBezTo>
                  <a:cubicBezTo>
                    <a:pt x="19802" y="44493"/>
                    <a:pt x="19613" y="44456"/>
                    <a:pt x="19427" y="44400"/>
                  </a:cubicBezTo>
                  <a:cubicBezTo>
                    <a:pt x="19434" y="44391"/>
                    <a:pt x="19440" y="44386"/>
                    <a:pt x="19448" y="44377"/>
                  </a:cubicBezTo>
                  <a:cubicBezTo>
                    <a:pt x="19593" y="44198"/>
                    <a:pt x="19599" y="43995"/>
                    <a:pt x="19448" y="43814"/>
                  </a:cubicBezTo>
                  <a:lnTo>
                    <a:pt x="19430" y="43792"/>
                  </a:lnTo>
                  <a:cubicBezTo>
                    <a:pt x="19697" y="43721"/>
                    <a:pt x="19911" y="43553"/>
                    <a:pt x="20074" y="43287"/>
                  </a:cubicBezTo>
                  <a:cubicBezTo>
                    <a:pt x="20320" y="43038"/>
                    <a:pt x="20576" y="42801"/>
                    <a:pt x="20843" y="42573"/>
                  </a:cubicBezTo>
                  <a:cubicBezTo>
                    <a:pt x="21485" y="42027"/>
                    <a:pt x="22180" y="41552"/>
                    <a:pt x="22907" y="41126"/>
                  </a:cubicBezTo>
                  <a:cubicBezTo>
                    <a:pt x="24188" y="40374"/>
                    <a:pt x="25559" y="39793"/>
                    <a:pt x="26955" y="39291"/>
                  </a:cubicBezTo>
                  <a:cubicBezTo>
                    <a:pt x="29199" y="38484"/>
                    <a:pt x="31750" y="37438"/>
                    <a:pt x="34214" y="37438"/>
                  </a:cubicBezTo>
                  <a:close/>
                  <a:moveTo>
                    <a:pt x="34842" y="0"/>
                  </a:moveTo>
                  <a:cubicBezTo>
                    <a:pt x="34343" y="0"/>
                    <a:pt x="33867" y="188"/>
                    <a:pt x="33507" y="630"/>
                  </a:cubicBezTo>
                  <a:cubicBezTo>
                    <a:pt x="31447" y="1151"/>
                    <a:pt x="29512" y="2015"/>
                    <a:pt x="27862" y="3526"/>
                  </a:cubicBezTo>
                  <a:cubicBezTo>
                    <a:pt x="27217" y="4115"/>
                    <a:pt x="26496" y="4800"/>
                    <a:pt x="25773" y="5555"/>
                  </a:cubicBezTo>
                  <a:cubicBezTo>
                    <a:pt x="23620" y="7604"/>
                    <a:pt x="21769" y="10148"/>
                    <a:pt x="20875" y="12916"/>
                  </a:cubicBezTo>
                  <a:cubicBezTo>
                    <a:pt x="19359" y="12052"/>
                    <a:pt x="17538" y="11727"/>
                    <a:pt x="15721" y="11727"/>
                  </a:cubicBezTo>
                  <a:cubicBezTo>
                    <a:pt x="14356" y="11727"/>
                    <a:pt x="12994" y="11911"/>
                    <a:pt x="11766" y="12185"/>
                  </a:cubicBezTo>
                  <a:cubicBezTo>
                    <a:pt x="7819" y="13067"/>
                    <a:pt x="4277" y="15176"/>
                    <a:pt x="838" y="17217"/>
                  </a:cubicBezTo>
                  <a:cubicBezTo>
                    <a:pt x="458" y="17444"/>
                    <a:pt x="436" y="17923"/>
                    <a:pt x="707" y="18237"/>
                  </a:cubicBezTo>
                  <a:cubicBezTo>
                    <a:pt x="1244" y="18859"/>
                    <a:pt x="1774" y="19488"/>
                    <a:pt x="2305" y="20116"/>
                  </a:cubicBezTo>
                  <a:cubicBezTo>
                    <a:pt x="1441" y="20484"/>
                    <a:pt x="862" y="21064"/>
                    <a:pt x="197" y="21811"/>
                  </a:cubicBezTo>
                  <a:cubicBezTo>
                    <a:pt x="77" y="21947"/>
                    <a:pt x="0" y="22200"/>
                    <a:pt x="127" y="22363"/>
                  </a:cubicBezTo>
                  <a:cubicBezTo>
                    <a:pt x="2951" y="26054"/>
                    <a:pt x="5928" y="29634"/>
                    <a:pt x="8843" y="33254"/>
                  </a:cubicBezTo>
                  <a:cubicBezTo>
                    <a:pt x="11749" y="36861"/>
                    <a:pt x="14485" y="40794"/>
                    <a:pt x="17652" y="44182"/>
                  </a:cubicBezTo>
                  <a:cubicBezTo>
                    <a:pt x="17664" y="44208"/>
                    <a:pt x="17679" y="44232"/>
                    <a:pt x="17699" y="44255"/>
                  </a:cubicBezTo>
                  <a:cubicBezTo>
                    <a:pt x="18282" y="44908"/>
                    <a:pt x="19219" y="45924"/>
                    <a:pt x="20167" y="45924"/>
                  </a:cubicBezTo>
                  <a:cubicBezTo>
                    <a:pt x="20277" y="45924"/>
                    <a:pt x="20387" y="45910"/>
                    <a:pt x="20497" y="45881"/>
                  </a:cubicBezTo>
                  <a:cubicBezTo>
                    <a:pt x="21148" y="45708"/>
                    <a:pt x="21757" y="44978"/>
                    <a:pt x="22286" y="44585"/>
                  </a:cubicBezTo>
                  <a:cubicBezTo>
                    <a:pt x="23162" y="43935"/>
                    <a:pt x="24053" y="43304"/>
                    <a:pt x="24965" y="42705"/>
                  </a:cubicBezTo>
                  <a:cubicBezTo>
                    <a:pt x="27366" y="41130"/>
                    <a:pt x="29934" y="39829"/>
                    <a:pt x="32678" y="39174"/>
                  </a:cubicBezTo>
                  <a:cubicBezTo>
                    <a:pt x="32752" y="39177"/>
                    <a:pt x="32826" y="39174"/>
                    <a:pt x="32900" y="39178"/>
                  </a:cubicBezTo>
                  <a:cubicBezTo>
                    <a:pt x="34054" y="39233"/>
                    <a:pt x="35153" y="39648"/>
                    <a:pt x="36288" y="39715"/>
                  </a:cubicBezTo>
                  <a:cubicBezTo>
                    <a:pt x="36337" y="39718"/>
                    <a:pt x="36385" y="39720"/>
                    <a:pt x="36433" y="39720"/>
                  </a:cubicBezTo>
                  <a:cubicBezTo>
                    <a:pt x="37209" y="39720"/>
                    <a:pt x="37750" y="39337"/>
                    <a:pt x="37827" y="38540"/>
                  </a:cubicBezTo>
                  <a:cubicBezTo>
                    <a:pt x="39593" y="36201"/>
                    <a:pt x="41115" y="33792"/>
                    <a:pt x="43273" y="31744"/>
                  </a:cubicBezTo>
                  <a:cubicBezTo>
                    <a:pt x="44449" y="30626"/>
                    <a:pt x="45716" y="29608"/>
                    <a:pt x="47060" y="28698"/>
                  </a:cubicBezTo>
                  <a:cubicBezTo>
                    <a:pt x="47079" y="28686"/>
                    <a:pt x="47099" y="28675"/>
                    <a:pt x="47118" y="28662"/>
                  </a:cubicBezTo>
                  <a:cubicBezTo>
                    <a:pt x="48826" y="27633"/>
                    <a:pt x="50637" y="26785"/>
                    <a:pt x="52524" y="26133"/>
                  </a:cubicBezTo>
                  <a:cubicBezTo>
                    <a:pt x="52902" y="26003"/>
                    <a:pt x="53156" y="25447"/>
                    <a:pt x="52785" y="25145"/>
                  </a:cubicBezTo>
                  <a:cubicBezTo>
                    <a:pt x="52171" y="24648"/>
                    <a:pt x="51613" y="24099"/>
                    <a:pt x="50959" y="23696"/>
                  </a:cubicBezTo>
                  <a:cubicBezTo>
                    <a:pt x="51006" y="23680"/>
                    <a:pt x="51050" y="23660"/>
                    <a:pt x="51097" y="23645"/>
                  </a:cubicBezTo>
                  <a:cubicBezTo>
                    <a:pt x="51251" y="23594"/>
                    <a:pt x="51309" y="23468"/>
                    <a:pt x="51300" y="23347"/>
                  </a:cubicBezTo>
                  <a:cubicBezTo>
                    <a:pt x="51345" y="23292"/>
                    <a:pt x="51376" y="23227"/>
                    <a:pt x="51391" y="23158"/>
                  </a:cubicBezTo>
                  <a:cubicBezTo>
                    <a:pt x="51657" y="23086"/>
                    <a:pt x="51868" y="22805"/>
                    <a:pt x="51676" y="22507"/>
                  </a:cubicBezTo>
                  <a:cubicBezTo>
                    <a:pt x="51561" y="22326"/>
                    <a:pt x="51447" y="22144"/>
                    <a:pt x="51333" y="21962"/>
                  </a:cubicBezTo>
                  <a:cubicBezTo>
                    <a:pt x="51345" y="21962"/>
                    <a:pt x="51359" y="21961"/>
                    <a:pt x="51371" y="21961"/>
                  </a:cubicBezTo>
                  <a:cubicBezTo>
                    <a:pt x="51374" y="21961"/>
                    <a:pt x="51377" y="21961"/>
                    <a:pt x="51379" y="21961"/>
                  </a:cubicBezTo>
                  <a:cubicBezTo>
                    <a:pt x="51539" y="21961"/>
                    <a:pt x="51585" y="21737"/>
                    <a:pt x="51453" y="21658"/>
                  </a:cubicBezTo>
                  <a:cubicBezTo>
                    <a:pt x="51333" y="21585"/>
                    <a:pt x="51198" y="21544"/>
                    <a:pt x="51056" y="21524"/>
                  </a:cubicBezTo>
                  <a:cubicBezTo>
                    <a:pt x="50796" y="21108"/>
                    <a:pt x="50546" y="20689"/>
                    <a:pt x="50290" y="20269"/>
                  </a:cubicBezTo>
                  <a:cubicBezTo>
                    <a:pt x="50030" y="19581"/>
                    <a:pt x="49589" y="18953"/>
                    <a:pt x="49191" y="18312"/>
                  </a:cubicBezTo>
                  <a:cubicBezTo>
                    <a:pt x="48421" y="17077"/>
                    <a:pt x="47572" y="15893"/>
                    <a:pt x="46728" y="14709"/>
                  </a:cubicBezTo>
                  <a:cubicBezTo>
                    <a:pt x="45005" y="12292"/>
                    <a:pt x="43280" y="9876"/>
                    <a:pt x="41551" y="7464"/>
                  </a:cubicBezTo>
                  <a:cubicBezTo>
                    <a:pt x="40019" y="5325"/>
                    <a:pt x="38618" y="2783"/>
                    <a:pt x="36781" y="897"/>
                  </a:cubicBezTo>
                  <a:cubicBezTo>
                    <a:pt x="36255" y="356"/>
                    <a:pt x="35527" y="0"/>
                    <a:pt x="348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34"/>
            <p:cNvSpPr/>
            <p:nvPr/>
          </p:nvSpPr>
          <p:spPr>
            <a:xfrm>
              <a:off x="2990175" y="381350"/>
              <a:ext cx="254450" cy="209600"/>
            </a:xfrm>
            <a:custGeom>
              <a:avLst/>
              <a:gdLst/>
              <a:ahLst/>
              <a:cxnLst/>
              <a:rect l="l" t="t" r="r" b="b"/>
              <a:pathLst>
                <a:path w="10178" h="8384" extrusionOk="0">
                  <a:moveTo>
                    <a:pt x="9489" y="1"/>
                  </a:moveTo>
                  <a:cubicBezTo>
                    <a:pt x="9460" y="1"/>
                    <a:pt x="9430" y="3"/>
                    <a:pt x="9398" y="7"/>
                  </a:cubicBezTo>
                  <a:cubicBezTo>
                    <a:pt x="5315" y="589"/>
                    <a:pt x="1324" y="4315"/>
                    <a:pt x="48" y="8144"/>
                  </a:cubicBezTo>
                  <a:cubicBezTo>
                    <a:pt x="1" y="8286"/>
                    <a:pt x="119" y="8384"/>
                    <a:pt x="239" y="8384"/>
                  </a:cubicBezTo>
                  <a:cubicBezTo>
                    <a:pt x="302" y="8384"/>
                    <a:pt x="366" y="8357"/>
                    <a:pt x="406" y="8294"/>
                  </a:cubicBezTo>
                  <a:cubicBezTo>
                    <a:pt x="1475" y="6637"/>
                    <a:pt x="2632" y="5068"/>
                    <a:pt x="4157" y="3799"/>
                  </a:cubicBezTo>
                  <a:cubicBezTo>
                    <a:pt x="5839" y="2399"/>
                    <a:pt x="7661" y="1727"/>
                    <a:pt x="9647" y="909"/>
                  </a:cubicBezTo>
                  <a:cubicBezTo>
                    <a:pt x="10177" y="691"/>
                    <a:pt x="10017" y="1"/>
                    <a:pt x="948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34"/>
            <p:cNvSpPr/>
            <p:nvPr/>
          </p:nvSpPr>
          <p:spPr>
            <a:xfrm>
              <a:off x="3026350" y="441550"/>
              <a:ext cx="247225" cy="201350"/>
            </a:xfrm>
            <a:custGeom>
              <a:avLst/>
              <a:gdLst/>
              <a:ahLst/>
              <a:cxnLst/>
              <a:rect l="l" t="t" r="r" b="b"/>
              <a:pathLst>
                <a:path w="9889" h="8054" extrusionOk="0">
                  <a:moveTo>
                    <a:pt x="9472" y="1"/>
                  </a:moveTo>
                  <a:cubicBezTo>
                    <a:pt x="9466" y="1"/>
                    <a:pt x="9460" y="1"/>
                    <a:pt x="9454" y="1"/>
                  </a:cubicBezTo>
                  <a:cubicBezTo>
                    <a:pt x="5735" y="204"/>
                    <a:pt x="1142" y="4281"/>
                    <a:pt x="59" y="7752"/>
                  </a:cubicBezTo>
                  <a:cubicBezTo>
                    <a:pt x="0" y="7941"/>
                    <a:pt x="141" y="8053"/>
                    <a:pt x="292" y="8053"/>
                  </a:cubicBezTo>
                  <a:cubicBezTo>
                    <a:pt x="375" y="8053"/>
                    <a:pt x="460" y="8019"/>
                    <a:pt x="517" y="7945"/>
                  </a:cubicBezTo>
                  <a:cubicBezTo>
                    <a:pt x="1756" y="6329"/>
                    <a:pt x="2771" y="4701"/>
                    <a:pt x="4382" y="3401"/>
                  </a:cubicBezTo>
                  <a:cubicBezTo>
                    <a:pt x="6005" y="2092"/>
                    <a:pt x="7844" y="1590"/>
                    <a:pt x="9618" y="609"/>
                  </a:cubicBezTo>
                  <a:cubicBezTo>
                    <a:pt x="9889" y="460"/>
                    <a:pt x="9783" y="1"/>
                    <a:pt x="94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34"/>
            <p:cNvSpPr/>
            <p:nvPr/>
          </p:nvSpPr>
          <p:spPr>
            <a:xfrm>
              <a:off x="3172850" y="661350"/>
              <a:ext cx="224850" cy="198300"/>
            </a:xfrm>
            <a:custGeom>
              <a:avLst/>
              <a:gdLst/>
              <a:ahLst/>
              <a:cxnLst/>
              <a:rect l="l" t="t" r="r" b="b"/>
              <a:pathLst>
                <a:path w="8994" h="7932" extrusionOk="0">
                  <a:moveTo>
                    <a:pt x="8456" y="0"/>
                  </a:moveTo>
                  <a:cubicBezTo>
                    <a:pt x="8425" y="0"/>
                    <a:pt x="8392" y="4"/>
                    <a:pt x="8358" y="11"/>
                  </a:cubicBezTo>
                  <a:cubicBezTo>
                    <a:pt x="5106" y="738"/>
                    <a:pt x="1076" y="4402"/>
                    <a:pt x="60" y="7579"/>
                  </a:cubicBezTo>
                  <a:cubicBezTo>
                    <a:pt x="1" y="7765"/>
                    <a:pt x="174" y="7931"/>
                    <a:pt x="343" y="7931"/>
                  </a:cubicBezTo>
                  <a:cubicBezTo>
                    <a:pt x="409" y="7931"/>
                    <a:pt x="474" y="7907"/>
                    <a:pt x="524" y="7849"/>
                  </a:cubicBezTo>
                  <a:cubicBezTo>
                    <a:pt x="1689" y="6518"/>
                    <a:pt x="2590" y="5030"/>
                    <a:pt x="3913" y="3818"/>
                  </a:cubicBezTo>
                  <a:cubicBezTo>
                    <a:pt x="5371" y="2483"/>
                    <a:pt x="7047" y="1783"/>
                    <a:pt x="8657" y="718"/>
                  </a:cubicBezTo>
                  <a:cubicBezTo>
                    <a:pt x="8993" y="494"/>
                    <a:pt x="8826" y="0"/>
                    <a:pt x="84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34"/>
            <p:cNvSpPr/>
            <p:nvPr/>
          </p:nvSpPr>
          <p:spPr>
            <a:xfrm>
              <a:off x="3219000" y="725650"/>
              <a:ext cx="226500" cy="215375"/>
            </a:xfrm>
            <a:custGeom>
              <a:avLst/>
              <a:gdLst/>
              <a:ahLst/>
              <a:cxnLst/>
              <a:rect l="l" t="t" r="r" b="b"/>
              <a:pathLst>
                <a:path w="9060" h="8615" extrusionOk="0">
                  <a:moveTo>
                    <a:pt x="8466" y="1"/>
                  </a:moveTo>
                  <a:cubicBezTo>
                    <a:pt x="8403" y="1"/>
                    <a:pt x="8336" y="16"/>
                    <a:pt x="8267" y="50"/>
                  </a:cubicBezTo>
                  <a:cubicBezTo>
                    <a:pt x="6348" y="1017"/>
                    <a:pt x="4571" y="2396"/>
                    <a:pt x="3025" y="3882"/>
                  </a:cubicBezTo>
                  <a:cubicBezTo>
                    <a:pt x="1836" y="5024"/>
                    <a:pt x="0" y="6568"/>
                    <a:pt x="62" y="8367"/>
                  </a:cubicBezTo>
                  <a:cubicBezTo>
                    <a:pt x="66" y="8507"/>
                    <a:pt x="206" y="8614"/>
                    <a:pt x="335" y="8614"/>
                  </a:cubicBezTo>
                  <a:cubicBezTo>
                    <a:pt x="409" y="8614"/>
                    <a:pt x="480" y="8578"/>
                    <a:pt x="518" y="8491"/>
                  </a:cubicBezTo>
                  <a:cubicBezTo>
                    <a:pt x="2016" y="5007"/>
                    <a:pt x="5594" y="2708"/>
                    <a:pt x="8679" y="755"/>
                  </a:cubicBezTo>
                  <a:cubicBezTo>
                    <a:pt x="9059" y="514"/>
                    <a:pt x="8832" y="1"/>
                    <a:pt x="84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34"/>
            <p:cNvSpPr/>
            <p:nvPr/>
          </p:nvSpPr>
          <p:spPr>
            <a:xfrm>
              <a:off x="2528200" y="658025"/>
              <a:ext cx="405900" cy="260600"/>
            </a:xfrm>
            <a:custGeom>
              <a:avLst/>
              <a:gdLst/>
              <a:ahLst/>
              <a:cxnLst/>
              <a:rect l="l" t="t" r="r" b="b"/>
              <a:pathLst>
                <a:path w="16236" h="10424" extrusionOk="0">
                  <a:moveTo>
                    <a:pt x="1382" y="2708"/>
                  </a:moveTo>
                  <a:cubicBezTo>
                    <a:pt x="2705" y="4465"/>
                    <a:pt x="4361" y="5818"/>
                    <a:pt x="5564" y="7549"/>
                  </a:cubicBezTo>
                  <a:cubicBezTo>
                    <a:pt x="5049" y="7000"/>
                    <a:pt x="4518" y="6467"/>
                    <a:pt x="3972" y="5947"/>
                  </a:cubicBezTo>
                  <a:cubicBezTo>
                    <a:pt x="3369" y="5370"/>
                    <a:pt x="2751" y="4825"/>
                    <a:pt x="2113" y="4299"/>
                  </a:cubicBezTo>
                  <a:cubicBezTo>
                    <a:pt x="2286" y="4264"/>
                    <a:pt x="2405" y="4031"/>
                    <a:pt x="2251" y="3877"/>
                  </a:cubicBezTo>
                  <a:cubicBezTo>
                    <a:pt x="1869" y="3498"/>
                    <a:pt x="1454" y="3168"/>
                    <a:pt x="1030" y="2840"/>
                  </a:cubicBezTo>
                  <a:lnTo>
                    <a:pt x="1382" y="2708"/>
                  </a:lnTo>
                  <a:close/>
                  <a:moveTo>
                    <a:pt x="9295" y="739"/>
                  </a:moveTo>
                  <a:cubicBezTo>
                    <a:pt x="10900" y="739"/>
                    <a:pt x="11714" y="2042"/>
                    <a:pt x="12738" y="3153"/>
                  </a:cubicBezTo>
                  <a:cubicBezTo>
                    <a:pt x="13607" y="4096"/>
                    <a:pt x="14464" y="5049"/>
                    <a:pt x="15310" y="6013"/>
                  </a:cubicBezTo>
                  <a:cubicBezTo>
                    <a:pt x="13936" y="6363"/>
                    <a:pt x="12589" y="6790"/>
                    <a:pt x="11275" y="7331"/>
                  </a:cubicBezTo>
                  <a:cubicBezTo>
                    <a:pt x="10703" y="7567"/>
                    <a:pt x="10139" y="7820"/>
                    <a:pt x="9583" y="8091"/>
                  </a:cubicBezTo>
                  <a:cubicBezTo>
                    <a:pt x="9104" y="8323"/>
                    <a:pt x="7997" y="9216"/>
                    <a:pt x="7494" y="9216"/>
                  </a:cubicBezTo>
                  <a:cubicBezTo>
                    <a:pt x="7280" y="9214"/>
                    <a:pt x="7087" y="9143"/>
                    <a:pt x="6911" y="9028"/>
                  </a:cubicBezTo>
                  <a:cubicBezTo>
                    <a:pt x="5976" y="6497"/>
                    <a:pt x="3660" y="4237"/>
                    <a:pt x="1564" y="2642"/>
                  </a:cubicBezTo>
                  <a:cubicBezTo>
                    <a:pt x="3992" y="1737"/>
                    <a:pt x="6804" y="749"/>
                    <a:pt x="9284" y="739"/>
                  </a:cubicBezTo>
                  <a:cubicBezTo>
                    <a:pt x="9288" y="739"/>
                    <a:pt x="9291" y="739"/>
                    <a:pt x="9295" y="739"/>
                  </a:cubicBezTo>
                  <a:close/>
                  <a:moveTo>
                    <a:pt x="9522" y="0"/>
                  </a:moveTo>
                  <a:cubicBezTo>
                    <a:pt x="8353" y="0"/>
                    <a:pt x="6970" y="475"/>
                    <a:pt x="5977" y="700"/>
                  </a:cubicBezTo>
                  <a:cubicBezTo>
                    <a:pt x="4041" y="1140"/>
                    <a:pt x="2155" y="1729"/>
                    <a:pt x="300" y="2432"/>
                  </a:cubicBezTo>
                  <a:cubicBezTo>
                    <a:pt x="25" y="2536"/>
                    <a:pt x="1" y="2846"/>
                    <a:pt x="223" y="3018"/>
                  </a:cubicBezTo>
                  <a:cubicBezTo>
                    <a:pt x="702" y="3388"/>
                    <a:pt x="1169" y="3763"/>
                    <a:pt x="1673" y="4093"/>
                  </a:cubicBezTo>
                  <a:cubicBezTo>
                    <a:pt x="3491" y="5760"/>
                    <a:pt x="5144" y="7550"/>
                    <a:pt x="6623" y="9541"/>
                  </a:cubicBezTo>
                  <a:cubicBezTo>
                    <a:pt x="6713" y="9781"/>
                    <a:pt x="6797" y="10028"/>
                    <a:pt x="6867" y="10287"/>
                  </a:cubicBezTo>
                  <a:cubicBezTo>
                    <a:pt x="6892" y="10382"/>
                    <a:pt x="6963" y="10423"/>
                    <a:pt x="7035" y="10423"/>
                  </a:cubicBezTo>
                  <a:cubicBezTo>
                    <a:pt x="7146" y="10423"/>
                    <a:pt x="7261" y="10329"/>
                    <a:pt x="7234" y="10186"/>
                  </a:cubicBezTo>
                  <a:cubicBezTo>
                    <a:pt x="7224" y="10130"/>
                    <a:pt x="7207" y="10076"/>
                    <a:pt x="7196" y="10021"/>
                  </a:cubicBezTo>
                  <a:cubicBezTo>
                    <a:pt x="7219" y="10016"/>
                    <a:pt x="7243" y="10009"/>
                    <a:pt x="7264" y="9998"/>
                  </a:cubicBezTo>
                  <a:cubicBezTo>
                    <a:pt x="9998" y="8390"/>
                    <a:pt x="12869" y="7216"/>
                    <a:pt x="15954" y="6481"/>
                  </a:cubicBezTo>
                  <a:cubicBezTo>
                    <a:pt x="16193" y="6424"/>
                    <a:pt x="16235" y="6133"/>
                    <a:pt x="16091" y="5967"/>
                  </a:cubicBezTo>
                  <a:cubicBezTo>
                    <a:pt x="14926" y="4637"/>
                    <a:pt x="13744" y="3322"/>
                    <a:pt x="12545" y="2023"/>
                  </a:cubicBezTo>
                  <a:cubicBezTo>
                    <a:pt x="11928" y="1357"/>
                    <a:pt x="11266" y="350"/>
                    <a:pt x="10341" y="98"/>
                  </a:cubicBezTo>
                  <a:cubicBezTo>
                    <a:pt x="10087" y="29"/>
                    <a:pt x="9811" y="0"/>
                    <a:pt x="95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34"/>
            <p:cNvSpPr/>
            <p:nvPr/>
          </p:nvSpPr>
          <p:spPr>
            <a:xfrm>
              <a:off x="2739725" y="878000"/>
              <a:ext cx="265375" cy="114400"/>
            </a:xfrm>
            <a:custGeom>
              <a:avLst/>
              <a:gdLst/>
              <a:ahLst/>
              <a:cxnLst/>
              <a:rect l="l" t="t" r="r" b="b"/>
              <a:pathLst>
                <a:path w="10615" h="4576" extrusionOk="0">
                  <a:moveTo>
                    <a:pt x="8807" y="0"/>
                  </a:moveTo>
                  <a:cubicBezTo>
                    <a:pt x="5620" y="0"/>
                    <a:pt x="1581" y="1966"/>
                    <a:pt x="54" y="4386"/>
                  </a:cubicBezTo>
                  <a:cubicBezTo>
                    <a:pt x="1" y="4471"/>
                    <a:pt x="79" y="4576"/>
                    <a:pt x="166" y="4576"/>
                  </a:cubicBezTo>
                  <a:cubicBezTo>
                    <a:pt x="186" y="4576"/>
                    <a:pt x="207" y="4570"/>
                    <a:pt x="226" y="4558"/>
                  </a:cubicBezTo>
                  <a:cubicBezTo>
                    <a:pt x="1875" y="3508"/>
                    <a:pt x="3258" y="2278"/>
                    <a:pt x="5131" y="1591"/>
                  </a:cubicBezTo>
                  <a:cubicBezTo>
                    <a:pt x="6861" y="957"/>
                    <a:pt x="8587" y="1026"/>
                    <a:pt x="10351" y="694"/>
                  </a:cubicBezTo>
                  <a:cubicBezTo>
                    <a:pt x="10615" y="644"/>
                    <a:pt x="10595" y="242"/>
                    <a:pt x="10351" y="180"/>
                  </a:cubicBezTo>
                  <a:cubicBezTo>
                    <a:pt x="9872" y="58"/>
                    <a:pt x="9352" y="0"/>
                    <a:pt x="88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34"/>
            <p:cNvSpPr/>
            <p:nvPr/>
          </p:nvSpPr>
          <p:spPr>
            <a:xfrm>
              <a:off x="2783475" y="946275"/>
              <a:ext cx="254775" cy="113000"/>
            </a:xfrm>
            <a:custGeom>
              <a:avLst/>
              <a:gdLst/>
              <a:ahLst/>
              <a:cxnLst/>
              <a:rect l="l" t="t" r="r" b="b"/>
              <a:pathLst>
                <a:path w="10191" h="4520" extrusionOk="0">
                  <a:moveTo>
                    <a:pt x="9024" y="1"/>
                  </a:moveTo>
                  <a:cubicBezTo>
                    <a:pt x="7296" y="1"/>
                    <a:pt x="5453" y="625"/>
                    <a:pt x="3919" y="1282"/>
                  </a:cubicBezTo>
                  <a:cubicBezTo>
                    <a:pt x="2789" y="1765"/>
                    <a:pt x="261" y="2658"/>
                    <a:pt x="23" y="4060"/>
                  </a:cubicBezTo>
                  <a:cubicBezTo>
                    <a:pt x="1" y="4188"/>
                    <a:pt x="41" y="4285"/>
                    <a:pt x="145" y="4359"/>
                  </a:cubicBezTo>
                  <a:lnTo>
                    <a:pt x="328" y="4490"/>
                  </a:lnTo>
                  <a:cubicBezTo>
                    <a:pt x="356" y="4510"/>
                    <a:pt x="386" y="4519"/>
                    <a:pt x="416" y="4519"/>
                  </a:cubicBezTo>
                  <a:cubicBezTo>
                    <a:pt x="528" y="4519"/>
                    <a:pt x="634" y="4397"/>
                    <a:pt x="599" y="4281"/>
                  </a:cubicBezTo>
                  <a:cubicBezTo>
                    <a:pt x="310" y="3333"/>
                    <a:pt x="4773" y="1735"/>
                    <a:pt x="5289" y="1569"/>
                  </a:cubicBezTo>
                  <a:cubicBezTo>
                    <a:pt x="6773" y="1093"/>
                    <a:pt x="8295" y="1027"/>
                    <a:pt x="9799" y="688"/>
                  </a:cubicBezTo>
                  <a:cubicBezTo>
                    <a:pt x="10190" y="600"/>
                    <a:pt x="10059" y="73"/>
                    <a:pt x="9711" y="36"/>
                  </a:cubicBezTo>
                  <a:cubicBezTo>
                    <a:pt x="9485" y="12"/>
                    <a:pt x="9255" y="1"/>
                    <a:pt x="902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34"/>
            <p:cNvSpPr/>
            <p:nvPr/>
          </p:nvSpPr>
          <p:spPr>
            <a:xfrm>
              <a:off x="2839925" y="1007825"/>
              <a:ext cx="259925" cy="117700"/>
            </a:xfrm>
            <a:custGeom>
              <a:avLst/>
              <a:gdLst/>
              <a:ahLst/>
              <a:cxnLst/>
              <a:rect l="l" t="t" r="r" b="b"/>
              <a:pathLst>
                <a:path w="10397" h="4708" extrusionOk="0">
                  <a:moveTo>
                    <a:pt x="9045" y="1"/>
                  </a:moveTo>
                  <a:cubicBezTo>
                    <a:pt x="5729" y="1"/>
                    <a:pt x="2019" y="2104"/>
                    <a:pt x="58" y="4551"/>
                  </a:cubicBezTo>
                  <a:cubicBezTo>
                    <a:pt x="0" y="4623"/>
                    <a:pt x="54" y="4707"/>
                    <a:pt x="124" y="4707"/>
                  </a:cubicBezTo>
                  <a:cubicBezTo>
                    <a:pt x="145" y="4707"/>
                    <a:pt x="167" y="4700"/>
                    <a:pt x="188" y="4683"/>
                  </a:cubicBezTo>
                  <a:cubicBezTo>
                    <a:pt x="1738" y="3418"/>
                    <a:pt x="3324" y="2289"/>
                    <a:pt x="5224" y="1613"/>
                  </a:cubicBezTo>
                  <a:cubicBezTo>
                    <a:pt x="6821" y="1047"/>
                    <a:pt x="8433" y="1014"/>
                    <a:pt x="10074" y="712"/>
                  </a:cubicBezTo>
                  <a:cubicBezTo>
                    <a:pt x="10385" y="655"/>
                    <a:pt x="10396" y="120"/>
                    <a:pt x="10074" y="73"/>
                  </a:cubicBezTo>
                  <a:cubicBezTo>
                    <a:pt x="9737" y="24"/>
                    <a:pt x="9393" y="1"/>
                    <a:pt x="90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31102B4A-F79A-4283-81D9-8616AEF47326}"/>
              </a:ext>
            </a:extLst>
          </p:cNvPr>
          <p:cNvSpPr txBox="1"/>
          <p:nvPr/>
        </p:nvSpPr>
        <p:spPr>
          <a:xfrm>
            <a:off x="1441592" y="1384712"/>
            <a:ext cx="65594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200" dirty="0"/>
              <a:t>Here are the steps for removing the maximum node: </a:t>
            </a:r>
          </a:p>
          <a:p>
            <a:pPr marL="342900" indent="-342900" algn="just">
              <a:buAutoNum type="arabicPeriod"/>
            </a:pPr>
            <a:r>
              <a:rPr lang="en-US" sz="1200" dirty="0"/>
              <a:t>Remove the root. </a:t>
            </a:r>
          </a:p>
          <a:p>
            <a:pPr marL="342900" indent="-342900" algn="just">
              <a:buAutoNum type="arabicPeriod"/>
            </a:pPr>
            <a:r>
              <a:rPr lang="en-US" sz="1200" dirty="0"/>
              <a:t>Move the last node into the root. </a:t>
            </a:r>
          </a:p>
          <a:p>
            <a:pPr marL="342900" indent="-342900" algn="just">
              <a:buAutoNum type="arabicPeriod"/>
            </a:pPr>
            <a:r>
              <a:rPr lang="en-US" sz="1200" dirty="0"/>
              <a:t>Trickle the last node down until it’s below a larger node and above a smaller one.</a:t>
            </a:r>
            <a:endParaRPr lang="en-US" sz="1200" b="1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10800A2-2458-4DAF-A6CD-34564FB51B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9684" y="2413358"/>
            <a:ext cx="6991350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631510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4"/>
          <p:cNvSpPr txBox="1">
            <a:spLocks noGrp="1"/>
          </p:cNvSpPr>
          <p:nvPr>
            <p:ph type="title"/>
          </p:nvPr>
        </p:nvSpPr>
        <p:spPr>
          <a:xfrm>
            <a:off x="1307759" y="947437"/>
            <a:ext cx="2939511" cy="4372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u="sng" dirty="0"/>
              <a:t>Removal</a:t>
            </a:r>
          </a:p>
        </p:txBody>
      </p:sp>
      <p:sp>
        <p:nvSpPr>
          <p:cNvPr id="234" name="Google Shape;234;p34"/>
          <p:cNvSpPr txBox="1">
            <a:spLocks noGrp="1"/>
          </p:cNvSpPr>
          <p:nvPr>
            <p:ph type="subTitle" idx="1"/>
          </p:nvPr>
        </p:nvSpPr>
        <p:spPr>
          <a:xfrm>
            <a:off x="1307759" y="531752"/>
            <a:ext cx="3439500" cy="53514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Heaps	</a:t>
            </a:r>
          </a:p>
        </p:txBody>
      </p:sp>
      <p:pic>
        <p:nvPicPr>
          <p:cNvPr id="235" name="Google Shape;235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695460">
            <a:off x="7765338" y="3361772"/>
            <a:ext cx="1241024" cy="1610463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grpSp>
        <p:nvGrpSpPr>
          <p:cNvPr id="236" name="Google Shape;236;p34"/>
          <p:cNvGrpSpPr/>
          <p:nvPr/>
        </p:nvGrpSpPr>
        <p:grpSpPr>
          <a:xfrm rot="790859">
            <a:off x="7973758" y="3964891"/>
            <a:ext cx="824184" cy="712067"/>
            <a:chOff x="2341425" y="238100"/>
            <a:chExt cx="1328900" cy="1148125"/>
          </a:xfrm>
        </p:grpSpPr>
        <p:sp>
          <p:nvSpPr>
            <p:cNvPr id="237" name="Google Shape;237;p34"/>
            <p:cNvSpPr/>
            <p:nvPr/>
          </p:nvSpPr>
          <p:spPr>
            <a:xfrm>
              <a:off x="2341425" y="238100"/>
              <a:ext cx="1328900" cy="1148125"/>
            </a:xfrm>
            <a:custGeom>
              <a:avLst/>
              <a:gdLst/>
              <a:ahLst/>
              <a:cxnLst/>
              <a:rect l="l" t="t" r="r" b="b"/>
              <a:pathLst>
                <a:path w="53156" h="45925" extrusionOk="0">
                  <a:moveTo>
                    <a:pt x="49853" y="24103"/>
                  </a:moveTo>
                  <a:cubicBezTo>
                    <a:pt x="50212" y="24609"/>
                    <a:pt x="50681" y="25003"/>
                    <a:pt x="51172" y="25380"/>
                  </a:cubicBezTo>
                  <a:cubicBezTo>
                    <a:pt x="48199" y="26540"/>
                    <a:pt x="45438" y="28144"/>
                    <a:pt x="42987" y="30206"/>
                  </a:cubicBezTo>
                  <a:cubicBezTo>
                    <a:pt x="41727" y="31264"/>
                    <a:pt x="40396" y="32510"/>
                    <a:pt x="39238" y="33887"/>
                  </a:cubicBezTo>
                  <a:cubicBezTo>
                    <a:pt x="39347" y="33688"/>
                    <a:pt x="39460" y="33491"/>
                    <a:pt x="39578" y="33301"/>
                  </a:cubicBezTo>
                  <a:cubicBezTo>
                    <a:pt x="40490" y="31831"/>
                    <a:pt x="41539" y="30449"/>
                    <a:pt x="42711" y="29176"/>
                  </a:cubicBezTo>
                  <a:cubicBezTo>
                    <a:pt x="44775" y="26932"/>
                    <a:pt x="47091" y="25229"/>
                    <a:pt x="49853" y="24103"/>
                  </a:cubicBezTo>
                  <a:close/>
                  <a:moveTo>
                    <a:pt x="35117" y="1053"/>
                  </a:moveTo>
                  <a:lnTo>
                    <a:pt x="35117" y="1053"/>
                  </a:lnTo>
                  <a:cubicBezTo>
                    <a:pt x="36710" y="1715"/>
                    <a:pt x="38294" y="4814"/>
                    <a:pt x="38992" y="5799"/>
                  </a:cubicBezTo>
                  <a:cubicBezTo>
                    <a:pt x="40312" y="7660"/>
                    <a:pt x="41633" y="9523"/>
                    <a:pt x="42954" y="11383"/>
                  </a:cubicBezTo>
                  <a:cubicBezTo>
                    <a:pt x="44182" y="13110"/>
                    <a:pt x="45421" y="14827"/>
                    <a:pt x="46633" y="16564"/>
                  </a:cubicBezTo>
                  <a:cubicBezTo>
                    <a:pt x="46650" y="16588"/>
                    <a:pt x="46667" y="16613"/>
                    <a:pt x="46685" y="16638"/>
                  </a:cubicBezTo>
                  <a:cubicBezTo>
                    <a:pt x="47623" y="18397"/>
                    <a:pt x="48600" y="20134"/>
                    <a:pt x="49618" y="21849"/>
                  </a:cubicBezTo>
                  <a:cubicBezTo>
                    <a:pt x="48693" y="22281"/>
                    <a:pt x="47744" y="23007"/>
                    <a:pt x="47214" y="23343"/>
                  </a:cubicBezTo>
                  <a:cubicBezTo>
                    <a:pt x="45320" y="24544"/>
                    <a:pt x="43587" y="25982"/>
                    <a:pt x="42057" y="27622"/>
                  </a:cubicBezTo>
                  <a:cubicBezTo>
                    <a:pt x="40592" y="29191"/>
                    <a:pt x="39304" y="30938"/>
                    <a:pt x="38281" y="32827"/>
                  </a:cubicBezTo>
                  <a:cubicBezTo>
                    <a:pt x="37877" y="33573"/>
                    <a:pt x="37271" y="34533"/>
                    <a:pt x="36981" y="35496"/>
                  </a:cubicBezTo>
                  <a:cubicBezTo>
                    <a:pt x="36328" y="34434"/>
                    <a:pt x="35635" y="33395"/>
                    <a:pt x="34953" y="32353"/>
                  </a:cubicBezTo>
                  <a:cubicBezTo>
                    <a:pt x="33450" y="30055"/>
                    <a:pt x="31915" y="27777"/>
                    <a:pt x="30347" y="25524"/>
                  </a:cubicBezTo>
                  <a:cubicBezTo>
                    <a:pt x="28841" y="23359"/>
                    <a:pt x="27306" y="21217"/>
                    <a:pt x="25741" y="19095"/>
                  </a:cubicBezTo>
                  <a:cubicBezTo>
                    <a:pt x="24508" y="17421"/>
                    <a:pt x="23256" y="15382"/>
                    <a:pt x="21757" y="13843"/>
                  </a:cubicBezTo>
                  <a:cubicBezTo>
                    <a:pt x="22758" y="10753"/>
                    <a:pt x="24747" y="8361"/>
                    <a:pt x="26903" y="5992"/>
                  </a:cubicBezTo>
                  <a:cubicBezTo>
                    <a:pt x="27357" y="5493"/>
                    <a:pt x="27826" y="4981"/>
                    <a:pt x="28315" y="4481"/>
                  </a:cubicBezTo>
                  <a:cubicBezTo>
                    <a:pt x="29626" y="3498"/>
                    <a:pt x="31045" y="2668"/>
                    <a:pt x="32551" y="2018"/>
                  </a:cubicBezTo>
                  <a:cubicBezTo>
                    <a:pt x="33121" y="1772"/>
                    <a:pt x="33780" y="1496"/>
                    <a:pt x="34476" y="1255"/>
                  </a:cubicBezTo>
                  <a:cubicBezTo>
                    <a:pt x="34702" y="1206"/>
                    <a:pt x="34932" y="1166"/>
                    <a:pt x="35161" y="1125"/>
                  </a:cubicBezTo>
                  <a:cubicBezTo>
                    <a:pt x="35147" y="1101"/>
                    <a:pt x="35132" y="1076"/>
                    <a:pt x="35117" y="1053"/>
                  </a:cubicBezTo>
                  <a:close/>
                  <a:moveTo>
                    <a:pt x="49886" y="22296"/>
                  </a:moveTo>
                  <a:cubicBezTo>
                    <a:pt x="50069" y="22601"/>
                    <a:pt x="50253" y="22905"/>
                    <a:pt x="50437" y="23208"/>
                  </a:cubicBezTo>
                  <a:cubicBezTo>
                    <a:pt x="50328" y="23239"/>
                    <a:pt x="50219" y="23270"/>
                    <a:pt x="50110" y="23305"/>
                  </a:cubicBezTo>
                  <a:cubicBezTo>
                    <a:pt x="50098" y="23304"/>
                    <a:pt x="50086" y="23303"/>
                    <a:pt x="50074" y="23303"/>
                  </a:cubicBezTo>
                  <a:cubicBezTo>
                    <a:pt x="49989" y="23303"/>
                    <a:pt x="49905" y="23334"/>
                    <a:pt x="49839" y="23390"/>
                  </a:cubicBezTo>
                  <a:cubicBezTo>
                    <a:pt x="46983" y="24343"/>
                    <a:pt x="44499" y="26352"/>
                    <a:pt x="42469" y="28520"/>
                  </a:cubicBezTo>
                  <a:cubicBezTo>
                    <a:pt x="40592" y="30525"/>
                    <a:pt x="38254" y="33305"/>
                    <a:pt x="37357" y="36095"/>
                  </a:cubicBezTo>
                  <a:cubicBezTo>
                    <a:pt x="37306" y="36011"/>
                    <a:pt x="37249" y="35923"/>
                    <a:pt x="37190" y="35830"/>
                  </a:cubicBezTo>
                  <a:cubicBezTo>
                    <a:pt x="37565" y="34416"/>
                    <a:pt x="38696" y="32821"/>
                    <a:pt x="39296" y="31878"/>
                  </a:cubicBezTo>
                  <a:cubicBezTo>
                    <a:pt x="40239" y="30393"/>
                    <a:pt x="41330" y="29005"/>
                    <a:pt x="42550" y="27739"/>
                  </a:cubicBezTo>
                  <a:cubicBezTo>
                    <a:pt x="43708" y="26537"/>
                    <a:pt x="44980" y="25451"/>
                    <a:pt x="46348" y="24494"/>
                  </a:cubicBezTo>
                  <a:cubicBezTo>
                    <a:pt x="47234" y="23875"/>
                    <a:pt x="48600" y="22828"/>
                    <a:pt x="49886" y="22296"/>
                  </a:cubicBezTo>
                  <a:close/>
                  <a:moveTo>
                    <a:pt x="20475" y="13918"/>
                  </a:moveTo>
                  <a:cubicBezTo>
                    <a:pt x="20720" y="13985"/>
                    <a:pt x="20968" y="14054"/>
                    <a:pt x="21218" y="14127"/>
                  </a:cubicBezTo>
                  <a:lnTo>
                    <a:pt x="21219" y="14127"/>
                  </a:lnTo>
                  <a:cubicBezTo>
                    <a:pt x="22265" y="15897"/>
                    <a:pt x="23782" y="17534"/>
                    <a:pt x="24979" y="19160"/>
                  </a:cubicBezTo>
                  <a:cubicBezTo>
                    <a:pt x="26409" y="21107"/>
                    <a:pt x="27816" y="23071"/>
                    <a:pt x="29199" y="25052"/>
                  </a:cubicBezTo>
                  <a:cubicBezTo>
                    <a:pt x="30581" y="27035"/>
                    <a:pt x="31937" y="29034"/>
                    <a:pt x="33269" y="31050"/>
                  </a:cubicBezTo>
                  <a:cubicBezTo>
                    <a:pt x="33874" y="31967"/>
                    <a:pt x="34473" y="32886"/>
                    <a:pt x="35069" y="33809"/>
                  </a:cubicBezTo>
                  <a:cubicBezTo>
                    <a:pt x="35425" y="34364"/>
                    <a:pt x="35780" y="34920"/>
                    <a:pt x="36133" y="35475"/>
                  </a:cubicBezTo>
                  <a:lnTo>
                    <a:pt x="36486" y="36032"/>
                  </a:lnTo>
                  <a:cubicBezTo>
                    <a:pt x="36496" y="36074"/>
                    <a:pt x="36508" y="36115"/>
                    <a:pt x="36522" y="36155"/>
                  </a:cubicBezTo>
                  <a:cubicBezTo>
                    <a:pt x="33879" y="32306"/>
                    <a:pt x="31050" y="28568"/>
                    <a:pt x="28325" y="24779"/>
                  </a:cubicBezTo>
                  <a:cubicBezTo>
                    <a:pt x="25722" y="21160"/>
                    <a:pt x="23203" y="17449"/>
                    <a:pt x="20475" y="13918"/>
                  </a:cubicBezTo>
                  <a:close/>
                  <a:moveTo>
                    <a:pt x="37953" y="37630"/>
                  </a:moveTo>
                  <a:cubicBezTo>
                    <a:pt x="37851" y="37834"/>
                    <a:pt x="37753" y="38038"/>
                    <a:pt x="37661" y="38245"/>
                  </a:cubicBezTo>
                  <a:cubicBezTo>
                    <a:pt x="37630" y="38236"/>
                    <a:pt x="37597" y="38231"/>
                    <a:pt x="37565" y="38231"/>
                  </a:cubicBezTo>
                  <a:cubicBezTo>
                    <a:pt x="37533" y="38231"/>
                    <a:pt x="37500" y="38236"/>
                    <a:pt x="37470" y="38245"/>
                  </a:cubicBezTo>
                  <a:cubicBezTo>
                    <a:pt x="37633" y="38041"/>
                    <a:pt x="37793" y="37835"/>
                    <a:pt x="37953" y="37630"/>
                  </a:cubicBezTo>
                  <a:close/>
                  <a:moveTo>
                    <a:pt x="36509" y="38717"/>
                  </a:moveTo>
                  <a:cubicBezTo>
                    <a:pt x="36518" y="38717"/>
                    <a:pt x="36527" y="38717"/>
                    <a:pt x="36536" y="38717"/>
                  </a:cubicBezTo>
                  <a:cubicBezTo>
                    <a:pt x="36609" y="38809"/>
                    <a:pt x="36720" y="38864"/>
                    <a:pt x="36837" y="38865"/>
                  </a:cubicBezTo>
                  <a:cubicBezTo>
                    <a:pt x="36596" y="38971"/>
                    <a:pt x="36282" y="39011"/>
                    <a:pt x="35935" y="39011"/>
                  </a:cubicBezTo>
                  <a:cubicBezTo>
                    <a:pt x="35451" y="39011"/>
                    <a:pt x="34904" y="38934"/>
                    <a:pt x="34409" y="38856"/>
                  </a:cubicBezTo>
                  <a:cubicBezTo>
                    <a:pt x="35105" y="38764"/>
                    <a:pt x="35807" y="38717"/>
                    <a:pt x="36509" y="38717"/>
                  </a:cubicBezTo>
                  <a:close/>
                  <a:moveTo>
                    <a:pt x="15183" y="13113"/>
                  </a:moveTo>
                  <a:cubicBezTo>
                    <a:pt x="16769" y="13113"/>
                    <a:pt x="18319" y="13366"/>
                    <a:pt x="19934" y="13775"/>
                  </a:cubicBezTo>
                  <a:cubicBezTo>
                    <a:pt x="22531" y="17699"/>
                    <a:pt x="25404" y="21460"/>
                    <a:pt x="28149" y="25276"/>
                  </a:cubicBezTo>
                  <a:cubicBezTo>
                    <a:pt x="30879" y="29073"/>
                    <a:pt x="33528" y="32953"/>
                    <a:pt x="36351" y="36684"/>
                  </a:cubicBezTo>
                  <a:cubicBezTo>
                    <a:pt x="34542" y="35843"/>
                    <a:pt x="32568" y="35460"/>
                    <a:pt x="30570" y="35460"/>
                  </a:cubicBezTo>
                  <a:cubicBezTo>
                    <a:pt x="26406" y="35460"/>
                    <a:pt x="22142" y="37123"/>
                    <a:pt x="19074" y="39757"/>
                  </a:cubicBezTo>
                  <a:cubicBezTo>
                    <a:pt x="13793" y="32214"/>
                    <a:pt x="8154" y="24943"/>
                    <a:pt x="2157" y="17945"/>
                  </a:cubicBezTo>
                  <a:lnTo>
                    <a:pt x="2159" y="17945"/>
                  </a:lnTo>
                  <a:cubicBezTo>
                    <a:pt x="5055" y="16227"/>
                    <a:pt x="8015" y="14530"/>
                    <a:pt x="11283" y="13642"/>
                  </a:cubicBezTo>
                  <a:cubicBezTo>
                    <a:pt x="12638" y="13273"/>
                    <a:pt x="13922" y="13113"/>
                    <a:pt x="15183" y="13113"/>
                  </a:cubicBezTo>
                  <a:close/>
                  <a:moveTo>
                    <a:pt x="2578" y="20435"/>
                  </a:moveTo>
                  <a:cubicBezTo>
                    <a:pt x="8168" y="27062"/>
                    <a:pt x="13443" y="33937"/>
                    <a:pt x="18402" y="41058"/>
                  </a:cubicBezTo>
                  <a:cubicBezTo>
                    <a:pt x="18543" y="41262"/>
                    <a:pt x="18758" y="41377"/>
                    <a:pt x="18977" y="41377"/>
                  </a:cubicBezTo>
                  <a:cubicBezTo>
                    <a:pt x="19133" y="41377"/>
                    <a:pt x="19292" y="41318"/>
                    <a:pt x="19427" y="41190"/>
                  </a:cubicBezTo>
                  <a:cubicBezTo>
                    <a:pt x="21632" y="39103"/>
                    <a:pt x="24333" y="37693"/>
                    <a:pt x="27314" y="37090"/>
                  </a:cubicBezTo>
                  <a:cubicBezTo>
                    <a:pt x="28284" y="36894"/>
                    <a:pt x="29226" y="36809"/>
                    <a:pt x="30154" y="36809"/>
                  </a:cubicBezTo>
                  <a:cubicBezTo>
                    <a:pt x="30890" y="36809"/>
                    <a:pt x="31618" y="36863"/>
                    <a:pt x="32345" y="36959"/>
                  </a:cubicBezTo>
                  <a:cubicBezTo>
                    <a:pt x="32139" y="36996"/>
                    <a:pt x="31934" y="37038"/>
                    <a:pt x="31726" y="37085"/>
                  </a:cubicBezTo>
                  <a:cubicBezTo>
                    <a:pt x="29702" y="37535"/>
                    <a:pt x="27672" y="38191"/>
                    <a:pt x="25741" y="38939"/>
                  </a:cubicBezTo>
                  <a:cubicBezTo>
                    <a:pt x="24060" y="39590"/>
                    <a:pt x="22425" y="40379"/>
                    <a:pt x="20975" y="41459"/>
                  </a:cubicBezTo>
                  <a:cubicBezTo>
                    <a:pt x="20335" y="41934"/>
                    <a:pt x="18892" y="42836"/>
                    <a:pt x="18616" y="43758"/>
                  </a:cubicBezTo>
                  <a:cubicBezTo>
                    <a:pt x="15797" y="39642"/>
                    <a:pt x="12269" y="35871"/>
                    <a:pt x="9131" y="31993"/>
                  </a:cubicBezTo>
                  <a:cubicBezTo>
                    <a:pt x="7537" y="30022"/>
                    <a:pt x="5941" y="28055"/>
                    <a:pt x="4343" y="26088"/>
                  </a:cubicBezTo>
                  <a:cubicBezTo>
                    <a:pt x="3509" y="25063"/>
                    <a:pt x="2360" y="24025"/>
                    <a:pt x="1726" y="22872"/>
                  </a:cubicBezTo>
                  <a:lnTo>
                    <a:pt x="1290" y="22336"/>
                  </a:lnTo>
                  <a:cubicBezTo>
                    <a:pt x="1365" y="21812"/>
                    <a:pt x="1612" y="21399"/>
                    <a:pt x="2027" y="21097"/>
                  </a:cubicBezTo>
                  <a:cubicBezTo>
                    <a:pt x="2191" y="20870"/>
                    <a:pt x="2390" y="20654"/>
                    <a:pt x="2578" y="20435"/>
                  </a:cubicBezTo>
                  <a:close/>
                  <a:moveTo>
                    <a:pt x="34214" y="37438"/>
                  </a:moveTo>
                  <a:cubicBezTo>
                    <a:pt x="34480" y="37438"/>
                    <a:pt x="34745" y="37450"/>
                    <a:pt x="35009" y="37476"/>
                  </a:cubicBezTo>
                  <a:cubicBezTo>
                    <a:pt x="35056" y="37488"/>
                    <a:pt x="35104" y="37502"/>
                    <a:pt x="35153" y="37514"/>
                  </a:cubicBezTo>
                  <a:cubicBezTo>
                    <a:pt x="32341" y="37733"/>
                    <a:pt x="29659" y="38637"/>
                    <a:pt x="27141" y="39965"/>
                  </a:cubicBezTo>
                  <a:cubicBezTo>
                    <a:pt x="25564" y="40797"/>
                    <a:pt x="24060" y="41771"/>
                    <a:pt x="22625" y="42823"/>
                  </a:cubicBezTo>
                  <a:cubicBezTo>
                    <a:pt x="22053" y="43241"/>
                    <a:pt x="21266" y="44080"/>
                    <a:pt x="20621" y="44360"/>
                  </a:cubicBezTo>
                  <a:cubicBezTo>
                    <a:pt x="20405" y="44454"/>
                    <a:pt x="20198" y="44493"/>
                    <a:pt x="19997" y="44493"/>
                  </a:cubicBezTo>
                  <a:cubicBezTo>
                    <a:pt x="19802" y="44493"/>
                    <a:pt x="19613" y="44456"/>
                    <a:pt x="19427" y="44400"/>
                  </a:cubicBezTo>
                  <a:cubicBezTo>
                    <a:pt x="19434" y="44391"/>
                    <a:pt x="19440" y="44386"/>
                    <a:pt x="19448" y="44377"/>
                  </a:cubicBezTo>
                  <a:cubicBezTo>
                    <a:pt x="19593" y="44198"/>
                    <a:pt x="19599" y="43995"/>
                    <a:pt x="19448" y="43814"/>
                  </a:cubicBezTo>
                  <a:lnTo>
                    <a:pt x="19430" y="43792"/>
                  </a:lnTo>
                  <a:cubicBezTo>
                    <a:pt x="19697" y="43721"/>
                    <a:pt x="19911" y="43553"/>
                    <a:pt x="20074" y="43287"/>
                  </a:cubicBezTo>
                  <a:cubicBezTo>
                    <a:pt x="20320" y="43038"/>
                    <a:pt x="20576" y="42801"/>
                    <a:pt x="20843" y="42573"/>
                  </a:cubicBezTo>
                  <a:cubicBezTo>
                    <a:pt x="21485" y="42027"/>
                    <a:pt x="22180" y="41552"/>
                    <a:pt x="22907" y="41126"/>
                  </a:cubicBezTo>
                  <a:cubicBezTo>
                    <a:pt x="24188" y="40374"/>
                    <a:pt x="25559" y="39793"/>
                    <a:pt x="26955" y="39291"/>
                  </a:cubicBezTo>
                  <a:cubicBezTo>
                    <a:pt x="29199" y="38484"/>
                    <a:pt x="31750" y="37438"/>
                    <a:pt x="34214" y="37438"/>
                  </a:cubicBezTo>
                  <a:close/>
                  <a:moveTo>
                    <a:pt x="34842" y="0"/>
                  </a:moveTo>
                  <a:cubicBezTo>
                    <a:pt x="34343" y="0"/>
                    <a:pt x="33867" y="188"/>
                    <a:pt x="33507" y="630"/>
                  </a:cubicBezTo>
                  <a:cubicBezTo>
                    <a:pt x="31447" y="1151"/>
                    <a:pt x="29512" y="2015"/>
                    <a:pt x="27862" y="3526"/>
                  </a:cubicBezTo>
                  <a:cubicBezTo>
                    <a:pt x="27217" y="4115"/>
                    <a:pt x="26496" y="4800"/>
                    <a:pt x="25773" y="5555"/>
                  </a:cubicBezTo>
                  <a:cubicBezTo>
                    <a:pt x="23620" y="7604"/>
                    <a:pt x="21769" y="10148"/>
                    <a:pt x="20875" y="12916"/>
                  </a:cubicBezTo>
                  <a:cubicBezTo>
                    <a:pt x="19359" y="12052"/>
                    <a:pt x="17538" y="11727"/>
                    <a:pt x="15721" y="11727"/>
                  </a:cubicBezTo>
                  <a:cubicBezTo>
                    <a:pt x="14356" y="11727"/>
                    <a:pt x="12994" y="11911"/>
                    <a:pt x="11766" y="12185"/>
                  </a:cubicBezTo>
                  <a:cubicBezTo>
                    <a:pt x="7819" y="13067"/>
                    <a:pt x="4277" y="15176"/>
                    <a:pt x="838" y="17217"/>
                  </a:cubicBezTo>
                  <a:cubicBezTo>
                    <a:pt x="458" y="17444"/>
                    <a:pt x="436" y="17923"/>
                    <a:pt x="707" y="18237"/>
                  </a:cubicBezTo>
                  <a:cubicBezTo>
                    <a:pt x="1244" y="18859"/>
                    <a:pt x="1774" y="19488"/>
                    <a:pt x="2305" y="20116"/>
                  </a:cubicBezTo>
                  <a:cubicBezTo>
                    <a:pt x="1441" y="20484"/>
                    <a:pt x="862" y="21064"/>
                    <a:pt x="197" y="21811"/>
                  </a:cubicBezTo>
                  <a:cubicBezTo>
                    <a:pt x="77" y="21947"/>
                    <a:pt x="0" y="22200"/>
                    <a:pt x="127" y="22363"/>
                  </a:cubicBezTo>
                  <a:cubicBezTo>
                    <a:pt x="2951" y="26054"/>
                    <a:pt x="5928" y="29634"/>
                    <a:pt x="8843" y="33254"/>
                  </a:cubicBezTo>
                  <a:cubicBezTo>
                    <a:pt x="11749" y="36861"/>
                    <a:pt x="14485" y="40794"/>
                    <a:pt x="17652" y="44182"/>
                  </a:cubicBezTo>
                  <a:cubicBezTo>
                    <a:pt x="17664" y="44208"/>
                    <a:pt x="17679" y="44232"/>
                    <a:pt x="17699" y="44255"/>
                  </a:cubicBezTo>
                  <a:cubicBezTo>
                    <a:pt x="18282" y="44908"/>
                    <a:pt x="19219" y="45924"/>
                    <a:pt x="20167" y="45924"/>
                  </a:cubicBezTo>
                  <a:cubicBezTo>
                    <a:pt x="20277" y="45924"/>
                    <a:pt x="20387" y="45910"/>
                    <a:pt x="20497" y="45881"/>
                  </a:cubicBezTo>
                  <a:cubicBezTo>
                    <a:pt x="21148" y="45708"/>
                    <a:pt x="21757" y="44978"/>
                    <a:pt x="22286" y="44585"/>
                  </a:cubicBezTo>
                  <a:cubicBezTo>
                    <a:pt x="23162" y="43935"/>
                    <a:pt x="24053" y="43304"/>
                    <a:pt x="24965" y="42705"/>
                  </a:cubicBezTo>
                  <a:cubicBezTo>
                    <a:pt x="27366" y="41130"/>
                    <a:pt x="29934" y="39829"/>
                    <a:pt x="32678" y="39174"/>
                  </a:cubicBezTo>
                  <a:cubicBezTo>
                    <a:pt x="32752" y="39177"/>
                    <a:pt x="32826" y="39174"/>
                    <a:pt x="32900" y="39178"/>
                  </a:cubicBezTo>
                  <a:cubicBezTo>
                    <a:pt x="34054" y="39233"/>
                    <a:pt x="35153" y="39648"/>
                    <a:pt x="36288" y="39715"/>
                  </a:cubicBezTo>
                  <a:cubicBezTo>
                    <a:pt x="36337" y="39718"/>
                    <a:pt x="36385" y="39720"/>
                    <a:pt x="36433" y="39720"/>
                  </a:cubicBezTo>
                  <a:cubicBezTo>
                    <a:pt x="37209" y="39720"/>
                    <a:pt x="37750" y="39337"/>
                    <a:pt x="37827" y="38540"/>
                  </a:cubicBezTo>
                  <a:cubicBezTo>
                    <a:pt x="39593" y="36201"/>
                    <a:pt x="41115" y="33792"/>
                    <a:pt x="43273" y="31744"/>
                  </a:cubicBezTo>
                  <a:cubicBezTo>
                    <a:pt x="44449" y="30626"/>
                    <a:pt x="45716" y="29608"/>
                    <a:pt x="47060" y="28698"/>
                  </a:cubicBezTo>
                  <a:cubicBezTo>
                    <a:pt x="47079" y="28686"/>
                    <a:pt x="47099" y="28675"/>
                    <a:pt x="47118" y="28662"/>
                  </a:cubicBezTo>
                  <a:cubicBezTo>
                    <a:pt x="48826" y="27633"/>
                    <a:pt x="50637" y="26785"/>
                    <a:pt x="52524" y="26133"/>
                  </a:cubicBezTo>
                  <a:cubicBezTo>
                    <a:pt x="52902" y="26003"/>
                    <a:pt x="53156" y="25447"/>
                    <a:pt x="52785" y="25145"/>
                  </a:cubicBezTo>
                  <a:cubicBezTo>
                    <a:pt x="52171" y="24648"/>
                    <a:pt x="51613" y="24099"/>
                    <a:pt x="50959" y="23696"/>
                  </a:cubicBezTo>
                  <a:cubicBezTo>
                    <a:pt x="51006" y="23680"/>
                    <a:pt x="51050" y="23660"/>
                    <a:pt x="51097" y="23645"/>
                  </a:cubicBezTo>
                  <a:cubicBezTo>
                    <a:pt x="51251" y="23594"/>
                    <a:pt x="51309" y="23468"/>
                    <a:pt x="51300" y="23347"/>
                  </a:cubicBezTo>
                  <a:cubicBezTo>
                    <a:pt x="51345" y="23292"/>
                    <a:pt x="51376" y="23227"/>
                    <a:pt x="51391" y="23158"/>
                  </a:cubicBezTo>
                  <a:cubicBezTo>
                    <a:pt x="51657" y="23086"/>
                    <a:pt x="51868" y="22805"/>
                    <a:pt x="51676" y="22507"/>
                  </a:cubicBezTo>
                  <a:cubicBezTo>
                    <a:pt x="51561" y="22326"/>
                    <a:pt x="51447" y="22144"/>
                    <a:pt x="51333" y="21962"/>
                  </a:cubicBezTo>
                  <a:cubicBezTo>
                    <a:pt x="51345" y="21962"/>
                    <a:pt x="51359" y="21961"/>
                    <a:pt x="51371" y="21961"/>
                  </a:cubicBezTo>
                  <a:cubicBezTo>
                    <a:pt x="51374" y="21961"/>
                    <a:pt x="51377" y="21961"/>
                    <a:pt x="51379" y="21961"/>
                  </a:cubicBezTo>
                  <a:cubicBezTo>
                    <a:pt x="51539" y="21961"/>
                    <a:pt x="51585" y="21737"/>
                    <a:pt x="51453" y="21658"/>
                  </a:cubicBezTo>
                  <a:cubicBezTo>
                    <a:pt x="51333" y="21585"/>
                    <a:pt x="51198" y="21544"/>
                    <a:pt x="51056" y="21524"/>
                  </a:cubicBezTo>
                  <a:cubicBezTo>
                    <a:pt x="50796" y="21108"/>
                    <a:pt x="50546" y="20689"/>
                    <a:pt x="50290" y="20269"/>
                  </a:cubicBezTo>
                  <a:cubicBezTo>
                    <a:pt x="50030" y="19581"/>
                    <a:pt x="49589" y="18953"/>
                    <a:pt x="49191" y="18312"/>
                  </a:cubicBezTo>
                  <a:cubicBezTo>
                    <a:pt x="48421" y="17077"/>
                    <a:pt x="47572" y="15893"/>
                    <a:pt x="46728" y="14709"/>
                  </a:cubicBezTo>
                  <a:cubicBezTo>
                    <a:pt x="45005" y="12292"/>
                    <a:pt x="43280" y="9876"/>
                    <a:pt x="41551" y="7464"/>
                  </a:cubicBezTo>
                  <a:cubicBezTo>
                    <a:pt x="40019" y="5325"/>
                    <a:pt x="38618" y="2783"/>
                    <a:pt x="36781" y="897"/>
                  </a:cubicBezTo>
                  <a:cubicBezTo>
                    <a:pt x="36255" y="356"/>
                    <a:pt x="35527" y="0"/>
                    <a:pt x="348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34"/>
            <p:cNvSpPr/>
            <p:nvPr/>
          </p:nvSpPr>
          <p:spPr>
            <a:xfrm>
              <a:off x="2990175" y="381350"/>
              <a:ext cx="254450" cy="209600"/>
            </a:xfrm>
            <a:custGeom>
              <a:avLst/>
              <a:gdLst/>
              <a:ahLst/>
              <a:cxnLst/>
              <a:rect l="l" t="t" r="r" b="b"/>
              <a:pathLst>
                <a:path w="10178" h="8384" extrusionOk="0">
                  <a:moveTo>
                    <a:pt x="9489" y="1"/>
                  </a:moveTo>
                  <a:cubicBezTo>
                    <a:pt x="9460" y="1"/>
                    <a:pt x="9430" y="3"/>
                    <a:pt x="9398" y="7"/>
                  </a:cubicBezTo>
                  <a:cubicBezTo>
                    <a:pt x="5315" y="589"/>
                    <a:pt x="1324" y="4315"/>
                    <a:pt x="48" y="8144"/>
                  </a:cubicBezTo>
                  <a:cubicBezTo>
                    <a:pt x="1" y="8286"/>
                    <a:pt x="119" y="8384"/>
                    <a:pt x="239" y="8384"/>
                  </a:cubicBezTo>
                  <a:cubicBezTo>
                    <a:pt x="302" y="8384"/>
                    <a:pt x="366" y="8357"/>
                    <a:pt x="406" y="8294"/>
                  </a:cubicBezTo>
                  <a:cubicBezTo>
                    <a:pt x="1475" y="6637"/>
                    <a:pt x="2632" y="5068"/>
                    <a:pt x="4157" y="3799"/>
                  </a:cubicBezTo>
                  <a:cubicBezTo>
                    <a:pt x="5839" y="2399"/>
                    <a:pt x="7661" y="1727"/>
                    <a:pt x="9647" y="909"/>
                  </a:cubicBezTo>
                  <a:cubicBezTo>
                    <a:pt x="10177" y="691"/>
                    <a:pt x="10017" y="1"/>
                    <a:pt x="948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34"/>
            <p:cNvSpPr/>
            <p:nvPr/>
          </p:nvSpPr>
          <p:spPr>
            <a:xfrm>
              <a:off x="3026350" y="441550"/>
              <a:ext cx="247225" cy="201350"/>
            </a:xfrm>
            <a:custGeom>
              <a:avLst/>
              <a:gdLst/>
              <a:ahLst/>
              <a:cxnLst/>
              <a:rect l="l" t="t" r="r" b="b"/>
              <a:pathLst>
                <a:path w="9889" h="8054" extrusionOk="0">
                  <a:moveTo>
                    <a:pt x="9472" y="1"/>
                  </a:moveTo>
                  <a:cubicBezTo>
                    <a:pt x="9466" y="1"/>
                    <a:pt x="9460" y="1"/>
                    <a:pt x="9454" y="1"/>
                  </a:cubicBezTo>
                  <a:cubicBezTo>
                    <a:pt x="5735" y="204"/>
                    <a:pt x="1142" y="4281"/>
                    <a:pt x="59" y="7752"/>
                  </a:cubicBezTo>
                  <a:cubicBezTo>
                    <a:pt x="0" y="7941"/>
                    <a:pt x="141" y="8053"/>
                    <a:pt x="292" y="8053"/>
                  </a:cubicBezTo>
                  <a:cubicBezTo>
                    <a:pt x="375" y="8053"/>
                    <a:pt x="460" y="8019"/>
                    <a:pt x="517" y="7945"/>
                  </a:cubicBezTo>
                  <a:cubicBezTo>
                    <a:pt x="1756" y="6329"/>
                    <a:pt x="2771" y="4701"/>
                    <a:pt x="4382" y="3401"/>
                  </a:cubicBezTo>
                  <a:cubicBezTo>
                    <a:pt x="6005" y="2092"/>
                    <a:pt x="7844" y="1590"/>
                    <a:pt x="9618" y="609"/>
                  </a:cubicBezTo>
                  <a:cubicBezTo>
                    <a:pt x="9889" y="460"/>
                    <a:pt x="9783" y="1"/>
                    <a:pt x="94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34"/>
            <p:cNvSpPr/>
            <p:nvPr/>
          </p:nvSpPr>
          <p:spPr>
            <a:xfrm>
              <a:off x="3172850" y="661350"/>
              <a:ext cx="224850" cy="198300"/>
            </a:xfrm>
            <a:custGeom>
              <a:avLst/>
              <a:gdLst/>
              <a:ahLst/>
              <a:cxnLst/>
              <a:rect l="l" t="t" r="r" b="b"/>
              <a:pathLst>
                <a:path w="8994" h="7932" extrusionOk="0">
                  <a:moveTo>
                    <a:pt x="8456" y="0"/>
                  </a:moveTo>
                  <a:cubicBezTo>
                    <a:pt x="8425" y="0"/>
                    <a:pt x="8392" y="4"/>
                    <a:pt x="8358" y="11"/>
                  </a:cubicBezTo>
                  <a:cubicBezTo>
                    <a:pt x="5106" y="738"/>
                    <a:pt x="1076" y="4402"/>
                    <a:pt x="60" y="7579"/>
                  </a:cubicBezTo>
                  <a:cubicBezTo>
                    <a:pt x="1" y="7765"/>
                    <a:pt x="174" y="7931"/>
                    <a:pt x="343" y="7931"/>
                  </a:cubicBezTo>
                  <a:cubicBezTo>
                    <a:pt x="409" y="7931"/>
                    <a:pt x="474" y="7907"/>
                    <a:pt x="524" y="7849"/>
                  </a:cubicBezTo>
                  <a:cubicBezTo>
                    <a:pt x="1689" y="6518"/>
                    <a:pt x="2590" y="5030"/>
                    <a:pt x="3913" y="3818"/>
                  </a:cubicBezTo>
                  <a:cubicBezTo>
                    <a:pt x="5371" y="2483"/>
                    <a:pt x="7047" y="1783"/>
                    <a:pt x="8657" y="718"/>
                  </a:cubicBezTo>
                  <a:cubicBezTo>
                    <a:pt x="8993" y="494"/>
                    <a:pt x="8826" y="0"/>
                    <a:pt x="84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34"/>
            <p:cNvSpPr/>
            <p:nvPr/>
          </p:nvSpPr>
          <p:spPr>
            <a:xfrm>
              <a:off x="3219000" y="725650"/>
              <a:ext cx="226500" cy="215375"/>
            </a:xfrm>
            <a:custGeom>
              <a:avLst/>
              <a:gdLst/>
              <a:ahLst/>
              <a:cxnLst/>
              <a:rect l="l" t="t" r="r" b="b"/>
              <a:pathLst>
                <a:path w="9060" h="8615" extrusionOk="0">
                  <a:moveTo>
                    <a:pt x="8466" y="1"/>
                  </a:moveTo>
                  <a:cubicBezTo>
                    <a:pt x="8403" y="1"/>
                    <a:pt x="8336" y="16"/>
                    <a:pt x="8267" y="50"/>
                  </a:cubicBezTo>
                  <a:cubicBezTo>
                    <a:pt x="6348" y="1017"/>
                    <a:pt x="4571" y="2396"/>
                    <a:pt x="3025" y="3882"/>
                  </a:cubicBezTo>
                  <a:cubicBezTo>
                    <a:pt x="1836" y="5024"/>
                    <a:pt x="0" y="6568"/>
                    <a:pt x="62" y="8367"/>
                  </a:cubicBezTo>
                  <a:cubicBezTo>
                    <a:pt x="66" y="8507"/>
                    <a:pt x="206" y="8614"/>
                    <a:pt x="335" y="8614"/>
                  </a:cubicBezTo>
                  <a:cubicBezTo>
                    <a:pt x="409" y="8614"/>
                    <a:pt x="480" y="8578"/>
                    <a:pt x="518" y="8491"/>
                  </a:cubicBezTo>
                  <a:cubicBezTo>
                    <a:pt x="2016" y="5007"/>
                    <a:pt x="5594" y="2708"/>
                    <a:pt x="8679" y="755"/>
                  </a:cubicBezTo>
                  <a:cubicBezTo>
                    <a:pt x="9059" y="514"/>
                    <a:pt x="8832" y="1"/>
                    <a:pt x="84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34"/>
            <p:cNvSpPr/>
            <p:nvPr/>
          </p:nvSpPr>
          <p:spPr>
            <a:xfrm>
              <a:off x="2528200" y="658025"/>
              <a:ext cx="405900" cy="260600"/>
            </a:xfrm>
            <a:custGeom>
              <a:avLst/>
              <a:gdLst/>
              <a:ahLst/>
              <a:cxnLst/>
              <a:rect l="l" t="t" r="r" b="b"/>
              <a:pathLst>
                <a:path w="16236" h="10424" extrusionOk="0">
                  <a:moveTo>
                    <a:pt x="1382" y="2708"/>
                  </a:moveTo>
                  <a:cubicBezTo>
                    <a:pt x="2705" y="4465"/>
                    <a:pt x="4361" y="5818"/>
                    <a:pt x="5564" y="7549"/>
                  </a:cubicBezTo>
                  <a:cubicBezTo>
                    <a:pt x="5049" y="7000"/>
                    <a:pt x="4518" y="6467"/>
                    <a:pt x="3972" y="5947"/>
                  </a:cubicBezTo>
                  <a:cubicBezTo>
                    <a:pt x="3369" y="5370"/>
                    <a:pt x="2751" y="4825"/>
                    <a:pt x="2113" y="4299"/>
                  </a:cubicBezTo>
                  <a:cubicBezTo>
                    <a:pt x="2286" y="4264"/>
                    <a:pt x="2405" y="4031"/>
                    <a:pt x="2251" y="3877"/>
                  </a:cubicBezTo>
                  <a:cubicBezTo>
                    <a:pt x="1869" y="3498"/>
                    <a:pt x="1454" y="3168"/>
                    <a:pt x="1030" y="2840"/>
                  </a:cubicBezTo>
                  <a:lnTo>
                    <a:pt x="1382" y="2708"/>
                  </a:lnTo>
                  <a:close/>
                  <a:moveTo>
                    <a:pt x="9295" y="739"/>
                  </a:moveTo>
                  <a:cubicBezTo>
                    <a:pt x="10900" y="739"/>
                    <a:pt x="11714" y="2042"/>
                    <a:pt x="12738" y="3153"/>
                  </a:cubicBezTo>
                  <a:cubicBezTo>
                    <a:pt x="13607" y="4096"/>
                    <a:pt x="14464" y="5049"/>
                    <a:pt x="15310" y="6013"/>
                  </a:cubicBezTo>
                  <a:cubicBezTo>
                    <a:pt x="13936" y="6363"/>
                    <a:pt x="12589" y="6790"/>
                    <a:pt x="11275" y="7331"/>
                  </a:cubicBezTo>
                  <a:cubicBezTo>
                    <a:pt x="10703" y="7567"/>
                    <a:pt x="10139" y="7820"/>
                    <a:pt x="9583" y="8091"/>
                  </a:cubicBezTo>
                  <a:cubicBezTo>
                    <a:pt x="9104" y="8323"/>
                    <a:pt x="7997" y="9216"/>
                    <a:pt x="7494" y="9216"/>
                  </a:cubicBezTo>
                  <a:cubicBezTo>
                    <a:pt x="7280" y="9214"/>
                    <a:pt x="7087" y="9143"/>
                    <a:pt x="6911" y="9028"/>
                  </a:cubicBezTo>
                  <a:cubicBezTo>
                    <a:pt x="5976" y="6497"/>
                    <a:pt x="3660" y="4237"/>
                    <a:pt x="1564" y="2642"/>
                  </a:cubicBezTo>
                  <a:cubicBezTo>
                    <a:pt x="3992" y="1737"/>
                    <a:pt x="6804" y="749"/>
                    <a:pt x="9284" y="739"/>
                  </a:cubicBezTo>
                  <a:cubicBezTo>
                    <a:pt x="9288" y="739"/>
                    <a:pt x="9291" y="739"/>
                    <a:pt x="9295" y="739"/>
                  </a:cubicBezTo>
                  <a:close/>
                  <a:moveTo>
                    <a:pt x="9522" y="0"/>
                  </a:moveTo>
                  <a:cubicBezTo>
                    <a:pt x="8353" y="0"/>
                    <a:pt x="6970" y="475"/>
                    <a:pt x="5977" y="700"/>
                  </a:cubicBezTo>
                  <a:cubicBezTo>
                    <a:pt x="4041" y="1140"/>
                    <a:pt x="2155" y="1729"/>
                    <a:pt x="300" y="2432"/>
                  </a:cubicBezTo>
                  <a:cubicBezTo>
                    <a:pt x="25" y="2536"/>
                    <a:pt x="1" y="2846"/>
                    <a:pt x="223" y="3018"/>
                  </a:cubicBezTo>
                  <a:cubicBezTo>
                    <a:pt x="702" y="3388"/>
                    <a:pt x="1169" y="3763"/>
                    <a:pt x="1673" y="4093"/>
                  </a:cubicBezTo>
                  <a:cubicBezTo>
                    <a:pt x="3491" y="5760"/>
                    <a:pt x="5144" y="7550"/>
                    <a:pt x="6623" y="9541"/>
                  </a:cubicBezTo>
                  <a:cubicBezTo>
                    <a:pt x="6713" y="9781"/>
                    <a:pt x="6797" y="10028"/>
                    <a:pt x="6867" y="10287"/>
                  </a:cubicBezTo>
                  <a:cubicBezTo>
                    <a:pt x="6892" y="10382"/>
                    <a:pt x="6963" y="10423"/>
                    <a:pt x="7035" y="10423"/>
                  </a:cubicBezTo>
                  <a:cubicBezTo>
                    <a:pt x="7146" y="10423"/>
                    <a:pt x="7261" y="10329"/>
                    <a:pt x="7234" y="10186"/>
                  </a:cubicBezTo>
                  <a:cubicBezTo>
                    <a:pt x="7224" y="10130"/>
                    <a:pt x="7207" y="10076"/>
                    <a:pt x="7196" y="10021"/>
                  </a:cubicBezTo>
                  <a:cubicBezTo>
                    <a:pt x="7219" y="10016"/>
                    <a:pt x="7243" y="10009"/>
                    <a:pt x="7264" y="9998"/>
                  </a:cubicBezTo>
                  <a:cubicBezTo>
                    <a:pt x="9998" y="8390"/>
                    <a:pt x="12869" y="7216"/>
                    <a:pt x="15954" y="6481"/>
                  </a:cubicBezTo>
                  <a:cubicBezTo>
                    <a:pt x="16193" y="6424"/>
                    <a:pt x="16235" y="6133"/>
                    <a:pt x="16091" y="5967"/>
                  </a:cubicBezTo>
                  <a:cubicBezTo>
                    <a:pt x="14926" y="4637"/>
                    <a:pt x="13744" y="3322"/>
                    <a:pt x="12545" y="2023"/>
                  </a:cubicBezTo>
                  <a:cubicBezTo>
                    <a:pt x="11928" y="1357"/>
                    <a:pt x="11266" y="350"/>
                    <a:pt x="10341" y="98"/>
                  </a:cubicBezTo>
                  <a:cubicBezTo>
                    <a:pt x="10087" y="29"/>
                    <a:pt x="9811" y="0"/>
                    <a:pt x="95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34"/>
            <p:cNvSpPr/>
            <p:nvPr/>
          </p:nvSpPr>
          <p:spPr>
            <a:xfrm>
              <a:off x="2739725" y="878000"/>
              <a:ext cx="265375" cy="114400"/>
            </a:xfrm>
            <a:custGeom>
              <a:avLst/>
              <a:gdLst/>
              <a:ahLst/>
              <a:cxnLst/>
              <a:rect l="l" t="t" r="r" b="b"/>
              <a:pathLst>
                <a:path w="10615" h="4576" extrusionOk="0">
                  <a:moveTo>
                    <a:pt x="8807" y="0"/>
                  </a:moveTo>
                  <a:cubicBezTo>
                    <a:pt x="5620" y="0"/>
                    <a:pt x="1581" y="1966"/>
                    <a:pt x="54" y="4386"/>
                  </a:cubicBezTo>
                  <a:cubicBezTo>
                    <a:pt x="1" y="4471"/>
                    <a:pt x="79" y="4576"/>
                    <a:pt x="166" y="4576"/>
                  </a:cubicBezTo>
                  <a:cubicBezTo>
                    <a:pt x="186" y="4576"/>
                    <a:pt x="207" y="4570"/>
                    <a:pt x="226" y="4558"/>
                  </a:cubicBezTo>
                  <a:cubicBezTo>
                    <a:pt x="1875" y="3508"/>
                    <a:pt x="3258" y="2278"/>
                    <a:pt x="5131" y="1591"/>
                  </a:cubicBezTo>
                  <a:cubicBezTo>
                    <a:pt x="6861" y="957"/>
                    <a:pt x="8587" y="1026"/>
                    <a:pt x="10351" y="694"/>
                  </a:cubicBezTo>
                  <a:cubicBezTo>
                    <a:pt x="10615" y="644"/>
                    <a:pt x="10595" y="242"/>
                    <a:pt x="10351" y="180"/>
                  </a:cubicBezTo>
                  <a:cubicBezTo>
                    <a:pt x="9872" y="58"/>
                    <a:pt x="9352" y="0"/>
                    <a:pt x="88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34"/>
            <p:cNvSpPr/>
            <p:nvPr/>
          </p:nvSpPr>
          <p:spPr>
            <a:xfrm>
              <a:off x="2783475" y="946275"/>
              <a:ext cx="254775" cy="113000"/>
            </a:xfrm>
            <a:custGeom>
              <a:avLst/>
              <a:gdLst/>
              <a:ahLst/>
              <a:cxnLst/>
              <a:rect l="l" t="t" r="r" b="b"/>
              <a:pathLst>
                <a:path w="10191" h="4520" extrusionOk="0">
                  <a:moveTo>
                    <a:pt x="9024" y="1"/>
                  </a:moveTo>
                  <a:cubicBezTo>
                    <a:pt x="7296" y="1"/>
                    <a:pt x="5453" y="625"/>
                    <a:pt x="3919" y="1282"/>
                  </a:cubicBezTo>
                  <a:cubicBezTo>
                    <a:pt x="2789" y="1765"/>
                    <a:pt x="261" y="2658"/>
                    <a:pt x="23" y="4060"/>
                  </a:cubicBezTo>
                  <a:cubicBezTo>
                    <a:pt x="1" y="4188"/>
                    <a:pt x="41" y="4285"/>
                    <a:pt x="145" y="4359"/>
                  </a:cubicBezTo>
                  <a:lnTo>
                    <a:pt x="328" y="4490"/>
                  </a:lnTo>
                  <a:cubicBezTo>
                    <a:pt x="356" y="4510"/>
                    <a:pt x="386" y="4519"/>
                    <a:pt x="416" y="4519"/>
                  </a:cubicBezTo>
                  <a:cubicBezTo>
                    <a:pt x="528" y="4519"/>
                    <a:pt x="634" y="4397"/>
                    <a:pt x="599" y="4281"/>
                  </a:cubicBezTo>
                  <a:cubicBezTo>
                    <a:pt x="310" y="3333"/>
                    <a:pt x="4773" y="1735"/>
                    <a:pt x="5289" y="1569"/>
                  </a:cubicBezTo>
                  <a:cubicBezTo>
                    <a:pt x="6773" y="1093"/>
                    <a:pt x="8295" y="1027"/>
                    <a:pt x="9799" y="688"/>
                  </a:cubicBezTo>
                  <a:cubicBezTo>
                    <a:pt x="10190" y="600"/>
                    <a:pt x="10059" y="73"/>
                    <a:pt x="9711" y="36"/>
                  </a:cubicBezTo>
                  <a:cubicBezTo>
                    <a:pt x="9485" y="12"/>
                    <a:pt x="9255" y="1"/>
                    <a:pt x="902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34"/>
            <p:cNvSpPr/>
            <p:nvPr/>
          </p:nvSpPr>
          <p:spPr>
            <a:xfrm>
              <a:off x="2839925" y="1007825"/>
              <a:ext cx="259925" cy="117700"/>
            </a:xfrm>
            <a:custGeom>
              <a:avLst/>
              <a:gdLst/>
              <a:ahLst/>
              <a:cxnLst/>
              <a:rect l="l" t="t" r="r" b="b"/>
              <a:pathLst>
                <a:path w="10397" h="4708" extrusionOk="0">
                  <a:moveTo>
                    <a:pt x="9045" y="1"/>
                  </a:moveTo>
                  <a:cubicBezTo>
                    <a:pt x="5729" y="1"/>
                    <a:pt x="2019" y="2104"/>
                    <a:pt x="58" y="4551"/>
                  </a:cubicBezTo>
                  <a:cubicBezTo>
                    <a:pt x="0" y="4623"/>
                    <a:pt x="54" y="4707"/>
                    <a:pt x="124" y="4707"/>
                  </a:cubicBezTo>
                  <a:cubicBezTo>
                    <a:pt x="145" y="4707"/>
                    <a:pt x="167" y="4700"/>
                    <a:pt x="188" y="4683"/>
                  </a:cubicBezTo>
                  <a:cubicBezTo>
                    <a:pt x="1738" y="3418"/>
                    <a:pt x="3324" y="2289"/>
                    <a:pt x="5224" y="1613"/>
                  </a:cubicBezTo>
                  <a:cubicBezTo>
                    <a:pt x="6821" y="1047"/>
                    <a:pt x="8433" y="1014"/>
                    <a:pt x="10074" y="712"/>
                  </a:cubicBezTo>
                  <a:cubicBezTo>
                    <a:pt x="10385" y="655"/>
                    <a:pt x="10396" y="120"/>
                    <a:pt x="10074" y="73"/>
                  </a:cubicBezTo>
                  <a:cubicBezTo>
                    <a:pt x="9737" y="24"/>
                    <a:pt x="9393" y="1"/>
                    <a:pt x="90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31102B4A-F79A-4283-81D9-8616AEF47326}"/>
              </a:ext>
            </a:extLst>
          </p:cNvPr>
          <p:cNvSpPr txBox="1"/>
          <p:nvPr/>
        </p:nvSpPr>
        <p:spPr>
          <a:xfrm>
            <a:off x="1441592" y="1384712"/>
            <a:ext cx="65594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200" dirty="0"/>
              <a:t>Here are the steps for removing the maximum node: </a:t>
            </a:r>
          </a:p>
          <a:p>
            <a:pPr marL="342900" indent="-342900" algn="just">
              <a:buAutoNum type="arabicPeriod"/>
            </a:pPr>
            <a:r>
              <a:rPr lang="en-US" sz="1200" dirty="0"/>
              <a:t>Remove the root. </a:t>
            </a:r>
          </a:p>
          <a:p>
            <a:pPr marL="342900" indent="-342900" algn="just">
              <a:buAutoNum type="arabicPeriod"/>
            </a:pPr>
            <a:r>
              <a:rPr lang="en-US" sz="1200" dirty="0"/>
              <a:t>Move the last node into the root. </a:t>
            </a:r>
          </a:p>
          <a:p>
            <a:pPr marL="342900" indent="-342900" algn="just">
              <a:buAutoNum type="arabicPeriod"/>
            </a:pPr>
            <a:r>
              <a:rPr lang="en-US" sz="1200" dirty="0"/>
              <a:t>Trickle the last node down until it’s below a larger node and above a smaller one.</a:t>
            </a:r>
            <a:endParaRPr lang="en-US" sz="1200" b="1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21D044C-CB74-49C2-A53F-4E53B58A5C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0898" y="2323168"/>
            <a:ext cx="4467905" cy="2200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81059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4"/>
          <p:cNvSpPr txBox="1">
            <a:spLocks noGrp="1"/>
          </p:cNvSpPr>
          <p:nvPr>
            <p:ph type="title"/>
          </p:nvPr>
        </p:nvSpPr>
        <p:spPr>
          <a:xfrm>
            <a:off x="1307759" y="947437"/>
            <a:ext cx="2939511" cy="4372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u="sng" dirty="0"/>
              <a:t>Removal</a:t>
            </a:r>
          </a:p>
        </p:txBody>
      </p:sp>
      <p:sp>
        <p:nvSpPr>
          <p:cNvPr id="234" name="Google Shape;234;p34"/>
          <p:cNvSpPr txBox="1">
            <a:spLocks noGrp="1"/>
          </p:cNvSpPr>
          <p:nvPr>
            <p:ph type="subTitle" idx="1"/>
          </p:nvPr>
        </p:nvSpPr>
        <p:spPr>
          <a:xfrm>
            <a:off x="1307759" y="531752"/>
            <a:ext cx="3439500" cy="53514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Heaps	</a:t>
            </a:r>
          </a:p>
        </p:txBody>
      </p:sp>
      <p:pic>
        <p:nvPicPr>
          <p:cNvPr id="235" name="Google Shape;235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695460">
            <a:off x="7765338" y="3361772"/>
            <a:ext cx="1241024" cy="1610463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grpSp>
        <p:nvGrpSpPr>
          <p:cNvPr id="236" name="Google Shape;236;p34"/>
          <p:cNvGrpSpPr/>
          <p:nvPr/>
        </p:nvGrpSpPr>
        <p:grpSpPr>
          <a:xfrm rot="790859">
            <a:off x="7973758" y="3964891"/>
            <a:ext cx="824184" cy="712067"/>
            <a:chOff x="2341425" y="238100"/>
            <a:chExt cx="1328900" cy="1148125"/>
          </a:xfrm>
        </p:grpSpPr>
        <p:sp>
          <p:nvSpPr>
            <p:cNvPr id="237" name="Google Shape;237;p34"/>
            <p:cNvSpPr/>
            <p:nvPr/>
          </p:nvSpPr>
          <p:spPr>
            <a:xfrm>
              <a:off x="2341425" y="238100"/>
              <a:ext cx="1328900" cy="1148125"/>
            </a:xfrm>
            <a:custGeom>
              <a:avLst/>
              <a:gdLst/>
              <a:ahLst/>
              <a:cxnLst/>
              <a:rect l="l" t="t" r="r" b="b"/>
              <a:pathLst>
                <a:path w="53156" h="45925" extrusionOk="0">
                  <a:moveTo>
                    <a:pt x="49853" y="24103"/>
                  </a:moveTo>
                  <a:cubicBezTo>
                    <a:pt x="50212" y="24609"/>
                    <a:pt x="50681" y="25003"/>
                    <a:pt x="51172" y="25380"/>
                  </a:cubicBezTo>
                  <a:cubicBezTo>
                    <a:pt x="48199" y="26540"/>
                    <a:pt x="45438" y="28144"/>
                    <a:pt x="42987" y="30206"/>
                  </a:cubicBezTo>
                  <a:cubicBezTo>
                    <a:pt x="41727" y="31264"/>
                    <a:pt x="40396" y="32510"/>
                    <a:pt x="39238" y="33887"/>
                  </a:cubicBezTo>
                  <a:cubicBezTo>
                    <a:pt x="39347" y="33688"/>
                    <a:pt x="39460" y="33491"/>
                    <a:pt x="39578" y="33301"/>
                  </a:cubicBezTo>
                  <a:cubicBezTo>
                    <a:pt x="40490" y="31831"/>
                    <a:pt x="41539" y="30449"/>
                    <a:pt x="42711" y="29176"/>
                  </a:cubicBezTo>
                  <a:cubicBezTo>
                    <a:pt x="44775" y="26932"/>
                    <a:pt x="47091" y="25229"/>
                    <a:pt x="49853" y="24103"/>
                  </a:cubicBezTo>
                  <a:close/>
                  <a:moveTo>
                    <a:pt x="35117" y="1053"/>
                  </a:moveTo>
                  <a:lnTo>
                    <a:pt x="35117" y="1053"/>
                  </a:lnTo>
                  <a:cubicBezTo>
                    <a:pt x="36710" y="1715"/>
                    <a:pt x="38294" y="4814"/>
                    <a:pt x="38992" y="5799"/>
                  </a:cubicBezTo>
                  <a:cubicBezTo>
                    <a:pt x="40312" y="7660"/>
                    <a:pt x="41633" y="9523"/>
                    <a:pt x="42954" y="11383"/>
                  </a:cubicBezTo>
                  <a:cubicBezTo>
                    <a:pt x="44182" y="13110"/>
                    <a:pt x="45421" y="14827"/>
                    <a:pt x="46633" y="16564"/>
                  </a:cubicBezTo>
                  <a:cubicBezTo>
                    <a:pt x="46650" y="16588"/>
                    <a:pt x="46667" y="16613"/>
                    <a:pt x="46685" y="16638"/>
                  </a:cubicBezTo>
                  <a:cubicBezTo>
                    <a:pt x="47623" y="18397"/>
                    <a:pt x="48600" y="20134"/>
                    <a:pt x="49618" y="21849"/>
                  </a:cubicBezTo>
                  <a:cubicBezTo>
                    <a:pt x="48693" y="22281"/>
                    <a:pt x="47744" y="23007"/>
                    <a:pt x="47214" y="23343"/>
                  </a:cubicBezTo>
                  <a:cubicBezTo>
                    <a:pt x="45320" y="24544"/>
                    <a:pt x="43587" y="25982"/>
                    <a:pt x="42057" y="27622"/>
                  </a:cubicBezTo>
                  <a:cubicBezTo>
                    <a:pt x="40592" y="29191"/>
                    <a:pt x="39304" y="30938"/>
                    <a:pt x="38281" y="32827"/>
                  </a:cubicBezTo>
                  <a:cubicBezTo>
                    <a:pt x="37877" y="33573"/>
                    <a:pt x="37271" y="34533"/>
                    <a:pt x="36981" y="35496"/>
                  </a:cubicBezTo>
                  <a:cubicBezTo>
                    <a:pt x="36328" y="34434"/>
                    <a:pt x="35635" y="33395"/>
                    <a:pt x="34953" y="32353"/>
                  </a:cubicBezTo>
                  <a:cubicBezTo>
                    <a:pt x="33450" y="30055"/>
                    <a:pt x="31915" y="27777"/>
                    <a:pt x="30347" y="25524"/>
                  </a:cubicBezTo>
                  <a:cubicBezTo>
                    <a:pt x="28841" y="23359"/>
                    <a:pt x="27306" y="21217"/>
                    <a:pt x="25741" y="19095"/>
                  </a:cubicBezTo>
                  <a:cubicBezTo>
                    <a:pt x="24508" y="17421"/>
                    <a:pt x="23256" y="15382"/>
                    <a:pt x="21757" y="13843"/>
                  </a:cubicBezTo>
                  <a:cubicBezTo>
                    <a:pt x="22758" y="10753"/>
                    <a:pt x="24747" y="8361"/>
                    <a:pt x="26903" y="5992"/>
                  </a:cubicBezTo>
                  <a:cubicBezTo>
                    <a:pt x="27357" y="5493"/>
                    <a:pt x="27826" y="4981"/>
                    <a:pt x="28315" y="4481"/>
                  </a:cubicBezTo>
                  <a:cubicBezTo>
                    <a:pt x="29626" y="3498"/>
                    <a:pt x="31045" y="2668"/>
                    <a:pt x="32551" y="2018"/>
                  </a:cubicBezTo>
                  <a:cubicBezTo>
                    <a:pt x="33121" y="1772"/>
                    <a:pt x="33780" y="1496"/>
                    <a:pt x="34476" y="1255"/>
                  </a:cubicBezTo>
                  <a:cubicBezTo>
                    <a:pt x="34702" y="1206"/>
                    <a:pt x="34932" y="1166"/>
                    <a:pt x="35161" y="1125"/>
                  </a:cubicBezTo>
                  <a:cubicBezTo>
                    <a:pt x="35147" y="1101"/>
                    <a:pt x="35132" y="1076"/>
                    <a:pt x="35117" y="1053"/>
                  </a:cubicBezTo>
                  <a:close/>
                  <a:moveTo>
                    <a:pt x="49886" y="22296"/>
                  </a:moveTo>
                  <a:cubicBezTo>
                    <a:pt x="50069" y="22601"/>
                    <a:pt x="50253" y="22905"/>
                    <a:pt x="50437" y="23208"/>
                  </a:cubicBezTo>
                  <a:cubicBezTo>
                    <a:pt x="50328" y="23239"/>
                    <a:pt x="50219" y="23270"/>
                    <a:pt x="50110" y="23305"/>
                  </a:cubicBezTo>
                  <a:cubicBezTo>
                    <a:pt x="50098" y="23304"/>
                    <a:pt x="50086" y="23303"/>
                    <a:pt x="50074" y="23303"/>
                  </a:cubicBezTo>
                  <a:cubicBezTo>
                    <a:pt x="49989" y="23303"/>
                    <a:pt x="49905" y="23334"/>
                    <a:pt x="49839" y="23390"/>
                  </a:cubicBezTo>
                  <a:cubicBezTo>
                    <a:pt x="46983" y="24343"/>
                    <a:pt x="44499" y="26352"/>
                    <a:pt x="42469" y="28520"/>
                  </a:cubicBezTo>
                  <a:cubicBezTo>
                    <a:pt x="40592" y="30525"/>
                    <a:pt x="38254" y="33305"/>
                    <a:pt x="37357" y="36095"/>
                  </a:cubicBezTo>
                  <a:cubicBezTo>
                    <a:pt x="37306" y="36011"/>
                    <a:pt x="37249" y="35923"/>
                    <a:pt x="37190" y="35830"/>
                  </a:cubicBezTo>
                  <a:cubicBezTo>
                    <a:pt x="37565" y="34416"/>
                    <a:pt x="38696" y="32821"/>
                    <a:pt x="39296" y="31878"/>
                  </a:cubicBezTo>
                  <a:cubicBezTo>
                    <a:pt x="40239" y="30393"/>
                    <a:pt x="41330" y="29005"/>
                    <a:pt x="42550" y="27739"/>
                  </a:cubicBezTo>
                  <a:cubicBezTo>
                    <a:pt x="43708" y="26537"/>
                    <a:pt x="44980" y="25451"/>
                    <a:pt x="46348" y="24494"/>
                  </a:cubicBezTo>
                  <a:cubicBezTo>
                    <a:pt x="47234" y="23875"/>
                    <a:pt x="48600" y="22828"/>
                    <a:pt x="49886" y="22296"/>
                  </a:cubicBezTo>
                  <a:close/>
                  <a:moveTo>
                    <a:pt x="20475" y="13918"/>
                  </a:moveTo>
                  <a:cubicBezTo>
                    <a:pt x="20720" y="13985"/>
                    <a:pt x="20968" y="14054"/>
                    <a:pt x="21218" y="14127"/>
                  </a:cubicBezTo>
                  <a:lnTo>
                    <a:pt x="21219" y="14127"/>
                  </a:lnTo>
                  <a:cubicBezTo>
                    <a:pt x="22265" y="15897"/>
                    <a:pt x="23782" y="17534"/>
                    <a:pt x="24979" y="19160"/>
                  </a:cubicBezTo>
                  <a:cubicBezTo>
                    <a:pt x="26409" y="21107"/>
                    <a:pt x="27816" y="23071"/>
                    <a:pt x="29199" y="25052"/>
                  </a:cubicBezTo>
                  <a:cubicBezTo>
                    <a:pt x="30581" y="27035"/>
                    <a:pt x="31937" y="29034"/>
                    <a:pt x="33269" y="31050"/>
                  </a:cubicBezTo>
                  <a:cubicBezTo>
                    <a:pt x="33874" y="31967"/>
                    <a:pt x="34473" y="32886"/>
                    <a:pt x="35069" y="33809"/>
                  </a:cubicBezTo>
                  <a:cubicBezTo>
                    <a:pt x="35425" y="34364"/>
                    <a:pt x="35780" y="34920"/>
                    <a:pt x="36133" y="35475"/>
                  </a:cubicBezTo>
                  <a:lnTo>
                    <a:pt x="36486" y="36032"/>
                  </a:lnTo>
                  <a:cubicBezTo>
                    <a:pt x="36496" y="36074"/>
                    <a:pt x="36508" y="36115"/>
                    <a:pt x="36522" y="36155"/>
                  </a:cubicBezTo>
                  <a:cubicBezTo>
                    <a:pt x="33879" y="32306"/>
                    <a:pt x="31050" y="28568"/>
                    <a:pt x="28325" y="24779"/>
                  </a:cubicBezTo>
                  <a:cubicBezTo>
                    <a:pt x="25722" y="21160"/>
                    <a:pt x="23203" y="17449"/>
                    <a:pt x="20475" y="13918"/>
                  </a:cubicBezTo>
                  <a:close/>
                  <a:moveTo>
                    <a:pt x="37953" y="37630"/>
                  </a:moveTo>
                  <a:cubicBezTo>
                    <a:pt x="37851" y="37834"/>
                    <a:pt x="37753" y="38038"/>
                    <a:pt x="37661" y="38245"/>
                  </a:cubicBezTo>
                  <a:cubicBezTo>
                    <a:pt x="37630" y="38236"/>
                    <a:pt x="37597" y="38231"/>
                    <a:pt x="37565" y="38231"/>
                  </a:cubicBezTo>
                  <a:cubicBezTo>
                    <a:pt x="37533" y="38231"/>
                    <a:pt x="37500" y="38236"/>
                    <a:pt x="37470" y="38245"/>
                  </a:cubicBezTo>
                  <a:cubicBezTo>
                    <a:pt x="37633" y="38041"/>
                    <a:pt x="37793" y="37835"/>
                    <a:pt x="37953" y="37630"/>
                  </a:cubicBezTo>
                  <a:close/>
                  <a:moveTo>
                    <a:pt x="36509" y="38717"/>
                  </a:moveTo>
                  <a:cubicBezTo>
                    <a:pt x="36518" y="38717"/>
                    <a:pt x="36527" y="38717"/>
                    <a:pt x="36536" y="38717"/>
                  </a:cubicBezTo>
                  <a:cubicBezTo>
                    <a:pt x="36609" y="38809"/>
                    <a:pt x="36720" y="38864"/>
                    <a:pt x="36837" y="38865"/>
                  </a:cubicBezTo>
                  <a:cubicBezTo>
                    <a:pt x="36596" y="38971"/>
                    <a:pt x="36282" y="39011"/>
                    <a:pt x="35935" y="39011"/>
                  </a:cubicBezTo>
                  <a:cubicBezTo>
                    <a:pt x="35451" y="39011"/>
                    <a:pt x="34904" y="38934"/>
                    <a:pt x="34409" y="38856"/>
                  </a:cubicBezTo>
                  <a:cubicBezTo>
                    <a:pt x="35105" y="38764"/>
                    <a:pt x="35807" y="38717"/>
                    <a:pt x="36509" y="38717"/>
                  </a:cubicBezTo>
                  <a:close/>
                  <a:moveTo>
                    <a:pt x="15183" y="13113"/>
                  </a:moveTo>
                  <a:cubicBezTo>
                    <a:pt x="16769" y="13113"/>
                    <a:pt x="18319" y="13366"/>
                    <a:pt x="19934" y="13775"/>
                  </a:cubicBezTo>
                  <a:cubicBezTo>
                    <a:pt x="22531" y="17699"/>
                    <a:pt x="25404" y="21460"/>
                    <a:pt x="28149" y="25276"/>
                  </a:cubicBezTo>
                  <a:cubicBezTo>
                    <a:pt x="30879" y="29073"/>
                    <a:pt x="33528" y="32953"/>
                    <a:pt x="36351" y="36684"/>
                  </a:cubicBezTo>
                  <a:cubicBezTo>
                    <a:pt x="34542" y="35843"/>
                    <a:pt x="32568" y="35460"/>
                    <a:pt x="30570" y="35460"/>
                  </a:cubicBezTo>
                  <a:cubicBezTo>
                    <a:pt x="26406" y="35460"/>
                    <a:pt x="22142" y="37123"/>
                    <a:pt x="19074" y="39757"/>
                  </a:cubicBezTo>
                  <a:cubicBezTo>
                    <a:pt x="13793" y="32214"/>
                    <a:pt x="8154" y="24943"/>
                    <a:pt x="2157" y="17945"/>
                  </a:cubicBezTo>
                  <a:lnTo>
                    <a:pt x="2159" y="17945"/>
                  </a:lnTo>
                  <a:cubicBezTo>
                    <a:pt x="5055" y="16227"/>
                    <a:pt x="8015" y="14530"/>
                    <a:pt x="11283" y="13642"/>
                  </a:cubicBezTo>
                  <a:cubicBezTo>
                    <a:pt x="12638" y="13273"/>
                    <a:pt x="13922" y="13113"/>
                    <a:pt x="15183" y="13113"/>
                  </a:cubicBezTo>
                  <a:close/>
                  <a:moveTo>
                    <a:pt x="2578" y="20435"/>
                  </a:moveTo>
                  <a:cubicBezTo>
                    <a:pt x="8168" y="27062"/>
                    <a:pt x="13443" y="33937"/>
                    <a:pt x="18402" y="41058"/>
                  </a:cubicBezTo>
                  <a:cubicBezTo>
                    <a:pt x="18543" y="41262"/>
                    <a:pt x="18758" y="41377"/>
                    <a:pt x="18977" y="41377"/>
                  </a:cubicBezTo>
                  <a:cubicBezTo>
                    <a:pt x="19133" y="41377"/>
                    <a:pt x="19292" y="41318"/>
                    <a:pt x="19427" y="41190"/>
                  </a:cubicBezTo>
                  <a:cubicBezTo>
                    <a:pt x="21632" y="39103"/>
                    <a:pt x="24333" y="37693"/>
                    <a:pt x="27314" y="37090"/>
                  </a:cubicBezTo>
                  <a:cubicBezTo>
                    <a:pt x="28284" y="36894"/>
                    <a:pt x="29226" y="36809"/>
                    <a:pt x="30154" y="36809"/>
                  </a:cubicBezTo>
                  <a:cubicBezTo>
                    <a:pt x="30890" y="36809"/>
                    <a:pt x="31618" y="36863"/>
                    <a:pt x="32345" y="36959"/>
                  </a:cubicBezTo>
                  <a:cubicBezTo>
                    <a:pt x="32139" y="36996"/>
                    <a:pt x="31934" y="37038"/>
                    <a:pt x="31726" y="37085"/>
                  </a:cubicBezTo>
                  <a:cubicBezTo>
                    <a:pt x="29702" y="37535"/>
                    <a:pt x="27672" y="38191"/>
                    <a:pt x="25741" y="38939"/>
                  </a:cubicBezTo>
                  <a:cubicBezTo>
                    <a:pt x="24060" y="39590"/>
                    <a:pt x="22425" y="40379"/>
                    <a:pt x="20975" y="41459"/>
                  </a:cubicBezTo>
                  <a:cubicBezTo>
                    <a:pt x="20335" y="41934"/>
                    <a:pt x="18892" y="42836"/>
                    <a:pt x="18616" y="43758"/>
                  </a:cubicBezTo>
                  <a:cubicBezTo>
                    <a:pt x="15797" y="39642"/>
                    <a:pt x="12269" y="35871"/>
                    <a:pt x="9131" y="31993"/>
                  </a:cubicBezTo>
                  <a:cubicBezTo>
                    <a:pt x="7537" y="30022"/>
                    <a:pt x="5941" y="28055"/>
                    <a:pt x="4343" y="26088"/>
                  </a:cubicBezTo>
                  <a:cubicBezTo>
                    <a:pt x="3509" y="25063"/>
                    <a:pt x="2360" y="24025"/>
                    <a:pt x="1726" y="22872"/>
                  </a:cubicBezTo>
                  <a:lnTo>
                    <a:pt x="1290" y="22336"/>
                  </a:lnTo>
                  <a:cubicBezTo>
                    <a:pt x="1365" y="21812"/>
                    <a:pt x="1612" y="21399"/>
                    <a:pt x="2027" y="21097"/>
                  </a:cubicBezTo>
                  <a:cubicBezTo>
                    <a:pt x="2191" y="20870"/>
                    <a:pt x="2390" y="20654"/>
                    <a:pt x="2578" y="20435"/>
                  </a:cubicBezTo>
                  <a:close/>
                  <a:moveTo>
                    <a:pt x="34214" y="37438"/>
                  </a:moveTo>
                  <a:cubicBezTo>
                    <a:pt x="34480" y="37438"/>
                    <a:pt x="34745" y="37450"/>
                    <a:pt x="35009" y="37476"/>
                  </a:cubicBezTo>
                  <a:cubicBezTo>
                    <a:pt x="35056" y="37488"/>
                    <a:pt x="35104" y="37502"/>
                    <a:pt x="35153" y="37514"/>
                  </a:cubicBezTo>
                  <a:cubicBezTo>
                    <a:pt x="32341" y="37733"/>
                    <a:pt x="29659" y="38637"/>
                    <a:pt x="27141" y="39965"/>
                  </a:cubicBezTo>
                  <a:cubicBezTo>
                    <a:pt x="25564" y="40797"/>
                    <a:pt x="24060" y="41771"/>
                    <a:pt x="22625" y="42823"/>
                  </a:cubicBezTo>
                  <a:cubicBezTo>
                    <a:pt x="22053" y="43241"/>
                    <a:pt x="21266" y="44080"/>
                    <a:pt x="20621" y="44360"/>
                  </a:cubicBezTo>
                  <a:cubicBezTo>
                    <a:pt x="20405" y="44454"/>
                    <a:pt x="20198" y="44493"/>
                    <a:pt x="19997" y="44493"/>
                  </a:cubicBezTo>
                  <a:cubicBezTo>
                    <a:pt x="19802" y="44493"/>
                    <a:pt x="19613" y="44456"/>
                    <a:pt x="19427" y="44400"/>
                  </a:cubicBezTo>
                  <a:cubicBezTo>
                    <a:pt x="19434" y="44391"/>
                    <a:pt x="19440" y="44386"/>
                    <a:pt x="19448" y="44377"/>
                  </a:cubicBezTo>
                  <a:cubicBezTo>
                    <a:pt x="19593" y="44198"/>
                    <a:pt x="19599" y="43995"/>
                    <a:pt x="19448" y="43814"/>
                  </a:cubicBezTo>
                  <a:lnTo>
                    <a:pt x="19430" y="43792"/>
                  </a:lnTo>
                  <a:cubicBezTo>
                    <a:pt x="19697" y="43721"/>
                    <a:pt x="19911" y="43553"/>
                    <a:pt x="20074" y="43287"/>
                  </a:cubicBezTo>
                  <a:cubicBezTo>
                    <a:pt x="20320" y="43038"/>
                    <a:pt x="20576" y="42801"/>
                    <a:pt x="20843" y="42573"/>
                  </a:cubicBezTo>
                  <a:cubicBezTo>
                    <a:pt x="21485" y="42027"/>
                    <a:pt x="22180" y="41552"/>
                    <a:pt x="22907" y="41126"/>
                  </a:cubicBezTo>
                  <a:cubicBezTo>
                    <a:pt x="24188" y="40374"/>
                    <a:pt x="25559" y="39793"/>
                    <a:pt x="26955" y="39291"/>
                  </a:cubicBezTo>
                  <a:cubicBezTo>
                    <a:pt x="29199" y="38484"/>
                    <a:pt x="31750" y="37438"/>
                    <a:pt x="34214" y="37438"/>
                  </a:cubicBezTo>
                  <a:close/>
                  <a:moveTo>
                    <a:pt x="34842" y="0"/>
                  </a:moveTo>
                  <a:cubicBezTo>
                    <a:pt x="34343" y="0"/>
                    <a:pt x="33867" y="188"/>
                    <a:pt x="33507" y="630"/>
                  </a:cubicBezTo>
                  <a:cubicBezTo>
                    <a:pt x="31447" y="1151"/>
                    <a:pt x="29512" y="2015"/>
                    <a:pt x="27862" y="3526"/>
                  </a:cubicBezTo>
                  <a:cubicBezTo>
                    <a:pt x="27217" y="4115"/>
                    <a:pt x="26496" y="4800"/>
                    <a:pt x="25773" y="5555"/>
                  </a:cubicBezTo>
                  <a:cubicBezTo>
                    <a:pt x="23620" y="7604"/>
                    <a:pt x="21769" y="10148"/>
                    <a:pt x="20875" y="12916"/>
                  </a:cubicBezTo>
                  <a:cubicBezTo>
                    <a:pt x="19359" y="12052"/>
                    <a:pt x="17538" y="11727"/>
                    <a:pt x="15721" y="11727"/>
                  </a:cubicBezTo>
                  <a:cubicBezTo>
                    <a:pt x="14356" y="11727"/>
                    <a:pt x="12994" y="11911"/>
                    <a:pt x="11766" y="12185"/>
                  </a:cubicBezTo>
                  <a:cubicBezTo>
                    <a:pt x="7819" y="13067"/>
                    <a:pt x="4277" y="15176"/>
                    <a:pt x="838" y="17217"/>
                  </a:cubicBezTo>
                  <a:cubicBezTo>
                    <a:pt x="458" y="17444"/>
                    <a:pt x="436" y="17923"/>
                    <a:pt x="707" y="18237"/>
                  </a:cubicBezTo>
                  <a:cubicBezTo>
                    <a:pt x="1244" y="18859"/>
                    <a:pt x="1774" y="19488"/>
                    <a:pt x="2305" y="20116"/>
                  </a:cubicBezTo>
                  <a:cubicBezTo>
                    <a:pt x="1441" y="20484"/>
                    <a:pt x="862" y="21064"/>
                    <a:pt x="197" y="21811"/>
                  </a:cubicBezTo>
                  <a:cubicBezTo>
                    <a:pt x="77" y="21947"/>
                    <a:pt x="0" y="22200"/>
                    <a:pt x="127" y="22363"/>
                  </a:cubicBezTo>
                  <a:cubicBezTo>
                    <a:pt x="2951" y="26054"/>
                    <a:pt x="5928" y="29634"/>
                    <a:pt x="8843" y="33254"/>
                  </a:cubicBezTo>
                  <a:cubicBezTo>
                    <a:pt x="11749" y="36861"/>
                    <a:pt x="14485" y="40794"/>
                    <a:pt x="17652" y="44182"/>
                  </a:cubicBezTo>
                  <a:cubicBezTo>
                    <a:pt x="17664" y="44208"/>
                    <a:pt x="17679" y="44232"/>
                    <a:pt x="17699" y="44255"/>
                  </a:cubicBezTo>
                  <a:cubicBezTo>
                    <a:pt x="18282" y="44908"/>
                    <a:pt x="19219" y="45924"/>
                    <a:pt x="20167" y="45924"/>
                  </a:cubicBezTo>
                  <a:cubicBezTo>
                    <a:pt x="20277" y="45924"/>
                    <a:pt x="20387" y="45910"/>
                    <a:pt x="20497" y="45881"/>
                  </a:cubicBezTo>
                  <a:cubicBezTo>
                    <a:pt x="21148" y="45708"/>
                    <a:pt x="21757" y="44978"/>
                    <a:pt x="22286" y="44585"/>
                  </a:cubicBezTo>
                  <a:cubicBezTo>
                    <a:pt x="23162" y="43935"/>
                    <a:pt x="24053" y="43304"/>
                    <a:pt x="24965" y="42705"/>
                  </a:cubicBezTo>
                  <a:cubicBezTo>
                    <a:pt x="27366" y="41130"/>
                    <a:pt x="29934" y="39829"/>
                    <a:pt x="32678" y="39174"/>
                  </a:cubicBezTo>
                  <a:cubicBezTo>
                    <a:pt x="32752" y="39177"/>
                    <a:pt x="32826" y="39174"/>
                    <a:pt x="32900" y="39178"/>
                  </a:cubicBezTo>
                  <a:cubicBezTo>
                    <a:pt x="34054" y="39233"/>
                    <a:pt x="35153" y="39648"/>
                    <a:pt x="36288" y="39715"/>
                  </a:cubicBezTo>
                  <a:cubicBezTo>
                    <a:pt x="36337" y="39718"/>
                    <a:pt x="36385" y="39720"/>
                    <a:pt x="36433" y="39720"/>
                  </a:cubicBezTo>
                  <a:cubicBezTo>
                    <a:pt x="37209" y="39720"/>
                    <a:pt x="37750" y="39337"/>
                    <a:pt x="37827" y="38540"/>
                  </a:cubicBezTo>
                  <a:cubicBezTo>
                    <a:pt x="39593" y="36201"/>
                    <a:pt x="41115" y="33792"/>
                    <a:pt x="43273" y="31744"/>
                  </a:cubicBezTo>
                  <a:cubicBezTo>
                    <a:pt x="44449" y="30626"/>
                    <a:pt x="45716" y="29608"/>
                    <a:pt x="47060" y="28698"/>
                  </a:cubicBezTo>
                  <a:cubicBezTo>
                    <a:pt x="47079" y="28686"/>
                    <a:pt x="47099" y="28675"/>
                    <a:pt x="47118" y="28662"/>
                  </a:cubicBezTo>
                  <a:cubicBezTo>
                    <a:pt x="48826" y="27633"/>
                    <a:pt x="50637" y="26785"/>
                    <a:pt x="52524" y="26133"/>
                  </a:cubicBezTo>
                  <a:cubicBezTo>
                    <a:pt x="52902" y="26003"/>
                    <a:pt x="53156" y="25447"/>
                    <a:pt x="52785" y="25145"/>
                  </a:cubicBezTo>
                  <a:cubicBezTo>
                    <a:pt x="52171" y="24648"/>
                    <a:pt x="51613" y="24099"/>
                    <a:pt x="50959" y="23696"/>
                  </a:cubicBezTo>
                  <a:cubicBezTo>
                    <a:pt x="51006" y="23680"/>
                    <a:pt x="51050" y="23660"/>
                    <a:pt x="51097" y="23645"/>
                  </a:cubicBezTo>
                  <a:cubicBezTo>
                    <a:pt x="51251" y="23594"/>
                    <a:pt x="51309" y="23468"/>
                    <a:pt x="51300" y="23347"/>
                  </a:cubicBezTo>
                  <a:cubicBezTo>
                    <a:pt x="51345" y="23292"/>
                    <a:pt x="51376" y="23227"/>
                    <a:pt x="51391" y="23158"/>
                  </a:cubicBezTo>
                  <a:cubicBezTo>
                    <a:pt x="51657" y="23086"/>
                    <a:pt x="51868" y="22805"/>
                    <a:pt x="51676" y="22507"/>
                  </a:cubicBezTo>
                  <a:cubicBezTo>
                    <a:pt x="51561" y="22326"/>
                    <a:pt x="51447" y="22144"/>
                    <a:pt x="51333" y="21962"/>
                  </a:cubicBezTo>
                  <a:cubicBezTo>
                    <a:pt x="51345" y="21962"/>
                    <a:pt x="51359" y="21961"/>
                    <a:pt x="51371" y="21961"/>
                  </a:cubicBezTo>
                  <a:cubicBezTo>
                    <a:pt x="51374" y="21961"/>
                    <a:pt x="51377" y="21961"/>
                    <a:pt x="51379" y="21961"/>
                  </a:cubicBezTo>
                  <a:cubicBezTo>
                    <a:pt x="51539" y="21961"/>
                    <a:pt x="51585" y="21737"/>
                    <a:pt x="51453" y="21658"/>
                  </a:cubicBezTo>
                  <a:cubicBezTo>
                    <a:pt x="51333" y="21585"/>
                    <a:pt x="51198" y="21544"/>
                    <a:pt x="51056" y="21524"/>
                  </a:cubicBezTo>
                  <a:cubicBezTo>
                    <a:pt x="50796" y="21108"/>
                    <a:pt x="50546" y="20689"/>
                    <a:pt x="50290" y="20269"/>
                  </a:cubicBezTo>
                  <a:cubicBezTo>
                    <a:pt x="50030" y="19581"/>
                    <a:pt x="49589" y="18953"/>
                    <a:pt x="49191" y="18312"/>
                  </a:cubicBezTo>
                  <a:cubicBezTo>
                    <a:pt x="48421" y="17077"/>
                    <a:pt x="47572" y="15893"/>
                    <a:pt x="46728" y="14709"/>
                  </a:cubicBezTo>
                  <a:cubicBezTo>
                    <a:pt x="45005" y="12292"/>
                    <a:pt x="43280" y="9876"/>
                    <a:pt x="41551" y="7464"/>
                  </a:cubicBezTo>
                  <a:cubicBezTo>
                    <a:pt x="40019" y="5325"/>
                    <a:pt x="38618" y="2783"/>
                    <a:pt x="36781" y="897"/>
                  </a:cubicBezTo>
                  <a:cubicBezTo>
                    <a:pt x="36255" y="356"/>
                    <a:pt x="35527" y="0"/>
                    <a:pt x="348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34"/>
            <p:cNvSpPr/>
            <p:nvPr/>
          </p:nvSpPr>
          <p:spPr>
            <a:xfrm>
              <a:off x="2990175" y="381350"/>
              <a:ext cx="254450" cy="209600"/>
            </a:xfrm>
            <a:custGeom>
              <a:avLst/>
              <a:gdLst/>
              <a:ahLst/>
              <a:cxnLst/>
              <a:rect l="l" t="t" r="r" b="b"/>
              <a:pathLst>
                <a:path w="10178" h="8384" extrusionOk="0">
                  <a:moveTo>
                    <a:pt x="9489" y="1"/>
                  </a:moveTo>
                  <a:cubicBezTo>
                    <a:pt x="9460" y="1"/>
                    <a:pt x="9430" y="3"/>
                    <a:pt x="9398" y="7"/>
                  </a:cubicBezTo>
                  <a:cubicBezTo>
                    <a:pt x="5315" y="589"/>
                    <a:pt x="1324" y="4315"/>
                    <a:pt x="48" y="8144"/>
                  </a:cubicBezTo>
                  <a:cubicBezTo>
                    <a:pt x="1" y="8286"/>
                    <a:pt x="119" y="8384"/>
                    <a:pt x="239" y="8384"/>
                  </a:cubicBezTo>
                  <a:cubicBezTo>
                    <a:pt x="302" y="8384"/>
                    <a:pt x="366" y="8357"/>
                    <a:pt x="406" y="8294"/>
                  </a:cubicBezTo>
                  <a:cubicBezTo>
                    <a:pt x="1475" y="6637"/>
                    <a:pt x="2632" y="5068"/>
                    <a:pt x="4157" y="3799"/>
                  </a:cubicBezTo>
                  <a:cubicBezTo>
                    <a:pt x="5839" y="2399"/>
                    <a:pt x="7661" y="1727"/>
                    <a:pt x="9647" y="909"/>
                  </a:cubicBezTo>
                  <a:cubicBezTo>
                    <a:pt x="10177" y="691"/>
                    <a:pt x="10017" y="1"/>
                    <a:pt x="948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34"/>
            <p:cNvSpPr/>
            <p:nvPr/>
          </p:nvSpPr>
          <p:spPr>
            <a:xfrm>
              <a:off x="3026350" y="441550"/>
              <a:ext cx="247225" cy="201350"/>
            </a:xfrm>
            <a:custGeom>
              <a:avLst/>
              <a:gdLst/>
              <a:ahLst/>
              <a:cxnLst/>
              <a:rect l="l" t="t" r="r" b="b"/>
              <a:pathLst>
                <a:path w="9889" h="8054" extrusionOk="0">
                  <a:moveTo>
                    <a:pt x="9472" y="1"/>
                  </a:moveTo>
                  <a:cubicBezTo>
                    <a:pt x="9466" y="1"/>
                    <a:pt x="9460" y="1"/>
                    <a:pt x="9454" y="1"/>
                  </a:cubicBezTo>
                  <a:cubicBezTo>
                    <a:pt x="5735" y="204"/>
                    <a:pt x="1142" y="4281"/>
                    <a:pt x="59" y="7752"/>
                  </a:cubicBezTo>
                  <a:cubicBezTo>
                    <a:pt x="0" y="7941"/>
                    <a:pt x="141" y="8053"/>
                    <a:pt x="292" y="8053"/>
                  </a:cubicBezTo>
                  <a:cubicBezTo>
                    <a:pt x="375" y="8053"/>
                    <a:pt x="460" y="8019"/>
                    <a:pt x="517" y="7945"/>
                  </a:cubicBezTo>
                  <a:cubicBezTo>
                    <a:pt x="1756" y="6329"/>
                    <a:pt x="2771" y="4701"/>
                    <a:pt x="4382" y="3401"/>
                  </a:cubicBezTo>
                  <a:cubicBezTo>
                    <a:pt x="6005" y="2092"/>
                    <a:pt x="7844" y="1590"/>
                    <a:pt x="9618" y="609"/>
                  </a:cubicBezTo>
                  <a:cubicBezTo>
                    <a:pt x="9889" y="460"/>
                    <a:pt x="9783" y="1"/>
                    <a:pt x="94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34"/>
            <p:cNvSpPr/>
            <p:nvPr/>
          </p:nvSpPr>
          <p:spPr>
            <a:xfrm>
              <a:off x="3172850" y="661350"/>
              <a:ext cx="224850" cy="198300"/>
            </a:xfrm>
            <a:custGeom>
              <a:avLst/>
              <a:gdLst/>
              <a:ahLst/>
              <a:cxnLst/>
              <a:rect l="l" t="t" r="r" b="b"/>
              <a:pathLst>
                <a:path w="8994" h="7932" extrusionOk="0">
                  <a:moveTo>
                    <a:pt x="8456" y="0"/>
                  </a:moveTo>
                  <a:cubicBezTo>
                    <a:pt x="8425" y="0"/>
                    <a:pt x="8392" y="4"/>
                    <a:pt x="8358" y="11"/>
                  </a:cubicBezTo>
                  <a:cubicBezTo>
                    <a:pt x="5106" y="738"/>
                    <a:pt x="1076" y="4402"/>
                    <a:pt x="60" y="7579"/>
                  </a:cubicBezTo>
                  <a:cubicBezTo>
                    <a:pt x="1" y="7765"/>
                    <a:pt x="174" y="7931"/>
                    <a:pt x="343" y="7931"/>
                  </a:cubicBezTo>
                  <a:cubicBezTo>
                    <a:pt x="409" y="7931"/>
                    <a:pt x="474" y="7907"/>
                    <a:pt x="524" y="7849"/>
                  </a:cubicBezTo>
                  <a:cubicBezTo>
                    <a:pt x="1689" y="6518"/>
                    <a:pt x="2590" y="5030"/>
                    <a:pt x="3913" y="3818"/>
                  </a:cubicBezTo>
                  <a:cubicBezTo>
                    <a:pt x="5371" y="2483"/>
                    <a:pt x="7047" y="1783"/>
                    <a:pt x="8657" y="718"/>
                  </a:cubicBezTo>
                  <a:cubicBezTo>
                    <a:pt x="8993" y="494"/>
                    <a:pt x="8826" y="0"/>
                    <a:pt x="84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34"/>
            <p:cNvSpPr/>
            <p:nvPr/>
          </p:nvSpPr>
          <p:spPr>
            <a:xfrm>
              <a:off x="3219000" y="725650"/>
              <a:ext cx="226500" cy="215375"/>
            </a:xfrm>
            <a:custGeom>
              <a:avLst/>
              <a:gdLst/>
              <a:ahLst/>
              <a:cxnLst/>
              <a:rect l="l" t="t" r="r" b="b"/>
              <a:pathLst>
                <a:path w="9060" h="8615" extrusionOk="0">
                  <a:moveTo>
                    <a:pt x="8466" y="1"/>
                  </a:moveTo>
                  <a:cubicBezTo>
                    <a:pt x="8403" y="1"/>
                    <a:pt x="8336" y="16"/>
                    <a:pt x="8267" y="50"/>
                  </a:cubicBezTo>
                  <a:cubicBezTo>
                    <a:pt x="6348" y="1017"/>
                    <a:pt x="4571" y="2396"/>
                    <a:pt x="3025" y="3882"/>
                  </a:cubicBezTo>
                  <a:cubicBezTo>
                    <a:pt x="1836" y="5024"/>
                    <a:pt x="0" y="6568"/>
                    <a:pt x="62" y="8367"/>
                  </a:cubicBezTo>
                  <a:cubicBezTo>
                    <a:pt x="66" y="8507"/>
                    <a:pt x="206" y="8614"/>
                    <a:pt x="335" y="8614"/>
                  </a:cubicBezTo>
                  <a:cubicBezTo>
                    <a:pt x="409" y="8614"/>
                    <a:pt x="480" y="8578"/>
                    <a:pt x="518" y="8491"/>
                  </a:cubicBezTo>
                  <a:cubicBezTo>
                    <a:pt x="2016" y="5007"/>
                    <a:pt x="5594" y="2708"/>
                    <a:pt x="8679" y="755"/>
                  </a:cubicBezTo>
                  <a:cubicBezTo>
                    <a:pt x="9059" y="514"/>
                    <a:pt x="8832" y="1"/>
                    <a:pt x="84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34"/>
            <p:cNvSpPr/>
            <p:nvPr/>
          </p:nvSpPr>
          <p:spPr>
            <a:xfrm>
              <a:off x="2528200" y="658025"/>
              <a:ext cx="405900" cy="260600"/>
            </a:xfrm>
            <a:custGeom>
              <a:avLst/>
              <a:gdLst/>
              <a:ahLst/>
              <a:cxnLst/>
              <a:rect l="l" t="t" r="r" b="b"/>
              <a:pathLst>
                <a:path w="16236" h="10424" extrusionOk="0">
                  <a:moveTo>
                    <a:pt x="1382" y="2708"/>
                  </a:moveTo>
                  <a:cubicBezTo>
                    <a:pt x="2705" y="4465"/>
                    <a:pt x="4361" y="5818"/>
                    <a:pt x="5564" y="7549"/>
                  </a:cubicBezTo>
                  <a:cubicBezTo>
                    <a:pt x="5049" y="7000"/>
                    <a:pt x="4518" y="6467"/>
                    <a:pt x="3972" y="5947"/>
                  </a:cubicBezTo>
                  <a:cubicBezTo>
                    <a:pt x="3369" y="5370"/>
                    <a:pt x="2751" y="4825"/>
                    <a:pt x="2113" y="4299"/>
                  </a:cubicBezTo>
                  <a:cubicBezTo>
                    <a:pt x="2286" y="4264"/>
                    <a:pt x="2405" y="4031"/>
                    <a:pt x="2251" y="3877"/>
                  </a:cubicBezTo>
                  <a:cubicBezTo>
                    <a:pt x="1869" y="3498"/>
                    <a:pt x="1454" y="3168"/>
                    <a:pt x="1030" y="2840"/>
                  </a:cubicBezTo>
                  <a:lnTo>
                    <a:pt x="1382" y="2708"/>
                  </a:lnTo>
                  <a:close/>
                  <a:moveTo>
                    <a:pt x="9295" y="739"/>
                  </a:moveTo>
                  <a:cubicBezTo>
                    <a:pt x="10900" y="739"/>
                    <a:pt x="11714" y="2042"/>
                    <a:pt x="12738" y="3153"/>
                  </a:cubicBezTo>
                  <a:cubicBezTo>
                    <a:pt x="13607" y="4096"/>
                    <a:pt x="14464" y="5049"/>
                    <a:pt x="15310" y="6013"/>
                  </a:cubicBezTo>
                  <a:cubicBezTo>
                    <a:pt x="13936" y="6363"/>
                    <a:pt x="12589" y="6790"/>
                    <a:pt x="11275" y="7331"/>
                  </a:cubicBezTo>
                  <a:cubicBezTo>
                    <a:pt x="10703" y="7567"/>
                    <a:pt x="10139" y="7820"/>
                    <a:pt x="9583" y="8091"/>
                  </a:cubicBezTo>
                  <a:cubicBezTo>
                    <a:pt x="9104" y="8323"/>
                    <a:pt x="7997" y="9216"/>
                    <a:pt x="7494" y="9216"/>
                  </a:cubicBezTo>
                  <a:cubicBezTo>
                    <a:pt x="7280" y="9214"/>
                    <a:pt x="7087" y="9143"/>
                    <a:pt x="6911" y="9028"/>
                  </a:cubicBezTo>
                  <a:cubicBezTo>
                    <a:pt x="5976" y="6497"/>
                    <a:pt x="3660" y="4237"/>
                    <a:pt x="1564" y="2642"/>
                  </a:cubicBezTo>
                  <a:cubicBezTo>
                    <a:pt x="3992" y="1737"/>
                    <a:pt x="6804" y="749"/>
                    <a:pt x="9284" y="739"/>
                  </a:cubicBezTo>
                  <a:cubicBezTo>
                    <a:pt x="9288" y="739"/>
                    <a:pt x="9291" y="739"/>
                    <a:pt x="9295" y="739"/>
                  </a:cubicBezTo>
                  <a:close/>
                  <a:moveTo>
                    <a:pt x="9522" y="0"/>
                  </a:moveTo>
                  <a:cubicBezTo>
                    <a:pt x="8353" y="0"/>
                    <a:pt x="6970" y="475"/>
                    <a:pt x="5977" y="700"/>
                  </a:cubicBezTo>
                  <a:cubicBezTo>
                    <a:pt x="4041" y="1140"/>
                    <a:pt x="2155" y="1729"/>
                    <a:pt x="300" y="2432"/>
                  </a:cubicBezTo>
                  <a:cubicBezTo>
                    <a:pt x="25" y="2536"/>
                    <a:pt x="1" y="2846"/>
                    <a:pt x="223" y="3018"/>
                  </a:cubicBezTo>
                  <a:cubicBezTo>
                    <a:pt x="702" y="3388"/>
                    <a:pt x="1169" y="3763"/>
                    <a:pt x="1673" y="4093"/>
                  </a:cubicBezTo>
                  <a:cubicBezTo>
                    <a:pt x="3491" y="5760"/>
                    <a:pt x="5144" y="7550"/>
                    <a:pt x="6623" y="9541"/>
                  </a:cubicBezTo>
                  <a:cubicBezTo>
                    <a:pt x="6713" y="9781"/>
                    <a:pt x="6797" y="10028"/>
                    <a:pt x="6867" y="10287"/>
                  </a:cubicBezTo>
                  <a:cubicBezTo>
                    <a:pt x="6892" y="10382"/>
                    <a:pt x="6963" y="10423"/>
                    <a:pt x="7035" y="10423"/>
                  </a:cubicBezTo>
                  <a:cubicBezTo>
                    <a:pt x="7146" y="10423"/>
                    <a:pt x="7261" y="10329"/>
                    <a:pt x="7234" y="10186"/>
                  </a:cubicBezTo>
                  <a:cubicBezTo>
                    <a:pt x="7224" y="10130"/>
                    <a:pt x="7207" y="10076"/>
                    <a:pt x="7196" y="10021"/>
                  </a:cubicBezTo>
                  <a:cubicBezTo>
                    <a:pt x="7219" y="10016"/>
                    <a:pt x="7243" y="10009"/>
                    <a:pt x="7264" y="9998"/>
                  </a:cubicBezTo>
                  <a:cubicBezTo>
                    <a:pt x="9998" y="8390"/>
                    <a:pt x="12869" y="7216"/>
                    <a:pt x="15954" y="6481"/>
                  </a:cubicBezTo>
                  <a:cubicBezTo>
                    <a:pt x="16193" y="6424"/>
                    <a:pt x="16235" y="6133"/>
                    <a:pt x="16091" y="5967"/>
                  </a:cubicBezTo>
                  <a:cubicBezTo>
                    <a:pt x="14926" y="4637"/>
                    <a:pt x="13744" y="3322"/>
                    <a:pt x="12545" y="2023"/>
                  </a:cubicBezTo>
                  <a:cubicBezTo>
                    <a:pt x="11928" y="1357"/>
                    <a:pt x="11266" y="350"/>
                    <a:pt x="10341" y="98"/>
                  </a:cubicBezTo>
                  <a:cubicBezTo>
                    <a:pt x="10087" y="29"/>
                    <a:pt x="9811" y="0"/>
                    <a:pt x="95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34"/>
            <p:cNvSpPr/>
            <p:nvPr/>
          </p:nvSpPr>
          <p:spPr>
            <a:xfrm>
              <a:off x="2739725" y="878000"/>
              <a:ext cx="265375" cy="114400"/>
            </a:xfrm>
            <a:custGeom>
              <a:avLst/>
              <a:gdLst/>
              <a:ahLst/>
              <a:cxnLst/>
              <a:rect l="l" t="t" r="r" b="b"/>
              <a:pathLst>
                <a:path w="10615" h="4576" extrusionOk="0">
                  <a:moveTo>
                    <a:pt x="8807" y="0"/>
                  </a:moveTo>
                  <a:cubicBezTo>
                    <a:pt x="5620" y="0"/>
                    <a:pt x="1581" y="1966"/>
                    <a:pt x="54" y="4386"/>
                  </a:cubicBezTo>
                  <a:cubicBezTo>
                    <a:pt x="1" y="4471"/>
                    <a:pt x="79" y="4576"/>
                    <a:pt x="166" y="4576"/>
                  </a:cubicBezTo>
                  <a:cubicBezTo>
                    <a:pt x="186" y="4576"/>
                    <a:pt x="207" y="4570"/>
                    <a:pt x="226" y="4558"/>
                  </a:cubicBezTo>
                  <a:cubicBezTo>
                    <a:pt x="1875" y="3508"/>
                    <a:pt x="3258" y="2278"/>
                    <a:pt x="5131" y="1591"/>
                  </a:cubicBezTo>
                  <a:cubicBezTo>
                    <a:pt x="6861" y="957"/>
                    <a:pt x="8587" y="1026"/>
                    <a:pt x="10351" y="694"/>
                  </a:cubicBezTo>
                  <a:cubicBezTo>
                    <a:pt x="10615" y="644"/>
                    <a:pt x="10595" y="242"/>
                    <a:pt x="10351" y="180"/>
                  </a:cubicBezTo>
                  <a:cubicBezTo>
                    <a:pt x="9872" y="58"/>
                    <a:pt x="9352" y="0"/>
                    <a:pt x="88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34"/>
            <p:cNvSpPr/>
            <p:nvPr/>
          </p:nvSpPr>
          <p:spPr>
            <a:xfrm>
              <a:off x="2783475" y="946275"/>
              <a:ext cx="254775" cy="113000"/>
            </a:xfrm>
            <a:custGeom>
              <a:avLst/>
              <a:gdLst/>
              <a:ahLst/>
              <a:cxnLst/>
              <a:rect l="l" t="t" r="r" b="b"/>
              <a:pathLst>
                <a:path w="10191" h="4520" extrusionOk="0">
                  <a:moveTo>
                    <a:pt x="9024" y="1"/>
                  </a:moveTo>
                  <a:cubicBezTo>
                    <a:pt x="7296" y="1"/>
                    <a:pt x="5453" y="625"/>
                    <a:pt x="3919" y="1282"/>
                  </a:cubicBezTo>
                  <a:cubicBezTo>
                    <a:pt x="2789" y="1765"/>
                    <a:pt x="261" y="2658"/>
                    <a:pt x="23" y="4060"/>
                  </a:cubicBezTo>
                  <a:cubicBezTo>
                    <a:pt x="1" y="4188"/>
                    <a:pt x="41" y="4285"/>
                    <a:pt x="145" y="4359"/>
                  </a:cubicBezTo>
                  <a:lnTo>
                    <a:pt x="328" y="4490"/>
                  </a:lnTo>
                  <a:cubicBezTo>
                    <a:pt x="356" y="4510"/>
                    <a:pt x="386" y="4519"/>
                    <a:pt x="416" y="4519"/>
                  </a:cubicBezTo>
                  <a:cubicBezTo>
                    <a:pt x="528" y="4519"/>
                    <a:pt x="634" y="4397"/>
                    <a:pt x="599" y="4281"/>
                  </a:cubicBezTo>
                  <a:cubicBezTo>
                    <a:pt x="310" y="3333"/>
                    <a:pt x="4773" y="1735"/>
                    <a:pt x="5289" y="1569"/>
                  </a:cubicBezTo>
                  <a:cubicBezTo>
                    <a:pt x="6773" y="1093"/>
                    <a:pt x="8295" y="1027"/>
                    <a:pt x="9799" y="688"/>
                  </a:cubicBezTo>
                  <a:cubicBezTo>
                    <a:pt x="10190" y="600"/>
                    <a:pt x="10059" y="73"/>
                    <a:pt x="9711" y="36"/>
                  </a:cubicBezTo>
                  <a:cubicBezTo>
                    <a:pt x="9485" y="12"/>
                    <a:pt x="9255" y="1"/>
                    <a:pt x="902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34"/>
            <p:cNvSpPr/>
            <p:nvPr/>
          </p:nvSpPr>
          <p:spPr>
            <a:xfrm>
              <a:off x="2839925" y="1007825"/>
              <a:ext cx="259925" cy="117700"/>
            </a:xfrm>
            <a:custGeom>
              <a:avLst/>
              <a:gdLst/>
              <a:ahLst/>
              <a:cxnLst/>
              <a:rect l="l" t="t" r="r" b="b"/>
              <a:pathLst>
                <a:path w="10397" h="4708" extrusionOk="0">
                  <a:moveTo>
                    <a:pt x="9045" y="1"/>
                  </a:moveTo>
                  <a:cubicBezTo>
                    <a:pt x="5729" y="1"/>
                    <a:pt x="2019" y="2104"/>
                    <a:pt x="58" y="4551"/>
                  </a:cubicBezTo>
                  <a:cubicBezTo>
                    <a:pt x="0" y="4623"/>
                    <a:pt x="54" y="4707"/>
                    <a:pt x="124" y="4707"/>
                  </a:cubicBezTo>
                  <a:cubicBezTo>
                    <a:pt x="145" y="4707"/>
                    <a:pt x="167" y="4700"/>
                    <a:pt x="188" y="4683"/>
                  </a:cubicBezTo>
                  <a:cubicBezTo>
                    <a:pt x="1738" y="3418"/>
                    <a:pt x="3324" y="2289"/>
                    <a:pt x="5224" y="1613"/>
                  </a:cubicBezTo>
                  <a:cubicBezTo>
                    <a:pt x="6821" y="1047"/>
                    <a:pt x="8433" y="1014"/>
                    <a:pt x="10074" y="712"/>
                  </a:cubicBezTo>
                  <a:cubicBezTo>
                    <a:pt x="10385" y="655"/>
                    <a:pt x="10396" y="120"/>
                    <a:pt x="10074" y="73"/>
                  </a:cubicBezTo>
                  <a:cubicBezTo>
                    <a:pt x="9737" y="24"/>
                    <a:pt x="9393" y="1"/>
                    <a:pt x="90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31102B4A-F79A-4283-81D9-8616AEF47326}"/>
              </a:ext>
            </a:extLst>
          </p:cNvPr>
          <p:cNvSpPr txBox="1"/>
          <p:nvPr/>
        </p:nvSpPr>
        <p:spPr>
          <a:xfrm>
            <a:off x="3861118" y="1205579"/>
            <a:ext cx="20712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200" b="1" dirty="0"/>
              <a:t>Let’s try deleting 55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D326E95-6578-4CD9-9480-D28B66AC22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9159" y="1565600"/>
            <a:ext cx="4760945" cy="2923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329002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4"/>
          <p:cNvSpPr txBox="1">
            <a:spLocks noGrp="1"/>
          </p:cNvSpPr>
          <p:nvPr>
            <p:ph type="title"/>
          </p:nvPr>
        </p:nvSpPr>
        <p:spPr>
          <a:xfrm>
            <a:off x="1307759" y="947437"/>
            <a:ext cx="2939511" cy="4372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u="sng" dirty="0"/>
              <a:t>Removal</a:t>
            </a:r>
          </a:p>
        </p:txBody>
      </p:sp>
      <p:sp>
        <p:nvSpPr>
          <p:cNvPr id="234" name="Google Shape;234;p34"/>
          <p:cNvSpPr txBox="1">
            <a:spLocks noGrp="1"/>
          </p:cNvSpPr>
          <p:nvPr>
            <p:ph type="subTitle" idx="1"/>
          </p:nvPr>
        </p:nvSpPr>
        <p:spPr>
          <a:xfrm>
            <a:off x="1307759" y="531752"/>
            <a:ext cx="3439500" cy="53514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Heaps	</a:t>
            </a:r>
          </a:p>
        </p:txBody>
      </p:sp>
      <p:pic>
        <p:nvPicPr>
          <p:cNvPr id="235" name="Google Shape;235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695460">
            <a:off x="7765338" y="3361772"/>
            <a:ext cx="1241024" cy="1610463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grpSp>
        <p:nvGrpSpPr>
          <p:cNvPr id="236" name="Google Shape;236;p34"/>
          <p:cNvGrpSpPr/>
          <p:nvPr/>
        </p:nvGrpSpPr>
        <p:grpSpPr>
          <a:xfrm rot="790859">
            <a:off x="7973758" y="3964891"/>
            <a:ext cx="824184" cy="712067"/>
            <a:chOff x="2341425" y="238100"/>
            <a:chExt cx="1328900" cy="1148125"/>
          </a:xfrm>
        </p:grpSpPr>
        <p:sp>
          <p:nvSpPr>
            <p:cNvPr id="237" name="Google Shape;237;p34"/>
            <p:cNvSpPr/>
            <p:nvPr/>
          </p:nvSpPr>
          <p:spPr>
            <a:xfrm>
              <a:off x="2341425" y="238100"/>
              <a:ext cx="1328900" cy="1148125"/>
            </a:xfrm>
            <a:custGeom>
              <a:avLst/>
              <a:gdLst/>
              <a:ahLst/>
              <a:cxnLst/>
              <a:rect l="l" t="t" r="r" b="b"/>
              <a:pathLst>
                <a:path w="53156" h="45925" extrusionOk="0">
                  <a:moveTo>
                    <a:pt x="49853" y="24103"/>
                  </a:moveTo>
                  <a:cubicBezTo>
                    <a:pt x="50212" y="24609"/>
                    <a:pt x="50681" y="25003"/>
                    <a:pt x="51172" y="25380"/>
                  </a:cubicBezTo>
                  <a:cubicBezTo>
                    <a:pt x="48199" y="26540"/>
                    <a:pt x="45438" y="28144"/>
                    <a:pt x="42987" y="30206"/>
                  </a:cubicBezTo>
                  <a:cubicBezTo>
                    <a:pt x="41727" y="31264"/>
                    <a:pt x="40396" y="32510"/>
                    <a:pt x="39238" y="33887"/>
                  </a:cubicBezTo>
                  <a:cubicBezTo>
                    <a:pt x="39347" y="33688"/>
                    <a:pt x="39460" y="33491"/>
                    <a:pt x="39578" y="33301"/>
                  </a:cubicBezTo>
                  <a:cubicBezTo>
                    <a:pt x="40490" y="31831"/>
                    <a:pt x="41539" y="30449"/>
                    <a:pt x="42711" y="29176"/>
                  </a:cubicBezTo>
                  <a:cubicBezTo>
                    <a:pt x="44775" y="26932"/>
                    <a:pt x="47091" y="25229"/>
                    <a:pt x="49853" y="24103"/>
                  </a:cubicBezTo>
                  <a:close/>
                  <a:moveTo>
                    <a:pt x="35117" y="1053"/>
                  </a:moveTo>
                  <a:lnTo>
                    <a:pt x="35117" y="1053"/>
                  </a:lnTo>
                  <a:cubicBezTo>
                    <a:pt x="36710" y="1715"/>
                    <a:pt x="38294" y="4814"/>
                    <a:pt x="38992" y="5799"/>
                  </a:cubicBezTo>
                  <a:cubicBezTo>
                    <a:pt x="40312" y="7660"/>
                    <a:pt x="41633" y="9523"/>
                    <a:pt x="42954" y="11383"/>
                  </a:cubicBezTo>
                  <a:cubicBezTo>
                    <a:pt x="44182" y="13110"/>
                    <a:pt x="45421" y="14827"/>
                    <a:pt x="46633" y="16564"/>
                  </a:cubicBezTo>
                  <a:cubicBezTo>
                    <a:pt x="46650" y="16588"/>
                    <a:pt x="46667" y="16613"/>
                    <a:pt x="46685" y="16638"/>
                  </a:cubicBezTo>
                  <a:cubicBezTo>
                    <a:pt x="47623" y="18397"/>
                    <a:pt x="48600" y="20134"/>
                    <a:pt x="49618" y="21849"/>
                  </a:cubicBezTo>
                  <a:cubicBezTo>
                    <a:pt x="48693" y="22281"/>
                    <a:pt x="47744" y="23007"/>
                    <a:pt x="47214" y="23343"/>
                  </a:cubicBezTo>
                  <a:cubicBezTo>
                    <a:pt x="45320" y="24544"/>
                    <a:pt x="43587" y="25982"/>
                    <a:pt x="42057" y="27622"/>
                  </a:cubicBezTo>
                  <a:cubicBezTo>
                    <a:pt x="40592" y="29191"/>
                    <a:pt x="39304" y="30938"/>
                    <a:pt x="38281" y="32827"/>
                  </a:cubicBezTo>
                  <a:cubicBezTo>
                    <a:pt x="37877" y="33573"/>
                    <a:pt x="37271" y="34533"/>
                    <a:pt x="36981" y="35496"/>
                  </a:cubicBezTo>
                  <a:cubicBezTo>
                    <a:pt x="36328" y="34434"/>
                    <a:pt x="35635" y="33395"/>
                    <a:pt x="34953" y="32353"/>
                  </a:cubicBezTo>
                  <a:cubicBezTo>
                    <a:pt x="33450" y="30055"/>
                    <a:pt x="31915" y="27777"/>
                    <a:pt x="30347" y="25524"/>
                  </a:cubicBezTo>
                  <a:cubicBezTo>
                    <a:pt x="28841" y="23359"/>
                    <a:pt x="27306" y="21217"/>
                    <a:pt x="25741" y="19095"/>
                  </a:cubicBezTo>
                  <a:cubicBezTo>
                    <a:pt x="24508" y="17421"/>
                    <a:pt x="23256" y="15382"/>
                    <a:pt x="21757" y="13843"/>
                  </a:cubicBezTo>
                  <a:cubicBezTo>
                    <a:pt x="22758" y="10753"/>
                    <a:pt x="24747" y="8361"/>
                    <a:pt x="26903" y="5992"/>
                  </a:cubicBezTo>
                  <a:cubicBezTo>
                    <a:pt x="27357" y="5493"/>
                    <a:pt x="27826" y="4981"/>
                    <a:pt x="28315" y="4481"/>
                  </a:cubicBezTo>
                  <a:cubicBezTo>
                    <a:pt x="29626" y="3498"/>
                    <a:pt x="31045" y="2668"/>
                    <a:pt x="32551" y="2018"/>
                  </a:cubicBezTo>
                  <a:cubicBezTo>
                    <a:pt x="33121" y="1772"/>
                    <a:pt x="33780" y="1496"/>
                    <a:pt x="34476" y="1255"/>
                  </a:cubicBezTo>
                  <a:cubicBezTo>
                    <a:pt x="34702" y="1206"/>
                    <a:pt x="34932" y="1166"/>
                    <a:pt x="35161" y="1125"/>
                  </a:cubicBezTo>
                  <a:cubicBezTo>
                    <a:pt x="35147" y="1101"/>
                    <a:pt x="35132" y="1076"/>
                    <a:pt x="35117" y="1053"/>
                  </a:cubicBezTo>
                  <a:close/>
                  <a:moveTo>
                    <a:pt x="49886" y="22296"/>
                  </a:moveTo>
                  <a:cubicBezTo>
                    <a:pt x="50069" y="22601"/>
                    <a:pt x="50253" y="22905"/>
                    <a:pt x="50437" y="23208"/>
                  </a:cubicBezTo>
                  <a:cubicBezTo>
                    <a:pt x="50328" y="23239"/>
                    <a:pt x="50219" y="23270"/>
                    <a:pt x="50110" y="23305"/>
                  </a:cubicBezTo>
                  <a:cubicBezTo>
                    <a:pt x="50098" y="23304"/>
                    <a:pt x="50086" y="23303"/>
                    <a:pt x="50074" y="23303"/>
                  </a:cubicBezTo>
                  <a:cubicBezTo>
                    <a:pt x="49989" y="23303"/>
                    <a:pt x="49905" y="23334"/>
                    <a:pt x="49839" y="23390"/>
                  </a:cubicBezTo>
                  <a:cubicBezTo>
                    <a:pt x="46983" y="24343"/>
                    <a:pt x="44499" y="26352"/>
                    <a:pt x="42469" y="28520"/>
                  </a:cubicBezTo>
                  <a:cubicBezTo>
                    <a:pt x="40592" y="30525"/>
                    <a:pt x="38254" y="33305"/>
                    <a:pt x="37357" y="36095"/>
                  </a:cubicBezTo>
                  <a:cubicBezTo>
                    <a:pt x="37306" y="36011"/>
                    <a:pt x="37249" y="35923"/>
                    <a:pt x="37190" y="35830"/>
                  </a:cubicBezTo>
                  <a:cubicBezTo>
                    <a:pt x="37565" y="34416"/>
                    <a:pt x="38696" y="32821"/>
                    <a:pt x="39296" y="31878"/>
                  </a:cubicBezTo>
                  <a:cubicBezTo>
                    <a:pt x="40239" y="30393"/>
                    <a:pt x="41330" y="29005"/>
                    <a:pt x="42550" y="27739"/>
                  </a:cubicBezTo>
                  <a:cubicBezTo>
                    <a:pt x="43708" y="26537"/>
                    <a:pt x="44980" y="25451"/>
                    <a:pt x="46348" y="24494"/>
                  </a:cubicBezTo>
                  <a:cubicBezTo>
                    <a:pt x="47234" y="23875"/>
                    <a:pt x="48600" y="22828"/>
                    <a:pt x="49886" y="22296"/>
                  </a:cubicBezTo>
                  <a:close/>
                  <a:moveTo>
                    <a:pt x="20475" y="13918"/>
                  </a:moveTo>
                  <a:cubicBezTo>
                    <a:pt x="20720" y="13985"/>
                    <a:pt x="20968" y="14054"/>
                    <a:pt x="21218" y="14127"/>
                  </a:cubicBezTo>
                  <a:lnTo>
                    <a:pt x="21219" y="14127"/>
                  </a:lnTo>
                  <a:cubicBezTo>
                    <a:pt x="22265" y="15897"/>
                    <a:pt x="23782" y="17534"/>
                    <a:pt x="24979" y="19160"/>
                  </a:cubicBezTo>
                  <a:cubicBezTo>
                    <a:pt x="26409" y="21107"/>
                    <a:pt x="27816" y="23071"/>
                    <a:pt x="29199" y="25052"/>
                  </a:cubicBezTo>
                  <a:cubicBezTo>
                    <a:pt x="30581" y="27035"/>
                    <a:pt x="31937" y="29034"/>
                    <a:pt x="33269" y="31050"/>
                  </a:cubicBezTo>
                  <a:cubicBezTo>
                    <a:pt x="33874" y="31967"/>
                    <a:pt x="34473" y="32886"/>
                    <a:pt x="35069" y="33809"/>
                  </a:cubicBezTo>
                  <a:cubicBezTo>
                    <a:pt x="35425" y="34364"/>
                    <a:pt x="35780" y="34920"/>
                    <a:pt x="36133" y="35475"/>
                  </a:cubicBezTo>
                  <a:lnTo>
                    <a:pt x="36486" y="36032"/>
                  </a:lnTo>
                  <a:cubicBezTo>
                    <a:pt x="36496" y="36074"/>
                    <a:pt x="36508" y="36115"/>
                    <a:pt x="36522" y="36155"/>
                  </a:cubicBezTo>
                  <a:cubicBezTo>
                    <a:pt x="33879" y="32306"/>
                    <a:pt x="31050" y="28568"/>
                    <a:pt x="28325" y="24779"/>
                  </a:cubicBezTo>
                  <a:cubicBezTo>
                    <a:pt x="25722" y="21160"/>
                    <a:pt x="23203" y="17449"/>
                    <a:pt x="20475" y="13918"/>
                  </a:cubicBezTo>
                  <a:close/>
                  <a:moveTo>
                    <a:pt x="37953" y="37630"/>
                  </a:moveTo>
                  <a:cubicBezTo>
                    <a:pt x="37851" y="37834"/>
                    <a:pt x="37753" y="38038"/>
                    <a:pt x="37661" y="38245"/>
                  </a:cubicBezTo>
                  <a:cubicBezTo>
                    <a:pt x="37630" y="38236"/>
                    <a:pt x="37597" y="38231"/>
                    <a:pt x="37565" y="38231"/>
                  </a:cubicBezTo>
                  <a:cubicBezTo>
                    <a:pt x="37533" y="38231"/>
                    <a:pt x="37500" y="38236"/>
                    <a:pt x="37470" y="38245"/>
                  </a:cubicBezTo>
                  <a:cubicBezTo>
                    <a:pt x="37633" y="38041"/>
                    <a:pt x="37793" y="37835"/>
                    <a:pt x="37953" y="37630"/>
                  </a:cubicBezTo>
                  <a:close/>
                  <a:moveTo>
                    <a:pt x="36509" y="38717"/>
                  </a:moveTo>
                  <a:cubicBezTo>
                    <a:pt x="36518" y="38717"/>
                    <a:pt x="36527" y="38717"/>
                    <a:pt x="36536" y="38717"/>
                  </a:cubicBezTo>
                  <a:cubicBezTo>
                    <a:pt x="36609" y="38809"/>
                    <a:pt x="36720" y="38864"/>
                    <a:pt x="36837" y="38865"/>
                  </a:cubicBezTo>
                  <a:cubicBezTo>
                    <a:pt x="36596" y="38971"/>
                    <a:pt x="36282" y="39011"/>
                    <a:pt x="35935" y="39011"/>
                  </a:cubicBezTo>
                  <a:cubicBezTo>
                    <a:pt x="35451" y="39011"/>
                    <a:pt x="34904" y="38934"/>
                    <a:pt x="34409" y="38856"/>
                  </a:cubicBezTo>
                  <a:cubicBezTo>
                    <a:pt x="35105" y="38764"/>
                    <a:pt x="35807" y="38717"/>
                    <a:pt x="36509" y="38717"/>
                  </a:cubicBezTo>
                  <a:close/>
                  <a:moveTo>
                    <a:pt x="15183" y="13113"/>
                  </a:moveTo>
                  <a:cubicBezTo>
                    <a:pt x="16769" y="13113"/>
                    <a:pt x="18319" y="13366"/>
                    <a:pt x="19934" y="13775"/>
                  </a:cubicBezTo>
                  <a:cubicBezTo>
                    <a:pt x="22531" y="17699"/>
                    <a:pt x="25404" y="21460"/>
                    <a:pt x="28149" y="25276"/>
                  </a:cubicBezTo>
                  <a:cubicBezTo>
                    <a:pt x="30879" y="29073"/>
                    <a:pt x="33528" y="32953"/>
                    <a:pt x="36351" y="36684"/>
                  </a:cubicBezTo>
                  <a:cubicBezTo>
                    <a:pt x="34542" y="35843"/>
                    <a:pt x="32568" y="35460"/>
                    <a:pt x="30570" y="35460"/>
                  </a:cubicBezTo>
                  <a:cubicBezTo>
                    <a:pt x="26406" y="35460"/>
                    <a:pt x="22142" y="37123"/>
                    <a:pt x="19074" y="39757"/>
                  </a:cubicBezTo>
                  <a:cubicBezTo>
                    <a:pt x="13793" y="32214"/>
                    <a:pt x="8154" y="24943"/>
                    <a:pt x="2157" y="17945"/>
                  </a:cubicBezTo>
                  <a:lnTo>
                    <a:pt x="2159" y="17945"/>
                  </a:lnTo>
                  <a:cubicBezTo>
                    <a:pt x="5055" y="16227"/>
                    <a:pt x="8015" y="14530"/>
                    <a:pt x="11283" y="13642"/>
                  </a:cubicBezTo>
                  <a:cubicBezTo>
                    <a:pt x="12638" y="13273"/>
                    <a:pt x="13922" y="13113"/>
                    <a:pt x="15183" y="13113"/>
                  </a:cubicBezTo>
                  <a:close/>
                  <a:moveTo>
                    <a:pt x="2578" y="20435"/>
                  </a:moveTo>
                  <a:cubicBezTo>
                    <a:pt x="8168" y="27062"/>
                    <a:pt x="13443" y="33937"/>
                    <a:pt x="18402" y="41058"/>
                  </a:cubicBezTo>
                  <a:cubicBezTo>
                    <a:pt x="18543" y="41262"/>
                    <a:pt x="18758" y="41377"/>
                    <a:pt x="18977" y="41377"/>
                  </a:cubicBezTo>
                  <a:cubicBezTo>
                    <a:pt x="19133" y="41377"/>
                    <a:pt x="19292" y="41318"/>
                    <a:pt x="19427" y="41190"/>
                  </a:cubicBezTo>
                  <a:cubicBezTo>
                    <a:pt x="21632" y="39103"/>
                    <a:pt x="24333" y="37693"/>
                    <a:pt x="27314" y="37090"/>
                  </a:cubicBezTo>
                  <a:cubicBezTo>
                    <a:pt x="28284" y="36894"/>
                    <a:pt x="29226" y="36809"/>
                    <a:pt x="30154" y="36809"/>
                  </a:cubicBezTo>
                  <a:cubicBezTo>
                    <a:pt x="30890" y="36809"/>
                    <a:pt x="31618" y="36863"/>
                    <a:pt x="32345" y="36959"/>
                  </a:cubicBezTo>
                  <a:cubicBezTo>
                    <a:pt x="32139" y="36996"/>
                    <a:pt x="31934" y="37038"/>
                    <a:pt x="31726" y="37085"/>
                  </a:cubicBezTo>
                  <a:cubicBezTo>
                    <a:pt x="29702" y="37535"/>
                    <a:pt x="27672" y="38191"/>
                    <a:pt x="25741" y="38939"/>
                  </a:cubicBezTo>
                  <a:cubicBezTo>
                    <a:pt x="24060" y="39590"/>
                    <a:pt x="22425" y="40379"/>
                    <a:pt x="20975" y="41459"/>
                  </a:cubicBezTo>
                  <a:cubicBezTo>
                    <a:pt x="20335" y="41934"/>
                    <a:pt x="18892" y="42836"/>
                    <a:pt x="18616" y="43758"/>
                  </a:cubicBezTo>
                  <a:cubicBezTo>
                    <a:pt x="15797" y="39642"/>
                    <a:pt x="12269" y="35871"/>
                    <a:pt x="9131" y="31993"/>
                  </a:cubicBezTo>
                  <a:cubicBezTo>
                    <a:pt x="7537" y="30022"/>
                    <a:pt x="5941" y="28055"/>
                    <a:pt x="4343" y="26088"/>
                  </a:cubicBezTo>
                  <a:cubicBezTo>
                    <a:pt x="3509" y="25063"/>
                    <a:pt x="2360" y="24025"/>
                    <a:pt x="1726" y="22872"/>
                  </a:cubicBezTo>
                  <a:lnTo>
                    <a:pt x="1290" y="22336"/>
                  </a:lnTo>
                  <a:cubicBezTo>
                    <a:pt x="1365" y="21812"/>
                    <a:pt x="1612" y="21399"/>
                    <a:pt x="2027" y="21097"/>
                  </a:cubicBezTo>
                  <a:cubicBezTo>
                    <a:pt x="2191" y="20870"/>
                    <a:pt x="2390" y="20654"/>
                    <a:pt x="2578" y="20435"/>
                  </a:cubicBezTo>
                  <a:close/>
                  <a:moveTo>
                    <a:pt x="34214" y="37438"/>
                  </a:moveTo>
                  <a:cubicBezTo>
                    <a:pt x="34480" y="37438"/>
                    <a:pt x="34745" y="37450"/>
                    <a:pt x="35009" y="37476"/>
                  </a:cubicBezTo>
                  <a:cubicBezTo>
                    <a:pt x="35056" y="37488"/>
                    <a:pt x="35104" y="37502"/>
                    <a:pt x="35153" y="37514"/>
                  </a:cubicBezTo>
                  <a:cubicBezTo>
                    <a:pt x="32341" y="37733"/>
                    <a:pt x="29659" y="38637"/>
                    <a:pt x="27141" y="39965"/>
                  </a:cubicBezTo>
                  <a:cubicBezTo>
                    <a:pt x="25564" y="40797"/>
                    <a:pt x="24060" y="41771"/>
                    <a:pt x="22625" y="42823"/>
                  </a:cubicBezTo>
                  <a:cubicBezTo>
                    <a:pt x="22053" y="43241"/>
                    <a:pt x="21266" y="44080"/>
                    <a:pt x="20621" y="44360"/>
                  </a:cubicBezTo>
                  <a:cubicBezTo>
                    <a:pt x="20405" y="44454"/>
                    <a:pt x="20198" y="44493"/>
                    <a:pt x="19997" y="44493"/>
                  </a:cubicBezTo>
                  <a:cubicBezTo>
                    <a:pt x="19802" y="44493"/>
                    <a:pt x="19613" y="44456"/>
                    <a:pt x="19427" y="44400"/>
                  </a:cubicBezTo>
                  <a:cubicBezTo>
                    <a:pt x="19434" y="44391"/>
                    <a:pt x="19440" y="44386"/>
                    <a:pt x="19448" y="44377"/>
                  </a:cubicBezTo>
                  <a:cubicBezTo>
                    <a:pt x="19593" y="44198"/>
                    <a:pt x="19599" y="43995"/>
                    <a:pt x="19448" y="43814"/>
                  </a:cubicBezTo>
                  <a:lnTo>
                    <a:pt x="19430" y="43792"/>
                  </a:lnTo>
                  <a:cubicBezTo>
                    <a:pt x="19697" y="43721"/>
                    <a:pt x="19911" y="43553"/>
                    <a:pt x="20074" y="43287"/>
                  </a:cubicBezTo>
                  <a:cubicBezTo>
                    <a:pt x="20320" y="43038"/>
                    <a:pt x="20576" y="42801"/>
                    <a:pt x="20843" y="42573"/>
                  </a:cubicBezTo>
                  <a:cubicBezTo>
                    <a:pt x="21485" y="42027"/>
                    <a:pt x="22180" y="41552"/>
                    <a:pt x="22907" y="41126"/>
                  </a:cubicBezTo>
                  <a:cubicBezTo>
                    <a:pt x="24188" y="40374"/>
                    <a:pt x="25559" y="39793"/>
                    <a:pt x="26955" y="39291"/>
                  </a:cubicBezTo>
                  <a:cubicBezTo>
                    <a:pt x="29199" y="38484"/>
                    <a:pt x="31750" y="37438"/>
                    <a:pt x="34214" y="37438"/>
                  </a:cubicBezTo>
                  <a:close/>
                  <a:moveTo>
                    <a:pt x="34842" y="0"/>
                  </a:moveTo>
                  <a:cubicBezTo>
                    <a:pt x="34343" y="0"/>
                    <a:pt x="33867" y="188"/>
                    <a:pt x="33507" y="630"/>
                  </a:cubicBezTo>
                  <a:cubicBezTo>
                    <a:pt x="31447" y="1151"/>
                    <a:pt x="29512" y="2015"/>
                    <a:pt x="27862" y="3526"/>
                  </a:cubicBezTo>
                  <a:cubicBezTo>
                    <a:pt x="27217" y="4115"/>
                    <a:pt x="26496" y="4800"/>
                    <a:pt x="25773" y="5555"/>
                  </a:cubicBezTo>
                  <a:cubicBezTo>
                    <a:pt x="23620" y="7604"/>
                    <a:pt x="21769" y="10148"/>
                    <a:pt x="20875" y="12916"/>
                  </a:cubicBezTo>
                  <a:cubicBezTo>
                    <a:pt x="19359" y="12052"/>
                    <a:pt x="17538" y="11727"/>
                    <a:pt x="15721" y="11727"/>
                  </a:cubicBezTo>
                  <a:cubicBezTo>
                    <a:pt x="14356" y="11727"/>
                    <a:pt x="12994" y="11911"/>
                    <a:pt x="11766" y="12185"/>
                  </a:cubicBezTo>
                  <a:cubicBezTo>
                    <a:pt x="7819" y="13067"/>
                    <a:pt x="4277" y="15176"/>
                    <a:pt x="838" y="17217"/>
                  </a:cubicBezTo>
                  <a:cubicBezTo>
                    <a:pt x="458" y="17444"/>
                    <a:pt x="436" y="17923"/>
                    <a:pt x="707" y="18237"/>
                  </a:cubicBezTo>
                  <a:cubicBezTo>
                    <a:pt x="1244" y="18859"/>
                    <a:pt x="1774" y="19488"/>
                    <a:pt x="2305" y="20116"/>
                  </a:cubicBezTo>
                  <a:cubicBezTo>
                    <a:pt x="1441" y="20484"/>
                    <a:pt x="862" y="21064"/>
                    <a:pt x="197" y="21811"/>
                  </a:cubicBezTo>
                  <a:cubicBezTo>
                    <a:pt x="77" y="21947"/>
                    <a:pt x="0" y="22200"/>
                    <a:pt x="127" y="22363"/>
                  </a:cubicBezTo>
                  <a:cubicBezTo>
                    <a:pt x="2951" y="26054"/>
                    <a:pt x="5928" y="29634"/>
                    <a:pt x="8843" y="33254"/>
                  </a:cubicBezTo>
                  <a:cubicBezTo>
                    <a:pt x="11749" y="36861"/>
                    <a:pt x="14485" y="40794"/>
                    <a:pt x="17652" y="44182"/>
                  </a:cubicBezTo>
                  <a:cubicBezTo>
                    <a:pt x="17664" y="44208"/>
                    <a:pt x="17679" y="44232"/>
                    <a:pt x="17699" y="44255"/>
                  </a:cubicBezTo>
                  <a:cubicBezTo>
                    <a:pt x="18282" y="44908"/>
                    <a:pt x="19219" y="45924"/>
                    <a:pt x="20167" y="45924"/>
                  </a:cubicBezTo>
                  <a:cubicBezTo>
                    <a:pt x="20277" y="45924"/>
                    <a:pt x="20387" y="45910"/>
                    <a:pt x="20497" y="45881"/>
                  </a:cubicBezTo>
                  <a:cubicBezTo>
                    <a:pt x="21148" y="45708"/>
                    <a:pt x="21757" y="44978"/>
                    <a:pt x="22286" y="44585"/>
                  </a:cubicBezTo>
                  <a:cubicBezTo>
                    <a:pt x="23162" y="43935"/>
                    <a:pt x="24053" y="43304"/>
                    <a:pt x="24965" y="42705"/>
                  </a:cubicBezTo>
                  <a:cubicBezTo>
                    <a:pt x="27366" y="41130"/>
                    <a:pt x="29934" y="39829"/>
                    <a:pt x="32678" y="39174"/>
                  </a:cubicBezTo>
                  <a:cubicBezTo>
                    <a:pt x="32752" y="39177"/>
                    <a:pt x="32826" y="39174"/>
                    <a:pt x="32900" y="39178"/>
                  </a:cubicBezTo>
                  <a:cubicBezTo>
                    <a:pt x="34054" y="39233"/>
                    <a:pt x="35153" y="39648"/>
                    <a:pt x="36288" y="39715"/>
                  </a:cubicBezTo>
                  <a:cubicBezTo>
                    <a:pt x="36337" y="39718"/>
                    <a:pt x="36385" y="39720"/>
                    <a:pt x="36433" y="39720"/>
                  </a:cubicBezTo>
                  <a:cubicBezTo>
                    <a:pt x="37209" y="39720"/>
                    <a:pt x="37750" y="39337"/>
                    <a:pt x="37827" y="38540"/>
                  </a:cubicBezTo>
                  <a:cubicBezTo>
                    <a:pt x="39593" y="36201"/>
                    <a:pt x="41115" y="33792"/>
                    <a:pt x="43273" y="31744"/>
                  </a:cubicBezTo>
                  <a:cubicBezTo>
                    <a:pt x="44449" y="30626"/>
                    <a:pt x="45716" y="29608"/>
                    <a:pt x="47060" y="28698"/>
                  </a:cubicBezTo>
                  <a:cubicBezTo>
                    <a:pt x="47079" y="28686"/>
                    <a:pt x="47099" y="28675"/>
                    <a:pt x="47118" y="28662"/>
                  </a:cubicBezTo>
                  <a:cubicBezTo>
                    <a:pt x="48826" y="27633"/>
                    <a:pt x="50637" y="26785"/>
                    <a:pt x="52524" y="26133"/>
                  </a:cubicBezTo>
                  <a:cubicBezTo>
                    <a:pt x="52902" y="26003"/>
                    <a:pt x="53156" y="25447"/>
                    <a:pt x="52785" y="25145"/>
                  </a:cubicBezTo>
                  <a:cubicBezTo>
                    <a:pt x="52171" y="24648"/>
                    <a:pt x="51613" y="24099"/>
                    <a:pt x="50959" y="23696"/>
                  </a:cubicBezTo>
                  <a:cubicBezTo>
                    <a:pt x="51006" y="23680"/>
                    <a:pt x="51050" y="23660"/>
                    <a:pt x="51097" y="23645"/>
                  </a:cubicBezTo>
                  <a:cubicBezTo>
                    <a:pt x="51251" y="23594"/>
                    <a:pt x="51309" y="23468"/>
                    <a:pt x="51300" y="23347"/>
                  </a:cubicBezTo>
                  <a:cubicBezTo>
                    <a:pt x="51345" y="23292"/>
                    <a:pt x="51376" y="23227"/>
                    <a:pt x="51391" y="23158"/>
                  </a:cubicBezTo>
                  <a:cubicBezTo>
                    <a:pt x="51657" y="23086"/>
                    <a:pt x="51868" y="22805"/>
                    <a:pt x="51676" y="22507"/>
                  </a:cubicBezTo>
                  <a:cubicBezTo>
                    <a:pt x="51561" y="22326"/>
                    <a:pt x="51447" y="22144"/>
                    <a:pt x="51333" y="21962"/>
                  </a:cubicBezTo>
                  <a:cubicBezTo>
                    <a:pt x="51345" y="21962"/>
                    <a:pt x="51359" y="21961"/>
                    <a:pt x="51371" y="21961"/>
                  </a:cubicBezTo>
                  <a:cubicBezTo>
                    <a:pt x="51374" y="21961"/>
                    <a:pt x="51377" y="21961"/>
                    <a:pt x="51379" y="21961"/>
                  </a:cubicBezTo>
                  <a:cubicBezTo>
                    <a:pt x="51539" y="21961"/>
                    <a:pt x="51585" y="21737"/>
                    <a:pt x="51453" y="21658"/>
                  </a:cubicBezTo>
                  <a:cubicBezTo>
                    <a:pt x="51333" y="21585"/>
                    <a:pt x="51198" y="21544"/>
                    <a:pt x="51056" y="21524"/>
                  </a:cubicBezTo>
                  <a:cubicBezTo>
                    <a:pt x="50796" y="21108"/>
                    <a:pt x="50546" y="20689"/>
                    <a:pt x="50290" y="20269"/>
                  </a:cubicBezTo>
                  <a:cubicBezTo>
                    <a:pt x="50030" y="19581"/>
                    <a:pt x="49589" y="18953"/>
                    <a:pt x="49191" y="18312"/>
                  </a:cubicBezTo>
                  <a:cubicBezTo>
                    <a:pt x="48421" y="17077"/>
                    <a:pt x="47572" y="15893"/>
                    <a:pt x="46728" y="14709"/>
                  </a:cubicBezTo>
                  <a:cubicBezTo>
                    <a:pt x="45005" y="12292"/>
                    <a:pt x="43280" y="9876"/>
                    <a:pt x="41551" y="7464"/>
                  </a:cubicBezTo>
                  <a:cubicBezTo>
                    <a:pt x="40019" y="5325"/>
                    <a:pt x="38618" y="2783"/>
                    <a:pt x="36781" y="897"/>
                  </a:cubicBezTo>
                  <a:cubicBezTo>
                    <a:pt x="36255" y="356"/>
                    <a:pt x="35527" y="0"/>
                    <a:pt x="348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34"/>
            <p:cNvSpPr/>
            <p:nvPr/>
          </p:nvSpPr>
          <p:spPr>
            <a:xfrm>
              <a:off x="2990175" y="381350"/>
              <a:ext cx="254450" cy="209600"/>
            </a:xfrm>
            <a:custGeom>
              <a:avLst/>
              <a:gdLst/>
              <a:ahLst/>
              <a:cxnLst/>
              <a:rect l="l" t="t" r="r" b="b"/>
              <a:pathLst>
                <a:path w="10178" h="8384" extrusionOk="0">
                  <a:moveTo>
                    <a:pt x="9489" y="1"/>
                  </a:moveTo>
                  <a:cubicBezTo>
                    <a:pt x="9460" y="1"/>
                    <a:pt x="9430" y="3"/>
                    <a:pt x="9398" y="7"/>
                  </a:cubicBezTo>
                  <a:cubicBezTo>
                    <a:pt x="5315" y="589"/>
                    <a:pt x="1324" y="4315"/>
                    <a:pt x="48" y="8144"/>
                  </a:cubicBezTo>
                  <a:cubicBezTo>
                    <a:pt x="1" y="8286"/>
                    <a:pt x="119" y="8384"/>
                    <a:pt x="239" y="8384"/>
                  </a:cubicBezTo>
                  <a:cubicBezTo>
                    <a:pt x="302" y="8384"/>
                    <a:pt x="366" y="8357"/>
                    <a:pt x="406" y="8294"/>
                  </a:cubicBezTo>
                  <a:cubicBezTo>
                    <a:pt x="1475" y="6637"/>
                    <a:pt x="2632" y="5068"/>
                    <a:pt x="4157" y="3799"/>
                  </a:cubicBezTo>
                  <a:cubicBezTo>
                    <a:pt x="5839" y="2399"/>
                    <a:pt x="7661" y="1727"/>
                    <a:pt x="9647" y="909"/>
                  </a:cubicBezTo>
                  <a:cubicBezTo>
                    <a:pt x="10177" y="691"/>
                    <a:pt x="10017" y="1"/>
                    <a:pt x="948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34"/>
            <p:cNvSpPr/>
            <p:nvPr/>
          </p:nvSpPr>
          <p:spPr>
            <a:xfrm>
              <a:off x="3026350" y="441550"/>
              <a:ext cx="247225" cy="201350"/>
            </a:xfrm>
            <a:custGeom>
              <a:avLst/>
              <a:gdLst/>
              <a:ahLst/>
              <a:cxnLst/>
              <a:rect l="l" t="t" r="r" b="b"/>
              <a:pathLst>
                <a:path w="9889" h="8054" extrusionOk="0">
                  <a:moveTo>
                    <a:pt x="9472" y="1"/>
                  </a:moveTo>
                  <a:cubicBezTo>
                    <a:pt x="9466" y="1"/>
                    <a:pt x="9460" y="1"/>
                    <a:pt x="9454" y="1"/>
                  </a:cubicBezTo>
                  <a:cubicBezTo>
                    <a:pt x="5735" y="204"/>
                    <a:pt x="1142" y="4281"/>
                    <a:pt x="59" y="7752"/>
                  </a:cubicBezTo>
                  <a:cubicBezTo>
                    <a:pt x="0" y="7941"/>
                    <a:pt x="141" y="8053"/>
                    <a:pt x="292" y="8053"/>
                  </a:cubicBezTo>
                  <a:cubicBezTo>
                    <a:pt x="375" y="8053"/>
                    <a:pt x="460" y="8019"/>
                    <a:pt x="517" y="7945"/>
                  </a:cubicBezTo>
                  <a:cubicBezTo>
                    <a:pt x="1756" y="6329"/>
                    <a:pt x="2771" y="4701"/>
                    <a:pt x="4382" y="3401"/>
                  </a:cubicBezTo>
                  <a:cubicBezTo>
                    <a:pt x="6005" y="2092"/>
                    <a:pt x="7844" y="1590"/>
                    <a:pt x="9618" y="609"/>
                  </a:cubicBezTo>
                  <a:cubicBezTo>
                    <a:pt x="9889" y="460"/>
                    <a:pt x="9783" y="1"/>
                    <a:pt x="94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34"/>
            <p:cNvSpPr/>
            <p:nvPr/>
          </p:nvSpPr>
          <p:spPr>
            <a:xfrm>
              <a:off x="3172850" y="661350"/>
              <a:ext cx="224850" cy="198300"/>
            </a:xfrm>
            <a:custGeom>
              <a:avLst/>
              <a:gdLst/>
              <a:ahLst/>
              <a:cxnLst/>
              <a:rect l="l" t="t" r="r" b="b"/>
              <a:pathLst>
                <a:path w="8994" h="7932" extrusionOk="0">
                  <a:moveTo>
                    <a:pt x="8456" y="0"/>
                  </a:moveTo>
                  <a:cubicBezTo>
                    <a:pt x="8425" y="0"/>
                    <a:pt x="8392" y="4"/>
                    <a:pt x="8358" y="11"/>
                  </a:cubicBezTo>
                  <a:cubicBezTo>
                    <a:pt x="5106" y="738"/>
                    <a:pt x="1076" y="4402"/>
                    <a:pt x="60" y="7579"/>
                  </a:cubicBezTo>
                  <a:cubicBezTo>
                    <a:pt x="1" y="7765"/>
                    <a:pt x="174" y="7931"/>
                    <a:pt x="343" y="7931"/>
                  </a:cubicBezTo>
                  <a:cubicBezTo>
                    <a:pt x="409" y="7931"/>
                    <a:pt x="474" y="7907"/>
                    <a:pt x="524" y="7849"/>
                  </a:cubicBezTo>
                  <a:cubicBezTo>
                    <a:pt x="1689" y="6518"/>
                    <a:pt x="2590" y="5030"/>
                    <a:pt x="3913" y="3818"/>
                  </a:cubicBezTo>
                  <a:cubicBezTo>
                    <a:pt x="5371" y="2483"/>
                    <a:pt x="7047" y="1783"/>
                    <a:pt x="8657" y="718"/>
                  </a:cubicBezTo>
                  <a:cubicBezTo>
                    <a:pt x="8993" y="494"/>
                    <a:pt x="8826" y="0"/>
                    <a:pt x="84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34"/>
            <p:cNvSpPr/>
            <p:nvPr/>
          </p:nvSpPr>
          <p:spPr>
            <a:xfrm>
              <a:off x="3219000" y="725650"/>
              <a:ext cx="226500" cy="215375"/>
            </a:xfrm>
            <a:custGeom>
              <a:avLst/>
              <a:gdLst/>
              <a:ahLst/>
              <a:cxnLst/>
              <a:rect l="l" t="t" r="r" b="b"/>
              <a:pathLst>
                <a:path w="9060" h="8615" extrusionOk="0">
                  <a:moveTo>
                    <a:pt x="8466" y="1"/>
                  </a:moveTo>
                  <a:cubicBezTo>
                    <a:pt x="8403" y="1"/>
                    <a:pt x="8336" y="16"/>
                    <a:pt x="8267" y="50"/>
                  </a:cubicBezTo>
                  <a:cubicBezTo>
                    <a:pt x="6348" y="1017"/>
                    <a:pt x="4571" y="2396"/>
                    <a:pt x="3025" y="3882"/>
                  </a:cubicBezTo>
                  <a:cubicBezTo>
                    <a:pt x="1836" y="5024"/>
                    <a:pt x="0" y="6568"/>
                    <a:pt x="62" y="8367"/>
                  </a:cubicBezTo>
                  <a:cubicBezTo>
                    <a:pt x="66" y="8507"/>
                    <a:pt x="206" y="8614"/>
                    <a:pt x="335" y="8614"/>
                  </a:cubicBezTo>
                  <a:cubicBezTo>
                    <a:pt x="409" y="8614"/>
                    <a:pt x="480" y="8578"/>
                    <a:pt x="518" y="8491"/>
                  </a:cubicBezTo>
                  <a:cubicBezTo>
                    <a:pt x="2016" y="5007"/>
                    <a:pt x="5594" y="2708"/>
                    <a:pt x="8679" y="755"/>
                  </a:cubicBezTo>
                  <a:cubicBezTo>
                    <a:pt x="9059" y="514"/>
                    <a:pt x="8832" y="1"/>
                    <a:pt x="84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34"/>
            <p:cNvSpPr/>
            <p:nvPr/>
          </p:nvSpPr>
          <p:spPr>
            <a:xfrm>
              <a:off x="2528200" y="658025"/>
              <a:ext cx="405900" cy="260600"/>
            </a:xfrm>
            <a:custGeom>
              <a:avLst/>
              <a:gdLst/>
              <a:ahLst/>
              <a:cxnLst/>
              <a:rect l="l" t="t" r="r" b="b"/>
              <a:pathLst>
                <a:path w="16236" h="10424" extrusionOk="0">
                  <a:moveTo>
                    <a:pt x="1382" y="2708"/>
                  </a:moveTo>
                  <a:cubicBezTo>
                    <a:pt x="2705" y="4465"/>
                    <a:pt x="4361" y="5818"/>
                    <a:pt x="5564" y="7549"/>
                  </a:cubicBezTo>
                  <a:cubicBezTo>
                    <a:pt x="5049" y="7000"/>
                    <a:pt x="4518" y="6467"/>
                    <a:pt x="3972" y="5947"/>
                  </a:cubicBezTo>
                  <a:cubicBezTo>
                    <a:pt x="3369" y="5370"/>
                    <a:pt x="2751" y="4825"/>
                    <a:pt x="2113" y="4299"/>
                  </a:cubicBezTo>
                  <a:cubicBezTo>
                    <a:pt x="2286" y="4264"/>
                    <a:pt x="2405" y="4031"/>
                    <a:pt x="2251" y="3877"/>
                  </a:cubicBezTo>
                  <a:cubicBezTo>
                    <a:pt x="1869" y="3498"/>
                    <a:pt x="1454" y="3168"/>
                    <a:pt x="1030" y="2840"/>
                  </a:cubicBezTo>
                  <a:lnTo>
                    <a:pt x="1382" y="2708"/>
                  </a:lnTo>
                  <a:close/>
                  <a:moveTo>
                    <a:pt x="9295" y="739"/>
                  </a:moveTo>
                  <a:cubicBezTo>
                    <a:pt x="10900" y="739"/>
                    <a:pt x="11714" y="2042"/>
                    <a:pt x="12738" y="3153"/>
                  </a:cubicBezTo>
                  <a:cubicBezTo>
                    <a:pt x="13607" y="4096"/>
                    <a:pt x="14464" y="5049"/>
                    <a:pt x="15310" y="6013"/>
                  </a:cubicBezTo>
                  <a:cubicBezTo>
                    <a:pt x="13936" y="6363"/>
                    <a:pt x="12589" y="6790"/>
                    <a:pt x="11275" y="7331"/>
                  </a:cubicBezTo>
                  <a:cubicBezTo>
                    <a:pt x="10703" y="7567"/>
                    <a:pt x="10139" y="7820"/>
                    <a:pt x="9583" y="8091"/>
                  </a:cubicBezTo>
                  <a:cubicBezTo>
                    <a:pt x="9104" y="8323"/>
                    <a:pt x="7997" y="9216"/>
                    <a:pt x="7494" y="9216"/>
                  </a:cubicBezTo>
                  <a:cubicBezTo>
                    <a:pt x="7280" y="9214"/>
                    <a:pt x="7087" y="9143"/>
                    <a:pt x="6911" y="9028"/>
                  </a:cubicBezTo>
                  <a:cubicBezTo>
                    <a:pt x="5976" y="6497"/>
                    <a:pt x="3660" y="4237"/>
                    <a:pt x="1564" y="2642"/>
                  </a:cubicBezTo>
                  <a:cubicBezTo>
                    <a:pt x="3992" y="1737"/>
                    <a:pt x="6804" y="749"/>
                    <a:pt x="9284" y="739"/>
                  </a:cubicBezTo>
                  <a:cubicBezTo>
                    <a:pt x="9288" y="739"/>
                    <a:pt x="9291" y="739"/>
                    <a:pt x="9295" y="739"/>
                  </a:cubicBezTo>
                  <a:close/>
                  <a:moveTo>
                    <a:pt x="9522" y="0"/>
                  </a:moveTo>
                  <a:cubicBezTo>
                    <a:pt x="8353" y="0"/>
                    <a:pt x="6970" y="475"/>
                    <a:pt x="5977" y="700"/>
                  </a:cubicBezTo>
                  <a:cubicBezTo>
                    <a:pt x="4041" y="1140"/>
                    <a:pt x="2155" y="1729"/>
                    <a:pt x="300" y="2432"/>
                  </a:cubicBezTo>
                  <a:cubicBezTo>
                    <a:pt x="25" y="2536"/>
                    <a:pt x="1" y="2846"/>
                    <a:pt x="223" y="3018"/>
                  </a:cubicBezTo>
                  <a:cubicBezTo>
                    <a:pt x="702" y="3388"/>
                    <a:pt x="1169" y="3763"/>
                    <a:pt x="1673" y="4093"/>
                  </a:cubicBezTo>
                  <a:cubicBezTo>
                    <a:pt x="3491" y="5760"/>
                    <a:pt x="5144" y="7550"/>
                    <a:pt x="6623" y="9541"/>
                  </a:cubicBezTo>
                  <a:cubicBezTo>
                    <a:pt x="6713" y="9781"/>
                    <a:pt x="6797" y="10028"/>
                    <a:pt x="6867" y="10287"/>
                  </a:cubicBezTo>
                  <a:cubicBezTo>
                    <a:pt x="6892" y="10382"/>
                    <a:pt x="6963" y="10423"/>
                    <a:pt x="7035" y="10423"/>
                  </a:cubicBezTo>
                  <a:cubicBezTo>
                    <a:pt x="7146" y="10423"/>
                    <a:pt x="7261" y="10329"/>
                    <a:pt x="7234" y="10186"/>
                  </a:cubicBezTo>
                  <a:cubicBezTo>
                    <a:pt x="7224" y="10130"/>
                    <a:pt x="7207" y="10076"/>
                    <a:pt x="7196" y="10021"/>
                  </a:cubicBezTo>
                  <a:cubicBezTo>
                    <a:pt x="7219" y="10016"/>
                    <a:pt x="7243" y="10009"/>
                    <a:pt x="7264" y="9998"/>
                  </a:cubicBezTo>
                  <a:cubicBezTo>
                    <a:pt x="9998" y="8390"/>
                    <a:pt x="12869" y="7216"/>
                    <a:pt x="15954" y="6481"/>
                  </a:cubicBezTo>
                  <a:cubicBezTo>
                    <a:pt x="16193" y="6424"/>
                    <a:pt x="16235" y="6133"/>
                    <a:pt x="16091" y="5967"/>
                  </a:cubicBezTo>
                  <a:cubicBezTo>
                    <a:pt x="14926" y="4637"/>
                    <a:pt x="13744" y="3322"/>
                    <a:pt x="12545" y="2023"/>
                  </a:cubicBezTo>
                  <a:cubicBezTo>
                    <a:pt x="11928" y="1357"/>
                    <a:pt x="11266" y="350"/>
                    <a:pt x="10341" y="98"/>
                  </a:cubicBezTo>
                  <a:cubicBezTo>
                    <a:pt x="10087" y="29"/>
                    <a:pt x="9811" y="0"/>
                    <a:pt x="95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34"/>
            <p:cNvSpPr/>
            <p:nvPr/>
          </p:nvSpPr>
          <p:spPr>
            <a:xfrm>
              <a:off x="2739725" y="878000"/>
              <a:ext cx="265375" cy="114400"/>
            </a:xfrm>
            <a:custGeom>
              <a:avLst/>
              <a:gdLst/>
              <a:ahLst/>
              <a:cxnLst/>
              <a:rect l="l" t="t" r="r" b="b"/>
              <a:pathLst>
                <a:path w="10615" h="4576" extrusionOk="0">
                  <a:moveTo>
                    <a:pt x="8807" y="0"/>
                  </a:moveTo>
                  <a:cubicBezTo>
                    <a:pt x="5620" y="0"/>
                    <a:pt x="1581" y="1966"/>
                    <a:pt x="54" y="4386"/>
                  </a:cubicBezTo>
                  <a:cubicBezTo>
                    <a:pt x="1" y="4471"/>
                    <a:pt x="79" y="4576"/>
                    <a:pt x="166" y="4576"/>
                  </a:cubicBezTo>
                  <a:cubicBezTo>
                    <a:pt x="186" y="4576"/>
                    <a:pt x="207" y="4570"/>
                    <a:pt x="226" y="4558"/>
                  </a:cubicBezTo>
                  <a:cubicBezTo>
                    <a:pt x="1875" y="3508"/>
                    <a:pt x="3258" y="2278"/>
                    <a:pt x="5131" y="1591"/>
                  </a:cubicBezTo>
                  <a:cubicBezTo>
                    <a:pt x="6861" y="957"/>
                    <a:pt x="8587" y="1026"/>
                    <a:pt x="10351" y="694"/>
                  </a:cubicBezTo>
                  <a:cubicBezTo>
                    <a:pt x="10615" y="644"/>
                    <a:pt x="10595" y="242"/>
                    <a:pt x="10351" y="180"/>
                  </a:cubicBezTo>
                  <a:cubicBezTo>
                    <a:pt x="9872" y="58"/>
                    <a:pt x="9352" y="0"/>
                    <a:pt x="88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34"/>
            <p:cNvSpPr/>
            <p:nvPr/>
          </p:nvSpPr>
          <p:spPr>
            <a:xfrm>
              <a:off x="2783475" y="946275"/>
              <a:ext cx="254775" cy="113000"/>
            </a:xfrm>
            <a:custGeom>
              <a:avLst/>
              <a:gdLst/>
              <a:ahLst/>
              <a:cxnLst/>
              <a:rect l="l" t="t" r="r" b="b"/>
              <a:pathLst>
                <a:path w="10191" h="4520" extrusionOk="0">
                  <a:moveTo>
                    <a:pt x="9024" y="1"/>
                  </a:moveTo>
                  <a:cubicBezTo>
                    <a:pt x="7296" y="1"/>
                    <a:pt x="5453" y="625"/>
                    <a:pt x="3919" y="1282"/>
                  </a:cubicBezTo>
                  <a:cubicBezTo>
                    <a:pt x="2789" y="1765"/>
                    <a:pt x="261" y="2658"/>
                    <a:pt x="23" y="4060"/>
                  </a:cubicBezTo>
                  <a:cubicBezTo>
                    <a:pt x="1" y="4188"/>
                    <a:pt x="41" y="4285"/>
                    <a:pt x="145" y="4359"/>
                  </a:cubicBezTo>
                  <a:lnTo>
                    <a:pt x="328" y="4490"/>
                  </a:lnTo>
                  <a:cubicBezTo>
                    <a:pt x="356" y="4510"/>
                    <a:pt x="386" y="4519"/>
                    <a:pt x="416" y="4519"/>
                  </a:cubicBezTo>
                  <a:cubicBezTo>
                    <a:pt x="528" y="4519"/>
                    <a:pt x="634" y="4397"/>
                    <a:pt x="599" y="4281"/>
                  </a:cubicBezTo>
                  <a:cubicBezTo>
                    <a:pt x="310" y="3333"/>
                    <a:pt x="4773" y="1735"/>
                    <a:pt x="5289" y="1569"/>
                  </a:cubicBezTo>
                  <a:cubicBezTo>
                    <a:pt x="6773" y="1093"/>
                    <a:pt x="8295" y="1027"/>
                    <a:pt x="9799" y="688"/>
                  </a:cubicBezTo>
                  <a:cubicBezTo>
                    <a:pt x="10190" y="600"/>
                    <a:pt x="10059" y="73"/>
                    <a:pt x="9711" y="36"/>
                  </a:cubicBezTo>
                  <a:cubicBezTo>
                    <a:pt x="9485" y="12"/>
                    <a:pt x="9255" y="1"/>
                    <a:pt x="902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34"/>
            <p:cNvSpPr/>
            <p:nvPr/>
          </p:nvSpPr>
          <p:spPr>
            <a:xfrm>
              <a:off x="2839925" y="1007825"/>
              <a:ext cx="259925" cy="117700"/>
            </a:xfrm>
            <a:custGeom>
              <a:avLst/>
              <a:gdLst/>
              <a:ahLst/>
              <a:cxnLst/>
              <a:rect l="l" t="t" r="r" b="b"/>
              <a:pathLst>
                <a:path w="10397" h="4708" extrusionOk="0">
                  <a:moveTo>
                    <a:pt x="9045" y="1"/>
                  </a:moveTo>
                  <a:cubicBezTo>
                    <a:pt x="5729" y="1"/>
                    <a:pt x="2019" y="2104"/>
                    <a:pt x="58" y="4551"/>
                  </a:cubicBezTo>
                  <a:cubicBezTo>
                    <a:pt x="0" y="4623"/>
                    <a:pt x="54" y="4707"/>
                    <a:pt x="124" y="4707"/>
                  </a:cubicBezTo>
                  <a:cubicBezTo>
                    <a:pt x="145" y="4707"/>
                    <a:pt x="167" y="4700"/>
                    <a:pt x="188" y="4683"/>
                  </a:cubicBezTo>
                  <a:cubicBezTo>
                    <a:pt x="1738" y="3418"/>
                    <a:pt x="3324" y="2289"/>
                    <a:pt x="5224" y="1613"/>
                  </a:cubicBezTo>
                  <a:cubicBezTo>
                    <a:pt x="6821" y="1047"/>
                    <a:pt x="8433" y="1014"/>
                    <a:pt x="10074" y="712"/>
                  </a:cubicBezTo>
                  <a:cubicBezTo>
                    <a:pt x="10385" y="655"/>
                    <a:pt x="10396" y="120"/>
                    <a:pt x="10074" y="73"/>
                  </a:cubicBezTo>
                  <a:cubicBezTo>
                    <a:pt x="9737" y="24"/>
                    <a:pt x="9393" y="1"/>
                    <a:pt x="90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31102B4A-F79A-4283-81D9-8616AEF47326}"/>
              </a:ext>
            </a:extLst>
          </p:cNvPr>
          <p:cNvSpPr txBox="1"/>
          <p:nvPr/>
        </p:nvSpPr>
        <p:spPr>
          <a:xfrm>
            <a:off x="3861118" y="1205579"/>
            <a:ext cx="20712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200" b="1" dirty="0"/>
              <a:t>Let’s try deleting 55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48060FC-CD28-41F5-8897-82A343D5D9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60144" y="1652541"/>
            <a:ext cx="4401716" cy="2615137"/>
          </a:xfrm>
          <a:prstGeom prst="rect">
            <a:avLst/>
          </a:prstGeom>
        </p:spPr>
      </p:pic>
      <p:sp>
        <p:nvSpPr>
          <p:cNvPr id="2" name="Multiplication Sign 1">
            <a:extLst>
              <a:ext uri="{FF2B5EF4-FFF2-40B4-BE49-F238E27FC236}">
                <a16:creationId xmlns:a16="http://schemas.microsoft.com/office/drawing/2014/main" id="{69093D97-B4B8-4F35-ABA0-9BE0A3A61AA5}"/>
              </a:ext>
            </a:extLst>
          </p:cNvPr>
          <p:cNvSpPr/>
          <p:nvPr/>
        </p:nvSpPr>
        <p:spPr>
          <a:xfrm>
            <a:off x="6036541" y="3627120"/>
            <a:ext cx="426720" cy="431433"/>
          </a:xfrm>
          <a:prstGeom prst="mathMultiply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12489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4"/>
          <p:cNvSpPr txBox="1">
            <a:spLocks noGrp="1"/>
          </p:cNvSpPr>
          <p:nvPr>
            <p:ph type="title"/>
          </p:nvPr>
        </p:nvSpPr>
        <p:spPr>
          <a:xfrm>
            <a:off x="1307759" y="947437"/>
            <a:ext cx="2939511" cy="4372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u="sng" dirty="0"/>
              <a:t>Removal</a:t>
            </a:r>
          </a:p>
        </p:txBody>
      </p:sp>
      <p:sp>
        <p:nvSpPr>
          <p:cNvPr id="234" name="Google Shape;234;p34"/>
          <p:cNvSpPr txBox="1">
            <a:spLocks noGrp="1"/>
          </p:cNvSpPr>
          <p:nvPr>
            <p:ph type="subTitle" idx="1"/>
          </p:nvPr>
        </p:nvSpPr>
        <p:spPr>
          <a:xfrm>
            <a:off x="1307759" y="531752"/>
            <a:ext cx="3439500" cy="53514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Heaps	</a:t>
            </a:r>
          </a:p>
        </p:txBody>
      </p:sp>
      <p:pic>
        <p:nvPicPr>
          <p:cNvPr id="235" name="Google Shape;235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695460">
            <a:off x="7765338" y="3361772"/>
            <a:ext cx="1241024" cy="1610463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grpSp>
        <p:nvGrpSpPr>
          <p:cNvPr id="236" name="Google Shape;236;p34"/>
          <p:cNvGrpSpPr/>
          <p:nvPr/>
        </p:nvGrpSpPr>
        <p:grpSpPr>
          <a:xfrm rot="790859">
            <a:off x="7973758" y="3964891"/>
            <a:ext cx="824184" cy="712067"/>
            <a:chOff x="2341425" y="238100"/>
            <a:chExt cx="1328900" cy="1148125"/>
          </a:xfrm>
        </p:grpSpPr>
        <p:sp>
          <p:nvSpPr>
            <p:cNvPr id="237" name="Google Shape;237;p34"/>
            <p:cNvSpPr/>
            <p:nvPr/>
          </p:nvSpPr>
          <p:spPr>
            <a:xfrm>
              <a:off x="2341425" y="238100"/>
              <a:ext cx="1328900" cy="1148125"/>
            </a:xfrm>
            <a:custGeom>
              <a:avLst/>
              <a:gdLst/>
              <a:ahLst/>
              <a:cxnLst/>
              <a:rect l="l" t="t" r="r" b="b"/>
              <a:pathLst>
                <a:path w="53156" h="45925" extrusionOk="0">
                  <a:moveTo>
                    <a:pt x="49853" y="24103"/>
                  </a:moveTo>
                  <a:cubicBezTo>
                    <a:pt x="50212" y="24609"/>
                    <a:pt x="50681" y="25003"/>
                    <a:pt x="51172" y="25380"/>
                  </a:cubicBezTo>
                  <a:cubicBezTo>
                    <a:pt x="48199" y="26540"/>
                    <a:pt x="45438" y="28144"/>
                    <a:pt x="42987" y="30206"/>
                  </a:cubicBezTo>
                  <a:cubicBezTo>
                    <a:pt x="41727" y="31264"/>
                    <a:pt x="40396" y="32510"/>
                    <a:pt x="39238" y="33887"/>
                  </a:cubicBezTo>
                  <a:cubicBezTo>
                    <a:pt x="39347" y="33688"/>
                    <a:pt x="39460" y="33491"/>
                    <a:pt x="39578" y="33301"/>
                  </a:cubicBezTo>
                  <a:cubicBezTo>
                    <a:pt x="40490" y="31831"/>
                    <a:pt x="41539" y="30449"/>
                    <a:pt x="42711" y="29176"/>
                  </a:cubicBezTo>
                  <a:cubicBezTo>
                    <a:pt x="44775" y="26932"/>
                    <a:pt x="47091" y="25229"/>
                    <a:pt x="49853" y="24103"/>
                  </a:cubicBezTo>
                  <a:close/>
                  <a:moveTo>
                    <a:pt x="35117" y="1053"/>
                  </a:moveTo>
                  <a:lnTo>
                    <a:pt x="35117" y="1053"/>
                  </a:lnTo>
                  <a:cubicBezTo>
                    <a:pt x="36710" y="1715"/>
                    <a:pt x="38294" y="4814"/>
                    <a:pt x="38992" y="5799"/>
                  </a:cubicBezTo>
                  <a:cubicBezTo>
                    <a:pt x="40312" y="7660"/>
                    <a:pt x="41633" y="9523"/>
                    <a:pt x="42954" y="11383"/>
                  </a:cubicBezTo>
                  <a:cubicBezTo>
                    <a:pt x="44182" y="13110"/>
                    <a:pt x="45421" y="14827"/>
                    <a:pt x="46633" y="16564"/>
                  </a:cubicBezTo>
                  <a:cubicBezTo>
                    <a:pt x="46650" y="16588"/>
                    <a:pt x="46667" y="16613"/>
                    <a:pt x="46685" y="16638"/>
                  </a:cubicBezTo>
                  <a:cubicBezTo>
                    <a:pt x="47623" y="18397"/>
                    <a:pt x="48600" y="20134"/>
                    <a:pt x="49618" y="21849"/>
                  </a:cubicBezTo>
                  <a:cubicBezTo>
                    <a:pt x="48693" y="22281"/>
                    <a:pt x="47744" y="23007"/>
                    <a:pt x="47214" y="23343"/>
                  </a:cubicBezTo>
                  <a:cubicBezTo>
                    <a:pt x="45320" y="24544"/>
                    <a:pt x="43587" y="25982"/>
                    <a:pt x="42057" y="27622"/>
                  </a:cubicBezTo>
                  <a:cubicBezTo>
                    <a:pt x="40592" y="29191"/>
                    <a:pt x="39304" y="30938"/>
                    <a:pt x="38281" y="32827"/>
                  </a:cubicBezTo>
                  <a:cubicBezTo>
                    <a:pt x="37877" y="33573"/>
                    <a:pt x="37271" y="34533"/>
                    <a:pt x="36981" y="35496"/>
                  </a:cubicBezTo>
                  <a:cubicBezTo>
                    <a:pt x="36328" y="34434"/>
                    <a:pt x="35635" y="33395"/>
                    <a:pt x="34953" y="32353"/>
                  </a:cubicBezTo>
                  <a:cubicBezTo>
                    <a:pt x="33450" y="30055"/>
                    <a:pt x="31915" y="27777"/>
                    <a:pt x="30347" y="25524"/>
                  </a:cubicBezTo>
                  <a:cubicBezTo>
                    <a:pt x="28841" y="23359"/>
                    <a:pt x="27306" y="21217"/>
                    <a:pt x="25741" y="19095"/>
                  </a:cubicBezTo>
                  <a:cubicBezTo>
                    <a:pt x="24508" y="17421"/>
                    <a:pt x="23256" y="15382"/>
                    <a:pt x="21757" y="13843"/>
                  </a:cubicBezTo>
                  <a:cubicBezTo>
                    <a:pt x="22758" y="10753"/>
                    <a:pt x="24747" y="8361"/>
                    <a:pt x="26903" y="5992"/>
                  </a:cubicBezTo>
                  <a:cubicBezTo>
                    <a:pt x="27357" y="5493"/>
                    <a:pt x="27826" y="4981"/>
                    <a:pt x="28315" y="4481"/>
                  </a:cubicBezTo>
                  <a:cubicBezTo>
                    <a:pt x="29626" y="3498"/>
                    <a:pt x="31045" y="2668"/>
                    <a:pt x="32551" y="2018"/>
                  </a:cubicBezTo>
                  <a:cubicBezTo>
                    <a:pt x="33121" y="1772"/>
                    <a:pt x="33780" y="1496"/>
                    <a:pt x="34476" y="1255"/>
                  </a:cubicBezTo>
                  <a:cubicBezTo>
                    <a:pt x="34702" y="1206"/>
                    <a:pt x="34932" y="1166"/>
                    <a:pt x="35161" y="1125"/>
                  </a:cubicBezTo>
                  <a:cubicBezTo>
                    <a:pt x="35147" y="1101"/>
                    <a:pt x="35132" y="1076"/>
                    <a:pt x="35117" y="1053"/>
                  </a:cubicBezTo>
                  <a:close/>
                  <a:moveTo>
                    <a:pt x="49886" y="22296"/>
                  </a:moveTo>
                  <a:cubicBezTo>
                    <a:pt x="50069" y="22601"/>
                    <a:pt x="50253" y="22905"/>
                    <a:pt x="50437" y="23208"/>
                  </a:cubicBezTo>
                  <a:cubicBezTo>
                    <a:pt x="50328" y="23239"/>
                    <a:pt x="50219" y="23270"/>
                    <a:pt x="50110" y="23305"/>
                  </a:cubicBezTo>
                  <a:cubicBezTo>
                    <a:pt x="50098" y="23304"/>
                    <a:pt x="50086" y="23303"/>
                    <a:pt x="50074" y="23303"/>
                  </a:cubicBezTo>
                  <a:cubicBezTo>
                    <a:pt x="49989" y="23303"/>
                    <a:pt x="49905" y="23334"/>
                    <a:pt x="49839" y="23390"/>
                  </a:cubicBezTo>
                  <a:cubicBezTo>
                    <a:pt x="46983" y="24343"/>
                    <a:pt x="44499" y="26352"/>
                    <a:pt x="42469" y="28520"/>
                  </a:cubicBezTo>
                  <a:cubicBezTo>
                    <a:pt x="40592" y="30525"/>
                    <a:pt x="38254" y="33305"/>
                    <a:pt x="37357" y="36095"/>
                  </a:cubicBezTo>
                  <a:cubicBezTo>
                    <a:pt x="37306" y="36011"/>
                    <a:pt x="37249" y="35923"/>
                    <a:pt x="37190" y="35830"/>
                  </a:cubicBezTo>
                  <a:cubicBezTo>
                    <a:pt x="37565" y="34416"/>
                    <a:pt x="38696" y="32821"/>
                    <a:pt x="39296" y="31878"/>
                  </a:cubicBezTo>
                  <a:cubicBezTo>
                    <a:pt x="40239" y="30393"/>
                    <a:pt x="41330" y="29005"/>
                    <a:pt x="42550" y="27739"/>
                  </a:cubicBezTo>
                  <a:cubicBezTo>
                    <a:pt x="43708" y="26537"/>
                    <a:pt x="44980" y="25451"/>
                    <a:pt x="46348" y="24494"/>
                  </a:cubicBezTo>
                  <a:cubicBezTo>
                    <a:pt x="47234" y="23875"/>
                    <a:pt x="48600" y="22828"/>
                    <a:pt x="49886" y="22296"/>
                  </a:cubicBezTo>
                  <a:close/>
                  <a:moveTo>
                    <a:pt x="20475" y="13918"/>
                  </a:moveTo>
                  <a:cubicBezTo>
                    <a:pt x="20720" y="13985"/>
                    <a:pt x="20968" y="14054"/>
                    <a:pt x="21218" y="14127"/>
                  </a:cubicBezTo>
                  <a:lnTo>
                    <a:pt x="21219" y="14127"/>
                  </a:lnTo>
                  <a:cubicBezTo>
                    <a:pt x="22265" y="15897"/>
                    <a:pt x="23782" y="17534"/>
                    <a:pt x="24979" y="19160"/>
                  </a:cubicBezTo>
                  <a:cubicBezTo>
                    <a:pt x="26409" y="21107"/>
                    <a:pt x="27816" y="23071"/>
                    <a:pt x="29199" y="25052"/>
                  </a:cubicBezTo>
                  <a:cubicBezTo>
                    <a:pt x="30581" y="27035"/>
                    <a:pt x="31937" y="29034"/>
                    <a:pt x="33269" y="31050"/>
                  </a:cubicBezTo>
                  <a:cubicBezTo>
                    <a:pt x="33874" y="31967"/>
                    <a:pt x="34473" y="32886"/>
                    <a:pt x="35069" y="33809"/>
                  </a:cubicBezTo>
                  <a:cubicBezTo>
                    <a:pt x="35425" y="34364"/>
                    <a:pt x="35780" y="34920"/>
                    <a:pt x="36133" y="35475"/>
                  </a:cubicBezTo>
                  <a:lnTo>
                    <a:pt x="36486" y="36032"/>
                  </a:lnTo>
                  <a:cubicBezTo>
                    <a:pt x="36496" y="36074"/>
                    <a:pt x="36508" y="36115"/>
                    <a:pt x="36522" y="36155"/>
                  </a:cubicBezTo>
                  <a:cubicBezTo>
                    <a:pt x="33879" y="32306"/>
                    <a:pt x="31050" y="28568"/>
                    <a:pt x="28325" y="24779"/>
                  </a:cubicBezTo>
                  <a:cubicBezTo>
                    <a:pt x="25722" y="21160"/>
                    <a:pt x="23203" y="17449"/>
                    <a:pt x="20475" y="13918"/>
                  </a:cubicBezTo>
                  <a:close/>
                  <a:moveTo>
                    <a:pt x="37953" y="37630"/>
                  </a:moveTo>
                  <a:cubicBezTo>
                    <a:pt x="37851" y="37834"/>
                    <a:pt x="37753" y="38038"/>
                    <a:pt x="37661" y="38245"/>
                  </a:cubicBezTo>
                  <a:cubicBezTo>
                    <a:pt x="37630" y="38236"/>
                    <a:pt x="37597" y="38231"/>
                    <a:pt x="37565" y="38231"/>
                  </a:cubicBezTo>
                  <a:cubicBezTo>
                    <a:pt x="37533" y="38231"/>
                    <a:pt x="37500" y="38236"/>
                    <a:pt x="37470" y="38245"/>
                  </a:cubicBezTo>
                  <a:cubicBezTo>
                    <a:pt x="37633" y="38041"/>
                    <a:pt x="37793" y="37835"/>
                    <a:pt x="37953" y="37630"/>
                  </a:cubicBezTo>
                  <a:close/>
                  <a:moveTo>
                    <a:pt x="36509" y="38717"/>
                  </a:moveTo>
                  <a:cubicBezTo>
                    <a:pt x="36518" y="38717"/>
                    <a:pt x="36527" y="38717"/>
                    <a:pt x="36536" y="38717"/>
                  </a:cubicBezTo>
                  <a:cubicBezTo>
                    <a:pt x="36609" y="38809"/>
                    <a:pt x="36720" y="38864"/>
                    <a:pt x="36837" y="38865"/>
                  </a:cubicBezTo>
                  <a:cubicBezTo>
                    <a:pt x="36596" y="38971"/>
                    <a:pt x="36282" y="39011"/>
                    <a:pt x="35935" y="39011"/>
                  </a:cubicBezTo>
                  <a:cubicBezTo>
                    <a:pt x="35451" y="39011"/>
                    <a:pt x="34904" y="38934"/>
                    <a:pt x="34409" y="38856"/>
                  </a:cubicBezTo>
                  <a:cubicBezTo>
                    <a:pt x="35105" y="38764"/>
                    <a:pt x="35807" y="38717"/>
                    <a:pt x="36509" y="38717"/>
                  </a:cubicBezTo>
                  <a:close/>
                  <a:moveTo>
                    <a:pt x="15183" y="13113"/>
                  </a:moveTo>
                  <a:cubicBezTo>
                    <a:pt x="16769" y="13113"/>
                    <a:pt x="18319" y="13366"/>
                    <a:pt x="19934" y="13775"/>
                  </a:cubicBezTo>
                  <a:cubicBezTo>
                    <a:pt x="22531" y="17699"/>
                    <a:pt x="25404" y="21460"/>
                    <a:pt x="28149" y="25276"/>
                  </a:cubicBezTo>
                  <a:cubicBezTo>
                    <a:pt x="30879" y="29073"/>
                    <a:pt x="33528" y="32953"/>
                    <a:pt x="36351" y="36684"/>
                  </a:cubicBezTo>
                  <a:cubicBezTo>
                    <a:pt x="34542" y="35843"/>
                    <a:pt x="32568" y="35460"/>
                    <a:pt x="30570" y="35460"/>
                  </a:cubicBezTo>
                  <a:cubicBezTo>
                    <a:pt x="26406" y="35460"/>
                    <a:pt x="22142" y="37123"/>
                    <a:pt x="19074" y="39757"/>
                  </a:cubicBezTo>
                  <a:cubicBezTo>
                    <a:pt x="13793" y="32214"/>
                    <a:pt x="8154" y="24943"/>
                    <a:pt x="2157" y="17945"/>
                  </a:cubicBezTo>
                  <a:lnTo>
                    <a:pt x="2159" y="17945"/>
                  </a:lnTo>
                  <a:cubicBezTo>
                    <a:pt x="5055" y="16227"/>
                    <a:pt x="8015" y="14530"/>
                    <a:pt x="11283" y="13642"/>
                  </a:cubicBezTo>
                  <a:cubicBezTo>
                    <a:pt x="12638" y="13273"/>
                    <a:pt x="13922" y="13113"/>
                    <a:pt x="15183" y="13113"/>
                  </a:cubicBezTo>
                  <a:close/>
                  <a:moveTo>
                    <a:pt x="2578" y="20435"/>
                  </a:moveTo>
                  <a:cubicBezTo>
                    <a:pt x="8168" y="27062"/>
                    <a:pt x="13443" y="33937"/>
                    <a:pt x="18402" y="41058"/>
                  </a:cubicBezTo>
                  <a:cubicBezTo>
                    <a:pt x="18543" y="41262"/>
                    <a:pt x="18758" y="41377"/>
                    <a:pt x="18977" y="41377"/>
                  </a:cubicBezTo>
                  <a:cubicBezTo>
                    <a:pt x="19133" y="41377"/>
                    <a:pt x="19292" y="41318"/>
                    <a:pt x="19427" y="41190"/>
                  </a:cubicBezTo>
                  <a:cubicBezTo>
                    <a:pt x="21632" y="39103"/>
                    <a:pt x="24333" y="37693"/>
                    <a:pt x="27314" y="37090"/>
                  </a:cubicBezTo>
                  <a:cubicBezTo>
                    <a:pt x="28284" y="36894"/>
                    <a:pt x="29226" y="36809"/>
                    <a:pt x="30154" y="36809"/>
                  </a:cubicBezTo>
                  <a:cubicBezTo>
                    <a:pt x="30890" y="36809"/>
                    <a:pt x="31618" y="36863"/>
                    <a:pt x="32345" y="36959"/>
                  </a:cubicBezTo>
                  <a:cubicBezTo>
                    <a:pt x="32139" y="36996"/>
                    <a:pt x="31934" y="37038"/>
                    <a:pt x="31726" y="37085"/>
                  </a:cubicBezTo>
                  <a:cubicBezTo>
                    <a:pt x="29702" y="37535"/>
                    <a:pt x="27672" y="38191"/>
                    <a:pt x="25741" y="38939"/>
                  </a:cubicBezTo>
                  <a:cubicBezTo>
                    <a:pt x="24060" y="39590"/>
                    <a:pt x="22425" y="40379"/>
                    <a:pt x="20975" y="41459"/>
                  </a:cubicBezTo>
                  <a:cubicBezTo>
                    <a:pt x="20335" y="41934"/>
                    <a:pt x="18892" y="42836"/>
                    <a:pt x="18616" y="43758"/>
                  </a:cubicBezTo>
                  <a:cubicBezTo>
                    <a:pt x="15797" y="39642"/>
                    <a:pt x="12269" y="35871"/>
                    <a:pt x="9131" y="31993"/>
                  </a:cubicBezTo>
                  <a:cubicBezTo>
                    <a:pt x="7537" y="30022"/>
                    <a:pt x="5941" y="28055"/>
                    <a:pt x="4343" y="26088"/>
                  </a:cubicBezTo>
                  <a:cubicBezTo>
                    <a:pt x="3509" y="25063"/>
                    <a:pt x="2360" y="24025"/>
                    <a:pt x="1726" y="22872"/>
                  </a:cubicBezTo>
                  <a:lnTo>
                    <a:pt x="1290" y="22336"/>
                  </a:lnTo>
                  <a:cubicBezTo>
                    <a:pt x="1365" y="21812"/>
                    <a:pt x="1612" y="21399"/>
                    <a:pt x="2027" y="21097"/>
                  </a:cubicBezTo>
                  <a:cubicBezTo>
                    <a:pt x="2191" y="20870"/>
                    <a:pt x="2390" y="20654"/>
                    <a:pt x="2578" y="20435"/>
                  </a:cubicBezTo>
                  <a:close/>
                  <a:moveTo>
                    <a:pt x="34214" y="37438"/>
                  </a:moveTo>
                  <a:cubicBezTo>
                    <a:pt x="34480" y="37438"/>
                    <a:pt x="34745" y="37450"/>
                    <a:pt x="35009" y="37476"/>
                  </a:cubicBezTo>
                  <a:cubicBezTo>
                    <a:pt x="35056" y="37488"/>
                    <a:pt x="35104" y="37502"/>
                    <a:pt x="35153" y="37514"/>
                  </a:cubicBezTo>
                  <a:cubicBezTo>
                    <a:pt x="32341" y="37733"/>
                    <a:pt x="29659" y="38637"/>
                    <a:pt x="27141" y="39965"/>
                  </a:cubicBezTo>
                  <a:cubicBezTo>
                    <a:pt x="25564" y="40797"/>
                    <a:pt x="24060" y="41771"/>
                    <a:pt x="22625" y="42823"/>
                  </a:cubicBezTo>
                  <a:cubicBezTo>
                    <a:pt x="22053" y="43241"/>
                    <a:pt x="21266" y="44080"/>
                    <a:pt x="20621" y="44360"/>
                  </a:cubicBezTo>
                  <a:cubicBezTo>
                    <a:pt x="20405" y="44454"/>
                    <a:pt x="20198" y="44493"/>
                    <a:pt x="19997" y="44493"/>
                  </a:cubicBezTo>
                  <a:cubicBezTo>
                    <a:pt x="19802" y="44493"/>
                    <a:pt x="19613" y="44456"/>
                    <a:pt x="19427" y="44400"/>
                  </a:cubicBezTo>
                  <a:cubicBezTo>
                    <a:pt x="19434" y="44391"/>
                    <a:pt x="19440" y="44386"/>
                    <a:pt x="19448" y="44377"/>
                  </a:cubicBezTo>
                  <a:cubicBezTo>
                    <a:pt x="19593" y="44198"/>
                    <a:pt x="19599" y="43995"/>
                    <a:pt x="19448" y="43814"/>
                  </a:cubicBezTo>
                  <a:lnTo>
                    <a:pt x="19430" y="43792"/>
                  </a:lnTo>
                  <a:cubicBezTo>
                    <a:pt x="19697" y="43721"/>
                    <a:pt x="19911" y="43553"/>
                    <a:pt x="20074" y="43287"/>
                  </a:cubicBezTo>
                  <a:cubicBezTo>
                    <a:pt x="20320" y="43038"/>
                    <a:pt x="20576" y="42801"/>
                    <a:pt x="20843" y="42573"/>
                  </a:cubicBezTo>
                  <a:cubicBezTo>
                    <a:pt x="21485" y="42027"/>
                    <a:pt x="22180" y="41552"/>
                    <a:pt x="22907" y="41126"/>
                  </a:cubicBezTo>
                  <a:cubicBezTo>
                    <a:pt x="24188" y="40374"/>
                    <a:pt x="25559" y="39793"/>
                    <a:pt x="26955" y="39291"/>
                  </a:cubicBezTo>
                  <a:cubicBezTo>
                    <a:pt x="29199" y="38484"/>
                    <a:pt x="31750" y="37438"/>
                    <a:pt x="34214" y="37438"/>
                  </a:cubicBezTo>
                  <a:close/>
                  <a:moveTo>
                    <a:pt x="34842" y="0"/>
                  </a:moveTo>
                  <a:cubicBezTo>
                    <a:pt x="34343" y="0"/>
                    <a:pt x="33867" y="188"/>
                    <a:pt x="33507" y="630"/>
                  </a:cubicBezTo>
                  <a:cubicBezTo>
                    <a:pt x="31447" y="1151"/>
                    <a:pt x="29512" y="2015"/>
                    <a:pt x="27862" y="3526"/>
                  </a:cubicBezTo>
                  <a:cubicBezTo>
                    <a:pt x="27217" y="4115"/>
                    <a:pt x="26496" y="4800"/>
                    <a:pt x="25773" y="5555"/>
                  </a:cubicBezTo>
                  <a:cubicBezTo>
                    <a:pt x="23620" y="7604"/>
                    <a:pt x="21769" y="10148"/>
                    <a:pt x="20875" y="12916"/>
                  </a:cubicBezTo>
                  <a:cubicBezTo>
                    <a:pt x="19359" y="12052"/>
                    <a:pt x="17538" y="11727"/>
                    <a:pt x="15721" y="11727"/>
                  </a:cubicBezTo>
                  <a:cubicBezTo>
                    <a:pt x="14356" y="11727"/>
                    <a:pt x="12994" y="11911"/>
                    <a:pt x="11766" y="12185"/>
                  </a:cubicBezTo>
                  <a:cubicBezTo>
                    <a:pt x="7819" y="13067"/>
                    <a:pt x="4277" y="15176"/>
                    <a:pt x="838" y="17217"/>
                  </a:cubicBezTo>
                  <a:cubicBezTo>
                    <a:pt x="458" y="17444"/>
                    <a:pt x="436" y="17923"/>
                    <a:pt x="707" y="18237"/>
                  </a:cubicBezTo>
                  <a:cubicBezTo>
                    <a:pt x="1244" y="18859"/>
                    <a:pt x="1774" y="19488"/>
                    <a:pt x="2305" y="20116"/>
                  </a:cubicBezTo>
                  <a:cubicBezTo>
                    <a:pt x="1441" y="20484"/>
                    <a:pt x="862" y="21064"/>
                    <a:pt x="197" y="21811"/>
                  </a:cubicBezTo>
                  <a:cubicBezTo>
                    <a:pt x="77" y="21947"/>
                    <a:pt x="0" y="22200"/>
                    <a:pt x="127" y="22363"/>
                  </a:cubicBezTo>
                  <a:cubicBezTo>
                    <a:pt x="2951" y="26054"/>
                    <a:pt x="5928" y="29634"/>
                    <a:pt x="8843" y="33254"/>
                  </a:cubicBezTo>
                  <a:cubicBezTo>
                    <a:pt x="11749" y="36861"/>
                    <a:pt x="14485" y="40794"/>
                    <a:pt x="17652" y="44182"/>
                  </a:cubicBezTo>
                  <a:cubicBezTo>
                    <a:pt x="17664" y="44208"/>
                    <a:pt x="17679" y="44232"/>
                    <a:pt x="17699" y="44255"/>
                  </a:cubicBezTo>
                  <a:cubicBezTo>
                    <a:pt x="18282" y="44908"/>
                    <a:pt x="19219" y="45924"/>
                    <a:pt x="20167" y="45924"/>
                  </a:cubicBezTo>
                  <a:cubicBezTo>
                    <a:pt x="20277" y="45924"/>
                    <a:pt x="20387" y="45910"/>
                    <a:pt x="20497" y="45881"/>
                  </a:cubicBezTo>
                  <a:cubicBezTo>
                    <a:pt x="21148" y="45708"/>
                    <a:pt x="21757" y="44978"/>
                    <a:pt x="22286" y="44585"/>
                  </a:cubicBezTo>
                  <a:cubicBezTo>
                    <a:pt x="23162" y="43935"/>
                    <a:pt x="24053" y="43304"/>
                    <a:pt x="24965" y="42705"/>
                  </a:cubicBezTo>
                  <a:cubicBezTo>
                    <a:pt x="27366" y="41130"/>
                    <a:pt x="29934" y="39829"/>
                    <a:pt x="32678" y="39174"/>
                  </a:cubicBezTo>
                  <a:cubicBezTo>
                    <a:pt x="32752" y="39177"/>
                    <a:pt x="32826" y="39174"/>
                    <a:pt x="32900" y="39178"/>
                  </a:cubicBezTo>
                  <a:cubicBezTo>
                    <a:pt x="34054" y="39233"/>
                    <a:pt x="35153" y="39648"/>
                    <a:pt x="36288" y="39715"/>
                  </a:cubicBezTo>
                  <a:cubicBezTo>
                    <a:pt x="36337" y="39718"/>
                    <a:pt x="36385" y="39720"/>
                    <a:pt x="36433" y="39720"/>
                  </a:cubicBezTo>
                  <a:cubicBezTo>
                    <a:pt x="37209" y="39720"/>
                    <a:pt x="37750" y="39337"/>
                    <a:pt x="37827" y="38540"/>
                  </a:cubicBezTo>
                  <a:cubicBezTo>
                    <a:pt x="39593" y="36201"/>
                    <a:pt x="41115" y="33792"/>
                    <a:pt x="43273" y="31744"/>
                  </a:cubicBezTo>
                  <a:cubicBezTo>
                    <a:pt x="44449" y="30626"/>
                    <a:pt x="45716" y="29608"/>
                    <a:pt x="47060" y="28698"/>
                  </a:cubicBezTo>
                  <a:cubicBezTo>
                    <a:pt x="47079" y="28686"/>
                    <a:pt x="47099" y="28675"/>
                    <a:pt x="47118" y="28662"/>
                  </a:cubicBezTo>
                  <a:cubicBezTo>
                    <a:pt x="48826" y="27633"/>
                    <a:pt x="50637" y="26785"/>
                    <a:pt x="52524" y="26133"/>
                  </a:cubicBezTo>
                  <a:cubicBezTo>
                    <a:pt x="52902" y="26003"/>
                    <a:pt x="53156" y="25447"/>
                    <a:pt x="52785" y="25145"/>
                  </a:cubicBezTo>
                  <a:cubicBezTo>
                    <a:pt x="52171" y="24648"/>
                    <a:pt x="51613" y="24099"/>
                    <a:pt x="50959" y="23696"/>
                  </a:cubicBezTo>
                  <a:cubicBezTo>
                    <a:pt x="51006" y="23680"/>
                    <a:pt x="51050" y="23660"/>
                    <a:pt x="51097" y="23645"/>
                  </a:cubicBezTo>
                  <a:cubicBezTo>
                    <a:pt x="51251" y="23594"/>
                    <a:pt x="51309" y="23468"/>
                    <a:pt x="51300" y="23347"/>
                  </a:cubicBezTo>
                  <a:cubicBezTo>
                    <a:pt x="51345" y="23292"/>
                    <a:pt x="51376" y="23227"/>
                    <a:pt x="51391" y="23158"/>
                  </a:cubicBezTo>
                  <a:cubicBezTo>
                    <a:pt x="51657" y="23086"/>
                    <a:pt x="51868" y="22805"/>
                    <a:pt x="51676" y="22507"/>
                  </a:cubicBezTo>
                  <a:cubicBezTo>
                    <a:pt x="51561" y="22326"/>
                    <a:pt x="51447" y="22144"/>
                    <a:pt x="51333" y="21962"/>
                  </a:cubicBezTo>
                  <a:cubicBezTo>
                    <a:pt x="51345" y="21962"/>
                    <a:pt x="51359" y="21961"/>
                    <a:pt x="51371" y="21961"/>
                  </a:cubicBezTo>
                  <a:cubicBezTo>
                    <a:pt x="51374" y="21961"/>
                    <a:pt x="51377" y="21961"/>
                    <a:pt x="51379" y="21961"/>
                  </a:cubicBezTo>
                  <a:cubicBezTo>
                    <a:pt x="51539" y="21961"/>
                    <a:pt x="51585" y="21737"/>
                    <a:pt x="51453" y="21658"/>
                  </a:cubicBezTo>
                  <a:cubicBezTo>
                    <a:pt x="51333" y="21585"/>
                    <a:pt x="51198" y="21544"/>
                    <a:pt x="51056" y="21524"/>
                  </a:cubicBezTo>
                  <a:cubicBezTo>
                    <a:pt x="50796" y="21108"/>
                    <a:pt x="50546" y="20689"/>
                    <a:pt x="50290" y="20269"/>
                  </a:cubicBezTo>
                  <a:cubicBezTo>
                    <a:pt x="50030" y="19581"/>
                    <a:pt x="49589" y="18953"/>
                    <a:pt x="49191" y="18312"/>
                  </a:cubicBezTo>
                  <a:cubicBezTo>
                    <a:pt x="48421" y="17077"/>
                    <a:pt x="47572" y="15893"/>
                    <a:pt x="46728" y="14709"/>
                  </a:cubicBezTo>
                  <a:cubicBezTo>
                    <a:pt x="45005" y="12292"/>
                    <a:pt x="43280" y="9876"/>
                    <a:pt x="41551" y="7464"/>
                  </a:cubicBezTo>
                  <a:cubicBezTo>
                    <a:pt x="40019" y="5325"/>
                    <a:pt x="38618" y="2783"/>
                    <a:pt x="36781" y="897"/>
                  </a:cubicBezTo>
                  <a:cubicBezTo>
                    <a:pt x="36255" y="356"/>
                    <a:pt x="35527" y="0"/>
                    <a:pt x="348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34"/>
            <p:cNvSpPr/>
            <p:nvPr/>
          </p:nvSpPr>
          <p:spPr>
            <a:xfrm>
              <a:off x="2990175" y="381350"/>
              <a:ext cx="254450" cy="209600"/>
            </a:xfrm>
            <a:custGeom>
              <a:avLst/>
              <a:gdLst/>
              <a:ahLst/>
              <a:cxnLst/>
              <a:rect l="l" t="t" r="r" b="b"/>
              <a:pathLst>
                <a:path w="10178" h="8384" extrusionOk="0">
                  <a:moveTo>
                    <a:pt x="9489" y="1"/>
                  </a:moveTo>
                  <a:cubicBezTo>
                    <a:pt x="9460" y="1"/>
                    <a:pt x="9430" y="3"/>
                    <a:pt x="9398" y="7"/>
                  </a:cubicBezTo>
                  <a:cubicBezTo>
                    <a:pt x="5315" y="589"/>
                    <a:pt x="1324" y="4315"/>
                    <a:pt x="48" y="8144"/>
                  </a:cubicBezTo>
                  <a:cubicBezTo>
                    <a:pt x="1" y="8286"/>
                    <a:pt x="119" y="8384"/>
                    <a:pt x="239" y="8384"/>
                  </a:cubicBezTo>
                  <a:cubicBezTo>
                    <a:pt x="302" y="8384"/>
                    <a:pt x="366" y="8357"/>
                    <a:pt x="406" y="8294"/>
                  </a:cubicBezTo>
                  <a:cubicBezTo>
                    <a:pt x="1475" y="6637"/>
                    <a:pt x="2632" y="5068"/>
                    <a:pt x="4157" y="3799"/>
                  </a:cubicBezTo>
                  <a:cubicBezTo>
                    <a:pt x="5839" y="2399"/>
                    <a:pt x="7661" y="1727"/>
                    <a:pt x="9647" y="909"/>
                  </a:cubicBezTo>
                  <a:cubicBezTo>
                    <a:pt x="10177" y="691"/>
                    <a:pt x="10017" y="1"/>
                    <a:pt x="948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34"/>
            <p:cNvSpPr/>
            <p:nvPr/>
          </p:nvSpPr>
          <p:spPr>
            <a:xfrm>
              <a:off x="3026350" y="441550"/>
              <a:ext cx="247225" cy="201350"/>
            </a:xfrm>
            <a:custGeom>
              <a:avLst/>
              <a:gdLst/>
              <a:ahLst/>
              <a:cxnLst/>
              <a:rect l="l" t="t" r="r" b="b"/>
              <a:pathLst>
                <a:path w="9889" h="8054" extrusionOk="0">
                  <a:moveTo>
                    <a:pt x="9472" y="1"/>
                  </a:moveTo>
                  <a:cubicBezTo>
                    <a:pt x="9466" y="1"/>
                    <a:pt x="9460" y="1"/>
                    <a:pt x="9454" y="1"/>
                  </a:cubicBezTo>
                  <a:cubicBezTo>
                    <a:pt x="5735" y="204"/>
                    <a:pt x="1142" y="4281"/>
                    <a:pt x="59" y="7752"/>
                  </a:cubicBezTo>
                  <a:cubicBezTo>
                    <a:pt x="0" y="7941"/>
                    <a:pt x="141" y="8053"/>
                    <a:pt x="292" y="8053"/>
                  </a:cubicBezTo>
                  <a:cubicBezTo>
                    <a:pt x="375" y="8053"/>
                    <a:pt x="460" y="8019"/>
                    <a:pt x="517" y="7945"/>
                  </a:cubicBezTo>
                  <a:cubicBezTo>
                    <a:pt x="1756" y="6329"/>
                    <a:pt x="2771" y="4701"/>
                    <a:pt x="4382" y="3401"/>
                  </a:cubicBezTo>
                  <a:cubicBezTo>
                    <a:pt x="6005" y="2092"/>
                    <a:pt x="7844" y="1590"/>
                    <a:pt x="9618" y="609"/>
                  </a:cubicBezTo>
                  <a:cubicBezTo>
                    <a:pt x="9889" y="460"/>
                    <a:pt x="9783" y="1"/>
                    <a:pt x="94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34"/>
            <p:cNvSpPr/>
            <p:nvPr/>
          </p:nvSpPr>
          <p:spPr>
            <a:xfrm>
              <a:off x="3172850" y="661350"/>
              <a:ext cx="224850" cy="198300"/>
            </a:xfrm>
            <a:custGeom>
              <a:avLst/>
              <a:gdLst/>
              <a:ahLst/>
              <a:cxnLst/>
              <a:rect l="l" t="t" r="r" b="b"/>
              <a:pathLst>
                <a:path w="8994" h="7932" extrusionOk="0">
                  <a:moveTo>
                    <a:pt x="8456" y="0"/>
                  </a:moveTo>
                  <a:cubicBezTo>
                    <a:pt x="8425" y="0"/>
                    <a:pt x="8392" y="4"/>
                    <a:pt x="8358" y="11"/>
                  </a:cubicBezTo>
                  <a:cubicBezTo>
                    <a:pt x="5106" y="738"/>
                    <a:pt x="1076" y="4402"/>
                    <a:pt x="60" y="7579"/>
                  </a:cubicBezTo>
                  <a:cubicBezTo>
                    <a:pt x="1" y="7765"/>
                    <a:pt x="174" y="7931"/>
                    <a:pt x="343" y="7931"/>
                  </a:cubicBezTo>
                  <a:cubicBezTo>
                    <a:pt x="409" y="7931"/>
                    <a:pt x="474" y="7907"/>
                    <a:pt x="524" y="7849"/>
                  </a:cubicBezTo>
                  <a:cubicBezTo>
                    <a:pt x="1689" y="6518"/>
                    <a:pt x="2590" y="5030"/>
                    <a:pt x="3913" y="3818"/>
                  </a:cubicBezTo>
                  <a:cubicBezTo>
                    <a:pt x="5371" y="2483"/>
                    <a:pt x="7047" y="1783"/>
                    <a:pt x="8657" y="718"/>
                  </a:cubicBezTo>
                  <a:cubicBezTo>
                    <a:pt x="8993" y="494"/>
                    <a:pt x="8826" y="0"/>
                    <a:pt x="84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34"/>
            <p:cNvSpPr/>
            <p:nvPr/>
          </p:nvSpPr>
          <p:spPr>
            <a:xfrm>
              <a:off x="3219000" y="725650"/>
              <a:ext cx="226500" cy="215375"/>
            </a:xfrm>
            <a:custGeom>
              <a:avLst/>
              <a:gdLst/>
              <a:ahLst/>
              <a:cxnLst/>
              <a:rect l="l" t="t" r="r" b="b"/>
              <a:pathLst>
                <a:path w="9060" h="8615" extrusionOk="0">
                  <a:moveTo>
                    <a:pt x="8466" y="1"/>
                  </a:moveTo>
                  <a:cubicBezTo>
                    <a:pt x="8403" y="1"/>
                    <a:pt x="8336" y="16"/>
                    <a:pt x="8267" y="50"/>
                  </a:cubicBezTo>
                  <a:cubicBezTo>
                    <a:pt x="6348" y="1017"/>
                    <a:pt x="4571" y="2396"/>
                    <a:pt x="3025" y="3882"/>
                  </a:cubicBezTo>
                  <a:cubicBezTo>
                    <a:pt x="1836" y="5024"/>
                    <a:pt x="0" y="6568"/>
                    <a:pt x="62" y="8367"/>
                  </a:cubicBezTo>
                  <a:cubicBezTo>
                    <a:pt x="66" y="8507"/>
                    <a:pt x="206" y="8614"/>
                    <a:pt x="335" y="8614"/>
                  </a:cubicBezTo>
                  <a:cubicBezTo>
                    <a:pt x="409" y="8614"/>
                    <a:pt x="480" y="8578"/>
                    <a:pt x="518" y="8491"/>
                  </a:cubicBezTo>
                  <a:cubicBezTo>
                    <a:pt x="2016" y="5007"/>
                    <a:pt x="5594" y="2708"/>
                    <a:pt x="8679" y="755"/>
                  </a:cubicBezTo>
                  <a:cubicBezTo>
                    <a:pt x="9059" y="514"/>
                    <a:pt x="8832" y="1"/>
                    <a:pt x="84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34"/>
            <p:cNvSpPr/>
            <p:nvPr/>
          </p:nvSpPr>
          <p:spPr>
            <a:xfrm>
              <a:off x="2528200" y="658025"/>
              <a:ext cx="405900" cy="260600"/>
            </a:xfrm>
            <a:custGeom>
              <a:avLst/>
              <a:gdLst/>
              <a:ahLst/>
              <a:cxnLst/>
              <a:rect l="l" t="t" r="r" b="b"/>
              <a:pathLst>
                <a:path w="16236" h="10424" extrusionOk="0">
                  <a:moveTo>
                    <a:pt x="1382" y="2708"/>
                  </a:moveTo>
                  <a:cubicBezTo>
                    <a:pt x="2705" y="4465"/>
                    <a:pt x="4361" y="5818"/>
                    <a:pt x="5564" y="7549"/>
                  </a:cubicBezTo>
                  <a:cubicBezTo>
                    <a:pt x="5049" y="7000"/>
                    <a:pt x="4518" y="6467"/>
                    <a:pt x="3972" y="5947"/>
                  </a:cubicBezTo>
                  <a:cubicBezTo>
                    <a:pt x="3369" y="5370"/>
                    <a:pt x="2751" y="4825"/>
                    <a:pt x="2113" y="4299"/>
                  </a:cubicBezTo>
                  <a:cubicBezTo>
                    <a:pt x="2286" y="4264"/>
                    <a:pt x="2405" y="4031"/>
                    <a:pt x="2251" y="3877"/>
                  </a:cubicBezTo>
                  <a:cubicBezTo>
                    <a:pt x="1869" y="3498"/>
                    <a:pt x="1454" y="3168"/>
                    <a:pt x="1030" y="2840"/>
                  </a:cubicBezTo>
                  <a:lnTo>
                    <a:pt x="1382" y="2708"/>
                  </a:lnTo>
                  <a:close/>
                  <a:moveTo>
                    <a:pt x="9295" y="739"/>
                  </a:moveTo>
                  <a:cubicBezTo>
                    <a:pt x="10900" y="739"/>
                    <a:pt x="11714" y="2042"/>
                    <a:pt x="12738" y="3153"/>
                  </a:cubicBezTo>
                  <a:cubicBezTo>
                    <a:pt x="13607" y="4096"/>
                    <a:pt x="14464" y="5049"/>
                    <a:pt x="15310" y="6013"/>
                  </a:cubicBezTo>
                  <a:cubicBezTo>
                    <a:pt x="13936" y="6363"/>
                    <a:pt x="12589" y="6790"/>
                    <a:pt x="11275" y="7331"/>
                  </a:cubicBezTo>
                  <a:cubicBezTo>
                    <a:pt x="10703" y="7567"/>
                    <a:pt x="10139" y="7820"/>
                    <a:pt x="9583" y="8091"/>
                  </a:cubicBezTo>
                  <a:cubicBezTo>
                    <a:pt x="9104" y="8323"/>
                    <a:pt x="7997" y="9216"/>
                    <a:pt x="7494" y="9216"/>
                  </a:cubicBezTo>
                  <a:cubicBezTo>
                    <a:pt x="7280" y="9214"/>
                    <a:pt x="7087" y="9143"/>
                    <a:pt x="6911" y="9028"/>
                  </a:cubicBezTo>
                  <a:cubicBezTo>
                    <a:pt x="5976" y="6497"/>
                    <a:pt x="3660" y="4237"/>
                    <a:pt x="1564" y="2642"/>
                  </a:cubicBezTo>
                  <a:cubicBezTo>
                    <a:pt x="3992" y="1737"/>
                    <a:pt x="6804" y="749"/>
                    <a:pt x="9284" y="739"/>
                  </a:cubicBezTo>
                  <a:cubicBezTo>
                    <a:pt x="9288" y="739"/>
                    <a:pt x="9291" y="739"/>
                    <a:pt x="9295" y="739"/>
                  </a:cubicBezTo>
                  <a:close/>
                  <a:moveTo>
                    <a:pt x="9522" y="0"/>
                  </a:moveTo>
                  <a:cubicBezTo>
                    <a:pt x="8353" y="0"/>
                    <a:pt x="6970" y="475"/>
                    <a:pt x="5977" y="700"/>
                  </a:cubicBezTo>
                  <a:cubicBezTo>
                    <a:pt x="4041" y="1140"/>
                    <a:pt x="2155" y="1729"/>
                    <a:pt x="300" y="2432"/>
                  </a:cubicBezTo>
                  <a:cubicBezTo>
                    <a:pt x="25" y="2536"/>
                    <a:pt x="1" y="2846"/>
                    <a:pt x="223" y="3018"/>
                  </a:cubicBezTo>
                  <a:cubicBezTo>
                    <a:pt x="702" y="3388"/>
                    <a:pt x="1169" y="3763"/>
                    <a:pt x="1673" y="4093"/>
                  </a:cubicBezTo>
                  <a:cubicBezTo>
                    <a:pt x="3491" y="5760"/>
                    <a:pt x="5144" y="7550"/>
                    <a:pt x="6623" y="9541"/>
                  </a:cubicBezTo>
                  <a:cubicBezTo>
                    <a:pt x="6713" y="9781"/>
                    <a:pt x="6797" y="10028"/>
                    <a:pt x="6867" y="10287"/>
                  </a:cubicBezTo>
                  <a:cubicBezTo>
                    <a:pt x="6892" y="10382"/>
                    <a:pt x="6963" y="10423"/>
                    <a:pt x="7035" y="10423"/>
                  </a:cubicBezTo>
                  <a:cubicBezTo>
                    <a:pt x="7146" y="10423"/>
                    <a:pt x="7261" y="10329"/>
                    <a:pt x="7234" y="10186"/>
                  </a:cubicBezTo>
                  <a:cubicBezTo>
                    <a:pt x="7224" y="10130"/>
                    <a:pt x="7207" y="10076"/>
                    <a:pt x="7196" y="10021"/>
                  </a:cubicBezTo>
                  <a:cubicBezTo>
                    <a:pt x="7219" y="10016"/>
                    <a:pt x="7243" y="10009"/>
                    <a:pt x="7264" y="9998"/>
                  </a:cubicBezTo>
                  <a:cubicBezTo>
                    <a:pt x="9998" y="8390"/>
                    <a:pt x="12869" y="7216"/>
                    <a:pt x="15954" y="6481"/>
                  </a:cubicBezTo>
                  <a:cubicBezTo>
                    <a:pt x="16193" y="6424"/>
                    <a:pt x="16235" y="6133"/>
                    <a:pt x="16091" y="5967"/>
                  </a:cubicBezTo>
                  <a:cubicBezTo>
                    <a:pt x="14926" y="4637"/>
                    <a:pt x="13744" y="3322"/>
                    <a:pt x="12545" y="2023"/>
                  </a:cubicBezTo>
                  <a:cubicBezTo>
                    <a:pt x="11928" y="1357"/>
                    <a:pt x="11266" y="350"/>
                    <a:pt x="10341" y="98"/>
                  </a:cubicBezTo>
                  <a:cubicBezTo>
                    <a:pt x="10087" y="29"/>
                    <a:pt x="9811" y="0"/>
                    <a:pt x="95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34"/>
            <p:cNvSpPr/>
            <p:nvPr/>
          </p:nvSpPr>
          <p:spPr>
            <a:xfrm>
              <a:off x="2739725" y="878000"/>
              <a:ext cx="265375" cy="114400"/>
            </a:xfrm>
            <a:custGeom>
              <a:avLst/>
              <a:gdLst/>
              <a:ahLst/>
              <a:cxnLst/>
              <a:rect l="l" t="t" r="r" b="b"/>
              <a:pathLst>
                <a:path w="10615" h="4576" extrusionOk="0">
                  <a:moveTo>
                    <a:pt x="8807" y="0"/>
                  </a:moveTo>
                  <a:cubicBezTo>
                    <a:pt x="5620" y="0"/>
                    <a:pt x="1581" y="1966"/>
                    <a:pt x="54" y="4386"/>
                  </a:cubicBezTo>
                  <a:cubicBezTo>
                    <a:pt x="1" y="4471"/>
                    <a:pt x="79" y="4576"/>
                    <a:pt x="166" y="4576"/>
                  </a:cubicBezTo>
                  <a:cubicBezTo>
                    <a:pt x="186" y="4576"/>
                    <a:pt x="207" y="4570"/>
                    <a:pt x="226" y="4558"/>
                  </a:cubicBezTo>
                  <a:cubicBezTo>
                    <a:pt x="1875" y="3508"/>
                    <a:pt x="3258" y="2278"/>
                    <a:pt x="5131" y="1591"/>
                  </a:cubicBezTo>
                  <a:cubicBezTo>
                    <a:pt x="6861" y="957"/>
                    <a:pt x="8587" y="1026"/>
                    <a:pt x="10351" y="694"/>
                  </a:cubicBezTo>
                  <a:cubicBezTo>
                    <a:pt x="10615" y="644"/>
                    <a:pt x="10595" y="242"/>
                    <a:pt x="10351" y="180"/>
                  </a:cubicBezTo>
                  <a:cubicBezTo>
                    <a:pt x="9872" y="58"/>
                    <a:pt x="9352" y="0"/>
                    <a:pt x="88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34"/>
            <p:cNvSpPr/>
            <p:nvPr/>
          </p:nvSpPr>
          <p:spPr>
            <a:xfrm>
              <a:off x="2783475" y="946275"/>
              <a:ext cx="254775" cy="113000"/>
            </a:xfrm>
            <a:custGeom>
              <a:avLst/>
              <a:gdLst/>
              <a:ahLst/>
              <a:cxnLst/>
              <a:rect l="l" t="t" r="r" b="b"/>
              <a:pathLst>
                <a:path w="10191" h="4520" extrusionOk="0">
                  <a:moveTo>
                    <a:pt x="9024" y="1"/>
                  </a:moveTo>
                  <a:cubicBezTo>
                    <a:pt x="7296" y="1"/>
                    <a:pt x="5453" y="625"/>
                    <a:pt x="3919" y="1282"/>
                  </a:cubicBezTo>
                  <a:cubicBezTo>
                    <a:pt x="2789" y="1765"/>
                    <a:pt x="261" y="2658"/>
                    <a:pt x="23" y="4060"/>
                  </a:cubicBezTo>
                  <a:cubicBezTo>
                    <a:pt x="1" y="4188"/>
                    <a:pt x="41" y="4285"/>
                    <a:pt x="145" y="4359"/>
                  </a:cubicBezTo>
                  <a:lnTo>
                    <a:pt x="328" y="4490"/>
                  </a:lnTo>
                  <a:cubicBezTo>
                    <a:pt x="356" y="4510"/>
                    <a:pt x="386" y="4519"/>
                    <a:pt x="416" y="4519"/>
                  </a:cubicBezTo>
                  <a:cubicBezTo>
                    <a:pt x="528" y="4519"/>
                    <a:pt x="634" y="4397"/>
                    <a:pt x="599" y="4281"/>
                  </a:cubicBezTo>
                  <a:cubicBezTo>
                    <a:pt x="310" y="3333"/>
                    <a:pt x="4773" y="1735"/>
                    <a:pt x="5289" y="1569"/>
                  </a:cubicBezTo>
                  <a:cubicBezTo>
                    <a:pt x="6773" y="1093"/>
                    <a:pt x="8295" y="1027"/>
                    <a:pt x="9799" y="688"/>
                  </a:cubicBezTo>
                  <a:cubicBezTo>
                    <a:pt x="10190" y="600"/>
                    <a:pt x="10059" y="73"/>
                    <a:pt x="9711" y="36"/>
                  </a:cubicBezTo>
                  <a:cubicBezTo>
                    <a:pt x="9485" y="12"/>
                    <a:pt x="9255" y="1"/>
                    <a:pt x="902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34"/>
            <p:cNvSpPr/>
            <p:nvPr/>
          </p:nvSpPr>
          <p:spPr>
            <a:xfrm>
              <a:off x="2839925" y="1007825"/>
              <a:ext cx="259925" cy="117700"/>
            </a:xfrm>
            <a:custGeom>
              <a:avLst/>
              <a:gdLst/>
              <a:ahLst/>
              <a:cxnLst/>
              <a:rect l="l" t="t" r="r" b="b"/>
              <a:pathLst>
                <a:path w="10397" h="4708" extrusionOk="0">
                  <a:moveTo>
                    <a:pt x="9045" y="1"/>
                  </a:moveTo>
                  <a:cubicBezTo>
                    <a:pt x="5729" y="1"/>
                    <a:pt x="2019" y="2104"/>
                    <a:pt x="58" y="4551"/>
                  </a:cubicBezTo>
                  <a:cubicBezTo>
                    <a:pt x="0" y="4623"/>
                    <a:pt x="54" y="4707"/>
                    <a:pt x="124" y="4707"/>
                  </a:cubicBezTo>
                  <a:cubicBezTo>
                    <a:pt x="145" y="4707"/>
                    <a:pt x="167" y="4700"/>
                    <a:pt x="188" y="4683"/>
                  </a:cubicBezTo>
                  <a:cubicBezTo>
                    <a:pt x="1738" y="3418"/>
                    <a:pt x="3324" y="2289"/>
                    <a:pt x="5224" y="1613"/>
                  </a:cubicBezTo>
                  <a:cubicBezTo>
                    <a:pt x="6821" y="1047"/>
                    <a:pt x="8433" y="1014"/>
                    <a:pt x="10074" y="712"/>
                  </a:cubicBezTo>
                  <a:cubicBezTo>
                    <a:pt x="10385" y="655"/>
                    <a:pt x="10396" y="120"/>
                    <a:pt x="10074" y="73"/>
                  </a:cubicBezTo>
                  <a:cubicBezTo>
                    <a:pt x="9737" y="24"/>
                    <a:pt x="9393" y="1"/>
                    <a:pt x="90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31102B4A-F79A-4283-81D9-8616AEF47326}"/>
              </a:ext>
            </a:extLst>
          </p:cNvPr>
          <p:cNvSpPr txBox="1"/>
          <p:nvPr/>
        </p:nvSpPr>
        <p:spPr>
          <a:xfrm>
            <a:off x="3861118" y="1205579"/>
            <a:ext cx="20712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200" b="1" dirty="0"/>
              <a:t>Let’s try deleting 1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19CBD27-B7D3-4897-89CB-DBEF71FEC6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6048" y="1614329"/>
            <a:ext cx="2725692" cy="3002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294359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4"/>
          <p:cNvSpPr txBox="1">
            <a:spLocks noGrp="1"/>
          </p:cNvSpPr>
          <p:nvPr>
            <p:ph type="title"/>
          </p:nvPr>
        </p:nvSpPr>
        <p:spPr>
          <a:xfrm>
            <a:off x="1307759" y="947437"/>
            <a:ext cx="2939511" cy="4372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u="sng" dirty="0"/>
              <a:t>Removal</a:t>
            </a:r>
          </a:p>
        </p:txBody>
      </p:sp>
      <p:sp>
        <p:nvSpPr>
          <p:cNvPr id="234" name="Google Shape;234;p34"/>
          <p:cNvSpPr txBox="1">
            <a:spLocks noGrp="1"/>
          </p:cNvSpPr>
          <p:nvPr>
            <p:ph type="subTitle" idx="1"/>
          </p:nvPr>
        </p:nvSpPr>
        <p:spPr>
          <a:xfrm>
            <a:off x="1307759" y="531752"/>
            <a:ext cx="3439500" cy="53514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Heaps	</a:t>
            </a:r>
          </a:p>
        </p:txBody>
      </p:sp>
      <p:pic>
        <p:nvPicPr>
          <p:cNvPr id="235" name="Google Shape;235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695460">
            <a:off x="7765338" y="3361772"/>
            <a:ext cx="1241024" cy="1610463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grpSp>
        <p:nvGrpSpPr>
          <p:cNvPr id="236" name="Google Shape;236;p34"/>
          <p:cNvGrpSpPr/>
          <p:nvPr/>
        </p:nvGrpSpPr>
        <p:grpSpPr>
          <a:xfrm rot="790859">
            <a:off x="7973758" y="3964891"/>
            <a:ext cx="824184" cy="712067"/>
            <a:chOff x="2341425" y="238100"/>
            <a:chExt cx="1328900" cy="1148125"/>
          </a:xfrm>
        </p:grpSpPr>
        <p:sp>
          <p:nvSpPr>
            <p:cNvPr id="237" name="Google Shape;237;p34"/>
            <p:cNvSpPr/>
            <p:nvPr/>
          </p:nvSpPr>
          <p:spPr>
            <a:xfrm>
              <a:off x="2341425" y="238100"/>
              <a:ext cx="1328900" cy="1148125"/>
            </a:xfrm>
            <a:custGeom>
              <a:avLst/>
              <a:gdLst/>
              <a:ahLst/>
              <a:cxnLst/>
              <a:rect l="l" t="t" r="r" b="b"/>
              <a:pathLst>
                <a:path w="53156" h="45925" extrusionOk="0">
                  <a:moveTo>
                    <a:pt x="49853" y="24103"/>
                  </a:moveTo>
                  <a:cubicBezTo>
                    <a:pt x="50212" y="24609"/>
                    <a:pt x="50681" y="25003"/>
                    <a:pt x="51172" y="25380"/>
                  </a:cubicBezTo>
                  <a:cubicBezTo>
                    <a:pt x="48199" y="26540"/>
                    <a:pt x="45438" y="28144"/>
                    <a:pt x="42987" y="30206"/>
                  </a:cubicBezTo>
                  <a:cubicBezTo>
                    <a:pt x="41727" y="31264"/>
                    <a:pt x="40396" y="32510"/>
                    <a:pt x="39238" y="33887"/>
                  </a:cubicBezTo>
                  <a:cubicBezTo>
                    <a:pt x="39347" y="33688"/>
                    <a:pt x="39460" y="33491"/>
                    <a:pt x="39578" y="33301"/>
                  </a:cubicBezTo>
                  <a:cubicBezTo>
                    <a:pt x="40490" y="31831"/>
                    <a:pt x="41539" y="30449"/>
                    <a:pt x="42711" y="29176"/>
                  </a:cubicBezTo>
                  <a:cubicBezTo>
                    <a:pt x="44775" y="26932"/>
                    <a:pt x="47091" y="25229"/>
                    <a:pt x="49853" y="24103"/>
                  </a:cubicBezTo>
                  <a:close/>
                  <a:moveTo>
                    <a:pt x="35117" y="1053"/>
                  </a:moveTo>
                  <a:lnTo>
                    <a:pt x="35117" y="1053"/>
                  </a:lnTo>
                  <a:cubicBezTo>
                    <a:pt x="36710" y="1715"/>
                    <a:pt x="38294" y="4814"/>
                    <a:pt x="38992" y="5799"/>
                  </a:cubicBezTo>
                  <a:cubicBezTo>
                    <a:pt x="40312" y="7660"/>
                    <a:pt x="41633" y="9523"/>
                    <a:pt x="42954" y="11383"/>
                  </a:cubicBezTo>
                  <a:cubicBezTo>
                    <a:pt x="44182" y="13110"/>
                    <a:pt x="45421" y="14827"/>
                    <a:pt x="46633" y="16564"/>
                  </a:cubicBezTo>
                  <a:cubicBezTo>
                    <a:pt x="46650" y="16588"/>
                    <a:pt x="46667" y="16613"/>
                    <a:pt x="46685" y="16638"/>
                  </a:cubicBezTo>
                  <a:cubicBezTo>
                    <a:pt x="47623" y="18397"/>
                    <a:pt x="48600" y="20134"/>
                    <a:pt x="49618" y="21849"/>
                  </a:cubicBezTo>
                  <a:cubicBezTo>
                    <a:pt x="48693" y="22281"/>
                    <a:pt x="47744" y="23007"/>
                    <a:pt x="47214" y="23343"/>
                  </a:cubicBezTo>
                  <a:cubicBezTo>
                    <a:pt x="45320" y="24544"/>
                    <a:pt x="43587" y="25982"/>
                    <a:pt x="42057" y="27622"/>
                  </a:cubicBezTo>
                  <a:cubicBezTo>
                    <a:pt x="40592" y="29191"/>
                    <a:pt x="39304" y="30938"/>
                    <a:pt x="38281" y="32827"/>
                  </a:cubicBezTo>
                  <a:cubicBezTo>
                    <a:pt x="37877" y="33573"/>
                    <a:pt x="37271" y="34533"/>
                    <a:pt x="36981" y="35496"/>
                  </a:cubicBezTo>
                  <a:cubicBezTo>
                    <a:pt x="36328" y="34434"/>
                    <a:pt x="35635" y="33395"/>
                    <a:pt x="34953" y="32353"/>
                  </a:cubicBezTo>
                  <a:cubicBezTo>
                    <a:pt x="33450" y="30055"/>
                    <a:pt x="31915" y="27777"/>
                    <a:pt x="30347" y="25524"/>
                  </a:cubicBezTo>
                  <a:cubicBezTo>
                    <a:pt x="28841" y="23359"/>
                    <a:pt x="27306" y="21217"/>
                    <a:pt x="25741" y="19095"/>
                  </a:cubicBezTo>
                  <a:cubicBezTo>
                    <a:pt x="24508" y="17421"/>
                    <a:pt x="23256" y="15382"/>
                    <a:pt x="21757" y="13843"/>
                  </a:cubicBezTo>
                  <a:cubicBezTo>
                    <a:pt x="22758" y="10753"/>
                    <a:pt x="24747" y="8361"/>
                    <a:pt x="26903" y="5992"/>
                  </a:cubicBezTo>
                  <a:cubicBezTo>
                    <a:pt x="27357" y="5493"/>
                    <a:pt x="27826" y="4981"/>
                    <a:pt x="28315" y="4481"/>
                  </a:cubicBezTo>
                  <a:cubicBezTo>
                    <a:pt x="29626" y="3498"/>
                    <a:pt x="31045" y="2668"/>
                    <a:pt x="32551" y="2018"/>
                  </a:cubicBezTo>
                  <a:cubicBezTo>
                    <a:pt x="33121" y="1772"/>
                    <a:pt x="33780" y="1496"/>
                    <a:pt x="34476" y="1255"/>
                  </a:cubicBezTo>
                  <a:cubicBezTo>
                    <a:pt x="34702" y="1206"/>
                    <a:pt x="34932" y="1166"/>
                    <a:pt x="35161" y="1125"/>
                  </a:cubicBezTo>
                  <a:cubicBezTo>
                    <a:pt x="35147" y="1101"/>
                    <a:pt x="35132" y="1076"/>
                    <a:pt x="35117" y="1053"/>
                  </a:cubicBezTo>
                  <a:close/>
                  <a:moveTo>
                    <a:pt x="49886" y="22296"/>
                  </a:moveTo>
                  <a:cubicBezTo>
                    <a:pt x="50069" y="22601"/>
                    <a:pt x="50253" y="22905"/>
                    <a:pt x="50437" y="23208"/>
                  </a:cubicBezTo>
                  <a:cubicBezTo>
                    <a:pt x="50328" y="23239"/>
                    <a:pt x="50219" y="23270"/>
                    <a:pt x="50110" y="23305"/>
                  </a:cubicBezTo>
                  <a:cubicBezTo>
                    <a:pt x="50098" y="23304"/>
                    <a:pt x="50086" y="23303"/>
                    <a:pt x="50074" y="23303"/>
                  </a:cubicBezTo>
                  <a:cubicBezTo>
                    <a:pt x="49989" y="23303"/>
                    <a:pt x="49905" y="23334"/>
                    <a:pt x="49839" y="23390"/>
                  </a:cubicBezTo>
                  <a:cubicBezTo>
                    <a:pt x="46983" y="24343"/>
                    <a:pt x="44499" y="26352"/>
                    <a:pt x="42469" y="28520"/>
                  </a:cubicBezTo>
                  <a:cubicBezTo>
                    <a:pt x="40592" y="30525"/>
                    <a:pt x="38254" y="33305"/>
                    <a:pt x="37357" y="36095"/>
                  </a:cubicBezTo>
                  <a:cubicBezTo>
                    <a:pt x="37306" y="36011"/>
                    <a:pt x="37249" y="35923"/>
                    <a:pt x="37190" y="35830"/>
                  </a:cubicBezTo>
                  <a:cubicBezTo>
                    <a:pt x="37565" y="34416"/>
                    <a:pt x="38696" y="32821"/>
                    <a:pt x="39296" y="31878"/>
                  </a:cubicBezTo>
                  <a:cubicBezTo>
                    <a:pt x="40239" y="30393"/>
                    <a:pt x="41330" y="29005"/>
                    <a:pt x="42550" y="27739"/>
                  </a:cubicBezTo>
                  <a:cubicBezTo>
                    <a:pt x="43708" y="26537"/>
                    <a:pt x="44980" y="25451"/>
                    <a:pt x="46348" y="24494"/>
                  </a:cubicBezTo>
                  <a:cubicBezTo>
                    <a:pt x="47234" y="23875"/>
                    <a:pt x="48600" y="22828"/>
                    <a:pt x="49886" y="22296"/>
                  </a:cubicBezTo>
                  <a:close/>
                  <a:moveTo>
                    <a:pt x="20475" y="13918"/>
                  </a:moveTo>
                  <a:cubicBezTo>
                    <a:pt x="20720" y="13985"/>
                    <a:pt x="20968" y="14054"/>
                    <a:pt x="21218" y="14127"/>
                  </a:cubicBezTo>
                  <a:lnTo>
                    <a:pt x="21219" y="14127"/>
                  </a:lnTo>
                  <a:cubicBezTo>
                    <a:pt x="22265" y="15897"/>
                    <a:pt x="23782" y="17534"/>
                    <a:pt x="24979" y="19160"/>
                  </a:cubicBezTo>
                  <a:cubicBezTo>
                    <a:pt x="26409" y="21107"/>
                    <a:pt x="27816" y="23071"/>
                    <a:pt x="29199" y="25052"/>
                  </a:cubicBezTo>
                  <a:cubicBezTo>
                    <a:pt x="30581" y="27035"/>
                    <a:pt x="31937" y="29034"/>
                    <a:pt x="33269" y="31050"/>
                  </a:cubicBezTo>
                  <a:cubicBezTo>
                    <a:pt x="33874" y="31967"/>
                    <a:pt x="34473" y="32886"/>
                    <a:pt x="35069" y="33809"/>
                  </a:cubicBezTo>
                  <a:cubicBezTo>
                    <a:pt x="35425" y="34364"/>
                    <a:pt x="35780" y="34920"/>
                    <a:pt x="36133" y="35475"/>
                  </a:cubicBezTo>
                  <a:lnTo>
                    <a:pt x="36486" y="36032"/>
                  </a:lnTo>
                  <a:cubicBezTo>
                    <a:pt x="36496" y="36074"/>
                    <a:pt x="36508" y="36115"/>
                    <a:pt x="36522" y="36155"/>
                  </a:cubicBezTo>
                  <a:cubicBezTo>
                    <a:pt x="33879" y="32306"/>
                    <a:pt x="31050" y="28568"/>
                    <a:pt x="28325" y="24779"/>
                  </a:cubicBezTo>
                  <a:cubicBezTo>
                    <a:pt x="25722" y="21160"/>
                    <a:pt x="23203" y="17449"/>
                    <a:pt x="20475" y="13918"/>
                  </a:cubicBezTo>
                  <a:close/>
                  <a:moveTo>
                    <a:pt x="37953" y="37630"/>
                  </a:moveTo>
                  <a:cubicBezTo>
                    <a:pt x="37851" y="37834"/>
                    <a:pt x="37753" y="38038"/>
                    <a:pt x="37661" y="38245"/>
                  </a:cubicBezTo>
                  <a:cubicBezTo>
                    <a:pt x="37630" y="38236"/>
                    <a:pt x="37597" y="38231"/>
                    <a:pt x="37565" y="38231"/>
                  </a:cubicBezTo>
                  <a:cubicBezTo>
                    <a:pt x="37533" y="38231"/>
                    <a:pt x="37500" y="38236"/>
                    <a:pt x="37470" y="38245"/>
                  </a:cubicBezTo>
                  <a:cubicBezTo>
                    <a:pt x="37633" y="38041"/>
                    <a:pt x="37793" y="37835"/>
                    <a:pt x="37953" y="37630"/>
                  </a:cubicBezTo>
                  <a:close/>
                  <a:moveTo>
                    <a:pt x="36509" y="38717"/>
                  </a:moveTo>
                  <a:cubicBezTo>
                    <a:pt x="36518" y="38717"/>
                    <a:pt x="36527" y="38717"/>
                    <a:pt x="36536" y="38717"/>
                  </a:cubicBezTo>
                  <a:cubicBezTo>
                    <a:pt x="36609" y="38809"/>
                    <a:pt x="36720" y="38864"/>
                    <a:pt x="36837" y="38865"/>
                  </a:cubicBezTo>
                  <a:cubicBezTo>
                    <a:pt x="36596" y="38971"/>
                    <a:pt x="36282" y="39011"/>
                    <a:pt x="35935" y="39011"/>
                  </a:cubicBezTo>
                  <a:cubicBezTo>
                    <a:pt x="35451" y="39011"/>
                    <a:pt x="34904" y="38934"/>
                    <a:pt x="34409" y="38856"/>
                  </a:cubicBezTo>
                  <a:cubicBezTo>
                    <a:pt x="35105" y="38764"/>
                    <a:pt x="35807" y="38717"/>
                    <a:pt x="36509" y="38717"/>
                  </a:cubicBezTo>
                  <a:close/>
                  <a:moveTo>
                    <a:pt x="15183" y="13113"/>
                  </a:moveTo>
                  <a:cubicBezTo>
                    <a:pt x="16769" y="13113"/>
                    <a:pt x="18319" y="13366"/>
                    <a:pt x="19934" y="13775"/>
                  </a:cubicBezTo>
                  <a:cubicBezTo>
                    <a:pt x="22531" y="17699"/>
                    <a:pt x="25404" y="21460"/>
                    <a:pt x="28149" y="25276"/>
                  </a:cubicBezTo>
                  <a:cubicBezTo>
                    <a:pt x="30879" y="29073"/>
                    <a:pt x="33528" y="32953"/>
                    <a:pt x="36351" y="36684"/>
                  </a:cubicBezTo>
                  <a:cubicBezTo>
                    <a:pt x="34542" y="35843"/>
                    <a:pt x="32568" y="35460"/>
                    <a:pt x="30570" y="35460"/>
                  </a:cubicBezTo>
                  <a:cubicBezTo>
                    <a:pt x="26406" y="35460"/>
                    <a:pt x="22142" y="37123"/>
                    <a:pt x="19074" y="39757"/>
                  </a:cubicBezTo>
                  <a:cubicBezTo>
                    <a:pt x="13793" y="32214"/>
                    <a:pt x="8154" y="24943"/>
                    <a:pt x="2157" y="17945"/>
                  </a:cubicBezTo>
                  <a:lnTo>
                    <a:pt x="2159" y="17945"/>
                  </a:lnTo>
                  <a:cubicBezTo>
                    <a:pt x="5055" y="16227"/>
                    <a:pt x="8015" y="14530"/>
                    <a:pt x="11283" y="13642"/>
                  </a:cubicBezTo>
                  <a:cubicBezTo>
                    <a:pt x="12638" y="13273"/>
                    <a:pt x="13922" y="13113"/>
                    <a:pt x="15183" y="13113"/>
                  </a:cubicBezTo>
                  <a:close/>
                  <a:moveTo>
                    <a:pt x="2578" y="20435"/>
                  </a:moveTo>
                  <a:cubicBezTo>
                    <a:pt x="8168" y="27062"/>
                    <a:pt x="13443" y="33937"/>
                    <a:pt x="18402" y="41058"/>
                  </a:cubicBezTo>
                  <a:cubicBezTo>
                    <a:pt x="18543" y="41262"/>
                    <a:pt x="18758" y="41377"/>
                    <a:pt x="18977" y="41377"/>
                  </a:cubicBezTo>
                  <a:cubicBezTo>
                    <a:pt x="19133" y="41377"/>
                    <a:pt x="19292" y="41318"/>
                    <a:pt x="19427" y="41190"/>
                  </a:cubicBezTo>
                  <a:cubicBezTo>
                    <a:pt x="21632" y="39103"/>
                    <a:pt x="24333" y="37693"/>
                    <a:pt x="27314" y="37090"/>
                  </a:cubicBezTo>
                  <a:cubicBezTo>
                    <a:pt x="28284" y="36894"/>
                    <a:pt x="29226" y="36809"/>
                    <a:pt x="30154" y="36809"/>
                  </a:cubicBezTo>
                  <a:cubicBezTo>
                    <a:pt x="30890" y="36809"/>
                    <a:pt x="31618" y="36863"/>
                    <a:pt x="32345" y="36959"/>
                  </a:cubicBezTo>
                  <a:cubicBezTo>
                    <a:pt x="32139" y="36996"/>
                    <a:pt x="31934" y="37038"/>
                    <a:pt x="31726" y="37085"/>
                  </a:cubicBezTo>
                  <a:cubicBezTo>
                    <a:pt x="29702" y="37535"/>
                    <a:pt x="27672" y="38191"/>
                    <a:pt x="25741" y="38939"/>
                  </a:cubicBezTo>
                  <a:cubicBezTo>
                    <a:pt x="24060" y="39590"/>
                    <a:pt x="22425" y="40379"/>
                    <a:pt x="20975" y="41459"/>
                  </a:cubicBezTo>
                  <a:cubicBezTo>
                    <a:pt x="20335" y="41934"/>
                    <a:pt x="18892" y="42836"/>
                    <a:pt x="18616" y="43758"/>
                  </a:cubicBezTo>
                  <a:cubicBezTo>
                    <a:pt x="15797" y="39642"/>
                    <a:pt x="12269" y="35871"/>
                    <a:pt x="9131" y="31993"/>
                  </a:cubicBezTo>
                  <a:cubicBezTo>
                    <a:pt x="7537" y="30022"/>
                    <a:pt x="5941" y="28055"/>
                    <a:pt x="4343" y="26088"/>
                  </a:cubicBezTo>
                  <a:cubicBezTo>
                    <a:pt x="3509" y="25063"/>
                    <a:pt x="2360" y="24025"/>
                    <a:pt x="1726" y="22872"/>
                  </a:cubicBezTo>
                  <a:lnTo>
                    <a:pt x="1290" y="22336"/>
                  </a:lnTo>
                  <a:cubicBezTo>
                    <a:pt x="1365" y="21812"/>
                    <a:pt x="1612" y="21399"/>
                    <a:pt x="2027" y="21097"/>
                  </a:cubicBezTo>
                  <a:cubicBezTo>
                    <a:pt x="2191" y="20870"/>
                    <a:pt x="2390" y="20654"/>
                    <a:pt x="2578" y="20435"/>
                  </a:cubicBezTo>
                  <a:close/>
                  <a:moveTo>
                    <a:pt x="34214" y="37438"/>
                  </a:moveTo>
                  <a:cubicBezTo>
                    <a:pt x="34480" y="37438"/>
                    <a:pt x="34745" y="37450"/>
                    <a:pt x="35009" y="37476"/>
                  </a:cubicBezTo>
                  <a:cubicBezTo>
                    <a:pt x="35056" y="37488"/>
                    <a:pt x="35104" y="37502"/>
                    <a:pt x="35153" y="37514"/>
                  </a:cubicBezTo>
                  <a:cubicBezTo>
                    <a:pt x="32341" y="37733"/>
                    <a:pt x="29659" y="38637"/>
                    <a:pt x="27141" y="39965"/>
                  </a:cubicBezTo>
                  <a:cubicBezTo>
                    <a:pt x="25564" y="40797"/>
                    <a:pt x="24060" y="41771"/>
                    <a:pt x="22625" y="42823"/>
                  </a:cubicBezTo>
                  <a:cubicBezTo>
                    <a:pt x="22053" y="43241"/>
                    <a:pt x="21266" y="44080"/>
                    <a:pt x="20621" y="44360"/>
                  </a:cubicBezTo>
                  <a:cubicBezTo>
                    <a:pt x="20405" y="44454"/>
                    <a:pt x="20198" y="44493"/>
                    <a:pt x="19997" y="44493"/>
                  </a:cubicBezTo>
                  <a:cubicBezTo>
                    <a:pt x="19802" y="44493"/>
                    <a:pt x="19613" y="44456"/>
                    <a:pt x="19427" y="44400"/>
                  </a:cubicBezTo>
                  <a:cubicBezTo>
                    <a:pt x="19434" y="44391"/>
                    <a:pt x="19440" y="44386"/>
                    <a:pt x="19448" y="44377"/>
                  </a:cubicBezTo>
                  <a:cubicBezTo>
                    <a:pt x="19593" y="44198"/>
                    <a:pt x="19599" y="43995"/>
                    <a:pt x="19448" y="43814"/>
                  </a:cubicBezTo>
                  <a:lnTo>
                    <a:pt x="19430" y="43792"/>
                  </a:lnTo>
                  <a:cubicBezTo>
                    <a:pt x="19697" y="43721"/>
                    <a:pt x="19911" y="43553"/>
                    <a:pt x="20074" y="43287"/>
                  </a:cubicBezTo>
                  <a:cubicBezTo>
                    <a:pt x="20320" y="43038"/>
                    <a:pt x="20576" y="42801"/>
                    <a:pt x="20843" y="42573"/>
                  </a:cubicBezTo>
                  <a:cubicBezTo>
                    <a:pt x="21485" y="42027"/>
                    <a:pt x="22180" y="41552"/>
                    <a:pt x="22907" y="41126"/>
                  </a:cubicBezTo>
                  <a:cubicBezTo>
                    <a:pt x="24188" y="40374"/>
                    <a:pt x="25559" y="39793"/>
                    <a:pt x="26955" y="39291"/>
                  </a:cubicBezTo>
                  <a:cubicBezTo>
                    <a:pt x="29199" y="38484"/>
                    <a:pt x="31750" y="37438"/>
                    <a:pt x="34214" y="37438"/>
                  </a:cubicBezTo>
                  <a:close/>
                  <a:moveTo>
                    <a:pt x="34842" y="0"/>
                  </a:moveTo>
                  <a:cubicBezTo>
                    <a:pt x="34343" y="0"/>
                    <a:pt x="33867" y="188"/>
                    <a:pt x="33507" y="630"/>
                  </a:cubicBezTo>
                  <a:cubicBezTo>
                    <a:pt x="31447" y="1151"/>
                    <a:pt x="29512" y="2015"/>
                    <a:pt x="27862" y="3526"/>
                  </a:cubicBezTo>
                  <a:cubicBezTo>
                    <a:pt x="27217" y="4115"/>
                    <a:pt x="26496" y="4800"/>
                    <a:pt x="25773" y="5555"/>
                  </a:cubicBezTo>
                  <a:cubicBezTo>
                    <a:pt x="23620" y="7604"/>
                    <a:pt x="21769" y="10148"/>
                    <a:pt x="20875" y="12916"/>
                  </a:cubicBezTo>
                  <a:cubicBezTo>
                    <a:pt x="19359" y="12052"/>
                    <a:pt x="17538" y="11727"/>
                    <a:pt x="15721" y="11727"/>
                  </a:cubicBezTo>
                  <a:cubicBezTo>
                    <a:pt x="14356" y="11727"/>
                    <a:pt x="12994" y="11911"/>
                    <a:pt x="11766" y="12185"/>
                  </a:cubicBezTo>
                  <a:cubicBezTo>
                    <a:pt x="7819" y="13067"/>
                    <a:pt x="4277" y="15176"/>
                    <a:pt x="838" y="17217"/>
                  </a:cubicBezTo>
                  <a:cubicBezTo>
                    <a:pt x="458" y="17444"/>
                    <a:pt x="436" y="17923"/>
                    <a:pt x="707" y="18237"/>
                  </a:cubicBezTo>
                  <a:cubicBezTo>
                    <a:pt x="1244" y="18859"/>
                    <a:pt x="1774" y="19488"/>
                    <a:pt x="2305" y="20116"/>
                  </a:cubicBezTo>
                  <a:cubicBezTo>
                    <a:pt x="1441" y="20484"/>
                    <a:pt x="862" y="21064"/>
                    <a:pt x="197" y="21811"/>
                  </a:cubicBezTo>
                  <a:cubicBezTo>
                    <a:pt x="77" y="21947"/>
                    <a:pt x="0" y="22200"/>
                    <a:pt x="127" y="22363"/>
                  </a:cubicBezTo>
                  <a:cubicBezTo>
                    <a:pt x="2951" y="26054"/>
                    <a:pt x="5928" y="29634"/>
                    <a:pt x="8843" y="33254"/>
                  </a:cubicBezTo>
                  <a:cubicBezTo>
                    <a:pt x="11749" y="36861"/>
                    <a:pt x="14485" y="40794"/>
                    <a:pt x="17652" y="44182"/>
                  </a:cubicBezTo>
                  <a:cubicBezTo>
                    <a:pt x="17664" y="44208"/>
                    <a:pt x="17679" y="44232"/>
                    <a:pt x="17699" y="44255"/>
                  </a:cubicBezTo>
                  <a:cubicBezTo>
                    <a:pt x="18282" y="44908"/>
                    <a:pt x="19219" y="45924"/>
                    <a:pt x="20167" y="45924"/>
                  </a:cubicBezTo>
                  <a:cubicBezTo>
                    <a:pt x="20277" y="45924"/>
                    <a:pt x="20387" y="45910"/>
                    <a:pt x="20497" y="45881"/>
                  </a:cubicBezTo>
                  <a:cubicBezTo>
                    <a:pt x="21148" y="45708"/>
                    <a:pt x="21757" y="44978"/>
                    <a:pt x="22286" y="44585"/>
                  </a:cubicBezTo>
                  <a:cubicBezTo>
                    <a:pt x="23162" y="43935"/>
                    <a:pt x="24053" y="43304"/>
                    <a:pt x="24965" y="42705"/>
                  </a:cubicBezTo>
                  <a:cubicBezTo>
                    <a:pt x="27366" y="41130"/>
                    <a:pt x="29934" y="39829"/>
                    <a:pt x="32678" y="39174"/>
                  </a:cubicBezTo>
                  <a:cubicBezTo>
                    <a:pt x="32752" y="39177"/>
                    <a:pt x="32826" y="39174"/>
                    <a:pt x="32900" y="39178"/>
                  </a:cubicBezTo>
                  <a:cubicBezTo>
                    <a:pt x="34054" y="39233"/>
                    <a:pt x="35153" y="39648"/>
                    <a:pt x="36288" y="39715"/>
                  </a:cubicBezTo>
                  <a:cubicBezTo>
                    <a:pt x="36337" y="39718"/>
                    <a:pt x="36385" y="39720"/>
                    <a:pt x="36433" y="39720"/>
                  </a:cubicBezTo>
                  <a:cubicBezTo>
                    <a:pt x="37209" y="39720"/>
                    <a:pt x="37750" y="39337"/>
                    <a:pt x="37827" y="38540"/>
                  </a:cubicBezTo>
                  <a:cubicBezTo>
                    <a:pt x="39593" y="36201"/>
                    <a:pt x="41115" y="33792"/>
                    <a:pt x="43273" y="31744"/>
                  </a:cubicBezTo>
                  <a:cubicBezTo>
                    <a:pt x="44449" y="30626"/>
                    <a:pt x="45716" y="29608"/>
                    <a:pt x="47060" y="28698"/>
                  </a:cubicBezTo>
                  <a:cubicBezTo>
                    <a:pt x="47079" y="28686"/>
                    <a:pt x="47099" y="28675"/>
                    <a:pt x="47118" y="28662"/>
                  </a:cubicBezTo>
                  <a:cubicBezTo>
                    <a:pt x="48826" y="27633"/>
                    <a:pt x="50637" y="26785"/>
                    <a:pt x="52524" y="26133"/>
                  </a:cubicBezTo>
                  <a:cubicBezTo>
                    <a:pt x="52902" y="26003"/>
                    <a:pt x="53156" y="25447"/>
                    <a:pt x="52785" y="25145"/>
                  </a:cubicBezTo>
                  <a:cubicBezTo>
                    <a:pt x="52171" y="24648"/>
                    <a:pt x="51613" y="24099"/>
                    <a:pt x="50959" y="23696"/>
                  </a:cubicBezTo>
                  <a:cubicBezTo>
                    <a:pt x="51006" y="23680"/>
                    <a:pt x="51050" y="23660"/>
                    <a:pt x="51097" y="23645"/>
                  </a:cubicBezTo>
                  <a:cubicBezTo>
                    <a:pt x="51251" y="23594"/>
                    <a:pt x="51309" y="23468"/>
                    <a:pt x="51300" y="23347"/>
                  </a:cubicBezTo>
                  <a:cubicBezTo>
                    <a:pt x="51345" y="23292"/>
                    <a:pt x="51376" y="23227"/>
                    <a:pt x="51391" y="23158"/>
                  </a:cubicBezTo>
                  <a:cubicBezTo>
                    <a:pt x="51657" y="23086"/>
                    <a:pt x="51868" y="22805"/>
                    <a:pt x="51676" y="22507"/>
                  </a:cubicBezTo>
                  <a:cubicBezTo>
                    <a:pt x="51561" y="22326"/>
                    <a:pt x="51447" y="22144"/>
                    <a:pt x="51333" y="21962"/>
                  </a:cubicBezTo>
                  <a:cubicBezTo>
                    <a:pt x="51345" y="21962"/>
                    <a:pt x="51359" y="21961"/>
                    <a:pt x="51371" y="21961"/>
                  </a:cubicBezTo>
                  <a:cubicBezTo>
                    <a:pt x="51374" y="21961"/>
                    <a:pt x="51377" y="21961"/>
                    <a:pt x="51379" y="21961"/>
                  </a:cubicBezTo>
                  <a:cubicBezTo>
                    <a:pt x="51539" y="21961"/>
                    <a:pt x="51585" y="21737"/>
                    <a:pt x="51453" y="21658"/>
                  </a:cubicBezTo>
                  <a:cubicBezTo>
                    <a:pt x="51333" y="21585"/>
                    <a:pt x="51198" y="21544"/>
                    <a:pt x="51056" y="21524"/>
                  </a:cubicBezTo>
                  <a:cubicBezTo>
                    <a:pt x="50796" y="21108"/>
                    <a:pt x="50546" y="20689"/>
                    <a:pt x="50290" y="20269"/>
                  </a:cubicBezTo>
                  <a:cubicBezTo>
                    <a:pt x="50030" y="19581"/>
                    <a:pt x="49589" y="18953"/>
                    <a:pt x="49191" y="18312"/>
                  </a:cubicBezTo>
                  <a:cubicBezTo>
                    <a:pt x="48421" y="17077"/>
                    <a:pt x="47572" y="15893"/>
                    <a:pt x="46728" y="14709"/>
                  </a:cubicBezTo>
                  <a:cubicBezTo>
                    <a:pt x="45005" y="12292"/>
                    <a:pt x="43280" y="9876"/>
                    <a:pt x="41551" y="7464"/>
                  </a:cubicBezTo>
                  <a:cubicBezTo>
                    <a:pt x="40019" y="5325"/>
                    <a:pt x="38618" y="2783"/>
                    <a:pt x="36781" y="897"/>
                  </a:cubicBezTo>
                  <a:cubicBezTo>
                    <a:pt x="36255" y="356"/>
                    <a:pt x="35527" y="0"/>
                    <a:pt x="348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34"/>
            <p:cNvSpPr/>
            <p:nvPr/>
          </p:nvSpPr>
          <p:spPr>
            <a:xfrm>
              <a:off x="2990175" y="381350"/>
              <a:ext cx="254450" cy="209600"/>
            </a:xfrm>
            <a:custGeom>
              <a:avLst/>
              <a:gdLst/>
              <a:ahLst/>
              <a:cxnLst/>
              <a:rect l="l" t="t" r="r" b="b"/>
              <a:pathLst>
                <a:path w="10178" h="8384" extrusionOk="0">
                  <a:moveTo>
                    <a:pt x="9489" y="1"/>
                  </a:moveTo>
                  <a:cubicBezTo>
                    <a:pt x="9460" y="1"/>
                    <a:pt x="9430" y="3"/>
                    <a:pt x="9398" y="7"/>
                  </a:cubicBezTo>
                  <a:cubicBezTo>
                    <a:pt x="5315" y="589"/>
                    <a:pt x="1324" y="4315"/>
                    <a:pt x="48" y="8144"/>
                  </a:cubicBezTo>
                  <a:cubicBezTo>
                    <a:pt x="1" y="8286"/>
                    <a:pt x="119" y="8384"/>
                    <a:pt x="239" y="8384"/>
                  </a:cubicBezTo>
                  <a:cubicBezTo>
                    <a:pt x="302" y="8384"/>
                    <a:pt x="366" y="8357"/>
                    <a:pt x="406" y="8294"/>
                  </a:cubicBezTo>
                  <a:cubicBezTo>
                    <a:pt x="1475" y="6637"/>
                    <a:pt x="2632" y="5068"/>
                    <a:pt x="4157" y="3799"/>
                  </a:cubicBezTo>
                  <a:cubicBezTo>
                    <a:pt x="5839" y="2399"/>
                    <a:pt x="7661" y="1727"/>
                    <a:pt x="9647" y="909"/>
                  </a:cubicBezTo>
                  <a:cubicBezTo>
                    <a:pt x="10177" y="691"/>
                    <a:pt x="10017" y="1"/>
                    <a:pt x="948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34"/>
            <p:cNvSpPr/>
            <p:nvPr/>
          </p:nvSpPr>
          <p:spPr>
            <a:xfrm>
              <a:off x="3026350" y="441550"/>
              <a:ext cx="247225" cy="201350"/>
            </a:xfrm>
            <a:custGeom>
              <a:avLst/>
              <a:gdLst/>
              <a:ahLst/>
              <a:cxnLst/>
              <a:rect l="l" t="t" r="r" b="b"/>
              <a:pathLst>
                <a:path w="9889" h="8054" extrusionOk="0">
                  <a:moveTo>
                    <a:pt x="9472" y="1"/>
                  </a:moveTo>
                  <a:cubicBezTo>
                    <a:pt x="9466" y="1"/>
                    <a:pt x="9460" y="1"/>
                    <a:pt x="9454" y="1"/>
                  </a:cubicBezTo>
                  <a:cubicBezTo>
                    <a:pt x="5735" y="204"/>
                    <a:pt x="1142" y="4281"/>
                    <a:pt x="59" y="7752"/>
                  </a:cubicBezTo>
                  <a:cubicBezTo>
                    <a:pt x="0" y="7941"/>
                    <a:pt x="141" y="8053"/>
                    <a:pt x="292" y="8053"/>
                  </a:cubicBezTo>
                  <a:cubicBezTo>
                    <a:pt x="375" y="8053"/>
                    <a:pt x="460" y="8019"/>
                    <a:pt x="517" y="7945"/>
                  </a:cubicBezTo>
                  <a:cubicBezTo>
                    <a:pt x="1756" y="6329"/>
                    <a:pt x="2771" y="4701"/>
                    <a:pt x="4382" y="3401"/>
                  </a:cubicBezTo>
                  <a:cubicBezTo>
                    <a:pt x="6005" y="2092"/>
                    <a:pt x="7844" y="1590"/>
                    <a:pt x="9618" y="609"/>
                  </a:cubicBezTo>
                  <a:cubicBezTo>
                    <a:pt x="9889" y="460"/>
                    <a:pt x="9783" y="1"/>
                    <a:pt x="94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34"/>
            <p:cNvSpPr/>
            <p:nvPr/>
          </p:nvSpPr>
          <p:spPr>
            <a:xfrm>
              <a:off x="3172850" y="661350"/>
              <a:ext cx="224850" cy="198300"/>
            </a:xfrm>
            <a:custGeom>
              <a:avLst/>
              <a:gdLst/>
              <a:ahLst/>
              <a:cxnLst/>
              <a:rect l="l" t="t" r="r" b="b"/>
              <a:pathLst>
                <a:path w="8994" h="7932" extrusionOk="0">
                  <a:moveTo>
                    <a:pt x="8456" y="0"/>
                  </a:moveTo>
                  <a:cubicBezTo>
                    <a:pt x="8425" y="0"/>
                    <a:pt x="8392" y="4"/>
                    <a:pt x="8358" y="11"/>
                  </a:cubicBezTo>
                  <a:cubicBezTo>
                    <a:pt x="5106" y="738"/>
                    <a:pt x="1076" y="4402"/>
                    <a:pt x="60" y="7579"/>
                  </a:cubicBezTo>
                  <a:cubicBezTo>
                    <a:pt x="1" y="7765"/>
                    <a:pt x="174" y="7931"/>
                    <a:pt x="343" y="7931"/>
                  </a:cubicBezTo>
                  <a:cubicBezTo>
                    <a:pt x="409" y="7931"/>
                    <a:pt x="474" y="7907"/>
                    <a:pt x="524" y="7849"/>
                  </a:cubicBezTo>
                  <a:cubicBezTo>
                    <a:pt x="1689" y="6518"/>
                    <a:pt x="2590" y="5030"/>
                    <a:pt x="3913" y="3818"/>
                  </a:cubicBezTo>
                  <a:cubicBezTo>
                    <a:pt x="5371" y="2483"/>
                    <a:pt x="7047" y="1783"/>
                    <a:pt x="8657" y="718"/>
                  </a:cubicBezTo>
                  <a:cubicBezTo>
                    <a:pt x="8993" y="494"/>
                    <a:pt x="8826" y="0"/>
                    <a:pt x="84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34"/>
            <p:cNvSpPr/>
            <p:nvPr/>
          </p:nvSpPr>
          <p:spPr>
            <a:xfrm>
              <a:off x="3219000" y="725650"/>
              <a:ext cx="226500" cy="215375"/>
            </a:xfrm>
            <a:custGeom>
              <a:avLst/>
              <a:gdLst/>
              <a:ahLst/>
              <a:cxnLst/>
              <a:rect l="l" t="t" r="r" b="b"/>
              <a:pathLst>
                <a:path w="9060" h="8615" extrusionOk="0">
                  <a:moveTo>
                    <a:pt x="8466" y="1"/>
                  </a:moveTo>
                  <a:cubicBezTo>
                    <a:pt x="8403" y="1"/>
                    <a:pt x="8336" y="16"/>
                    <a:pt x="8267" y="50"/>
                  </a:cubicBezTo>
                  <a:cubicBezTo>
                    <a:pt x="6348" y="1017"/>
                    <a:pt x="4571" y="2396"/>
                    <a:pt x="3025" y="3882"/>
                  </a:cubicBezTo>
                  <a:cubicBezTo>
                    <a:pt x="1836" y="5024"/>
                    <a:pt x="0" y="6568"/>
                    <a:pt x="62" y="8367"/>
                  </a:cubicBezTo>
                  <a:cubicBezTo>
                    <a:pt x="66" y="8507"/>
                    <a:pt x="206" y="8614"/>
                    <a:pt x="335" y="8614"/>
                  </a:cubicBezTo>
                  <a:cubicBezTo>
                    <a:pt x="409" y="8614"/>
                    <a:pt x="480" y="8578"/>
                    <a:pt x="518" y="8491"/>
                  </a:cubicBezTo>
                  <a:cubicBezTo>
                    <a:pt x="2016" y="5007"/>
                    <a:pt x="5594" y="2708"/>
                    <a:pt x="8679" y="755"/>
                  </a:cubicBezTo>
                  <a:cubicBezTo>
                    <a:pt x="9059" y="514"/>
                    <a:pt x="8832" y="1"/>
                    <a:pt x="84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34"/>
            <p:cNvSpPr/>
            <p:nvPr/>
          </p:nvSpPr>
          <p:spPr>
            <a:xfrm>
              <a:off x="2528200" y="658025"/>
              <a:ext cx="405900" cy="260600"/>
            </a:xfrm>
            <a:custGeom>
              <a:avLst/>
              <a:gdLst/>
              <a:ahLst/>
              <a:cxnLst/>
              <a:rect l="l" t="t" r="r" b="b"/>
              <a:pathLst>
                <a:path w="16236" h="10424" extrusionOk="0">
                  <a:moveTo>
                    <a:pt x="1382" y="2708"/>
                  </a:moveTo>
                  <a:cubicBezTo>
                    <a:pt x="2705" y="4465"/>
                    <a:pt x="4361" y="5818"/>
                    <a:pt x="5564" y="7549"/>
                  </a:cubicBezTo>
                  <a:cubicBezTo>
                    <a:pt x="5049" y="7000"/>
                    <a:pt x="4518" y="6467"/>
                    <a:pt x="3972" y="5947"/>
                  </a:cubicBezTo>
                  <a:cubicBezTo>
                    <a:pt x="3369" y="5370"/>
                    <a:pt x="2751" y="4825"/>
                    <a:pt x="2113" y="4299"/>
                  </a:cubicBezTo>
                  <a:cubicBezTo>
                    <a:pt x="2286" y="4264"/>
                    <a:pt x="2405" y="4031"/>
                    <a:pt x="2251" y="3877"/>
                  </a:cubicBezTo>
                  <a:cubicBezTo>
                    <a:pt x="1869" y="3498"/>
                    <a:pt x="1454" y="3168"/>
                    <a:pt x="1030" y="2840"/>
                  </a:cubicBezTo>
                  <a:lnTo>
                    <a:pt x="1382" y="2708"/>
                  </a:lnTo>
                  <a:close/>
                  <a:moveTo>
                    <a:pt x="9295" y="739"/>
                  </a:moveTo>
                  <a:cubicBezTo>
                    <a:pt x="10900" y="739"/>
                    <a:pt x="11714" y="2042"/>
                    <a:pt x="12738" y="3153"/>
                  </a:cubicBezTo>
                  <a:cubicBezTo>
                    <a:pt x="13607" y="4096"/>
                    <a:pt x="14464" y="5049"/>
                    <a:pt x="15310" y="6013"/>
                  </a:cubicBezTo>
                  <a:cubicBezTo>
                    <a:pt x="13936" y="6363"/>
                    <a:pt x="12589" y="6790"/>
                    <a:pt x="11275" y="7331"/>
                  </a:cubicBezTo>
                  <a:cubicBezTo>
                    <a:pt x="10703" y="7567"/>
                    <a:pt x="10139" y="7820"/>
                    <a:pt x="9583" y="8091"/>
                  </a:cubicBezTo>
                  <a:cubicBezTo>
                    <a:pt x="9104" y="8323"/>
                    <a:pt x="7997" y="9216"/>
                    <a:pt x="7494" y="9216"/>
                  </a:cubicBezTo>
                  <a:cubicBezTo>
                    <a:pt x="7280" y="9214"/>
                    <a:pt x="7087" y="9143"/>
                    <a:pt x="6911" y="9028"/>
                  </a:cubicBezTo>
                  <a:cubicBezTo>
                    <a:pt x="5976" y="6497"/>
                    <a:pt x="3660" y="4237"/>
                    <a:pt x="1564" y="2642"/>
                  </a:cubicBezTo>
                  <a:cubicBezTo>
                    <a:pt x="3992" y="1737"/>
                    <a:pt x="6804" y="749"/>
                    <a:pt x="9284" y="739"/>
                  </a:cubicBezTo>
                  <a:cubicBezTo>
                    <a:pt x="9288" y="739"/>
                    <a:pt x="9291" y="739"/>
                    <a:pt x="9295" y="739"/>
                  </a:cubicBezTo>
                  <a:close/>
                  <a:moveTo>
                    <a:pt x="9522" y="0"/>
                  </a:moveTo>
                  <a:cubicBezTo>
                    <a:pt x="8353" y="0"/>
                    <a:pt x="6970" y="475"/>
                    <a:pt x="5977" y="700"/>
                  </a:cubicBezTo>
                  <a:cubicBezTo>
                    <a:pt x="4041" y="1140"/>
                    <a:pt x="2155" y="1729"/>
                    <a:pt x="300" y="2432"/>
                  </a:cubicBezTo>
                  <a:cubicBezTo>
                    <a:pt x="25" y="2536"/>
                    <a:pt x="1" y="2846"/>
                    <a:pt x="223" y="3018"/>
                  </a:cubicBezTo>
                  <a:cubicBezTo>
                    <a:pt x="702" y="3388"/>
                    <a:pt x="1169" y="3763"/>
                    <a:pt x="1673" y="4093"/>
                  </a:cubicBezTo>
                  <a:cubicBezTo>
                    <a:pt x="3491" y="5760"/>
                    <a:pt x="5144" y="7550"/>
                    <a:pt x="6623" y="9541"/>
                  </a:cubicBezTo>
                  <a:cubicBezTo>
                    <a:pt x="6713" y="9781"/>
                    <a:pt x="6797" y="10028"/>
                    <a:pt x="6867" y="10287"/>
                  </a:cubicBezTo>
                  <a:cubicBezTo>
                    <a:pt x="6892" y="10382"/>
                    <a:pt x="6963" y="10423"/>
                    <a:pt x="7035" y="10423"/>
                  </a:cubicBezTo>
                  <a:cubicBezTo>
                    <a:pt x="7146" y="10423"/>
                    <a:pt x="7261" y="10329"/>
                    <a:pt x="7234" y="10186"/>
                  </a:cubicBezTo>
                  <a:cubicBezTo>
                    <a:pt x="7224" y="10130"/>
                    <a:pt x="7207" y="10076"/>
                    <a:pt x="7196" y="10021"/>
                  </a:cubicBezTo>
                  <a:cubicBezTo>
                    <a:pt x="7219" y="10016"/>
                    <a:pt x="7243" y="10009"/>
                    <a:pt x="7264" y="9998"/>
                  </a:cubicBezTo>
                  <a:cubicBezTo>
                    <a:pt x="9998" y="8390"/>
                    <a:pt x="12869" y="7216"/>
                    <a:pt x="15954" y="6481"/>
                  </a:cubicBezTo>
                  <a:cubicBezTo>
                    <a:pt x="16193" y="6424"/>
                    <a:pt x="16235" y="6133"/>
                    <a:pt x="16091" y="5967"/>
                  </a:cubicBezTo>
                  <a:cubicBezTo>
                    <a:pt x="14926" y="4637"/>
                    <a:pt x="13744" y="3322"/>
                    <a:pt x="12545" y="2023"/>
                  </a:cubicBezTo>
                  <a:cubicBezTo>
                    <a:pt x="11928" y="1357"/>
                    <a:pt x="11266" y="350"/>
                    <a:pt x="10341" y="98"/>
                  </a:cubicBezTo>
                  <a:cubicBezTo>
                    <a:pt x="10087" y="29"/>
                    <a:pt x="9811" y="0"/>
                    <a:pt x="95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34"/>
            <p:cNvSpPr/>
            <p:nvPr/>
          </p:nvSpPr>
          <p:spPr>
            <a:xfrm>
              <a:off x="2739725" y="878000"/>
              <a:ext cx="265375" cy="114400"/>
            </a:xfrm>
            <a:custGeom>
              <a:avLst/>
              <a:gdLst/>
              <a:ahLst/>
              <a:cxnLst/>
              <a:rect l="l" t="t" r="r" b="b"/>
              <a:pathLst>
                <a:path w="10615" h="4576" extrusionOk="0">
                  <a:moveTo>
                    <a:pt x="8807" y="0"/>
                  </a:moveTo>
                  <a:cubicBezTo>
                    <a:pt x="5620" y="0"/>
                    <a:pt x="1581" y="1966"/>
                    <a:pt x="54" y="4386"/>
                  </a:cubicBezTo>
                  <a:cubicBezTo>
                    <a:pt x="1" y="4471"/>
                    <a:pt x="79" y="4576"/>
                    <a:pt x="166" y="4576"/>
                  </a:cubicBezTo>
                  <a:cubicBezTo>
                    <a:pt x="186" y="4576"/>
                    <a:pt x="207" y="4570"/>
                    <a:pt x="226" y="4558"/>
                  </a:cubicBezTo>
                  <a:cubicBezTo>
                    <a:pt x="1875" y="3508"/>
                    <a:pt x="3258" y="2278"/>
                    <a:pt x="5131" y="1591"/>
                  </a:cubicBezTo>
                  <a:cubicBezTo>
                    <a:pt x="6861" y="957"/>
                    <a:pt x="8587" y="1026"/>
                    <a:pt x="10351" y="694"/>
                  </a:cubicBezTo>
                  <a:cubicBezTo>
                    <a:pt x="10615" y="644"/>
                    <a:pt x="10595" y="242"/>
                    <a:pt x="10351" y="180"/>
                  </a:cubicBezTo>
                  <a:cubicBezTo>
                    <a:pt x="9872" y="58"/>
                    <a:pt x="9352" y="0"/>
                    <a:pt x="88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34"/>
            <p:cNvSpPr/>
            <p:nvPr/>
          </p:nvSpPr>
          <p:spPr>
            <a:xfrm>
              <a:off x="2783475" y="946275"/>
              <a:ext cx="254775" cy="113000"/>
            </a:xfrm>
            <a:custGeom>
              <a:avLst/>
              <a:gdLst/>
              <a:ahLst/>
              <a:cxnLst/>
              <a:rect l="l" t="t" r="r" b="b"/>
              <a:pathLst>
                <a:path w="10191" h="4520" extrusionOk="0">
                  <a:moveTo>
                    <a:pt x="9024" y="1"/>
                  </a:moveTo>
                  <a:cubicBezTo>
                    <a:pt x="7296" y="1"/>
                    <a:pt x="5453" y="625"/>
                    <a:pt x="3919" y="1282"/>
                  </a:cubicBezTo>
                  <a:cubicBezTo>
                    <a:pt x="2789" y="1765"/>
                    <a:pt x="261" y="2658"/>
                    <a:pt x="23" y="4060"/>
                  </a:cubicBezTo>
                  <a:cubicBezTo>
                    <a:pt x="1" y="4188"/>
                    <a:pt x="41" y="4285"/>
                    <a:pt x="145" y="4359"/>
                  </a:cubicBezTo>
                  <a:lnTo>
                    <a:pt x="328" y="4490"/>
                  </a:lnTo>
                  <a:cubicBezTo>
                    <a:pt x="356" y="4510"/>
                    <a:pt x="386" y="4519"/>
                    <a:pt x="416" y="4519"/>
                  </a:cubicBezTo>
                  <a:cubicBezTo>
                    <a:pt x="528" y="4519"/>
                    <a:pt x="634" y="4397"/>
                    <a:pt x="599" y="4281"/>
                  </a:cubicBezTo>
                  <a:cubicBezTo>
                    <a:pt x="310" y="3333"/>
                    <a:pt x="4773" y="1735"/>
                    <a:pt x="5289" y="1569"/>
                  </a:cubicBezTo>
                  <a:cubicBezTo>
                    <a:pt x="6773" y="1093"/>
                    <a:pt x="8295" y="1027"/>
                    <a:pt x="9799" y="688"/>
                  </a:cubicBezTo>
                  <a:cubicBezTo>
                    <a:pt x="10190" y="600"/>
                    <a:pt x="10059" y="73"/>
                    <a:pt x="9711" y="36"/>
                  </a:cubicBezTo>
                  <a:cubicBezTo>
                    <a:pt x="9485" y="12"/>
                    <a:pt x="9255" y="1"/>
                    <a:pt x="902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34"/>
            <p:cNvSpPr/>
            <p:nvPr/>
          </p:nvSpPr>
          <p:spPr>
            <a:xfrm>
              <a:off x="2839925" y="1007825"/>
              <a:ext cx="259925" cy="117700"/>
            </a:xfrm>
            <a:custGeom>
              <a:avLst/>
              <a:gdLst/>
              <a:ahLst/>
              <a:cxnLst/>
              <a:rect l="l" t="t" r="r" b="b"/>
              <a:pathLst>
                <a:path w="10397" h="4708" extrusionOk="0">
                  <a:moveTo>
                    <a:pt x="9045" y="1"/>
                  </a:moveTo>
                  <a:cubicBezTo>
                    <a:pt x="5729" y="1"/>
                    <a:pt x="2019" y="2104"/>
                    <a:pt x="58" y="4551"/>
                  </a:cubicBezTo>
                  <a:cubicBezTo>
                    <a:pt x="0" y="4623"/>
                    <a:pt x="54" y="4707"/>
                    <a:pt x="124" y="4707"/>
                  </a:cubicBezTo>
                  <a:cubicBezTo>
                    <a:pt x="145" y="4707"/>
                    <a:pt x="167" y="4700"/>
                    <a:pt x="188" y="4683"/>
                  </a:cubicBezTo>
                  <a:cubicBezTo>
                    <a:pt x="1738" y="3418"/>
                    <a:pt x="3324" y="2289"/>
                    <a:pt x="5224" y="1613"/>
                  </a:cubicBezTo>
                  <a:cubicBezTo>
                    <a:pt x="6821" y="1047"/>
                    <a:pt x="8433" y="1014"/>
                    <a:pt x="10074" y="712"/>
                  </a:cubicBezTo>
                  <a:cubicBezTo>
                    <a:pt x="10385" y="655"/>
                    <a:pt x="10396" y="120"/>
                    <a:pt x="10074" y="73"/>
                  </a:cubicBezTo>
                  <a:cubicBezTo>
                    <a:pt x="9737" y="24"/>
                    <a:pt x="9393" y="1"/>
                    <a:pt x="90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31102B4A-F79A-4283-81D9-8616AEF47326}"/>
              </a:ext>
            </a:extLst>
          </p:cNvPr>
          <p:cNvSpPr txBox="1"/>
          <p:nvPr/>
        </p:nvSpPr>
        <p:spPr>
          <a:xfrm>
            <a:off x="3861118" y="1205579"/>
            <a:ext cx="20712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200" b="1" dirty="0"/>
              <a:t>Let’s try deleting 1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A4B1028-41F1-4DE0-A187-07ED2E804D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1961" y="1606378"/>
            <a:ext cx="2872181" cy="2619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855920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4"/>
          <p:cNvSpPr txBox="1">
            <a:spLocks noGrp="1"/>
          </p:cNvSpPr>
          <p:nvPr>
            <p:ph type="title"/>
          </p:nvPr>
        </p:nvSpPr>
        <p:spPr>
          <a:xfrm>
            <a:off x="1307759" y="947437"/>
            <a:ext cx="2939511" cy="4372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u="sng" dirty="0"/>
              <a:t>Removal</a:t>
            </a:r>
          </a:p>
        </p:txBody>
      </p:sp>
      <p:sp>
        <p:nvSpPr>
          <p:cNvPr id="234" name="Google Shape;234;p34"/>
          <p:cNvSpPr txBox="1">
            <a:spLocks noGrp="1"/>
          </p:cNvSpPr>
          <p:nvPr>
            <p:ph type="subTitle" idx="1"/>
          </p:nvPr>
        </p:nvSpPr>
        <p:spPr>
          <a:xfrm>
            <a:off x="1307759" y="531752"/>
            <a:ext cx="3439500" cy="53514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Heaps	</a:t>
            </a:r>
          </a:p>
        </p:txBody>
      </p:sp>
      <p:pic>
        <p:nvPicPr>
          <p:cNvPr id="235" name="Google Shape;235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695460">
            <a:off x="7765338" y="3361772"/>
            <a:ext cx="1241024" cy="1610463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grpSp>
        <p:nvGrpSpPr>
          <p:cNvPr id="236" name="Google Shape;236;p34"/>
          <p:cNvGrpSpPr/>
          <p:nvPr/>
        </p:nvGrpSpPr>
        <p:grpSpPr>
          <a:xfrm rot="790859">
            <a:off x="7973758" y="3964891"/>
            <a:ext cx="824184" cy="712067"/>
            <a:chOff x="2341425" y="238100"/>
            <a:chExt cx="1328900" cy="1148125"/>
          </a:xfrm>
        </p:grpSpPr>
        <p:sp>
          <p:nvSpPr>
            <p:cNvPr id="237" name="Google Shape;237;p34"/>
            <p:cNvSpPr/>
            <p:nvPr/>
          </p:nvSpPr>
          <p:spPr>
            <a:xfrm>
              <a:off x="2341425" y="238100"/>
              <a:ext cx="1328900" cy="1148125"/>
            </a:xfrm>
            <a:custGeom>
              <a:avLst/>
              <a:gdLst/>
              <a:ahLst/>
              <a:cxnLst/>
              <a:rect l="l" t="t" r="r" b="b"/>
              <a:pathLst>
                <a:path w="53156" h="45925" extrusionOk="0">
                  <a:moveTo>
                    <a:pt x="49853" y="24103"/>
                  </a:moveTo>
                  <a:cubicBezTo>
                    <a:pt x="50212" y="24609"/>
                    <a:pt x="50681" y="25003"/>
                    <a:pt x="51172" y="25380"/>
                  </a:cubicBezTo>
                  <a:cubicBezTo>
                    <a:pt x="48199" y="26540"/>
                    <a:pt x="45438" y="28144"/>
                    <a:pt x="42987" y="30206"/>
                  </a:cubicBezTo>
                  <a:cubicBezTo>
                    <a:pt x="41727" y="31264"/>
                    <a:pt x="40396" y="32510"/>
                    <a:pt x="39238" y="33887"/>
                  </a:cubicBezTo>
                  <a:cubicBezTo>
                    <a:pt x="39347" y="33688"/>
                    <a:pt x="39460" y="33491"/>
                    <a:pt x="39578" y="33301"/>
                  </a:cubicBezTo>
                  <a:cubicBezTo>
                    <a:pt x="40490" y="31831"/>
                    <a:pt x="41539" y="30449"/>
                    <a:pt x="42711" y="29176"/>
                  </a:cubicBezTo>
                  <a:cubicBezTo>
                    <a:pt x="44775" y="26932"/>
                    <a:pt x="47091" y="25229"/>
                    <a:pt x="49853" y="24103"/>
                  </a:cubicBezTo>
                  <a:close/>
                  <a:moveTo>
                    <a:pt x="35117" y="1053"/>
                  </a:moveTo>
                  <a:lnTo>
                    <a:pt x="35117" y="1053"/>
                  </a:lnTo>
                  <a:cubicBezTo>
                    <a:pt x="36710" y="1715"/>
                    <a:pt x="38294" y="4814"/>
                    <a:pt x="38992" y="5799"/>
                  </a:cubicBezTo>
                  <a:cubicBezTo>
                    <a:pt x="40312" y="7660"/>
                    <a:pt x="41633" y="9523"/>
                    <a:pt x="42954" y="11383"/>
                  </a:cubicBezTo>
                  <a:cubicBezTo>
                    <a:pt x="44182" y="13110"/>
                    <a:pt x="45421" y="14827"/>
                    <a:pt x="46633" y="16564"/>
                  </a:cubicBezTo>
                  <a:cubicBezTo>
                    <a:pt x="46650" y="16588"/>
                    <a:pt x="46667" y="16613"/>
                    <a:pt x="46685" y="16638"/>
                  </a:cubicBezTo>
                  <a:cubicBezTo>
                    <a:pt x="47623" y="18397"/>
                    <a:pt x="48600" y="20134"/>
                    <a:pt x="49618" y="21849"/>
                  </a:cubicBezTo>
                  <a:cubicBezTo>
                    <a:pt x="48693" y="22281"/>
                    <a:pt x="47744" y="23007"/>
                    <a:pt x="47214" y="23343"/>
                  </a:cubicBezTo>
                  <a:cubicBezTo>
                    <a:pt x="45320" y="24544"/>
                    <a:pt x="43587" y="25982"/>
                    <a:pt x="42057" y="27622"/>
                  </a:cubicBezTo>
                  <a:cubicBezTo>
                    <a:pt x="40592" y="29191"/>
                    <a:pt x="39304" y="30938"/>
                    <a:pt x="38281" y="32827"/>
                  </a:cubicBezTo>
                  <a:cubicBezTo>
                    <a:pt x="37877" y="33573"/>
                    <a:pt x="37271" y="34533"/>
                    <a:pt x="36981" y="35496"/>
                  </a:cubicBezTo>
                  <a:cubicBezTo>
                    <a:pt x="36328" y="34434"/>
                    <a:pt x="35635" y="33395"/>
                    <a:pt x="34953" y="32353"/>
                  </a:cubicBezTo>
                  <a:cubicBezTo>
                    <a:pt x="33450" y="30055"/>
                    <a:pt x="31915" y="27777"/>
                    <a:pt x="30347" y="25524"/>
                  </a:cubicBezTo>
                  <a:cubicBezTo>
                    <a:pt x="28841" y="23359"/>
                    <a:pt x="27306" y="21217"/>
                    <a:pt x="25741" y="19095"/>
                  </a:cubicBezTo>
                  <a:cubicBezTo>
                    <a:pt x="24508" y="17421"/>
                    <a:pt x="23256" y="15382"/>
                    <a:pt x="21757" y="13843"/>
                  </a:cubicBezTo>
                  <a:cubicBezTo>
                    <a:pt x="22758" y="10753"/>
                    <a:pt x="24747" y="8361"/>
                    <a:pt x="26903" y="5992"/>
                  </a:cubicBezTo>
                  <a:cubicBezTo>
                    <a:pt x="27357" y="5493"/>
                    <a:pt x="27826" y="4981"/>
                    <a:pt x="28315" y="4481"/>
                  </a:cubicBezTo>
                  <a:cubicBezTo>
                    <a:pt x="29626" y="3498"/>
                    <a:pt x="31045" y="2668"/>
                    <a:pt x="32551" y="2018"/>
                  </a:cubicBezTo>
                  <a:cubicBezTo>
                    <a:pt x="33121" y="1772"/>
                    <a:pt x="33780" y="1496"/>
                    <a:pt x="34476" y="1255"/>
                  </a:cubicBezTo>
                  <a:cubicBezTo>
                    <a:pt x="34702" y="1206"/>
                    <a:pt x="34932" y="1166"/>
                    <a:pt x="35161" y="1125"/>
                  </a:cubicBezTo>
                  <a:cubicBezTo>
                    <a:pt x="35147" y="1101"/>
                    <a:pt x="35132" y="1076"/>
                    <a:pt x="35117" y="1053"/>
                  </a:cubicBezTo>
                  <a:close/>
                  <a:moveTo>
                    <a:pt x="49886" y="22296"/>
                  </a:moveTo>
                  <a:cubicBezTo>
                    <a:pt x="50069" y="22601"/>
                    <a:pt x="50253" y="22905"/>
                    <a:pt x="50437" y="23208"/>
                  </a:cubicBezTo>
                  <a:cubicBezTo>
                    <a:pt x="50328" y="23239"/>
                    <a:pt x="50219" y="23270"/>
                    <a:pt x="50110" y="23305"/>
                  </a:cubicBezTo>
                  <a:cubicBezTo>
                    <a:pt x="50098" y="23304"/>
                    <a:pt x="50086" y="23303"/>
                    <a:pt x="50074" y="23303"/>
                  </a:cubicBezTo>
                  <a:cubicBezTo>
                    <a:pt x="49989" y="23303"/>
                    <a:pt x="49905" y="23334"/>
                    <a:pt x="49839" y="23390"/>
                  </a:cubicBezTo>
                  <a:cubicBezTo>
                    <a:pt x="46983" y="24343"/>
                    <a:pt x="44499" y="26352"/>
                    <a:pt x="42469" y="28520"/>
                  </a:cubicBezTo>
                  <a:cubicBezTo>
                    <a:pt x="40592" y="30525"/>
                    <a:pt x="38254" y="33305"/>
                    <a:pt x="37357" y="36095"/>
                  </a:cubicBezTo>
                  <a:cubicBezTo>
                    <a:pt x="37306" y="36011"/>
                    <a:pt x="37249" y="35923"/>
                    <a:pt x="37190" y="35830"/>
                  </a:cubicBezTo>
                  <a:cubicBezTo>
                    <a:pt x="37565" y="34416"/>
                    <a:pt x="38696" y="32821"/>
                    <a:pt x="39296" y="31878"/>
                  </a:cubicBezTo>
                  <a:cubicBezTo>
                    <a:pt x="40239" y="30393"/>
                    <a:pt x="41330" y="29005"/>
                    <a:pt x="42550" y="27739"/>
                  </a:cubicBezTo>
                  <a:cubicBezTo>
                    <a:pt x="43708" y="26537"/>
                    <a:pt x="44980" y="25451"/>
                    <a:pt x="46348" y="24494"/>
                  </a:cubicBezTo>
                  <a:cubicBezTo>
                    <a:pt x="47234" y="23875"/>
                    <a:pt x="48600" y="22828"/>
                    <a:pt x="49886" y="22296"/>
                  </a:cubicBezTo>
                  <a:close/>
                  <a:moveTo>
                    <a:pt x="20475" y="13918"/>
                  </a:moveTo>
                  <a:cubicBezTo>
                    <a:pt x="20720" y="13985"/>
                    <a:pt x="20968" y="14054"/>
                    <a:pt x="21218" y="14127"/>
                  </a:cubicBezTo>
                  <a:lnTo>
                    <a:pt x="21219" y="14127"/>
                  </a:lnTo>
                  <a:cubicBezTo>
                    <a:pt x="22265" y="15897"/>
                    <a:pt x="23782" y="17534"/>
                    <a:pt x="24979" y="19160"/>
                  </a:cubicBezTo>
                  <a:cubicBezTo>
                    <a:pt x="26409" y="21107"/>
                    <a:pt x="27816" y="23071"/>
                    <a:pt x="29199" y="25052"/>
                  </a:cubicBezTo>
                  <a:cubicBezTo>
                    <a:pt x="30581" y="27035"/>
                    <a:pt x="31937" y="29034"/>
                    <a:pt x="33269" y="31050"/>
                  </a:cubicBezTo>
                  <a:cubicBezTo>
                    <a:pt x="33874" y="31967"/>
                    <a:pt x="34473" y="32886"/>
                    <a:pt x="35069" y="33809"/>
                  </a:cubicBezTo>
                  <a:cubicBezTo>
                    <a:pt x="35425" y="34364"/>
                    <a:pt x="35780" y="34920"/>
                    <a:pt x="36133" y="35475"/>
                  </a:cubicBezTo>
                  <a:lnTo>
                    <a:pt x="36486" y="36032"/>
                  </a:lnTo>
                  <a:cubicBezTo>
                    <a:pt x="36496" y="36074"/>
                    <a:pt x="36508" y="36115"/>
                    <a:pt x="36522" y="36155"/>
                  </a:cubicBezTo>
                  <a:cubicBezTo>
                    <a:pt x="33879" y="32306"/>
                    <a:pt x="31050" y="28568"/>
                    <a:pt x="28325" y="24779"/>
                  </a:cubicBezTo>
                  <a:cubicBezTo>
                    <a:pt x="25722" y="21160"/>
                    <a:pt x="23203" y="17449"/>
                    <a:pt x="20475" y="13918"/>
                  </a:cubicBezTo>
                  <a:close/>
                  <a:moveTo>
                    <a:pt x="37953" y="37630"/>
                  </a:moveTo>
                  <a:cubicBezTo>
                    <a:pt x="37851" y="37834"/>
                    <a:pt x="37753" y="38038"/>
                    <a:pt x="37661" y="38245"/>
                  </a:cubicBezTo>
                  <a:cubicBezTo>
                    <a:pt x="37630" y="38236"/>
                    <a:pt x="37597" y="38231"/>
                    <a:pt x="37565" y="38231"/>
                  </a:cubicBezTo>
                  <a:cubicBezTo>
                    <a:pt x="37533" y="38231"/>
                    <a:pt x="37500" y="38236"/>
                    <a:pt x="37470" y="38245"/>
                  </a:cubicBezTo>
                  <a:cubicBezTo>
                    <a:pt x="37633" y="38041"/>
                    <a:pt x="37793" y="37835"/>
                    <a:pt x="37953" y="37630"/>
                  </a:cubicBezTo>
                  <a:close/>
                  <a:moveTo>
                    <a:pt x="36509" y="38717"/>
                  </a:moveTo>
                  <a:cubicBezTo>
                    <a:pt x="36518" y="38717"/>
                    <a:pt x="36527" y="38717"/>
                    <a:pt x="36536" y="38717"/>
                  </a:cubicBezTo>
                  <a:cubicBezTo>
                    <a:pt x="36609" y="38809"/>
                    <a:pt x="36720" y="38864"/>
                    <a:pt x="36837" y="38865"/>
                  </a:cubicBezTo>
                  <a:cubicBezTo>
                    <a:pt x="36596" y="38971"/>
                    <a:pt x="36282" y="39011"/>
                    <a:pt x="35935" y="39011"/>
                  </a:cubicBezTo>
                  <a:cubicBezTo>
                    <a:pt x="35451" y="39011"/>
                    <a:pt x="34904" y="38934"/>
                    <a:pt x="34409" y="38856"/>
                  </a:cubicBezTo>
                  <a:cubicBezTo>
                    <a:pt x="35105" y="38764"/>
                    <a:pt x="35807" y="38717"/>
                    <a:pt x="36509" y="38717"/>
                  </a:cubicBezTo>
                  <a:close/>
                  <a:moveTo>
                    <a:pt x="15183" y="13113"/>
                  </a:moveTo>
                  <a:cubicBezTo>
                    <a:pt x="16769" y="13113"/>
                    <a:pt x="18319" y="13366"/>
                    <a:pt x="19934" y="13775"/>
                  </a:cubicBezTo>
                  <a:cubicBezTo>
                    <a:pt x="22531" y="17699"/>
                    <a:pt x="25404" y="21460"/>
                    <a:pt x="28149" y="25276"/>
                  </a:cubicBezTo>
                  <a:cubicBezTo>
                    <a:pt x="30879" y="29073"/>
                    <a:pt x="33528" y="32953"/>
                    <a:pt x="36351" y="36684"/>
                  </a:cubicBezTo>
                  <a:cubicBezTo>
                    <a:pt x="34542" y="35843"/>
                    <a:pt x="32568" y="35460"/>
                    <a:pt x="30570" y="35460"/>
                  </a:cubicBezTo>
                  <a:cubicBezTo>
                    <a:pt x="26406" y="35460"/>
                    <a:pt x="22142" y="37123"/>
                    <a:pt x="19074" y="39757"/>
                  </a:cubicBezTo>
                  <a:cubicBezTo>
                    <a:pt x="13793" y="32214"/>
                    <a:pt x="8154" y="24943"/>
                    <a:pt x="2157" y="17945"/>
                  </a:cubicBezTo>
                  <a:lnTo>
                    <a:pt x="2159" y="17945"/>
                  </a:lnTo>
                  <a:cubicBezTo>
                    <a:pt x="5055" y="16227"/>
                    <a:pt x="8015" y="14530"/>
                    <a:pt x="11283" y="13642"/>
                  </a:cubicBezTo>
                  <a:cubicBezTo>
                    <a:pt x="12638" y="13273"/>
                    <a:pt x="13922" y="13113"/>
                    <a:pt x="15183" y="13113"/>
                  </a:cubicBezTo>
                  <a:close/>
                  <a:moveTo>
                    <a:pt x="2578" y="20435"/>
                  </a:moveTo>
                  <a:cubicBezTo>
                    <a:pt x="8168" y="27062"/>
                    <a:pt x="13443" y="33937"/>
                    <a:pt x="18402" y="41058"/>
                  </a:cubicBezTo>
                  <a:cubicBezTo>
                    <a:pt x="18543" y="41262"/>
                    <a:pt x="18758" y="41377"/>
                    <a:pt x="18977" y="41377"/>
                  </a:cubicBezTo>
                  <a:cubicBezTo>
                    <a:pt x="19133" y="41377"/>
                    <a:pt x="19292" y="41318"/>
                    <a:pt x="19427" y="41190"/>
                  </a:cubicBezTo>
                  <a:cubicBezTo>
                    <a:pt x="21632" y="39103"/>
                    <a:pt x="24333" y="37693"/>
                    <a:pt x="27314" y="37090"/>
                  </a:cubicBezTo>
                  <a:cubicBezTo>
                    <a:pt x="28284" y="36894"/>
                    <a:pt x="29226" y="36809"/>
                    <a:pt x="30154" y="36809"/>
                  </a:cubicBezTo>
                  <a:cubicBezTo>
                    <a:pt x="30890" y="36809"/>
                    <a:pt x="31618" y="36863"/>
                    <a:pt x="32345" y="36959"/>
                  </a:cubicBezTo>
                  <a:cubicBezTo>
                    <a:pt x="32139" y="36996"/>
                    <a:pt x="31934" y="37038"/>
                    <a:pt x="31726" y="37085"/>
                  </a:cubicBezTo>
                  <a:cubicBezTo>
                    <a:pt x="29702" y="37535"/>
                    <a:pt x="27672" y="38191"/>
                    <a:pt x="25741" y="38939"/>
                  </a:cubicBezTo>
                  <a:cubicBezTo>
                    <a:pt x="24060" y="39590"/>
                    <a:pt x="22425" y="40379"/>
                    <a:pt x="20975" y="41459"/>
                  </a:cubicBezTo>
                  <a:cubicBezTo>
                    <a:pt x="20335" y="41934"/>
                    <a:pt x="18892" y="42836"/>
                    <a:pt x="18616" y="43758"/>
                  </a:cubicBezTo>
                  <a:cubicBezTo>
                    <a:pt x="15797" y="39642"/>
                    <a:pt x="12269" y="35871"/>
                    <a:pt x="9131" y="31993"/>
                  </a:cubicBezTo>
                  <a:cubicBezTo>
                    <a:pt x="7537" y="30022"/>
                    <a:pt x="5941" y="28055"/>
                    <a:pt x="4343" y="26088"/>
                  </a:cubicBezTo>
                  <a:cubicBezTo>
                    <a:pt x="3509" y="25063"/>
                    <a:pt x="2360" y="24025"/>
                    <a:pt x="1726" y="22872"/>
                  </a:cubicBezTo>
                  <a:lnTo>
                    <a:pt x="1290" y="22336"/>
                  </a:lnTo>
                  <a:cubicBezTo>
                    <a:pt x="1365" y="21812"/>
                    <a:pt x="1612" y="21399"/>
                    <a:pt x="2027" y="21097"/>
                  </a:cubicBezTo>
                  <a:cubicBezTo>
                    <a:pt x="2191" y="20870"/>
                    <a:pt x="2390" y="20654"/>
                    <a:pt x="2578" y="20435"/>
                  </a:cubicBezTo>
                  <a:close/>
                  <a:moveTo>
                    <a:pt x="34214" y="37438"/>
                  </a:moveTo>
                  <a:cubicBezTo>
                    <a:pt x="34480" y="37438"/>
                    <a:pt x="34745" y="37450"/>
                    <a:pt x="35009" y="37476"/>
                  </a:cubicBezTo>
                  <a:cubicBezTo>
                    <a:pt x="35056" y="37488"/>
                    <a:pt x="35104" y="37502"/>
                    <a:pt x="35153" y="37514"/>
                  </a:cubicBezTo>
                  <a:cubicBezTo>
                    <a:pt x="32341" y="37733"/>
                    <a:pt x="29659" y="38637"/>
                    <a:pt x="27141" y="39965"/>
                  </a:cubicBezTo>
                  <a:cubicBezTo>
                    <a:pt x="25564" y="40797"/>
                    <a:pt x="24060" y="41771"/>
                    <a:pt x="22625" y="42823"/>
                  </a:cubicBezTo>
                  <a:cubicBezTo>
                    <a:pt x="22053" y="43241"/>
                    <a:pt x="21266" y="44080"/>
                    <a:pt x="20621" y="44360"/>
                  </a:cubicBezTo>
                  <a:cubicBezTo>
                    <a:pt x="20405" y="44454"/>
                    <a:pt x="20198" y="44493"/>
                    <a:pt x="19997" y="44493"/>
                  </a:cubicBezTo>
                  <a:cubicBezTo>
                    <a:pt x="19802" y="44493"/>
                    <a:pt x="19613" y="44456"/>
                    <a:pt x="19427" y="44400"/>
                  </a:cubicBezTo>
                  <a:cubicBezTo>
                    <a:pt x="19434" y="44391"/>
                    <a:pt x="19440" y="44386"/>
                    <a:pt x="19448" y="44377"/>
                  </a:cubicBezTo>
                  <a:cubicBezTo>
                    <a:pt x="19593" y="44198"/>
                    <a:pt x="19599" y="43995"/>
                    <a:pt x="19448" y="43814"/>
                  </a:cubicBezTo>
                  <a:lnTo>
                    <a:pt x="19430" y="43792"/>
                  </a:lnTo>
                  <a:cubicBezTo>
                    <a:pt x="19697" y="43721"/>
                    <a:pt x="19911" y="43553"/>
                    <a:pt x="20074" y="43287"/>
                  </a:cubicBezTo>
                  <a:cubicBezTo>
                    <a:pt x="20320" y="43038"/>
                    <a:pt x="20576" y="42801"/>
                    <a:pt x="20843" y="42573"/>
                  </a:cubicBezTo>
                  <a:cubicBezTo>
                    <a:pt x="21485" y="42027"/>
                    <a:pt x="22180" y="41552"/>
                    <a:pt x="22907" y="41126"/>
                  </a:cubicBezTo>
                  <a:cubicBezTo>
                    <a:pt x="24188" y="40374"/>
                    <a:pt x="25559" y="39793"/>
                    <a:pt x="26955" y="39291"/>
                  </a:cubicBezTo>
                  <a:cubicBezTo>
                    <a:pt x="29199" y="38484"/>
                    <a:pt x="31750" y="37438"/>
                    <a:pt x="34214" y="37438"/>
                  </a:cubicBezTo>
                  <a:close/>
                  <a:moveTo>
                    <a:pt x="34842" y="0"/>
                  </a:moveTo>
                  <a:cubicBezTo>
                    <a:pt x="34343" y="0"/>
                    <a:pt x="33867" y="188"/>
                    <a:pt x="33507" y="630"/>
                  </a:cubicBezTo>
                  <a:cubicBezTo>
                    <a:pt x="31447" y="1151"/>
                    <a:pt x="29512" y="2015"/>
                    <a:pt x="27862" y="3526"/>
                  </a:cubicBezTo>
                  <a:cubicBezTo>
                    <a:pt x="27217" y="4115"/>
                    <a:pt x="26496" y="4800"/>
                    <a:pt x="25773" y="5555"/>
                  </a:cubicBezTo>
                  <a:cubicBezTo>
                    <a:pt x="23620" y="7604"/>
                    <a:pt x="21769" y="10148"/>
                    <a:pt x="20875" y="12916"/>
                  </a:cubicBezTo>
                  <a:cubicBezTo>
                    <a:pt x="19359" y="12052"/>
                    <a:pt x="17538" y="11727"/>
                    <a:pt x="15721" y="11727"/>
                  </a:cubicBezTo>
                  <a:cubicBezTo>
                    <a:pt x="14356" y="11727"/>
                    <a:pt x="12994" y="11911"/>
                    <a:pt x="11766" y="12185"/>
                  </a:cubicBezTo>
                  <a:cubicBezTo>
                    <a:pt x="7819" y="13067"/>
                    <a:pt x="4277" y="15176"/>
                    <a:pt x="838" y="17217"/>
                  </a:cubicBezTo>
                  <a:cubicBezTo>
                    <a:pt x="458" y="17444"/>
                    <a:pt x="436" y="17923"/>
                    <a:pt x="707" y="18237"/>
                  </a:cubicBezTo>
                  <a:cubicBezTo>
                    <a:pt x="1244" y="18859"/>
                    <a:pt x="1774" y="19488"/>
                    <a:pt x="2305" y="20116"/>
                  </a:cubicBezTo>
                  <a:cubicBezTo>
                    <a:pt x="1441" y="20484"/>
                    <a:pt x="862" y="21064"/>
                    <a:pt x="197" y="21811"/>
                  </a:cubicBezTo>
                  <a:cubicBezTo>
                    <a:pt x="77" y="21947"/>
                    <a:pt x="0" y="22200"/>
                    <a:pt x="127" y="22363"/>
                  </a:cubicBezTo>
                  <a:cubicBezTo>
                    <a:pt x="2951" y="26054"/>
                    <a:pt x="5928" y="29634"/>
                    <a:pt x="8843" y="33254"/>
                  </a:cubicBezTo>
                  <a:cubicBezTo>
                    <a:pt x="11749" y="36861"/>
                    <a:pt x="14485" y="40794"/>
                    <a:pt x="17652" y="44182"/>
                  </a:cubicBezTo>
                  <a:cubicBezTo>
                    <a:pt x="17664" y="44208"/>
                    <a:pt x="17679" y="44232"/>
                    <a:pt x="17699" y="44255"/>
                  </a:cubicBezTo>
                  <a:cubicBezTo>
                    <a:pt x="18282" y="44908"/>
                    <a:pt x="19219" y="45924"/>
                    <a:pt x="20167" y="45924"/>
                  </a:cubicBezTo>
                  <a:cubicBezTo>
                    <a:pt x="20277" y="45924"/>
                    <a:pt x="20387" y="45910"/>
                    <a:pt x="20497" y="45881"/>
                  </a:cubicBezTo>
                  <a:cubicBezTo>
                    <a:pt x="21148" y="45708"/>
                    <a:pt x="21757" y="44978"/>
                    <a:pt x="22286" y="44585"/>
                  </a:cubicBezTo>
                  <a:cubicBezTo>
                    <a:pt x="23162" y="43935"/>
                    <a:pt x="24053" y="43304"/>
                    <a:pt x="24965" y="42705"/>
                  </a:cubicBezTo>
                  <a:cubicBezTo>
                    <a:pt x="27366" y="41130"/>
                    <a:pt x="29934" y="39829"/>
                    <a:pt x="32678" y="39174"/>
                  </a:cubicBezTo>
                  <a:cubicBezTo>
                    <a:pt x="32752" y="39177"/>
                    <a:pt x="32826" y="39174"/>
                    <a:pt x="32900" y="39178"/>
                  </a:cubicBezTo>
                  <a:cubicBezTo>
                    <a:pt x="34054" y="39233"/>
                    <a:pt x="35153" y="39648"/>
                    <a:pt x="36288" y="39715"/>
                  </a:cubicBezTo>
                  <a:cubicBezTo>
                    <a:pt x="36337" y="39718"/>
                    <a:pt x="36385" y="39720"/>
                    <a:pt x="36433" y="39720"/>
                  </a:cubicBezTo>
                  <a:cubicBezTo>
                    <a:pt x="37209" y="39720"/>
                    <a:pt x="37750" y="39337"/>
                    <a:pt x="37827" y="38540"/>
                  </a:cubicBezTo>
                  <a:cubicBezTo>
                    <a:pt x="39593" y="36201"/>
                    <a:pt x="41115" y="33792"/>
                    <a:pt x="43273" y="31744"/>
                  </a:cubicBezTo>
                  <a:cubicBezTo>
                    <a:pt x="44449" y="30626"/>
                    <a:pt x="45716" y="29608"/>
                    <a:pt x="47060" y="28698"/>
                  </a:cubicBezTo>
                  <a:cubicBezTo>
                    <a:pt x="47079" y="28686"/>
                    <a:pt x="47099" y="28675"/>
                    <a:pt x="47118" y="28662"/>
                  </a:cubicBezTo>
                  <a:cubicBezTo>
                    <a:pt x="48826" y="27633"/>
                    <a:pt x="50637" y="26785"/>
                    <a:pt x="52524" y="26133"/>
                  </a:cubicBezTo>
                  <a:cubicBezTo>
                    <a:pt x="52902" y="26003"/>
                    <a:pt x="53156" y="25447"/>
                    <a:pt x="52785" y="25145"/>
                  </a:cubicBezTo>
                  <a:cubicBezTo>
                    <a:pt x="52171" y="24648"/>
                    <a:pt x="51613" y="24099"/>
                    <a:pt x="50959" y="23696"/>
                  </a:cubicBezTo>
                  <a:cubicBezTo>
                    <a:pt x="51006" y="23680"/>
                    <a:pt x="51050" y="23660"/>
                    <a:pt x="51097" y="23645"/>
                  </a:cubicBezTo>
                  <a:cubicBezTo>
                    <a:pt x="51251" y="23594"/>
                    <a:pt x="51309" y="23468"/>
                    <a:pt x="51300" y="23347"/>
                  </a:cubicBezTo>
                  <a:cubicBezTo>
                    <a:pt x="51345" y="23292"/>
                    <a:pt x="51376" y="23227"/>
                    <a:pt x="51391" y="23158"/>
                  </a:cubicBezTo>
                  <a:cubicBezTo>
                    <a:pt x="51657" y="23086"/>
                    <a:pt x="51868" y="22805"/>
                    <a:pt x="51676" y="22507"/>
                  </a:cubicBezTo>
                  <a:cubicBezTo>
                    <a:pt x="51561" y="22326"/>
                    <a:pt x="51447" y="22144"/>
                    <a:pt x="51333" y="21962"/>
                  </a:cubicBezTo>
                  <a:cubicBezTo>
                    <a:pt x="51345" y="21962"/>
                    <a:pt x="51359" y="21961"/>
                    <a:pt x="51371" y="21961"/>
                  </a:cubicBezTo>
                  <a:cubicBezTo>
                    <a:pt x="51374" y="21961"/>
                    <a:pt x="51377" y="21961"/>
                    <a:pt x="51379" y="21961"/>
                  </a:cubicBezTo>
                  <a:cubicBezTo>
                    <a:pt x="51539" y="21961"/>
                    <a:pt x="51585" y="21737"/>
                    <a:pt x="51453" y="21658"/>
                  </a:cubicBezTo>
                  <a:cubicBezTo>
                    <a:pt x="51333" y="21585"/>
                    <a:pt x="51198" y="21544"/>
                    <a:pt x="51056" y="21524"/>
                  </a:cubicBezTo>
                  <a:cubicBezTo>
                    <a:pt x="50796" y="21108"/>
                    <a:pt x="50546" y="20689"/>
                    <a:pt x="50290" y="20269"/>
                  </a:cubicBezTo>
                  <a:cubicBezTo>
                    <a:pt x="50030" y="19581"/>
                    <a:pt x="49589" y="18953"/>
                    <a:pt x="49191" y="18312"/>
                  </a:cubicBezTo>
                  <a:cubicBezTo>
                    <a:pt x="48421" y="17077"/>
                    <a:pt x="47572" y="15893"/>
                    <a:pt x="46728" y="14709"/>
                  </a:cubicBezTo>
                  <a:cubicBezTo>
                    <a:pt x="45005" y="12292"/>
                    <a:pt x="43280" y="9876"/>
                    <a:pt x="41551" y="7464"/>
                  </a:cubicBezTo>
                  <a:cubicBezTo>
                    <a:pt x="40019" y="5325"/>
                    <a:pt x="38618" y="2783"/>
                    <a:pt x="36781" y="897"/>
                  </a:cubicBezTo>
                  <a:cubicBezTo>
                    <a:pt x="36255" y="356"/>
                    <a:pt x="35527" y="0"/>
                    <a:pt x="348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34"/>
            <p:cNvSpPr/>
            <p:nvPr/>
          </p:nvSpPr>
          <p:spPr>
            <a:xfrm>
              <a:off x="2990175" y="381350"/>
              <a:ext cx="254450" cy="209600"/>
            </a:xfrm>
            <a:custGeom>
              <a:avLst/>
              <a:gdLst/>
              <a:ahLst/>
              <a:cxnLst/>
              <a:rect l="l" t="t" r="r" b="b"/>
              <a:pathLst>
                <a:path w="10178" h="8384" extrusionOk="0">
                  <a:moveTo>
                    <a:pt x="9489" y="1"/>
                  </a:moveTo>
                  <a:cubicBezTo>
                    <a:pt x="9460" y="1"/>
                    <a:pt x="9430" y="3"/>
                    <a:pt x="9398" y="7"/>
                  </a:cubicBezTo>
                  <a:cubicBezTo>
                    <a:pt x="5315" y="589"/>
                    <a:pt x="1324" y="4315"/>
                    <a:pt x="48" y="8144"/>
                  </a:cubicBezTo>
                  <a:cubicBezTo>
                    <a:pt x="1" y="8286"/>
                    <a:pt x="119" y="8384"/>
                    <a:pt x="239" y="8384"/>
                  </a:cubicBezTo>
                  <a:cubicBezTo>
                    <a:pt x="302" y="8384"/>
                    <a:pt x="366" y="8357"/>
                    <a:pt x="406" y="8294"/>
                  </a:cubicBezTo>
                  <a:cubicBezTo>
                    <a:pt x="1475" y="6637"/>
                    <a:pt x="2632" y="5068"/>
                    <a:pt x="4157" y="3799"/>
                  </a:cubicBezTo>
                  <a:cubicBezTo>
                    <a:pt x="5839" y="2399"/>
                    <a:pt x="7661" y="1727"/>
                    <a:pt x="9647" y="909"/>
                  </a:cubicBezTo>
                  <a:cubicBezTo>
                    <a:pt x="10177" y="691"/>
                    <a:pt x="10017" y="1"/>
                    <a:pt x="948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34"/>
            <p:cNvSpPr/>
            <p:nvPr/>
          </p:nvSpPr>
          <p:spPr>
            <a:xfrm>
              <a:off x="3026350" y="441550"/>
              <a:ext cx="247225" cy="201350"/>
            </a:xfrm>
            <a:custGeom>
              <a:avLst/>
              <a:gdLst/>
              <a:ahLst/>
              <a:cxnLst/>
              <a:rect l="l" t="t" r="r" b="b"/>
              <a:pathLst>
                <a:path w="9889" h="8054" extrusionOk="0">
                  <a:moveTo>
                    <a:pt x="9472" y="1"/>
                  </a:moveTo>
                  <a:cubicBezTo>
                    <a:pt x="9466" y="1"/>
                    <a:pt x="9460" y="1"/>
                    <a:pt x="9454" y="1"/>
                  </a:cubicBezTo>
                  <a:cubicBezTo>
                    <a:pt x="5735" y="204"/>
                    <a:pt x="1142" y="4281"/>
                    <a:pt x="59" y="7752"/>
                  </a:cubicBezTo>
                  <a:cubicBezTo>
                    <a:pt x="0" y="7941"/>
                    <a:pt x="141" y="8053"/>
                    <a:pt x="292" y="8053"/>
                  </a:cubicBezTo>
                  <a:cubicBezTo>
                    <a:pt x="375" y="8053"/>
                    <a:pt x="460" y="8019"/>
                    <a:pt x="517" y="7945"/>
                  </a:cubicBezTo>
                  <a:cubicBezTo>
                    <a:pt x="1756" y="6329"/>
                    <a:pt x="2771" y="4701"/>
                    <a:pt x="4382" y="3401"/>
                  </a:cubicBezTo>
                  <a:cubicBezTo>
                    <a:pt x="6005" y="2092"/>
                    <a:pt x="7844" y="1590"/>
                    <a:pt x="9618" y="609"/>
                  </a:cubicBezTo>
                  <a:cubicBezTo>
                    <a:pt x="9889" y="460"/>
                    <a:pt x="9783" y="1"/>
                    <a:pt x="94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34"/>
            <p:cNvSpPr/>
            <p:nvPr/>
          </p:nvSpPr>
          <p:spPr>
            <a:xfrm>
              <a:off x="3172850" y="661350"/>
              <a:ext cx="224850" cy="198300"/>
            </a:xfrm>
            <a:custGeom>
              <a:avLst/>
              <a:gdLst/>
              <a:ahLst/>
              <a:cxnLst/>
              <a:rect l="l" t="t" r="r" b="b"/>
              <a:pathLst>
                <a:path w="8994" h="7932" extrusionOk="0">
                  <a:moveTo>
                    <a:pt x="8456" y="0"/>
                  </a:moveTo>
                  <a:cubicBezTo>
                    <a:pt x="8425" y="0"/>
                    <a:pt x="8392" y="4"/>
                    <a:pt x="8358" y="11"/>
                  </a:cubicBezTo>
                  <a:cubicBezTo>
                    <a:pt x="5106" y="738"/>
                    <a:pt x="1076" y="4402"/>
                    <a:pt x="60" y="7579"/>
                  </a:cubicBezTo>
                  <a:cubicBezTo>
                    <a:pt x="1" y="7765"/>
                    <a:pt x="174" y="7931"/>
                    <a:pt x="343" y="7931"/>
                  </a:cubicBezTo>
                  <a:cubicBezTo>
                    <a:pt x="409" y="7931"/>
                    <a:pt x="474" y="7907"/>
                    <a:pt x="524" y="7849"/>
                  </a:cubicBezTo>
                  <a:cubicBezTo>
                    <a:pt x="1689" y="6518"/>
                    <a:pt x="2590" y="5030"/>
                    <a:pt x="3913" y="3818"/>
                  </a:cubicBezTo>
                  <a:cubicBezTo>
                    <a:pt x="5371" y="2483"/>
                    <a:pt x="7047" y="1783"/>
                    <a:pt x="8657" y="718"/>
                  </a:cubicBezTo>
                  <a:cubicBezTo>
                    <a:pt x="8993" y="494"/>
                    <a:pt x="8826" y="0"/>
                    <a:pt x="84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34"/>
            <p:cNvSpPr/>
            <p:nvPr/>
          </p:nvSpPr>
          <p:spPr>
            <a:xfrm>
              <a:off x="3219000" y="725650"/>
              <a:ext cx="226500" cy="215375"/>
            </a:xfrm>
            <a:custGeom>
              <a:avLst/>
              <a:gdLst/>
              <a:ahLst/>
              <a:cxnLst/>
              <a:rect l="l" t="t" r="r" b="b"/>
              <a:pathLst>
                <a:path w="9060" h="8615" extrusionOk="0">
                  <a:moveTo>
                    <a:pt x="8466" y="1"/>
                  </a:moveTo>
                  <a:cubicBezTo>
                    <a:pt x="8403" y="1"/>
                    <a:pt x="8336" y="16"/>
                    <a:pt x="8267" y="50"/>
                  </a:cubicBezTo>
                  <a:cubicBezTo>
                    <a:pt x="6348" y="1017"/>
                    <a:pt x="4571" y="2396"/>
                    <a:pt x="3025" y="3882"/>
                  </a:cubicBezTo>
                  <a:cubicBezTo>
                    <a:pt x="1836" y="5024"/>
                    <a:pt x="0" y="6568"/>
                    <a:pt x="62" y="8367"/>
                  </a:cubicBezTo>
                  <a:cubicBezTo>
                    <a:pt x="66" y="8507"/>
                    <a:pt x="206" y="8614"/>
                    <a:pt x="335" y="8614"/>
                  </a:cubicBezTo>
                  <a:cubicBezTo>
                    <a:pt x="409" y="8614"/>
                    <a:pt x="480" y="8578"/>
                    <a:pt x="518" y="8491"/>
                  </a:cubicBezTo>
                  <a:cubicBezTo>
                    <a:pt x="2016" y="5007"/>
                    <a:pt x="5594" y="2708"/>
                    <a:pt x="8679" y="755"/>
                  </a:cubicBezTo>
                  <a:cubicBezTo>
                    <a:pt x="9059" y="514"/>
                    <a:pt x="8832" y="1"/>
                    <a:pt x="84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34"/>
            <p:cNvSpPr/>
            <p:nvPr/>
          </p:nvSpPr>
          <p:spPr>
            <a:xfrm>
              <a:off x="2528200" y="658025"/>
              <a:ext cx="405900" cy="260600"/>
            </a:xfrm>
            <a:custGeom>
              <a:avLst/>
              <a:gdLst/>
              <a:ahLst/>
              <a:cxnLst/>
              <a:rect l="l" t="t" r="r" b="b"/>
              <a:pathLst>
                <a:path w="16236" h="10424" extrusionOk="0">
                  <a:moveTo>
                    <a:pt x="1382" y="2708"/>
                  </a:moveTo>
                  <a:cubicBezTo>
                    <a:pt x="2705" y="4465"/>
                    <a:pt x="4361" y="5818"/>
                    <a:pt x="5564" y="7549"/>
                  </a:cubicBezTo>
                  <a:cubicBezTo>
                    <a:pt x="5049" y="7000"/>
                    <a:pt x="4518" y="6467"/>
                    <a:pt x="3972" y="5947"/>
                  </a:cubicBezTo>
                  <a:cubicBezTo>
                    <a:pt x="3369" y="5370"/>
                    <a:pt x="2751" y="4825"/>
                    <a:pt x="2113" y="4299"/>
                  </a:cubicBezTo>
                  <a:cubicBezTo>
                    <a:pt x="2286" y="4264"/>
                    <a:pt x="2405" y="4031"/>
                    <a:pt x="2251" y="3877"/>
                  </a:cubicBezTo>
                  <a:cubicBezTo>
                    <a:pt x="1869" y="3498"/>
                    <a:pt x="1454" y="3168"/>
                    <a:pt x="1030" y="2840"/>
                  </a:cubicBezTo>
                  <a:lnTo>
                    <a:pt x="1382" y="2708"/>
                  </a:lnTo>
                  <a:close/>
                  <a:moveTo>
                    <a:pt x="9295" y="739"/>
                  </a:moveTo>
                  <a:cubicBezTo>
                    <a:pt x="10900" y="739"/>
                    <a:pt x="11714" y="2042"/>
                    <a:pt x="12738" y="3153"/>
                  </a:cubicBezTo>
                  <a:cubicBezTo>
                    <a:pt x="13607" y="4096"/>
                    <a:pt x="14464" y="5049"/>
                    <a:pt x="15310" y="6013"/>
                  </a:cubicBezTo>
                  <a:cubicBezTo>
                    <a:pt x="13936" y="6363"/>
                    <a:pt x="12589" y="6790"/>
                    <a:pt x="11275" y="7331"/>
                  </a:cubicBezTo>
                  <a:cubicBezTo>
                    <a:pt x="10703" y="7567"/>
                    <a:pt x="10139" y="7820"/>
                    <a:pt x="9583" y="8091"/>
                  </a:cubicBezTo>
                  <a:cubicBezTo>
                    <a:pt x="9104" y="8323"/>
                    <a:pt x="7997" y="9216"/>
                    <a:pt x="7494" y="9216"/>
                  </a:cubicBezTo>
                  <a:cubicBezTo>
                    <a:pt x="7280" y="9214"/>
                    <a:pt x="7087" y="9143"/>
                    <a:pt x="6911" y="9028"/>
                  </a:cubicBezTo>
                  <a:cubicBezTo>
                    <a:pt x="5976" y="6497"/>
                    <a:pt x="3660" y="4237"/>
                    <a:pt x="1564" y="2642"/>
                  </a:cubicBezTo>
                  <a:cubicBezTo>
                    <a:pt x="3992" y="1737"/>
                    <a:pt x="6804" y="749"/>
                    <a:pt x="9284" y="739"/>
                  </a:cubicBezTo>
                  <a:cubicBezTo>
                    <a:pt x="9288" y="739"/>
                    <a:pt x="9291" y="739"/>
                    <a:pt x="9295" y="739"/>
                  </a:cubicBezTo>
                  <a:close/>
                  <a:moveTo>
                    <a:pt x="9522" y="0"/>
                  </a:moveTo>
                  <a:cubicBezTo>
                    <a:pt x="8353" y="0"/>
                    <a:pt x="6970" y="475"/>
                    <a:pt x="5977" y="700"/>
                  </a:cubicBezTo>
                  <a:cubicBezTo>
                    <a:pt x="4041" y="1140"/>
                    <a:pt x="2155" y="1729"/>
                    <a:pt x="300" y="2432"/>
                  </a:cubicBezTo>
                  <a:cubicBezTo>
                    <a:pt x="25" y="2536"/>
                    <a:pt x="1" y="2846"/>
                    <a:pt x="223" y="3018"/>
                  </a:cubicBezTo>
                  <a:cubicBezTo>
                    <a:pt x="702" y="3388"/>
                    <a:pt x="1169" y="3763"/>
                    <a:pt x="1673" y="4093"/>
                  </a:cubicBezTo>
                  <a:cubicBezTo>
                    <a:pt x="3491" y="5760"/>
                    <a:pt x="5144" y="7550"/>
                    <a:pt x="6623" y="9541"/>
                  </a:cubicBezTo>
                  <a:cubicBezTo>
                    <a:pt x="6713" y="9781"/>
                    <a:pt x="6797" y="10028"/>
                    <a:pt x="6867" y="10287"/>
                  </a:cubicBezTo>
                  <a:cubicBezTo>
                    <a:pt x="6892" y="10382"/>
                    <a:pt x="6963" y="10423"/>
                    <a:pt x="7035" y="10423"/>
                  </a:cubicBezTo>
                  <a:cubicBezTo>
                    <a:pt x="7146" y="10423"/>
                    <a:pt x="7261" y="10329"/>
                    <a:pt x="7234" y="10186"/>
                  </a:cubicBezTo>
                  <a:cubicBezTo>
                    <a:pt x="7224" y="10130"/>
                    <a:pt x="7207" y="10076"/>
                    <a:pt x="7196" y="10021"/>
                  </a:cubicBezTo>
                  <a:cubicBezTo>
                    <a:pt x="7219" y="10016"/>
                    <a:pt x="7243" y="10009"/>
                    <a:pt x="7264" y="9998"/>
                  </a:cubicBezTo>
                  <a:cubicBezTo>
                    <a:pt x="9998" y="8390"/>
                    <a:pt x="12869" y="7216"/>
                    <a:pt x="15954" y="6481"/>
                  </a:cubicBezTo>
                  <a:cubicBezTo>
                    <a:pt x="16193" y="6424"/>
                    <a:pt x="16235" y="6133"/>
                    <a:pt x="16091" y="5967"/>
                  </a:cubicBezTo>
                  <a:cubicBezTo>
                    <a:pt x="14926" y="4637"/>
                    <a:pt x="13744" y="3322"/>
                    <a:pt x="12545" y="2023"/>
                  </a:cubicBezTo>
                  <a:cubicBezTo>
                    <a:pt x="11928" y="1357"/>
                    <a:pt x="11266" y="350"/>
                    <a:pt x="10341" y="98"/>
                  </a:cubicBezTo>
                  <a:cubicBezTo>
                    <a:pt x="10087" y="29"/>
                    <a:pt x="9811" y="0"/>
                    <a:pt x="95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34"/>
            <p:cNvSpPr/>
            <p:nvPr/>
          </p:nvSpPr>
          <p:spPr>
            <a:xfrm>
              <a:off x="2739725" y="878000"/>
              <a:ext cx="265375" cy="114400"/>
            </a:xfrm>
            <a:custGeom>
              <a:avLst/>
              <a:gdLst/>
              <a:ahLst/>
              <a:cxnLst/>
              <a:rect l="l" t="t" r="r" b="b"/>
              <a:pathLst>
                <a:path w="10615" h="4576" extrusionOk="0">
                  <a:moveTo>
                    <a:pt x="8807" y="0"/>
                  </a:moveTo>
                  <a:cubicBezTo>
                    <a:pt x="5620" y="0"/>
                    <a:pt x="1581" y="1966"/>
                    <a:pt x="54" y="4386"/>
                  </a:cubicBezTo>
                  <a:cubicBezTo>
                    <a:pt x="1" y="4471"/>
                    <a:pt x="79" y="4576"/>
                    <a:pt x="166" y="4576"/>
                  </a:cubicBezTo>
                  <a:cubicBezTo>
                    <a:pt x="186" y="4576"/>
                    <a:pt x="207" y="4570"/>
                    <a:pt x="226" y="4558"/>
                  </a:cubicBezTo>
                  <a:cubicBezTo>
                    <a:pt x="1875" y="3508"/>
                    <a:pt x="3258" y="2278"/>
                    <a:pt x="5131" y="1591"/>
                  </a:cubicBezTo>
                  <a:cubicBezTo>
                    <a:pt x="6861" y="957"/>
                    <a:pt x="8587" y="1026"/>
                    <a:pt x="10351" y="694"/>
                  </a:cubicBezTo>
                  <a:cubicBezTo>
                    <a:pt x="10615" y="644"/>
                    <a:pt x="10595" y="242"/>
                    <a:pt x="10351" y="180"/>
                  </a:cubicBezTo>
                  <a:cubicBezTo>
                    <a:pt x="9872" y="58"/>
                    <a:pt x="9352" y="0"/>
                    <a:pt x="88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34"/>
            <p:cNvSpPr/>
            <p:nvPr/>
          </p:nvSpPr>
          <p:spPr>
            <a:xfrm>
              <a:off x="2783475" y="946275"/>
              <a:ext cx="254775" cy="113000"/>
            </a:xfrm>
            <a:custGeom>
              <a:avLst/>
              <a:gdLst/>
              <a:ahLst/>
              <a:cxnLst/>
              <a:rect l="l" t="t" r="r" b="b"/>
              <a:pathLst>
                <a:path w="10191" h="4520" extrusionOk="0">
                  <a:moveTo>
                    <a:pt x="9024" y="1"/>
                  </a:moveTo>
                  <a:cubicBezTo>
                    <a:pt x="7296" y="1"/>
                    <a:pt x="5453" y="625"/>
                    <a:pt x="3919" y="1282"/>
                  </a:cubicBezTo>
                  <a:cubicBezTo>
                    <a:pt x="2789" y="1765"/>
                    <a:pt x="261" y="2658"/>
                    <a:pt x="23" y="4060"/>
                  </a:cubicBezTo>
                  <a:cubicBezTo>
                    <a:pt x="1" y="4188"/>
                    <a:pt x="41" y="4285"/>
                    <a:pt x="145" y="4359"/>
                  </a:cubicBezTo>
                  <a:lnTo>
                    <a:pt x="328" y="4490"/>
                  </a:lnTo>
                  <a:cubicBezTo>
                    <a:pt x="356" y="4510"/>
                    <a:pt x="386" y="4519"/>
                    <a:pt x="416" y="4519"/>
                  </a:cubicBezTo>
                  <a:cubicBezTo>
                    <a:pt x="528" y="4519"/>
                    <a:pt x="634" y="4397"/>
                    <a:pt x="599" y="4281"/>
                  </a:cubicBezTo>
                  <a:cubicBezTo>
                    <a:pt x="310" y="3333"/>
                    <a:pt x="4773" y="1735"/>
                    <a:pt x="5289" y="1569"/>
                  </a:cubicBezTo>
                  <a:cubicBezTo>
                    <a:pt x="6773" y="1093"/>
                    <a:pt x="8295" y="1027"/>
                    <a:pt x="9799" y="688"/>
                  </a:cubicBezTo>
                  <a:cubicBezTo>
                    <a:pt x="10190" y="600"/>
                    <a:pt x="10059" y="73"/>
                    <a:pt x="9711" y="36"/>
                  </a:cubicBezTo>
                  <a:cubicBezTo>
                    <a:pt x="9485" y="12"/>
                    <a:pt x="9255" y="1"/>
                    <a:pt x="902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34"/>
            <p:cNvSpPr/>
            <p:nvPr/>
          </p:nvSpPr>
          <p:spPr>
            <a:xfrm>
              <a:off x="2839925" y="1007825"/>
              <a:ext cx="259925" cy="117700"/>
            </a:xfrm>
            <a:custGeom>
              <a:avLst/>
              <a:gdLst/>
              <a:ahLst/>
              <a:cxnLst/>
              <a:rect l="l" t="t" r="r" b="b"/>
              <a:pathLst>
                <a:path w="10397" h="4708" extrusionOk="0">
                  <a:moveTo>
                    <a:pt x="9045" y="1"/>
                  </a:moveTo>
                  <a:cubicBezTo>
                    <a:pt x="5729" y="1"/>
                    <a:pt x="2019" y="2104"/>
                    <a:pt x="58" y="4551"/>
                  </a:cubicBezTo>
                  <a:cubicBezTo>
                    <a:pt x="0" y="4623"/>
                    <a:pt x="54" y="4707"/>
                    <a:pt x="124" y="4707"/>
                  </a:cubicBezTo>
                  <a:cubicBezTo>
                    <a:pt x="145" y="4707"/>
                    <a:pt x="167" y="4700"/>
                    <a:pt x="188" y="4683"/>
                  </a:cubicBezTo>
                  <a:cubicBezTo>
                    <a:pt x="1738" y="3418"/>
                    <a:pt x="3324" y="2289"/>
                    <a:pt x="5224" y="1613"/>
                  </a:cubicBezTo>
                  <a:cubicBezTo>
                    <a:pt x="6821" y="1047"/>
                    <a:pt x="8433" y="1014"/>
                    <a:pt x="10074" y="712"/>
                  </a:cubicBezTo>
                  <a:cubicBezTo>
                    <a:pt x="10385" y="655"/>
                    <a:pt x="10396" y="120"/>
                    <a:pt x="10074" y="73"/>
                  </a:cubicBezTo>
                  <a:cubicBezTo>
                    <a:pt x="9737" y="24"/>
                    <a:pt x="9393" y="1"/>
                    <a:pt x="90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31102B4A-F79A-4283-81D9-8616AEF47326}"/>
              </a:ext>
            </a:extLst>
          </p:cNvPr>
          <p:cNvSpPr txBox="1"/>
          <p:nvPr/>
        </p:nvSpPr>
        <p:spPr>
          <a:xfrm>
            <a:off x="3861118" y="1205579"/>
            <a:ext cx="20712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200" b="1" dirty="0"/>
              <a:t>Let’s try deleting 1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9D05C24-5C2A-4629-B01C-AB52534AE8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3224" y="1520119"/>
            <a:ext cx="3162871" cy="2767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22349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4"/>
          <p:cNvSpPr txBox="1">
            <a:spLocks noGrp="1"/>
          </p:cNvSpPr>
          <p:nvPr>
            <p:ph type="title"/>
          </p:nvPr>
        </p:nvSpPr>
        <p:spPr>
          <a:xfrm>
            <a:off x="1307759" y="947437"/>
            <a:ext cx="2939511" cy="4372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u="sng" dirty="0"/>
              <a:t>Removal</a:t>
            </a:r>
          </a:p>
        </p:txBody>
      </p:sp>
      <p:sp>
        <p:nvSpPr>
          <p:cNvPr id="234" name="Google Shape;234;p34"/>
          <p:cNvSpPr txBox="1">
            <a:spLocks noGrp="1"/>
          </p:cNvSpPr>
          <p:nvPr>
            <p:ph type="subTitle" idx="1"/>
          </p:nvPr>
        </p:nvSpPr>
        <p:spPr>
          <a:xfrm>
            <a:off x="1307759" y="531752"/>
            <a:ext cx="3439500" cy="53514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Heaps	</a:t>
            </a:r>
          </a:p>
        </p:txBody>
      </p:sp>
      <p:pic>
        <p:nvPicPr>
          <p:cNvPr id="235" name="Google Shape;235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695460">
            <a:off x="7765338" y="3361772"/>
            <a:ext cx="1241024" cy="1610463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grpSp>
        <p:nvGrpSpPr>
          <p:cNvPr id="236" name="Google Shape;236;p34"/>
          <p:cNvGrpSpPr/>
          <p:nvPr/>
        </p:nvGrpSpPr>
        <p:grpSpPr>
          <a:xfrm rot="790859">
            <a:off x="7973758" y="3964891"/>
            <a:ext cx="824184" cy="712067"/>
            <a:chOff x="2341425" y="238100"/>
            <a:chExt cx="1328900" cy="1148125"/>
          </a:xfrm>
        </p:grpSpPr>
        <p:sp>
          <p:nvSpPr>
            <p:cNvPr id="237" name="Google Shape;237;p34"/>
            <p:cNvSpPr/>
            <p:nvPr/>
          </p:nvSpPr>
          <p:spPr>
            <a:xfrm>
              <a:off x="2341425" y="238100"/>
              <a:ext cx="1328900" cy="1148125"/>
            </a:xfrm>
            <a:custGeom>
              <a:avLst/>
              <a:gdLst/>
              <a:ahLst/>
              <a:cxnLst/>
              <a:rect l="l" t="t" r="r" b="b"/>
              <a:pathLst>
                <a:path w="53156" h="45925" extrusionOk="0">
                  <a:moveTo>
                    <a:pt x="49853" y="24103"/>
                  </a:moveTo>
                  <a:cubicBezTo>
                    <a:pt x="50212" y="24609"/>
                    <a:pt x="50681" y="25003"/>
                    <a:pt x="51172" y="25380"/>
                  </a:cubicBezTo>
                  <a:cubicBezTo>
                    <a:pt x="48199" y="26540"/>
                    <a:pt x="45438" y="28144"/>
                    <a:pt x="42987" y="30206"/>
                  </a:cubicBezTo>
                  <a:cubicBezTo>
                    <a:pt x="41727" y="31264"/>
                    <a:pt x="40396" y="32510"/>
                    <a:pt x="39238" y="33887"/>
                  </a:cubicBezTo>
                  <a:cubicBezTo>
                    <a:pt x="39347" y="33688"/>
                    <a:pt x="39460" y="33491"/>
                    <a:pt x="39578" y="33301"/>
                  </a:cubicBezTo>
                  <a:cubicBezTo>
                    <a:pt x="40490" y="31831"/>
                    <a:pt x="41539" y="30449"/>
                    <a:pt x="42711" y="29176"/>
                  </a:cubicBezTo>
                  <a:cubicBezTo>
                    <a:pt x="44775" y="26932"/>
                    <a:pt x="47091" y="25229"/>
                    <a:pt x="49853" y="24103"/>
                  </a:cubicBezTo>
                  <a:close/>
                  <a:moveTo>
                    <a:pt x="35117" y="1053"/>
                  </a:moveTo>
                  <a:lnTo>
                    <a:pt x="35117" y="1053"/>
                  </a:lnTo>
                  <a:cubicBezTo>
                    <a:pt x="36710" y="1715"/>
                    <a:pt x="38294" y="4814"/>
                    <a:pt x="38992" y="5799"/>
                  </a:cubicBezTo>
                  <a:cubicBezTo>
                    <a:pt x="40312" y="7660"/>
                    <a:pt x="41633" y="9523"/>
                    <a:pt x="42954" y="11383"/>
                  </a:cubicBezTo>
                  <a:cubicBezTo>
                    <a:pt x="44182" y="13110"/>
                    <a:pt x="45421" y="14827"/>
                    <a:pt x="46633" y="16564"/>
                  </a:cubicBezTo>
                  <a:cubicBezTo>
                    <a:pt x="46650" y="16588"/>
                    <a:pt x="46667" y="16613"/>
                    <a:pt x="46685" y="16638"/>
                  </a:cubicBezTo>
                  <a:cubicBezTo>
                    <a:pt x="47623" y="18397"/>
                    <a:pt x="48600" y="20134"/>
                    <a:pt x="49618" y="21849"/>
                  </a:cubicBezTo>
                  <a:cubicBezTo>
                    <a:pt x="48693" y="22281"/>
                    <a:pt x="47744" y="23007"/>
                    <a:pt x="47214" y="23343"/>
                  </a:cubicBezTo>
                  <a:cubicBezTo>
                    <a:pt x="45320" y="24544"/>
                    <a:pt x="43587" y="25982"/>
                    <a:pt x="42057" y="27622"/>
                  </a:cubicBezTo>
                  <a:cubicBezTo>
                    <a:pt x="40592" y="29191"/>
                    <a:pt x="39304" y="30938"/>
                    <a:pt x="38281" y="32827"/>
                  </a:cubicBezTo>
                  <a:cubicBezTo>
                    <a:pt x="37877" y="33573"/>
                    <a:pt x="37271" y="34533"/>
                    <a:pt x="36981" y="35496"/>
                  </a:cubicBezTo>
                  <a:cubicBezTo>
                    <a:pt x="36328" y="34434"/>
                    <a:pt x="35635" y="33395"/>
                    <a:pt x="34953" y="32353"/>
                  </a:cubicBezTo>
                  <a:cubicBezTo>
                    <a:pt x="33450" y="30055"/>
                    <a:pt x="31915" y="27777"/>
                    <a:pt x="30347" y="25524"/>
                  </a:cubicBezTo>
                  <a:cubicBezTo>
                    <a:pt x="28841" y="23359"/>
                    <a:pt x="27306" y="21217"/>
                    <a:pt x="25741" y="19095"/>
                  </a:cubicBezTo>
                  <a:cubicBezTo>
                    <a:pt x="24508" y="17421"/>
                    <a:pt x="23256" y="15382"/>
                    <a:pt x="21757" y="13843"/>
                  </a:cubicBezTo>
                  <a:cubicBezTo>
                    <a:pt x="22758" y="10753"/>
                    <a:pt x="24747" y="8361"/>
                    <a:pt x="26903" y="5992"/>
                  </a:cubicBezTo>
                  <a:cubicBezTo>
                    <a:pt x="27357" y="5493"/>
                    <a:pt x="27826" y="4981"/>
                    <a:pt x="28315" y="4481"/>
                  </a:cubicBezTo>
                  <a:cubicBezTo>
                    <a:pt x="29626" y="3498"/>
                    <a:pt x="31045" y="2668"/>
                    <a:pt x="32551" y="2018"/>
                  </a:cubicBezTo>
                  <a:cubicBezTo>
                    <a:pt x="33121" y="1772"/>
                    <a:pt x="33780" y="1496"/>
                    <a:pt x="34476" y="1255"/>
                  </a:cubicBezTo>
                  <a:cubicBezTo>
                    <a:pt x="34702" y="1206"/>
                    <a:pt x="34932" y="1166"/>
                    <a:pt x="35161" y="1125"/>
                  </a:cubicBezTo>
                  <a:cubicBezTo>
                    <a:pt x="35147" y="1101"/>
                    <a:pt x="35132" y="1076"/>
                    <a:pt x="35117" y="1053"/>
                  </a:cubicBezTo>
                  <a:close/>
                  <a:moveTo>
                    <a:pt x="49886" y="22296"/>
                  </a:moveTo>
                  <a:cubicBezTo>
                    <a:pt x="50069" y="22601"/>
                    <a:pt x="50253" y="22905"/>
                    <a:pt x="50437" y="23208"/>
                  </a:cubicBezTo>
                  <a:cubicBezTo>
                    <a:pt x="50328" y="23239"/>
                    <a:pt x="50219" y="23270"/>
                    <a:pt x="50110" y="23305"/>
                  </a:cubicBezTo>
                  <a:cubicBezTo>
                    <a:pt x="50098" y="23304"/>
                    <a:pt x="50086" y="23303"/>
                    <a:pt x="50074" y="23303"/>
                  </a:cubicBezTo>
                  <a:cubicBezTo>
                    <a:pt x="49989" y="23303"/>
                    <a:pt x="49905" y="23334"/>
                    <a:pt x="49839" y="23390"/>
                  </a:cubicBezTo>
                  <a:cubicBezTo>
                    <a:pt x="46983" y="24343"/>
                    <a:pt x="44499" y="26352"/>
                    <a:pt x="42469" y="28520"/>
                  </a:cubicBezTo>
                  <a:cubicBezTo>
                    <a:pt x="40592" y="30525"/>
                    <a:pt x="38254" y="33305"/>
                    <a:pt x="37357" y="36095"/>
                  </a:cubicBezTo>
                  <a:cubicBezTo>
                    <a:pt x="37306" y="36011"/>
                    <a:pt x="37249" y="35923"/>
                    <a:pt x="37190" y="35830"/>
                  </a:cubicBezTo>
                  <a:cubicBezTo>
                    <a:pt x="37565" y="34416"/>
                    <a:pt x="38696" y="32821"/>
                    <a:pt x="39296" y="31878"/>
                  </a:cubicBezTo>
                  <a:cubicBezTo>
                    <a:pt x="40239" y="30393"/>
                    <a:pt x="41330" y="29005"/>
                    <a:pt x="42550" y="27739"/>
                  </a:cubicBezTo>
                  <a:cubicBezTo>
                    <a:pt x="43708" y="26537"/>
                    <a:pt x="44980" y="25451"/>
                    <a:pt x="46348" y="24494"/>
                  </a:cubicBezTo>
                  <a:cubicBezTo>
                    <a:pt x="47234" y="23875"/>
                    <a:pt x="48600" y="22828"/>
                    <a:pt x="49886" y="22296"/>
                  </a:cubicBezTo>
                  <a:close/>
                  <a:moveTo>
                    <a:pt x="20475" y="13918"/>
                  </a:moveTo>
                  <a:cubicBezTo>
                    <a:pt x="20720" y="13985"/>
                    <a:pt x="20968" y="14054"/>
                    <a:pt x="21218" y="14127"/>
                  </a:cubicBezTo>
                  <a:lnTo>
                    <a:pt x="21219" y="14127"/>
                  </a:lnTo>
                  <a:cubicBezTo>
                    <a:pt x="22265" y="15897"/>
                    <a:pt x="23782" y="17534"/>
                    <a:pt x="24979" y="19160"/>
                  </a:cubicBezTo>
                  <a:cubicBezTo>
                    <a:pt x="26409" y="21107"/>
                    <a:pt x="27816" y="23071"/>
                    <a:pt x="29199" y="25052"/>
                  </a:cubicBezTo>
                  <a:cubicBezTo>
                    <a:pt x="30581" y="27035"/>
                    <a:pt x="31937" y="29034"/>
                    <a:pt x="33269" y="31050"/>
                  </a:cubicBezTo>
                  <a:cubicBezTo>
                    <a:pt x="33874" y="31967"/>
                    <a:pt x="34473" y="32886"/>
                    <a:pt x="35069" y="33809"/>
                  </a:cubicBezTo>
                  <a:cubicBezTo>
                    <a:pt x="35425" y="34364"/>
                    <a:pt x="35780" y="34920"/>
                    <a:pt x="36133" y="35475"/>
                  </a:cubicBezTo>
                  <a:lnTo>
                    <a:pt x="36486" y="36032"/>
                  </a:lnTo>
                  <a:cubicBezTo>
                    <a:pt x="36496" y="36074"/>
                    <a:pt x="36508" y="36115"/>
                    <a:pt x="36522" y="36155"/>
                  </a:cubicBezTo>
                  <a:cubicBezTo>
                    <a:pt x="33879" y="32306"/>
                    <a:pt x="31050" y="28568"/>
                    <a:pt x="28325" y="24779"/>
                  </a:cubicBezTo>
                  <a:cubicBezTo>
                    <a:pt x="25722" y="21160"/>
                    <a:pt x="23203" y="17449"/>
                    <a:pt x="20475" y="13918"/>
                  </a:cubicBezTo>
                  <a:close/>
                  <a:moveTo>
                    <a:pt x="37953" y="37630"/>
                  </a:moveTo>
                  <a:cubicBezTo>
                    <a:pt x="37851" y="37834"/>
                    <a:pt x="37753" y="38038"/>
                    <a:pt x="37661" y="38245"/>
                  </a:cubicBezTo>
                  <a:cubicBezTo>
                    <a:pt x="37630" y="38236"/>
                    <a:pt x="37597" y="38231"/>
                    <a:pt x="37565" y="38231"/>
                  </a:cubicBezTo>
                  <a:cubicBezTo>
                    <a:pt x="37533" y="38231"/>
                    <a:pt x="37500" y="38236"/>
                    <a:pt x="37470" y="38245"/>
                  </a:cubicBezTo>
                  <a:cubicBezTo>
                    <a:pt x="37633" y="38041"/>
                    <a:pt x="37793" y="37835"/>
                    <a:pt x="37953" y="37630"/>
                  </a:cubicBezTo>
                  <a:close/>
                  <a:moveTo>
                    <a:pt x="36509" y="38717"/>
                  </a:moveTo>
                  <a:cubicBezTo>
                    <a:pt x="36518" y="38717"/>
                    <a:pt x="36527" y="38717"/>
                    <a:pt x="36536" y="38717"/>
                  </a:cubicBezTo>
                  <a:cubicBezTo>
                    <a:pt x="36609" y="38809"/>
                    <a:pt x="36720" y="38864"/>
                    <a:pt x="36837" y="38865"/>
                  </a:cubicBezTo>
                  <a:cubicBezTo>
                    <a:pt x="36596" y="38971"/>
                    <a:pt x="36282" y="39011"/>
                    <a:pt x="35935" y="39011"/>
                  </a:cubicBezTo>
                  <a:cubicBezTo>
                    <a:pt x="35451" y="39011"/>
                    <a:pt x="34904" y="38934"/>
                    <a:pt x="34409" y="38856"/>
                  </a:cubicBezTo>
                  <a:cubicBezTo>
                    <a:pt x="35105" y="38764"/>
                    <a:pt x="35807" y="38717"/>
                    <a:pt x="36509" y="38717"/>
                  </a:cubicBezTo>
                  <a:close/>
                  <a:moveTo>
                    <a:pt x="15183" y="13113"/>
                  </a:moveTo>
                  <a:cubicBezTo>
                    <a:pt x="16769" y="13113"/>
                    <a:pt x="18319" y="13366"/>
                    <a:pt x="19934" y="13775"/>
                  </a:cubicBezTo>
                  <a:cubicBezTo>
                    <a:pt x="22531" y="17699"/>
                    <a:pt x="25404" y="21460"/>
                    <a:pt x="28149" y="25276"/>
                  </a:cubicBezTo>
                  <a:cubicBezTo>
                    <a:pt x="30879" y="29073"/>
                    <a:pt x="33528" y="32953"/>
                    <a:pt x="36351" y="36684"/>
                  </a:cubicBezTo>
                  <a:cubicBezTo>
                    <a:pt x="34542" y="35843"/>
                    <a:pt x="32568" y="35460"/>
                    <a:pt x="30570" y="35460"/>
                  </a:cubicBezTo>
                  <a:cubicBezTo>
                    <a:pt x="26406" y="35460"/>
                    <a:pt x="22142" y="37123"/>
                    <a:pt x="19074" y="39757"/>
                  </a:cubicBezTo>
                  <a:cubicBezTo>
                    <a:pt x="13793" y="32214"/>
                    <a:pt x="8154" y="24943"/>
                    <a:pt x="2157" y="17945"/>
                  </a:cubicBezTo>
                  <a:lnTo>
                    <a:pt x="2159" y="17945"/>
                  </a:lnTo>
                  <a:cubicBezTo>
                    <a:pt x="5055" y="16227"/>
                    <a:pt x="8015" y="14530"/>
                    <a:pt x="11283" y="13642"/>
                  </a:cubicBezTo>
                  <a:cubicBezTo>
                    <a:pt x="12638" y="13273"/>
                    <a:pt x="13922" y="13113"/>
                    <a:pt x="15183" y="13113"/>
                  </a:cubicBezTo>
                  <a:close/>
                  <a:moveTo>
                    <a:pt x="2578" y="20435"/>
                  </a:moveTo>
                  <a:cubicBezTo>
                    <a:pt x="8168" y="27062"/>
                    <a:pt x="13443" y="33937"/>
                    <a:pt x="18402" y="41058"/>
                  </a:cubicBezTo>
                  <a:cubicBezTo>
                    <a:pt x="18543" y="41262"/>
                    <a:pt x="18758" y="41377"/>
                    <a:pt x="18977" y="41377"/>
                  </a:cubicBezTo>
                  <a:cubicBezTo>
                    <a:pt x="19133" y="41377"/>
                    <a:pt x="19292" y="41318"/>
                    <a:pt x="19427" y="41190"/>
                  </a:cubicBezTo>
                  <a:cubicBezTo>
                    <a:pt x="21632" y="39103"/>
                    <a:pt x="24333" y="37693"/>
                    <a:pt x="27314" y="37090"/>
                  </a:cubicBezTo>
                  <a:cubicBezTo>
                    <a:pt x="28284" y="36894"/>
                    <a:pt x="29226" y="36809"/>
                    <a:pt x="30154" y="36809"/>
                  </a:cubicBezTo>
                  <a:cubicBezTo>
                    <a:pt x="30890" y="36809"/>
                    <a:pt x="31618" y="36863"/>
                    <a:pt x="32345" y="36959"/>
                  </a:cubicBezTo>
                  <a:cubicBezTo>
                    <a:pt x="32139" y="36996"/>
                    <a:pt x="31934" y="37038"/>
                    <a:pt x="31726" y="37085"/>
                  </a:cubicBezTo>
                  <a:cubicBezTo>
                    <a:pt x="29702" y="37535"/>
                    <a:pt x="27672" y="38191"/>
                    <a:pt x="25741" y="38939"/>
                  </a:cubicBezTo>
                  <a:cubicBezTo>
                    <a:pt x="24060" y="39590"/>
                    <a:pt x="22425" y="40379"/>
                    <a:pt x="20975" y="41459"/>
                  </a:cubicBezTo>
                  <a:cubicBezTo>
                    <a:pt x="20335" y="41934"/>
                    <a:pt x="18892" y="42836"/>
                    <a:pt x="18616" y="43758"/>
                  </a:cubicBezTo>
                  <a:cubicBezTo>
                    <a:pt x="15797" y="39642"/>
                    <a:pt x="12269" y="35871"/>
                    <a:pt x="9131" y="31993"/>
                  </a:cubicBezTo>
                  <a:cubicBezTo>
                    <a:pt x="7537" y="30022"/>
                    <a:pt x="5941" y="28055"/>
                    <a:pt x="4343" y="26088"/>
                  </a:cubicBezTo>
                  <a:cubicBezTo>
                    <a:pt x="3509" y="25063"/>
                    <a:pt x="2360" y="24025"/>
                    <a:pt x="1726" y="22872"/>
                  </a:cubicBezTo>
                  <a:lnTo>
                    <a:pt x="1290" y="22336"/>
                  </a:lnTo>
                  <a:cubicBezTo>
                    <a:pt x="1365" y="21812"/>
                    <a:pt x="1612" y="21399"/>
                    <a:pt x="2027" y="21097"/>
                  </a:cubicBezTo>
                  <a:cubicBezTo>
                    <a:pt x="2191" y="20870"/>
                    <a:pt x="2390" y="20654"/>
                    <a:pt x="2578" y="20435"/>
                  </a:cubicBezTo>
                  <a:close/>
                  <a:moveTo>
                    <a:pt x="34214" y="37438"/>
                  </a:moveTo>
                  <a:cubicBezTo>
                    <a:pt x="34480" y="37438"/>
                    <a:pt x="34745" y="37450"/>
                    <a:pt x="35009" y="37476"/>
                  </a:cubicBezTo>
                  <a:cubicBezTo>
                    <a:pt x="35056" y="37488"/>
                    <a:pt x="35104" y="37502"/>
                    <a:pt x="35153" y="37514"/>
                  </a:cubicBezTo>
                  <a:cubicBezTo>
                    <a:pt x="32341" y="37733"/>
                    <a:pt x="29659" y="38637"/>
                    <a:pt x="27141" y="39965"/>
                  </a:cubicBezTo>
                  <a:cubicBezTo>
                    <a:pt x="25564" y="40797"/>
                    <a:pt x="24060" y="41771"/>
                    <a:pt x="22625" y="42823"/>
                  </a:cubicBezTo>
                  <a:cubicBezTo>
                    <a:pt x="22053" y="43241"/>
                    <a:pt x="21266" y="44080"/>
                    <a:pt x="20621" y="44360"/>
                  </a:cubicBezTo>
                  <a:cubicBezTo>
                    <a:pt x="20405" y="44454"/>
                    <a:pt x="20198" y="44493"/>
                    <a:pt x="19997" y="44493"/>
                  </a:cubicBezTo>
                  <a:cubicBezTo>
                    <a:pt x="19802" y="44493"/>
                    <a:pt x="19613" y="44456"/>
                    <a:pt x="19427" y="44400"/>
                  </a:cubicBezTo>
                  <a:cubicBezTo>
                    <a:pt x="19434" y="44391"/>
                    <a:pt x="19440" y="44386"/>
                    <a:pt x="19448" y="44377"/>
                  </a:cubicBezTo>
                  <a:cubicBezTo>
                    <a:pt x="19593" y="44198"/>
                    <a:pt x="19599" y="43995"/>
                    <a:pt x="19448" y="43814"/>
                  </a:cubicBezTo>
                  <a:lnTo>
                    <a:pt x="19430" y="43792"/>
                  </a:lnTo>
                  <a:cubicBezTo>
                    <a:pt x="19697" y="43721"/>
                    <a:pt x="19911" y="43553"/>
                    <a:pt x="20074" y="43287"/>
                  </a:cubicBezTo>
                  <a:cubicBezTo>
                    <a:pt x="20320" y="43038"/>
                    <a:pt x="20576" y="42801"/>
                    <a:pt x="20843" y="42573"/>
                  </a:cubicBezTo>
                  <a:cubicBezTo>
                    <a:pt x="21485" y="42027"/>
                    <a:pt x="22180" y="41552"/>
                    <a:pt x="22907" y="41126"/>
                  </a:cubicBezTo>
                  <a:cubicBezTo>
                    <a:pt x="24188" y="40374"/>
                    <a:pt x="25559" y="39793"/>
                    <a:pt x="26955" y="39291"/>
                  </a:cubicBezTo>
                  <a:cubicBezTo>
                    <a:pt x="29199" y="38484"/>
                    <a:pt x="31750" y="37438"/>
                    <a:pt x="34214" y="37438"/>
                  </a:cubicBezTo>
                  <a:close/>
                  <a:moveTo>
                    <a:pt x="34842" y="0"/>
                  </a:moveTo>
                  <a:cubicBezTo>
                    <a:pt x="34343" y="0"/>
                    <a:pt x="33867" y="188"/>
                    <a:pt x="33507" y="630"/>
                  </a:cubicBezTo>
                  <a:cubicBezTo>
                    <a:pt x="31447" y="1151"/>
                    <a:pt x="29512" y="2015"/>
                    <a:pt x="27862" y="3526"/>
                  </a:cubicBezTo>
                  <a:cubicBezTo>
                    <a:pt x="27217" y="4115"/>
                    <a:pt x="26496" y="4800"/>
                    <a:pt x="25773" y="5555"/>
                  </a:cubicBezTo>
                  <a:cubicBezTo>
                    <a:pt x="23620" y="7604"/>
                    <a:pt x="21769" y="10148"/>
                    <a:pt x="20875" y="12916"/>
                  </a:cubicBezTo>
                  <a:cubicBezTo>
                    <a:pt x="19359" y="12052"/>
                    <a:pt x="17538" y="11727"/>
                    <a:pt x="15721" y="11727"/>
                  </a:cubicBezTo>
                  <a:cubicBezTo>
                    <a:pt x="14356" y="11727"/>
                    <a:pt x="12994" y="11911"/>
                    <a:pt x="11766" y="12185"/>
                  </a:cubicBezTo>
                  <a:cubicBezTo>
                    <a:pt x="7819" y="13067"/>
                    <a:pt x="4277" y="15176"/>
                    <a:pt x="838" y="17217"/>
                  </a:cubicBezTo>
                  <a:cubicBezTo>
                    <a:pt x="458" y="17444"/>
                    <a:pt x="436" y="17923"/>
                    <a:pt x="707" y="18237"/>
                  </a:cubicBezTo>
                  <a:cubicBezTo>
                    <a:pt x="1244" y="18859"/>
                    <a:pt x="1774" y="19488"/>
                    <a:pt x="2305" y="20116"/>
                  </a:cubicBezTo>
                  <a:cubicBezTo>
                    <a:pt x="1441" y="20484"/>
                    <a:pt x="862" y="21064"/>
                    <a:pt x="197" y="21811"/>
                  </a:cubicBezTo>
                  <a:cubicBezTo>
                    <a:pt x="77" y="21947"/>
                    <a:pt x="0" y="22200"/>
                    <a:pt x="127" y="22363"/>
                  </a:cubicBezTo>
                  <a:cubicBezTo>
                    <a:pt x="2951" y="26054"/>
                    <a:pt x="5928" y="29634"/>
                    <a:pt x="8843" y="33254"/>
                  </a:cubicBezTo>
                  <a:cubicBezTo>
                    <a:pt x="11749" y="36861"/>
                    <a:pt x="14485" y="40794"/>
                    <a:pt x="17652" y="44182"/>
                  </a:cubicBezTo>
                  <a:cubicBezTo>
                    <a:pt x="17664" y="44208"/>
                    <a:pt x="17679" y="44232"/>
                    <a:pt x="17699" y="44255"/>
                  </a:cubicBezTo>
                  <a:cubicBezTo>
                    <a:pt x="18282" y="44908"/>
                    <a:pt x="19219" y="45924"/>
                    <a:pt x="20167" y="45924"/>
                  </a:cubicBezTo>
                  <a:cubicBezTo>
                    <a:pt x="20277" y="45924"/>
                    <a:pt x="20387" y="45910"/>
                    <a:pt x="20497" y="45881"/>
                  </a:cubicBezTo>
                  <a:cubicBezTo>
                    <a:pt x="21148" y="45708"/>
                    <a:pt x="21757" y="44978"/>
                    <a:pt x="22286" y="44585"/>
                  </a:cubicBezTo>
                  <a:cubicBezTo>
                    <a:pt x="23162" y="43935"/>
                    <a:pt x="24053" y="43304"/>
                    <a:pt x="24965" y="42705"/>
                  </a:cubicBezTo>
                  <a:cubicBezTo>
                    <a:pt x="27366" y="41130"/>
                    <a:pt x="29934" y="39829"/>
                    <a:pt x="32678" y="39174"/>
                  </a:cubicBezTo>
                  <a:cubicBezTo>
                    <a:pt x="32752" y="39177"/>
                    <a:pt x="32826" y="39174"/>
                    <a:pt x="32900" y="39178"/>
                  </a:cubicBezTo>
                  <a:cubicBezTo>
                    <a:pt x="34054" y="39233"/>
                    <a:pt x="35153" y="39648"/>
                    <a:pt x="36288" y="39715"/>
                  </a:cubicBezTo>
                  <a:cubicBezTo>
                    <a:pt x="36337" y="39718"/>
                    <a:pt x="36385" y="39720"/>
                    <a:pt x="36433" y="39720"/>
                  </a:cubicBezTo>
                  <a:cubicBezTo>
                    <a:pt x="37209" y="39720"/>
                    <a:pt x="37750" y="39337"/>
                    <a:pt x="37827" y="38540"/>
                  </a:cubicBezTo>
                  <a:cubicBezTo>
                    <a:pt x="39593" y="36201"/>
                    <a:pt x="41115" y="33792"/>
                    <a:pt x="43273" y="31744"/>
                  </a:cubicBezTo>
                  <a:cubicBezTo>
                    <a:pt x="44449" y="30626"/>
                    <a:pt x="45716" y="29608"/>
                    <a:pt x="47060" y="28698"/>
                  </a:cubicBezTo>
                  <a:cubicBezTo>
                    <a:pt x="47079" y="28686"/>
                    <a:pt x="47099" y="28675"/>
                    <a:pt x="47118" y="28662"/>
                  </a:cubicBezTo>
                  <a:cubicBezTo>
                    <a:pt x="48826" y="27633"/>
                    <a:pt x="50637" y="26785"/>
                    <a:pt x="52524" y="26133"/>
                  </a:cubicBezTo>
                  <a:cubicBezTo>
                    <a:pt x="52902" y="26003"/>
                    <a:pt x="53156" y="25447"/>
                    <a:pt x="52785" y="25145"/>
                  </a:cubicBezTo>
                  <a:cubicBezTo>
                    <a:pt x="52171" y="24648"/>
                    <a:pt x="51613" y="24099"/>
                    <a:pt x="50959" y="23696"/>
                  </a:cubicBezTo>
                  <a:cubicBezTo>
                    <a:pt x="51006" y="23680"/>
                    <a:pt x="51050" y="23660"/>
                    <a:pt x="51097" y="23645"/>
                  </a:cubicBezTo>
                  <a:cubicBezTo>
                    <a:pt x="51251" y="23594"/>
                    <a:pt x="51309" y="23468"/>
                    <a:pt x="51300" y="23347"/>
                  </a:cubicBezTo>
                  <a:cubicBezTo>
                    <a:pt x="51345" y="23292"/>
                    <a:pt x="51376" y="23227"/>
                    <a:pt x="51391" y="23158"/>
                  </a:cubicBezTo>
                  <a:cubicBezTo>
                    <a:pt x="51657" y="23086"/>
                    <a:pt x="51868" y="22805"/>
                    <a:pt x="51676" y="22507"/>
                  </a:cubicBezTo>
                  <a:cubicBezTo>
                    <a:pt x="51561" y="22326"/>
                    <a:pt x="51447" y="22144"/>
                    <a:pt x="51333" y="21962"/>
                  </a:cubicBezTo>
                  <a:cubicBezTo>
                    <a:pt x="51345" y="21962"/>
                    <a:pt x="51359" y="21961"/>
                    <a:pt x="51371" y="21961"/>
                  </a:cubicBezTo>
                  <a:cubicBezTo>
                    <a:pt x="51374" y="21961"/>
                    <a:pt x="51377" y="21961"/>
                    <a:pt x="51379" y="21961"/>
                  </a:cubicBezTo>
                  <a:cubicBezTo>
                    <a:pt x="51539" y="21961"/>
                    <a:pt x="51585" y="21737"/>
                    <a:pt x="51453" y="21658"/>
                  </a:cubicBezTo>
                  <a:cubicBezTo>
                    <a:pt x="51333" y="21585"/>
                    <a:pt x="51198" y="21544"/>
                    <a:pt x="51056" y="21524"/>
                  </a:cubicBezTo>
                  <a:cubicBezTo>
                    <a:pt x="50796" y="21108"/>
                    <a:pt x="50546" y="20689"/>
                    <a:pt x="50290" y="20269"/>
                  </a:cubicBezTo>
                  <a:cubicBezTo>
                    <a:pt x="50030" y="19581"/>
                    <a:pt x="49589" y="18953"/>
                    <a:pt x="49191" y="18312"/>
                  </a:cubicBezTo>
                  <a:cubicBezTo>
                    <a:pt x="48421" y="17077"/>
                    <a:pt x="47572" y="15893"/>
                    <a:pt x="46728" y="14709"/>
                  </a:cubicBezTo>
                  <a:cubicBezTo>
                    <a:pt x="45005" y="12292"/>
                    <a:pt x="43280" y="9876"/>
                    <a:pt x="41551" y="7464"/>
                  </a:cubicBezTo>
                  <a:cubicBezTo>
                    <a:pt x="40019" y="5325"/>
                    <a:pt x="38618" y="2783"/>
                    <a:pt x="36781" y="897"/>
                  </a:cubicBezTo>
                  <a:cubicBezTo>
                    <a:pt x="36255" y="356"/>
                    <a:pt x="35527" y="0"/>
                    <a:pt x="348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34"/>
            <p:cNvSpPr/>
            <p:nvPr/>
          </p:nvSpPr>
          <p:spPr>
            <a:xfrm>
              <a:off x="2990175" y="381350"/>
              <a:ext cx="254450" cy="209600"/>
            </a:xfrm>
            <a:custGeom>
              <a:avLst/>
              <a:gdLst/>
              <a:ahLst/>
              <a:cxnLst/>
              <a:rect l="l" t="t" r="r" b="b"/>
              <a:pathLst>
                <a:path w="10178" h="8384" extrusionOk="0">
                  <a:moveTo>
                    <a:pt x="9489" y="1"/>
                  </a:moveTo>
                  <a:cubicBezTo>
                    <a:pt x="9460" y="1"/>
                    <a:pt x="9430" y="3"/>
                    <a:pt x="9398" y="7"/>
                  </a:cubicBezTo>
                  <a:cubicBezTo>
                    <a:pt x="5315" y="589"/>
                    <a:pt x="1324" y="4315"/>
                    <a:pt x="48" y="8144"/>
                  </a:cubicBezTo>
                  <a:cubicBezTo>
                    <a:pt x="1" y="8286"/>
                    <a:pt x="119" y="8384"/>
                    <a:pt x="239" y="8384"/>
                  </a:cubicBezTo>
                  <a:cubicBezTo>
                    <a:pt x="302" y="8384"/>
                    <a:pt x="366" y="8357"/>
                    <a:pt x="406" y="8294"/>
                  </a:cubicBezTo>
                  <a:cubicBezTo>
                    <a:pt x="1475" y="6637"/>
                    <a:pt x="2632" y="5068"/>
                    <a:pt x="4157" y="3799"/>
                  </a:cubicBezTo>
                  <a:cubicBezTo>
                    <a:pt x="5839" y="2399"/>
                    <a:pt x="7661" y="1727"/>
                    <a:pt x="9647" y="909"/>
                  </a:cubicBezTo>
                  <a:cubicBezTo>
                    <a:pt x="10177" y="691"/>
                    <a:pt x="10017" y="1"/>
                    <a:pt x="948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34"/>
            <p:cNvSpPr/>
            <p:nvPr/>
          </p:nvSpPr>
          <p:spPr>
            <a:xfrm>
              <a:off x="3026350" y="441550"/>
              <a:ext cx="247225" cy="201350"/>
            </a:xfrm>
            <a:custGeom>
              <a:avLst/>
              <a:gdLst/>
              <a:ahLst/>
              <a:cxnLst/>
              <a:rect l="l" t="t" r="r" b="b"/>
              <a:pathLst>
                <a:path w="9889" h="8054" extrusionOk="0">
                  <a:moveTo>
                    <a:pt x="9472" y="1"/>
                  </a:moveTo>
                  <a:cubicBezTo>
                    <a:pt x="9466" y="1"/>
                    <a:pt x="9460" y="1"/>
                    <a:pt x="9454" y="1"/>
                  </a:cubicBezTo>
                  <a:cubicBezTo>
                    <a:pt x="5735" y="204"/>
                    <a:pt x="1142" y="4281"/>
                    <a:pt x="59" y="7752"/>
                  </a:cubicBezTo>
                  <a:cubicBezTo>
                    <a:pt x="0" y="7941"/>
                    <a:pt x="141" y="8053"/>
                    <a:pt x="292" y="8053"/>
                  </a:cubicBezTo>
                  <a:cubicBezTo>
                    <a:pt x="375" y="8053"/>
                    <a:pt x="460" y="8019"/>
                    <a:pt x="517" y="7945"/>
                  </a:cubicBezTo>
                  <a:cubicBezTo>
                    <a:pt x="1756" y="6329"/>
                    <a:pt x="2771" y="4701"/>
                    <a:pt x="4382" y="3401"/>
                  </a:cubicBezTo>
                  <a:cubicBezTo>
                    <a:pt x="6005" y="2092"/>
                    <a:pt x="7844" y="1590"/>
                    <a:pt x="9618" y="609"/>
                  </a:cubicBezTo>
                  <a:cubicBezTo>
                    <a:pt x="9889" y="460"/>
                    <a:pt x="9783" y="1"/>
                    <a:pt x="94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34"/>
            <p:cNvSpPr/>
            <p:nvPr/>
          </p:nvSpPr>
          <p:spPr>
            <a:xfrm>
              <a:off x="3172850" y="661350"/>
              <a:ext cx="224850" cy="198300"/>
            </a:xfrm>
            <a:custGeom>
              <a:avLst/>
              <a:gdLst/>
              <a:ahLst/>
              <a:cxnLst/>
              <a:rect l="l" t="t" r="r" b="b"/>
              <a:pathLst>
                <a:path w="8994" h="7932" extrusionOk="0">
                  <a:moveTo>
                    <a:pt x="8456" y="0"/>
                  </a:moveTo>
                  <a:cubicBezTo>
                    <a:pt x="8425" y="0"/>
                    <a:pt x="8392" y="4"/>
                    <a:pt x="8358" y="11"/>
                  </a:cubicBezTo>
                  <a:cubicBezTo>
                    <a:pt x="5106" y="738"/>
                    <a:pt x="1076" y="4402"/>
                    <a:pt x="60" y="7579"/>
                  </a:cubicBezTo>
                  <a:cubicBezTo>
                    <a:pt x="1" y="7765"/>
                    <a:pt x="174" y="7931"/>
                    <a:pt x="343" y="7931"/>
                  </a:cubicBezTo>
                  <a:cubicBezTo>
                    <a:pt x="409" y="7931"/>
                    <a:pt x="474" y="7907"/>
                    <a:pt x="524" y="7849"/>
                  </a:cubicBezTo>
                  <a:cubicBezTo>
                    <a:pt x="1689" y="6518"/>
                    <a:pt x="2590" y="5030"/>
                    <a:pt x="3913" y="3818"/>
                  </a:cubicBezTo>
                  <a:cubicBezTo>
                    <a:pt x="5371" y="2483"/>
                    <a:pt x="7047" y="1783"/>
                    <a:pt x="8657" y="718"/>
                  </a:cubicBezTo>
                  <a:cubicBezTo>
                    <a:pt x="8993" y="494"/>
                    <a:pt x="8826" y="0"/>
                    <a:pt x="84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34"/>
            <p:cNvSpPr/>
            <p:nvPr/>
          </p:nvSpPr>
          <p:spPr>
            <a:xfrm>
              <a:off x="3219000" y="725650"/>
              <a:ext cx="226500" cy="215375"/>
            </a:xfrm>
            <a:custGeom>
              <a:avLst/>
              <a:gdLst/>
              <a:ahLst/>
              <a:cxnLst/>
              <a:rect l="l" t="t" r="r" b="b"/>
              <a:pathLst>
                <a:path w="9060" h="8615" extrusionOk="0">
                  <a:moveTo>
                    <a:pt x="8466" y="1"/>
                  </a:moveTo>
                  <a:cubicBezTo>
                    <a:pt x="8403" y="1"/>
                    <a:pt x="8336" y="16"/>
                    <a:pt x="8267" y="50"/>
                  </a:cubicBezTo>
                  <a:cubicBezTo>
                    <a:pt x="6348" y="1017"/>
                    <a:pt x="4571" y="2396"/>
                    <a:pt x="3025" y="3882"/>
                  </a:cubicBezTo>
                  <a:cubicBezTo>
                    <a:pt x="1836" y="5024"/>
                    <a:pt x="0" y="6568"/>
                    <a:pt x="62" y="8367"/>
                  </a:cubicBezTo>
                  <a:cubicBezTo>
                    <a:pt x="66" y="8507"/>
                    <a:pt x="206" y="8614"/>
                    <a:pt x="335" y="8614"/>
                  </a:cubicBezTo>
                  <a:cubicBezTo>
                    <a:pt x="409" y="8614"/>
                    <a:pt x="480" y="8578"/>
                    <a:pt x="518" y="8491"/>
                  </a:cubicBezTo>
                  <a:cubicBezTo>
                    <a:pt x="2016" y="5007"/>
                    <a:pt x="5594" y="2708"/>
                    <a:pt x="8679" y="755"/>
                  </a:cubicBezTo>
                  <a:cubicBezTo>
                    <a:pt x="9059" y="514"/>
                    <a:pt x="8832" y="1"/>
                    <a:pt x="84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34"/>
            <p:cNvSpPr/>
            <p:nvPr/>
          </p:nvSpPr>
          <p:spPr>
            <a:xfrm>
              <a:off x="2528200" y="658025"/>
              <a:ext cx="405900" cy="260600"/>
            </a:xfrm>
            <a:custGeom>
              <a:avLst/>
              <a:gdLst/>
              <a:ahLst/>
              <a:cxnLst/>
              <a:rect l="l" t="t" r="r" b="b"/>
              <a:pathLst>
                <a:path w="16236" h="10424" extrusionOk="0">
                  <a:moveTo>
                    <a:pt x="1382" y="2708"/>
                  </a:moveTo>
                  <a:cubicBezTo>
                    <a:pt x="2705" y="4465"/>
                    <a:pt x="4361" y="5818"/>
                    <a:pt x="5564" y="7549"/>
                  </a:cubicBezTo>
                  <a:cubicBezTo>
                    <a:pt x="5049" y="7000"/>
                    <a:pt x="4518" y="6467"/>
                    <a:pt x="3972" y="5947"/>
                  </a:cubicBezTo>
                  <a:cubicBezTo>
                    <a:pt x="3369" y="5370"/>
                    <a:pt x="2751" y="4825"/>
                    <a:pt x="2113" y="4299"/>
                  </a:cubicBezTo>
                  <a:cubicBezTo>
                    <a:pt x="2286" y="4264"/>
                    <a:pt x="2405" y="4031"/>
                    <a:pt x="2251" y="3877"/>
                  </a:cubicBezTo>
                  <a:cubicBezTo>
                    <a:pt x="1869" y="3498"/>
                    <a:pt x="1454" y="3168"/>
                    <a:pt x="1030" y="2840"/>
                  </a:cubicBezTo>
                  <a:lnTo>
                    <a:pt x="1382" y="2708"/>
                  </a:lnTo>
                  <a:close/>
                  <a:moveTo>
                    <a:pt x="9295" y="739"/>
                  </a:moveTo>
                  <a:cubicBezTo>
                    <a:pt x="10900" y="739"/>
                    <a:pt x="11714" y="2042"/>
                    <a:pt x="12738" y="3153"/>
                  </a:cubicBezTo>
                  <a:cubicBezTo>
                    <a:pt x="13607" y="4096"/>
                    <a:pt x="14464" y="5049"/>
                    <a:pt x="15310" y="6013"/>
                  </a:cubicBezTo>
                  <a:cubicBezTo>
                    <a:pt x="13936" y="6363"/>
                    <a:pt x="12589" y="6790"/>
                    <a:pt x="11275" y="7331"/>
                  </a:cubicBezTo>
                  <a:cubicBezTo>
                    <a:pt x="10703" y="7567"/>
                    <a:pt x="10139" y="7820"/>
                    <a:pt x="9583" y="8091"/>
                  </a:cubicBezTo>
                  <a:cubicBezTo>
                    <a:pt x="9104" y="8323"/>
                    <a:pt x="7997" y="9216"/>
                    <a:pt x="7494" y="9216"/>
                  </a:cubicBezTo>
                  <a:cubicBezTo>
                    <a:pt x="7280" y="9214"/>
                    <a:pt x="7087" y="9143"/>
                    <a:pt x="6911" y="9028"/>
                  </a:cubicBezTo>
                  <a:cubicBezTo>
                    <a:pt x="5976" y="6497"/>
                    <a:pt x="3660" y="4237"/>
                    <a:pt x="1564" y="2642"/>
                  </a:cubicBezTo>
                  <a:cubicBezTo>
                    <a:pt x="3992" y="1737"/>
                    <a:pt x="6804" y="749"/>
                    <a:pt x="9284" y="739"/>
                  </a:cubicBezTo>
                  <a:cubicBezTo>
                    <a:pt x="9288" y="739"/>
                    <a:pt x="9291" y="739"/>
                    <a:pt x="9295" y="739"/>
                  </a:cubicBezTo>
                  <a:close/>
                  <a:moveTo>
                    <a:pt x="9522" y="0"/>
                  </a:moveTo>
                  <a:cubicBezTo>
                    <a:pt x="8353" y="0"/>
                    <a:pt x="6970" y="475"/>
                    <a:pt x="5977" y="700"/>
                  </a:cubicBezTo>
                  <a:cubicBezTo>
                    <a:pt x="4041" y="1140"/>
                    <a:pt x="2155" y="1729"/>
                    <a:pt x="300" y="2432"/>
                  </a:cubicBezTo>
                  <a:cubicBezTo>
                    <a:pt x="25" y="2536"/>
                    <a:pt x="1" y="2846"/>
                    <a:pt x="223" y="3018"/>
                  </a:cubicBezTo>
                  <a:cubicBezTo>
                    <a:pt x="702" y="3388"/>
                    <a:pt x="1169" y="3763"/>
                    <a:pt x="1673" y="4093"/>
                  </a:cubicBezTo>
                  <a:cubicBezTo>
                    <a:pt x="3491" y="5760"/>
                    <a:pt x="5144" y="7550"/>
                    <a:pt x="6623" y="9541"/>
                  </a:cubicBezTo>
                  <a:cubicBezTo>
                    <a:pt x="6713" y="9781"/>
                    <a:pt x="6797" y="10028"/>
                    <a:pt x="6867" y="10287"/>
                  </a:cubicBezTo>
                  <a:cubicBezTo>
                    <a:pt x="6892" y="10382"/>
                    <a:pt x="6963" y="10423"/>
                    <a:pt x="7035" y="10423"/>
                  </a:cubicBezTo>
                  <a:cubicBezTo>
                    <a:pt x="7146" y="10423"/>
                    <a:pt x="7261" y="10329"/>
                    <a:pt x="7234" y="10186"/>
                  </a:cubicBezTo>
                  <a:cubicBezTo>
                    <a:pt x="7224" y="10130"/>
                    <a:pt x="7207" y="10076"/>
                    <a:pt x="7196" y="10021"/>
                  </a:cubicBezTo>
                  <a:cubicBezTo>
                    <a:pt x="7219" y="10016"/>
                    <a:pt x="7243" y="10009"/>
                    <a:pt x="7264" y="9998"/>
                  </a:cubicBezTo>
                  <a:cubicBezTo>
                    <a:pt x="9998" y="8390"/>
                    <a:pt x="12869" y="7216"/>
                    <a:pt x="15954" y="6481"/>
                  </a:cubicBezTo>
                  <a:cubicBezTo>
                    <a:pt x="16193" y="6424"/>
                    <a:pt x="16235" y="6133"/>
                    <a:pt x="16091" y="5967"/>
                  </a:cubicBezTo>
                  <a:cubicBezTo>
                    <a:pt x="14926" y="4637"/>
                    <a:pt x="13744" y="3322"/>
                    <a:pt x="12545" y="2023"/>
                  </a:cubicBezTo>
                  <a:cubicBezTo>
                    <a:pt x="11928" y="1357"/>
                    <a:pt x="11266" y="350"/>
                    <a:pt x="10341" y="98"/>
                  </a:cubicBezTo>
                  <a:cubicBezTo>
                    <a:pt x="10087" y="29"/>
                    <a:pt x="9811" y="0"/>
                    <a:pt x="95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34"/>
            <p:cNvSpPr/>
            <p:nvPr/>
          </p:nvSpPr>
          <p:spPr>
            <a:xfrm>
              <a:off x="2739725" y="878000"/>
              <a:ext cx="265375" cy="114400"/>
            </a:xfrm>
            <a:custGeom>
              <a:avLst/>
              <a:gdLst/>
              <a:ahLst/>
              <a:cxnLst/>
              <a:rect l="l" t="t" r="r" b="b"/>
              <a:pathLst>
                <a:path w="10615" h="4576" extrusionOk="0">
                  <a:moveTo>
                    <a:pt x="8807" y="0"/>
                  </a:moveTo>
                  <a:cubicBezTo>
                    <a:pt x="5620" y="0"/>
                    <a:pt x="1581" y="1966"/>
                    <a:pt x="54" y="4386"/>
                  </a:cubicBezTo>
                  <a:cubicBezTo>
                    <a:pt x="1" y="4471"/>
                    <a:pt x="79" y="4576"/>
                    <a:pt x="166" y="4576"/>
                  </a:cubicBezTo>
                  <a:cubicBezTo>
                    <a:pt x="186" y="4576"/>
                    <a:pt x="207" y="4570"/>
                    <a:pt x="226" y="4558"/>
                  </a:cubicBezTo>
                  <a:cubicBezTo>
                    <a:pt x="1875" y="3508"/>
                    <a:pt x="3258" y="2278"/>
                    <a:pt x="5131" y="1591"/>
                  </a:cubicBezTo>
                  <a:cubicBezTo>
                    <a:pt x="6861" y="957"/>
                    <a:pt x="8587" y="1026"/>
                    <a:pt x="10351" y="694"/>
                  </a:cubicBezTo>
                  <a:cubicBezTo>
                    <a:pt x="10615" y="644"/>
                    <a:pt x="10595" y="242"/>
                    <a:pt x="10351" y="180"/>
                  </a:cubicBezTo>
                  <a:cubicBezTo>
                    <a:pt x="9872" y="58"/>
                    <a:pt x="9352" y="0"/>
                    <a:pt x="88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34"/>
            <p:cNvSpPr/>
            <p:nvPr/>
          </p:nvSpPr>
          <p:spPr>
            <a:xfrm>
              <a:off x="2783475" y="946275"/>
              <a:ext cx="254775" cy="113000"/>
            </a:xfrm>
            <a:custGeom>
              <a:avLst/>
              <a:gdLst/>
              <a:ahLst/>
              <a:cxnLst/>
              <a:rect l="l" t="t" r="r" b="b"/>
              <a:pathLst>
                <a:path w="10191" h="4520" extrusionOk="0">
                  <a:moveTo>
                    <a:pt x="9024" y="1"/>
                  </a:moveTo>
                  <a:cubicBezTo>
                    <a:pt x="7296" y="1"/>
                    <a:pt x="5453" y="625"/>
                    <a:pt x="3919" y="1282"/>
                  </a:cubicBezTo>
                  <a:cubicBezTo>
                    <a:pt x="2789" y="1765"/>
                    <a:pt x="261" y="2658"/>
                    <a:pt x="23" y="4060"/>
                  </a:cubicBezTo>
                  <a:cubicBezTo>
                    <a:pt x="1" y="4188"/>
                    <a:pt x="41" y="4285"/>
                    <a:pt x="145" y="4359"/>
                  </a:cubicBezTo>
                  <a:lnTo>
                    <a:pt x="328" y="4490"/>
                  </a:lnTo>
                  <a:cubicBezTo>
                    <a:pt x="356" y="4510"/>
                    <a:pt x="386" y="4519"/>
                    <a:pt x="416" y="4519"/>
                  </a:cubicBezTo>
                  <a:cubicBezTo>
                    <a:pt x="528" y="4519"/>
                    <a:pt x="634" y="4397"/>
                    <a:pt x="599" y="4281"/>
                  </a:cubicBezTo>
                  <a:cubicBezTo>
                    <a:pt x="310" y="3333"/>
                    <a:pt x="4773" y="1735"/>
                    <a:pt x="5289" y="1569"/>
                  </a:cubicBezTo>
                  <a:cubicBezTo>
                    <a:pt x="6773" y="1093"/>
                    <a:pt x="8295" y="1027"/>
                    <a:pt x="9799" y="688"/>
                  </a:cubicBezTo>
                  <a:cubicBezTo>
                    <a:pt x="10190" y="600"/>
                    <a:pt x="10059" y="73"/>
                    <a:pt x="9711" y="36"/>
                  </a:cubicBezTo>
                  <a:cubicBezTo>
                    <a:pt x="9485" y="12"/>
                    <a:pt x="9255" y="1"/>
                    <a:pt x="902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34"/>
            <p:cNvSpPr/>
            <p:nvPr/>
          </p:nvSpPr>
          <p:spPr>
            <a:xfrm>
              <a:off x="2839925" y="1007825"/>
              <a:ext cx="259925" cy="117700"/>
            </a:xfrm>
            <a:custGeom>
              <a:avLst/>
              <a:gdLst/>
              <a:ahLst/>
              <a:cxnLst/>
              <a:rect l="l" t="t" r="r" b="b"/>
              <a:pathLst>
                <a:path w="10397" h="4708" extrusionOk="0">
                  <a:moveTo>
                    <a:pt x="9045" y="1"/>
                  </a:moveTo>
                  <a:cubicBezTo>
                    <a:pt x="5729" y="1"/>
                    <a:pt x="2019" y="2104"/>
                    <a:pt x="58" y="4551"/>
                  </a:cubicBezTo>
                  <a:cubicBezTo>
                    <a:pt x="0" y="4623"/>
                    <a:pt x="54" y="4707"/>
                    <a:pt x="124" y="4707"/>
                  </a:cubicBezTo>
                  <a:cubicBezTo>
                    <a:pt x="145" y="4707"/>
                    <a:pt x="167" y="4700"/>
                    <a:pt x="188" y="4683"/>
                  </a:cubicBezTo>
                  <a:cubicBezTo>
                    <a:pt x="1738" y="3418"/>
                    <a:pt x="3324" y="2289"/>
                    <a:pt x="5224" y="1613"/>
                  </a:cubicBezTo>
                  <a:cubicBezTo>
                    <a:pt x="6821" y="1047"/>
                    <a:pt x="8433" y="1014"/>
                    <a:pt x="10074" y="712"/>
                  </a:cubicBezTo>
                  <a:cubicBezTo>
                    <a:pt x="10385" y="655"/>
                    <a:pt x="10396" y="120"/>
                    <a:pt x="10074" y="73"/>
                  </a:cubicBezTo>
                  <a:cubicBezTo>
                    <a:pt x="9737" y="24"/>
                    <a:pt x="9393" y="1"/>
                    <a:pt x="90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31102B4A-F79A-4283-81D9-8616AEF47326}"/>
              </a:ext>
            </a:extLst>
          </p:cNvPr>
          <p:cNvSpPr txBox="1"/>
          <p:nvPr/>
        </p:nvSpPr>
        <p:spPr>
          <a:xfrm>
            <a:off x="3861118" y="1205579"/>
            <a:ext cx="20712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200" b="1" dirty="0"/>
              <a:t>Let’s try deleting 1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05337B5-6149-4C46-8D71-2799399E43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4246" y="1537744"/>
            <a:ext cx="3277054" cy="2936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749632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4"/>
          <p:cNvSpPr txBox="1">
            <a:spLocks noGrp="1"/>
          </p:cNvSpPr>
          <p:nvPr>
            <p:ph type="title"/>
          </p:nvPr>
        </p:nvSpPr>
        <p:spPr>
          <a:xfrm>
            <a:off x="1307759" y="947437"/>
            <a:ext cx="2939511" cy="4372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u="sng" dirty="0"/>
              <a:t>Heapsort</a:t>
            </a:r>
          </a:p>
        </p:txBody>
      </p:sp>
      <p:sp>
        <p:nvSpPr>
          <p:cNvPr id="234" name="Google Shape;234;p34"/>
          <p:cNvSpPr txBox="1">
            <a:spLocks noGrp="1"/>
          </p:cNvSpPr>
          <p:nvPr>
            <p:ph type="subTitle" idx="1"/>
          </p:nvPr>
        </p:nvSpPr>
        <p:spPr>
          <a:xfrm>
            <a:off x="1307759" y="531752"/>
            <a:ext cx="3439500" cy="53514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Heaps	</a:t>
            </a:r>
          </a:p>
        </p:txBody>
      </p:sp>
      <p:pic>
        <p:nvPicPr>
          <p:cNvPr id="235" name="Google Shape;235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695460">
            <a:off x="7765338" y="3361772"/>
            <a:ext cx="1241024" cy="1610463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grpSp>
        <p:nvGrpSpPr>
          <p:cNvPr id="236" name="Google Shape;236;p34"/>
          <p:cNvGrpSpPr/>
          <p:nvPr/>
        </p:nvGrpSpPr>
        <p:grpSpPr>
          <a:xfrm rot="790859">
            <a:off x="7973758" y="3964891"/>
            <a:ext cx="824184" cy="712067"/>
            <a:chOff x="2341425" y="238100"/>
            <a:chExt cx="1328900" cy="1148125"/>
          </a:xfrm>
        </p:grpSpPr>
        <p:sp>
          <p:nvSpPr>
            <p:cNvPr id="237" name="Google Shape;237;p34"/>
            <p:cNvSpPr/>
            <p:nvPr/>
          </p:nvSpPr>
          <p:spPr>
            <a:xfrm>
              <a:off x="2341425" y="238100"/>
              <a:ext cx="1328900" cy="1148125"/>
            </a:xfrm>
            <a:custGeom>
              <a:avLst/>
              <a:gdLst/>
              <a:ahLst/>
              <a:cxnLst/>
              <a:rect l="l" t="t" r="r" b="b"/>
              <a:pathLst>
                <a:path w="53156" h="45925" extrusionOk="0">
                  <a:moveTo>
                    <a:pt x="49853" y="24103"/>
                  </a:moveTo>
                  <a:cubicBezTo>
                    <a:pt x="50212" y="24609"/>
                    <a:pt x="50681" y="25003"/>
                    <a:pt x="51172" y="25380"/>
                  </a:cubicBezTo>
                  <a:cubicBezTo>
                    <a:pt x="48199" y="26540"/>
                    <a:pt x="45438" y="28144"/>
                    <a:pt x="42987" y="30206"/>
                  </a:cubicBezTo>
                  <a:cubicBezTo>
                    <a:pt x="41727" y="31264"/>
                    <a:pt x="40396" y="32510"/>
                    <a:pt x="39238" y="33887"/>
                  </a:cubicBezTo>
                  <a:cubicBezTo>
                    <a:pt x="39347" y="33688"/>
                    <a:pt x="39460" y="33491"/>
                    <a:pt x="39578" y="33301"/>
                  </a:cubicBezTo>
                  <a:cubicBezTo>
                    <a:pt x="40490" y="31831"/>
                    <a:pt x="41539" y="30449"/>
                    <a:pt x="42711" y="29176"/>
                  </a:cubicBezTo>
                  <a:cubicBezTo>
                    <a:pt x="44775" y="26932"/>
                    <a:pt x="47091" y="25229"/>
                    <a:pt x="49853" y="24103"/>
                  </a:cubicBezTo>
                  <a:close/>
                  <a:moveTo>
                    <a:pt x="35117" y="1053"/>
                  </a:moveTo>
                  <a:lnTo>
                    <a:pt x="35117" y="1053"/>
                  </a:lnTo>
                  <a:cubicBezTo>
                    <a:pt x="36710" y="1715"/>
                    <a:pt x="38294" y="4814"/>
                    <a:pt x="38992" y="5799"/>
                  </a:cubicBezTo>
                  <a:cubicBezTo>
                    <a:pt x="40312" y="7660"/>
                    <a:pt x="41633" y="9523"/>
                    <a:pt x="42954" y="11383"/>
                  </a:cubicBezTo>
                  <a:cubicBezTo>
                    <a:pt x="44182" y="13110"/>
                    <a:pt x="45421" y="14827"/>
                    <a:pt x="46633" y="16564"/>
                  </a:cubicBezTo>
                  <a:cubicBezTo>
                    <a:pt x="46650" y="16588"/>
                    <a:pt x="46667" y="16613"/>
                    <a:pt x="46685" y="16638"/>
                  </a:cubicBezTo>
                  <a:cubicBezTo>
                    <a:pt x="47623" y="18397"/>
                    <a:pt x="48600" y="20134"/>
                    <a:pt x="49618" y="21849"/>
                  </a:cubicBezTo>
                  <a:cubicBezTo>
                    <a:pt x="48693" y="22281"/>
                    <a:pt x="47744" y="23007"/>
                    <a:pt x="47214" y="23343"/>
                  </a:cubicBezTo>
                  <a:cubicBezTo>
                    <a:pt x="45320" y="24544"/>
                    <a:pt x="43587" y="25982"/>
                    <a:pt x="42057" y="27622"/>
                  </a:cubicBezTo>
                  <a:cubicBezTo>
                    <a:pt x="40592" y="29191"/>
                    <a:pt x="39304" y="30938"/>
                    <a:pt x="38281" y="32827"/>
                  </a:cubicBezTo>
                  <a:cubicBezTo>
                    <a:pt x="37877" y="33573"/>
                    <a:pt x="37271" y="34533"/>
                    <a:pt x="36981" y="35496"/>
                  </a:cubicBezTo>
                  <a:cubicBezTo>
                    <a:pt x="36328" y="34434"/>
                    <a:pt x="35635" y="33395"/>
                    <a:pt x="34953" y="32353"/>
                  </a:cubicBezTo>
                  <a:cubicBezTo>
                    <a:pt x="33450" y="30055"/>
                    <a:pt x="31915" y="27777"/>
                    <a:pt x="30347" y="25524"/>
                  </a:cubicBezTo>
                  <a:cubicBezTo>
                    <a:pt x="28841" y="23359"/>
                    <a:pt x="27306" y="21217"/>
                    <a:pt x="25741" y="19095"/>
                  </a:cubicBezTo>
                  <a:cubicBezTo>
                    <a:pt x="24508" y="17421"/>
                    <a:pt x="23256" y="15382"/>
                    <a:pt x="21757" y="13843"/>
                  </a:cubicBezTo>
                  <a:cubicBezTo>
                    <a:pt x="22758" y="10753"/>
                    <a:pt x="24747" y="8361"/>
                    <a:pt x="26903" y="5992"/>
                  </a:cubicBezTo>
                  <a:cubicBezTo>
                    <a:pt x="27357" y="5493"/>
                    <a:pt x="27826" y="4981"/>
                    <a:pt x="28315" y="4481"/>
                  </a:cubicBezTo>
                  <a:cubicBezTo>
                    <a:pt x="29626" y="3498"/>
                    <a:pt x="31045" y="2668"/>
                    <a:pt x="32551" y="2018"/>
                  </a:cubicBezTo>
                  <a:cubicBezTo>
                    <a:pt x="33121" y="1772"/>
                    <a:pt x="33780" y="1496"/>
                    <a:pt x="34476" y="1255"/>
                  </a:cubicBezTo>
                  <a:cubicBezTo>
                    <a:pt x="34702" y="1206"/>
                    <a:pt x="34932" y="1166"/>
                    <a:pt x="35161" y="1125"/>
                  </a:cubicBezTo>
                  <a:cubicBezTo>
                    <a:pt x="35147" y="1101"/>
                    <a:pt x="35132" y="1076"/>
                    <a:pt x="35117" y="1053"/>
                  </a:cubicBezTo>
                  <a:close/>
                  <a:moveTo>
                    <a:pt x="49886" y="22296"/>
                  </a:moveTo>
                  <a:cubicBezTo>
                    <a:pt x="50069" y="22601"/>
                    <a:pt x="50253" y="22905"/>
                    <a:pt x="50437" y="23208"/>
                  </a:cubicBezTo>
                  <a:cubicBezTo>
                    <a:pt x="50328" y="23239"/>
                    <a:pt x="50219" y="23270"/>
                    <a:pt x="50110" y="23305"/>
                  </a:cubicBezTo>
                  <a:cubicBezTo>
                    <a:pt x="50098" y="23304"/>
                    <a:pt x="50086" y="23303"/>
                    <a:pt x="50074" y="23303"/>
                  </a:cubicBezTo>
                  <a:cubicBezTo>
                    <a:pt x="49989" y="23303"/>
                    <a:pt x="49905" y="23334"/>
                    <a:pt x="49839" y="23390"/>
                  </a:cubicBezTo>
                  <a:cubicBezTo>
                    <a:pt x="46983" y="24343"/>
                    <a:pt x="44499" y="26352"/>
                    <a:pt x="42469" y="28520"/>
                  </a:cubicBezTo>
                  <a:cubicBezTo>
                    <a:pt x="40592" y="30525"/>
                    <a:pt x="38254" y="33305"/>
                    <a:pt x="37357" y="36095"/>
                  </a:cubicBezTo>
                  <a:cubicBezTo>
                    <a:pt x="37306" y="36011"/>
                    <a:pt x="37249" y="35923"/>
                    <a:pt x="37190" y="35830"/>
                  </a:cubicBezTo>
                  <a:cubicBezTo>
                    <a:pt x="37565" y="34416"/>
                    <a:pt x="38696" y="32821"/>
                    <a:pt x="39296" y="31878"/>
                  </a:cubicBezTo>
                  <a:cubicBezTo>
                    <a:pt x="40239" y="30393"/>
                    <a:pt x="41330" y="29005"/>
                    <a:pt x="42550" y="27739"/>
                  </a:cubicBezTo>
                  <a:cubicBezTo>
                    <a:pt x="43708" y="26537"/>
                    <a:pt x="44980" y="25451"/>
                    <a:pt x="46348" y="24494"/>
                  </a:cubicBezTo>
                  <a:cubicBezTo>
                    <a:pt x="47234" y="23875"/>
                    <a:pt x="48600" y="22828"/>
                    <a:pt x="49886" y="22296"/>
                  </a:cubicBezTo>
                  <a:close/>
                  <a:moveTo>
                    <a:pt x="20475" y="13918"/>
                  </a:moveTo>
                  <a:cubicBezTo>
                    <a:pt x="20720" y="13985"/>
                    <a:pt x="20968" y="14054"/>
                    <a:pt x="21218" y="14127"/>
                  </a:cubicBezTo>
                  <a:lnTo>
                    <a:pt x="21219" y="14127"/>
                  </a:lnTo>
                  <a:cubicBezTo>
                    <a:pt x="22265" y="15897"/>
                    <a:pt x="23782" y="17534"/>
                    <a:pt x="24979" y="19160"/>
                  </a:cubicBezTo>
                  <a:cubicBezTo>
                    <a:pt x="26409" y="21107"/>
                    <a:pt x="27816" y="23071"/>
                    <a:pt x="29199" y="25052"/>
                  </a:cubicBezTo>
                  <a:cubicBezTo>
                    <a:pt x="30581" y="27035"/>
                    <a:pt x="31937" y="29034"/>
                    <a:pt x="33269" y="31050"/>
                  </a:cubicBezTo>
                  <a:cubicBezTo>
                    <a:pt x="33874" y="31967"/>
                    <a:pt x="34473" y="32886"/>
                    <a:pt x="35069" y="33809"/>
                  </a:cubicBezTo>
                  <a:cubicBezTo>
                    <a:pt x="35425" y="34364"/>
                    <a:pt x="35780" y="34920"/>
                    <a:pt x="36133" y="35475"/>
                  </a:cubicBezTo>
                  <a:lnTo>
                    <a:pt x="36486" y="36032"/>
                  </a:lnTo>
                  <a:cubicBezTo>
                    <a:pt x="36496" y="36074"/>
                    <a:pt x="36508" y="36115"/>
                    <a:pt x="36522" y="36155"/>
                  </a:cubicBezTo>
                  <a:cubicBezTo>
                    <a:pt x="33879" y="32306"/>
                    <a:pt x="31050" y="28568"/>
                    <a:pt x="28325" y="24779"/>
                  </a:cubicBezTo>
                  <a:cubicBezTo>
                    <a:pt x="25722" y="21160"/>
                    <a:pt x="23203" y="17449"/>
                    <a:pt x="20475" y="13918"/>
                  </a:cubicBezTo>
                  <a:close/>
                  <a:moveTo>
                    <a:pt x="37953" y="37630"/>
                  </a:moveTo>
                  <a:cubicBezTo>
                    <a:pt x="37851" y="37834"/>
                    <a:pt x="37753" y="38038"/>
                    <a:pt x="37661" y="38245"/>
                  </a:cubicBezTo>
                  <a:cubicBezTo>
                    <a:pt x="37630" y="38236"/>
                    <a:pt x="37597" y="38231"/>
                    <a:pt x="37565" y="38231"/>
                  </a:cubicBezTo>
                  <a:cubicBezTo>
                    <a:pt x="37533" y="38231"/>
                    <a:pt x="37500" y="38236"/>
                    <a:pt x="37470" y="38245"/>
                  </a:cubicBezTo>
                  <a:cubicBezTo>
                    <a:pt x="37633" y="38041"/>
                    <a:pt x="37793" y="37835"/>
                    <a:pt x="37953" y="37630"/>
                  </a:cubicBezTo>
                  <a:close/>
                  <a:moveTo>
                    <a:pt x="36509" y="38717"/>
                  </a:moveTo>
                  <a:cubicBezTo>
                    <a:pt x="36518" y="38717"/>
                    <a:pt x="36527" y="38717"/>
                    <a:pt x="36536" y="38717"/>
                  </a:cubicBezTo>
                  <a:cubicBezTo>
                    <a:pt x="36609" y="38809"/>
                    <a:pt x="36720" y="38864"/>
                    <a:pt x="36837" y="38865"/>
                  </a:cubicBezTo>
                  <a:cubicBezTo>
                    <a:pt x="36596" y="38971"/>
                    <a:pt x="36282" y="39011"/>
                    <a:pt x="35935" y="39011"/>
                  </a:cubicBezTo>
                  <a:cubicBezTo>
                    <a:pt x="35451" y="39011"/>
                    <a:pt x="34904" y="38934"/>
                    <a:pt x="34409" y="38856"/>
                  </a:cubicBezTo>
                  <a:cubicBezTo>
                    <a:pt x="35105" y="38764"/>
                    <a:pt x="35807" y="38717"/>
                    <a:pt x="36509" y="38717"/>
                  </a:cubicBezTo>
                  <a:close/>
                  <a:moveTo>
                    <a:pt x="15183" y="13113"/>
                  </a:moveTo>
                  <a:cubicBezTo>
                    <a:pt x="16769" y="13113"/>
                    <a:pt x="18319" y="13366"/>
                    <a:pt x="19934" y="13775"/>
                  </a:cubicBezTo>
                  <a:cubicBezTo>
                    <a:pt x="22531" y="17699"/>
                    <a:pt x="25404" y="21460"/>
                    <a:pt x="28149" y="25276"/>
                  </a:cubicBezTo>
                  <a:cubicBezTo>
                    <a:pt x="30879" y="29073"/>
                    <a:pt x="33528" y="32953"/>
                    <a:pt x="36351" y="36684"/>
                  </a:cubicBezTo>
                  <a:cubicBezTo>
                    <a:pt x="34542" y="35843"/>
                    <a:pt x="32568" y="35460"/>
                    <a:pt x="30570" y="35460"/>
                  </a:cubicBezTo>
                  <a:cubicBezTo>
                    <a:pt x="26406" y="35460"/>
                    <a:pt x="22142" y="37123"/>
                    <a:pt x="19074" y="39757"/>
                  </a:cubicBezTo>
                  <a:cubicBezTo>
                    <a:pt x="13793" y="32214"/>
                    <a:pt x="8154" y="24943"/>
                    <a:pt x="2157" y="17945"/>
                  </a:cubicBezTo>
                  <a:lnTo>
                    <a:pt x="2159" y="17945"/>
                  </a:lnTo>
                  <a:cubicBezTo>
                    <a:pt x="5055" y="16227"/>
                    <a:pt x="8015" y="14530"/>
                    <a:pt x="11283" y="13642"/>
                  </a:cubicBezTo>
                  <a:cubicBezTo>
                    <a:pt x="12638" y="13273"/>
                    <a:pt x="13922" y="13113"/>
                    <a:pt x="15183" y="13113"/>
                  </a:cubicBezTo>
                  <a:close/>
                  <a:moveTo>
                    <a:pt x="2578" y="20435"/>
                  </a:moveTo>
                  <a:cubicBezTo>
                    <a:pt x="8168" y="27062"/>
                    <a:pt x="13443" y="33937"/>
                    <a:pt x="18402" y="41058"/>
                  </a:cubicBezTo>
                  <a:cubicBezTo>
                    <a:pt x="18543" y="41262"/>
                    <a:pt x="18758" y="41377"/>
                    <a:pt x="18977" y="41377"/>
                  </a:cubicBezTo>
                  <a:cubicBezTo>
                    <a:pt x="19133" y="41377"/>
                    <a:pt x="19292" y="41318"/>
                    <a:pt x="19427" y="41190"/>
                  </a:cubicBezTo>
                  <a:cubicBezTo>
                    <a:pt x="21632" y="39103"/>
                    <a:pt x="24333" y="37693"/>
                    <a:pt x="27314" y="37090"/>
                  </a:cubicBezTo>
                  <a:cubicBezTo>
                    <a:pt x="28284" y="36894"/>
                    <a:pt x="29226" y="36809"/>
                    <a:pt x="30154" y="36809"/>
                  </a:cubicBezTo>
                  <a:cubicBezTo>
                    <a:pt x="30890" y="36809"/>
                    <a:pt x="31618" y="36863"/>
                    <a:pt x="32345" y="36959"/>
                  </a:cubicBezTo>
                  <a:cubicBezTo>
                    <a:pt x="32139" y="36996"/>
                    <a:pt x="31934" y="37038"/>
                    <a:pt x="31726" y="37085"/>
                  </a:cubicBezTo>
                  <a:cubicBezTo>
                    <a:pt x="29702" y="37535"/>
                    <a:pt x="27672" y="38191"/>
                    <a:pt x="25741" y="38939"/>
                  </a:cubicBezTo>
                  <a:cubicBezTo>
                    <a:pt x="24060" y="39590"/>
                    <a:pt x="22425" y="40379"/>
                    <a:pt x="20975" y="41459"/>
                  </a:cubicBezTo>
                  <a:cubicBezTo>
                    <a:pt x="20335" y="41934"/>
                    <a:pt x="18892" y="42836"/>
                    <a:pt x="18616" y="43758"/>
                  </a:cubicBezTo>
                  <a:cubicBezTo>
                    <a:pt x="15797" y="39642"/>
                    <a:pt x="12269" y="35871"/>
                    <a:pt x="9131" y="31993"/>
                  </a:cubicBezTo>
                  <a:cubicBezTo>
                    <a:pt x="7537" y="30022"/>
                    <a:pt x="5941" y="28055"/>
                    <a:pt x="4343" y="26088"/>
                  </a:cubicBezTo>
                  <a:cubicBezTo>
                    <a:pt x="3509" y="25063"/>
                    <a:pt x="2360" y="24025"/>
                    <a:pt x="1726" y="22872"/>
                  </a:cubicBezTo>
                  <a:lnTo>
                    <a:pt x="1290" y="22336"/>
                  </a:lnTo>
                  <a:cubicBezTo>
                    <a:pt x="1365" y="21812"/>
                    <a:pt x="1612" y="21399"/>
                    <a:pt x="2027" y="21097"/>
                  </a:cubicBezTo>
                  <a:cubicBezTo>
                    <a:pt x="2191" y="20870"/>
                    <a:pt x="2390" y="20654"/>
                    <a:pt x="2578" y="20435"/>
                  </a:cubicBezTo>
                  <a:close/>
                  <a:moveTo>
                    <a:pt x="34214" y="37438"/>
                  </a:moveTo>
                  <a:cubicBezTo>
                    <a:pt x="34480" y="37438"/>
                    <a:pt x="34745" y="37450"/>
                    <a:pt x="35009" y="37476"/>
                  </a:cubicBezTo>
                  <a:cubicBezTo>
                    <a:pt x="35056" y="37488"/>
                    <a:pt x="35104" y="37502"/>
                    <a:pt x="35153" y="37514"/>
                  </a:cubicBezTo>
                  <a:cubicBezTo>
                    <a:pt x="32341" y="37733"/>
                    <a:pt x="29659" y="38637"/>
                    <a:pt x="27141" y="39965"/>
                  </a:cubicBezTo>
                  <a:cubicBezTo>
                    <a:pt x="25564" y="40797"/>
                    <a:pt x="24060" y="41771"/>
                    <a:pt x="22625" y="42823"/>
                  </a:cubicBezTo>
                  <a:cubicBezTo>
                    <a:pt x="22053" y="43241"/>
                    <a:pt x="21266" y="44080"/>
                    <a:pt x="20621" y="44360"/>
                  </a:cubicBezTo>
                  <a:cubicBezTo>
                    <a:pt x="20405" y="44454"/>
                    <a:pt x="20198" y="44493"/>
                    <a:pt x="19997" y="44493"/>
                  </a:cubicBezTo>
                  <a:cubicBezTo>
                    <a:pt x="19802" y="44493"/>
                    <a:pt x="19613" y="44456"/>
                    <a:pt x="19427" y="44400"/>
                  </a:cubicBezTo>
                  <a:cubicBezTo>
                    <a:pt x="19434" y="44391"/>
                    <a:pt x="19440" y="44386"/>
                    <a:pt x="19448" y="44377"/>
                  </a:cubicBezTo>
                  <a:cubicBezTo>
                    <a:pt x="19593" y="44198"/>
                    <a:pt x="19599" y="43995"/>
                    <a:pt x="19448" y="43814"/>
                  </a:cubicBezTo>
                  <a:lnTo>
                    <a:pt x="19430" y="43792"/>
                  </a:lnTo>
                  <a:cubicBezTo>
                    <a:pt x="19697" y="43721"/>
                    <a:pt x="19911" y="43553"/>
                    <a:pt x="20074" y="43287"/>
                  </a:cubicBezTo>
                  <a:cubicBezTo>
                    <a:pt x="20320" y="43038"/>
                    <a:pt x="20576" y="42801"/>
                    <a:pt x="20843" y="42573"/>
                  </a:cubicBezTo>
                  <a:cubicBezTo>
                    <a:pt x="21485" y="42027"/>
                    <a:pt x="22180" y="41552"/>
                    <a:pt x="22907" y="41126"/>
                  </a:cubicBezTo>
                  <a:cubicBezTo>
                    <a:pt x="24188" y="40374"/>
                    <a:pt x="25559" y="39793"/>
                    <a:pt x="26955" y="39291"/>
                  </a:cubicBezTo>
                  <a:cubicBezTo>
                    <a:pt x="29199" y="38484"/>
                    <a:pt x="31750" y="37438"/>
                    <a:pt x="34214" y="37438"/>
                  </a:cubicBezTo>
                  <a:close/>
                  <a:moveTo>
                    <a:pt x="34842" y="0"/>
                  </a:moveTo>
                  <a:cubicBezTo>
                    <a:pt x="34343" y="0"/>
                    <a:pt x="33867" y="188"/>
                    <a:pt x="33507" y="630"/>
                  </a:cubicBezTo>
                  <a:cubicBezTo>
                    <a:pt x="31447" y="1151"/>
                    <a:pt x="29512" y="2015"/>
                    <a:pt x="27862" y="3526"/>
                  </a:cubicBezTo>
                  <a:cubicBezTo>
                    <a:pt x="27217" y="4115"/>
                    <a:pt x="26496" y="4800"/>
                    <a:pt x="25773" y="5555"/>
                  </a:cubicBezTo>
                  <a:cubicBezTo>
                    <a:pt x="23620" y="7604"/>
                    <a:pt x="21769" y="10148"/>
                    <a:pt x="20875" y="12916"/>
                  </a:cubicBezTo>
                  <a:cubicBezTo>
                    <a:pt x="19359" y="12052"/>
                    <a:pt x="17538" y="11727"/>
                    <a:pt x="15721" y="11727"/>
                  </a:cubicBezTo>
                  <a:cubicBezTo>
                    <a:pt x="14356" y="11727"/>
                    <a:pt x="12994" y="11911"/>
                    <a:pt x="11766" y="12185"/>
                  </a:cubicBezTo>
                  <a:cubicBezTo>
                    <a:pt x="7819" y="13067"/>
                    <a:pt x="4277" y="15176"/>
                    <a:pt x="838" y="17217"/>
                  </a:cubicBezTo>
                  <a:cubicBezTo>
                    <a:pt x="458" y="17444"/>
                    <a:pt x="436" y="17923"/>
                    <a:pt x="707" y="18237"/>
                  </a:cubicBezTo>
                  <a:cubicBezTo>
                    <a:pt x="1244" y="18859"/>
                    <a:pt x="1774" y="19488"/>
                    <a:pt x="2305" y="20116"/>
                  </a:cubicBezTo>
                  <a:cubicBezTo>
                    <a:pt x="1441" y="20484"/>
                    <a:pt x="862" y="21064"/>
                    <a:pt x="197" y="21811"/>
                  </a:cubicBezTo>
                  <a:cubicBezTo>
                    <a:pt x="77" y="21947"/>
                    <a:pt x="0" y="22200"/>
                    <a:pt x="127" y="22363"/>
                  </a:cubicBezTo>
                  <a:cubicBezTo>
                    <a:pt x="2951" y="26054"/>
                    <a:pt x="5928" y="29634"/>
                    <a:pt x="8843" y="33254"/>
                  </a:cubicBezTo>
                  <a:cubicBezTo>
                    <a:pt x="11749" y="36861"/>
                    <a:pt x="14485" y="40794"/>
                    <a:pt x="17652" y="44182"/>
                  </a:cubicBezTo>
                  <a:cubicBezTo>
                    <a:pt x="17664" y="44208"/>
                    <a:pt x="17679" y="44232"/>
                    <a:pt x="17699" y="44255"/>
                  </a:cubicBezTo>
                  <a:cubicBezTo>
                    <a:pt x="18282" y="44908"/>
                    <a:pt x="19219" y="45924"/>
                    <a:pt x="20167" y="45924"/>
                  </a:cubicBezTo>
                  <a:cubicBezTo>
                    <a:pt x="20277" y="45924"/>
                    <a:pt x="20387" y="45910"/>
                    <a:pt x="20497" y="45881"/>
                  </a:cubicBezTo>
                  <a:cubicBezTo>
                    <a:pt x="21148" y="45708"/>
                    <a:pt x="21757" y="44978"/>
                    <a:pt x="22286" y="44585"/>
                  </a:cubicBezTo>
                  <a:cubicBezTo>
                    <a:pt x="23162" y="43935"/>
                    <a:pt x="24053" y="43304"/>
                    <a:pt x="24965" y="42705"/>
                  </a:cubicBezTo>
                  <a:cubicBezTo>
                    <a:pt x="27366" y="41130"/>
                    <a:pt x="29934" y="39829"/>
                    <a:pt x="32678" y="39174"/>
                  </a:cubicBezTo>
                  <a:cubicBezTo>
                    <a:pt x="32752" y="39177"/>
                    <a:pt x="32826" y="39174"/>
                    <a:pt x="32900" y="39178"/>
                  </a:cubicBezTo>
                  <a:cubicBezTo>
                    <a:pt x="34054" y="39233"/>
                    <a:pt x="35153" y="39648"/>
                    <a:pt x="36288" y="39715"/>
                  </a:cubicBezTo>
                  <a:cubicBezTo>
                    <a:pt x="36337" y="39718"/>
                    <a:pt x="36385" y="39720"/>
                    <a:pt x="36433" y="39720"/>
                  </a:cubicBezTo>
                  <a:cubicBezTo>
                    <a:pt x="37209" y="39720"/>
                    <a:pt x="37750" y="39337"/>
                    <a:pt x="37827" y="38540"/>
                  </a:cubicBezTo>
                  <a:cubicBezTo>
                    <a:pt x="39593" y="36201"/>
                    <a:pt x="41115" y="33792"/>
                    <a:pt x="43273" y="31744"/>
                  </a:cubicBezTo>
                  <a:cubicBezTo>
                    <a:pt x="44449" y="30626"/>
                    <a:pt x="45716" y="29608"/>
                    <a:pt x="47060" y="28698"/>
                  </a:cubicBezTo>
                  <a:cubicBezTo>
                    <a:pt x="47079" y="28686"/>
                    <a:pt x="47099" y="28675"/>
                    <a:pt x="47118" y="28662"/>
                  </a:cubicBezTo>
                  <a:cubicBezTo>
                    <a:pt x="48826" y="27633"/>
                    <a:pt x="50637" y="26785"/>
                    <a:pt x="52524" y="26133"/>
                  </a:cubicBezTo>
                  <a:cubicBezTo>
                    <a:pt x="52902" y="26003"/>
                    <a:pt x="53156" y="25447"/>
                    <a:pt x="52785" y="25145"/>
                  </a:cubicBezTo>
                  <a:cubicBezTo>
                    <a:pt x="52171" y="24648"/>
                    <a:pt x="51613" y="24099"/>
                    <a:pt x="50959" y="23696"/>
                  </a:cubicBezTo>
                  <a:cubicBezTo>
                    <a:pt x="51006" y="23680"/>
                    <a:pt x="51050" y="23660"/>
                    <a:pt x="51097" y="23645"/>
                  </a:cubicBezTo>
                  <a:cubicBezTo>
                    <a:pt x="51251" y="23594"/>
                    <a:pt x="51309" y="23468"/>
                    <a:pt x="51300" y="23347"/>
                  </a:cubicBezTo>
                  <a:cubicBezTo>
                    <a:pt x="51345" y="23292"/>
                    <a:pt x="51376" y="23227"/>
                    <a:pt x="51391" y="23158"/>
                  </a:cubicBezTo>
                  <a:cubicBezTo>
                    <a:pt x="51657" y="23086"/>
                    <a:pt x="51868" y="22805"/>
                    <a:pt x="51676" y="22507"/>
                  </a:cubicBezTo>
                  <a:cubicBezTo>
                    <a:pt x="51561" y="22326"/>
                    <a:pt x="51447" y="22144"/>
                    <a:pt x="51333" y="21962"/>
                  </a:cubicBezTo>
                  <a:cubicBezTo>
                    <a:pt x="51345" y="21962"/>
                    <a:pt x="51359" y="21961"/>
                    <a:pt x="51371" y="21961"/>
                  </a:cubicBezTo>
                  <a:cubicBezTo>
                    <a:pt x="51374" y="21961"/>
                    <a:pt x="51377" y="21961"/>
                    <a:pt x="51379" y="21961"/>
                  </a:cubicBezTo>
                  <a:cubicBezTo>
                    <a:pt x="51539" y="21961"/>
                    <a:pt x="51585" y="21737"/>
                    <a:pt x="51453" y="21658"/>
                  </a:cubicBezTo>
                  <a:cubicBezTo>
                    <a:pt x="51333" y="21585"/>
                    <a:pt x="51198" y="21544"/>
                    <a:pt x="51056" y="21524"/>
                  </a:cubicBezTo>
                  <a:cubicBezTo>
                    <a:pt x="50796" y="21108"/>
                    <a:pt x="50546" y="20689"/>
                    <a:pt x="50290" y="20269"/>
                  </a:cubicBezTo>
                  <a:cubicBezTo>
                    <a:pt x="50030" y="19581"/>
                    <a:pt x="49589" y="18953"/>
                    <a:pt x="49191" y="18312"/>
                  </a:cubicBezTo>
                  <a:cubicBezTo>
                    <a:pt x="48421" y="17077"/>
                    <a:pt x="47572" y="15893"/>
                    <a:pt x="46728" y="14709"/>
                  </a:cubicBezTo>
                  <a:cubicBezTo>
                    <a:pt x="45005" y="12292"/>
                    <a:pt x="43280" y="9876"/>
                    <a:pt x="41551" y="7464"/>
                  </a:cubicBezTo>
                  <a:cubicBezTo>
                    <a:pt x="40019" y="5325"/>
                    <a:pt x="38618" y="2783"/>
                    <a:pt x="36781" y="897"/>
                  </a:cubicBezTo>
                  <a:cubicBezTo>
                    <a:pt x="36255" y="356"/>
                    <a:pt x="35527" y="0"/>
                    <a:pt x="348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34"/>
            <p:cNvSpPr/>
            <p:nvPr/>
          </p:nvSpPr>
          <p:spPr>
            <a:xfrm>
              <a:off x="2990175" y="381350"/>
              <a:ext cx="254450" cy="209600"/>
            </a:xfrm>
            <a:custGeom>
              <a:avLst/>
              <a:gdLst/>
              <a:ahLst/>
              <a:cxnLst/>
              <a:rect l="l" t="t" r="r" b="b"/>
              <a:pathLst>
                <a:path w="10178" h="8384" extrusionOk="0">
                  <a:moveTo>
                    <a:pt x="9489" y="1"/>
                  </a:moveTo>
                  <a:cubicBezTo>
                    <a:pt x="9460" y="1"/>
                    <a:pt x="9430" y="3"/>
                    <a:pt x="9398" y="7"/>
                  </a:cubicBezTo>
                  <a:cubicBezTo>
                    <a:pt x="5315" y="589"/>
                    <a:pt x="1324" y="4315"/>
                    <a:pt x="48" y="8144"/>
                  </a:cubicBezTo>
                  <a:cubicBezTo>
                    <a:pt x="1" y="8286"/>
                    <a:pt x="119" y="8384"/>
                    <a:pt x="239" y="8384"/>
                  </a:cubicBezTo>
                  <a:cubicBezTo>
                    <a:pt x="302" y="8384"/>
                    <a:pt x="366" y="8357"/>
                    <a:pt x="406" y="8294"/>
                  </a:cubicBezTo>
                  <a:cubicBezTo>
                    <a:pt x="1475" y="6637"/>
                    <a:pt x="2632" y="5068"/>
                    <a:pt x="4157" y="3799"/>
                  </a:cubicBezTo>
                  <a:cubicBezTo>
                    <a:pt x="5839" y="2399"/>
                    <a:pt x="7661" y="1727"/>
                    <a:pt x="9647" y="909"/>
                  </a:cubicBezTo>
                  <a:cubicBezTo>
                    <a:pt x="10177" y="691"/>
                    <a:pt x="10017" y="1"/>
                    <a:pt x="948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34"/>
            <p:cNvSpPr/>
            <p:nvPr/>
          </p:nvSpPr>
          <p:spPr>
            <a:xfrm>
              <a:off x="3026350" y="441550"/>
              <a:ext cx="247225" cy="201350"/>
            </a:xfrm>
            <a:custGeom>
              <a:avLst/>
              <a:gdLst/>
              <a:ahLst/>
              <a:cxnLst/>
              <a:rect l="l" t="t" r="r" b="b"/>
              <a:pathLst>
                <a:path w="9889" h="8054" extrusionOk="0">
                  <a:moveTo>
                    <a:pt x="9472" y="1"/>
                  </a:moveTo>
                  <a:cubicBezTo>
                    <a:pt x="9466" y="1"/>
                    <a:pt x="9460" y="1"/>
                    <a:pt x="9454" y="1"/>
                  </a:cubicBezTo>
                  <a:cubicBezTo>
                    <a:pt x="5735" y="204"/>
                    <a:pt x="1142" y="4281"/>
                    <a:pt x="59" y="7752"/>
                  </a:cubicBezTo>
                  <a:cubicBezTo>
                    <a:pt x="0" y="7941"/>
                    <a:pt x="141" y="8053"/>
                    <a:pt x="292" y="8053"/>
                  </a:cubicBezTo>
                  <a:cubicBezTo>
                    <a:pt x="375" y="8053"/>
                    <a:pt x="460" y="8019"/>
                    <a:pt x="517" y="7945"/>
                  </a:cubicBezTo>
                  <a:cubicBezTo>
                    <a:pt x="1756" y="6329"/>
                    <a:pt x="2771" y="4701"/>
                    <a:pt x="4382" y="3401"/>
                  </a:cubicBezTo>
                  <a:cubicBezTo>
                    <a:pt x="6005" y="2092"/>
                    <a:pt x="7844" y="1590"/>
                    <a:pt x="9618" y="609"/>
                  </a:cubicBezTo>
                  <a:cubicBezTo>
                    <a:pt x="9889" y="460"/>
                    <a:pt x="9783" y="1"/>
                    <a:pt x="94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34"/>
            <p:cNvSpPr/>
            <p:nvPr/>
          </p:nvSpPr>
          <p:spPr>
            <a:xfrm>
              <a:off x="3172850" y="661350"/>
              <a:ext cx="224850" cy="198300"/>
            </a:xfrm>
            <a:custGeom>
              <a:avLst/>
              <a:gdLst/>
              <a:ahLst/>
              <a:cxnLst/>
              <a:rect l="l" t="t" r="r" b="b"/>
              <a:pathLst>
                <a:path w="8994" h="7932" extrusionOk="0">
                  <a:moveTo>
                    <a:pt x="8456" y="0"/>
                  </a:moveTo>
                  <a:cubicBezTo>
                    <a:pt x="8425" y="0"/>
                    <a:pt x="8392" y="4"/>
                    <a:pt x="8358" y="11"/>
                  </a:cubicBezTo>
                  <a:cubicBezTo>
                    <a:pt x="5106" y="738"/>
                    <a:pt x="1076" y="4402"/>
                    <a:pt x="60" y="7579"/>
                  </a:cubicBezTo>
                  <a:cubicBezTo>
                    <a:pt x="1" y="7765"/>
                    <a:pt x="174" y="7931"/>
                    <a:pt x="343" y="7931"/>
                  </a:cubicBezTo>
                  <a:cubicBezTo>
                    <a:pt x="409" y="7931"/>
                    <a:pt x="474" y="7907"/>
                    <a:pt x="524" y="7849"/>
                  </a:cubicBezTo>
                  <a:cubicBezTo>
                    <a:pt x="1689" y="6518"/>
                    <a:pt x="2590" y="5030"/>
                    <a:pt x="3913" y="3818"/>
                  </a:cubicBezTo>
                  <a:cubicBezTo>
                    <a:pt x="5371" y="2483"/>
                    <a:pt x="7047" y="1783"/>
                    <a:pt x="8657" y="718"/>
                  </a:cubicBezTo>
                  <a:cubicBezTo>
                    <a:pt x="8993" y="494"/>
                    <a:pt x="8826" y="0"/>
                    <a:pt x="84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34"/>
            <p:cNvSpPr/>
            <p:nvPr/>
          </p:nvSpPr>
          <p:spPr>
            <a:xfrm>
              <a:off x="3219000" y="725650"/>
              <a:ext cx="226500" cy="215375"/>
            </a:xfrm>
            <a:custGeom>
              <a:avLst/>
              <a:gdLst/>
              <a:ahLst/>
              <a:cxnLst/>
              <a:rect l="l" t="t" r="r" b="b"/>
              <a:pathLst>
                <a:path w="9060" h="8615" extrusionOk="0">
                  <a:moveTo>
                    <a:pt x="8466" y="1"/>
                  </a:moveTo>
                  <a:cubicBezTo>
                    <a:pt x="8403" y="1"/>
                    <a:pt x="8336" y="16"/>
                    <a:pt x="8267" y="50"/>
                  </a:cubicBezTo>
                  <a:cubicBezTo>
                    <a:pt x="6348" y="1017"/>
                    <a:pt x="4571" y="2396"/>
                    <a:pt x="3025" y="3882"/>
                  </a:cubicBezTo>
                  <a:cubicBezTo>
                    <a:pt x="1836" y="5024"/>
                    <a:pt x="0" y="6568"/>
                    <a:pt x="62" y="8367"/>
                  </a:cubicBezTo>
                  <a:cubicBezTo>
                    <a:pt x="66" y="8507"/>
                    <a:pt x="206" y="8614"/>
                    <a:pt x="335" y="8614"/>
                  </a:cubicBezTo>
                  <a:cubicBezTo>
                    <a:pt x="409" y="8614"/>
                    <a:pt x="480" y="8578"/>
                    <a:pt x="518" y="8491"/>
                  </a:cubicBezTo>
                  <a:cubicBezTo>
                    <a:pt x="2016" y="5007"/>
                    <a:pt x="5594" y="2708"/>
                    <a:pt x="8679" y="755"/>
                  </a:cubicBezTo>
                  <a:cubicBezTo>
                    <a:pt x="9059" y="514"/>
                    <a:pt x="8832" y="1"/>
                    <a:pt x="84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34"/>
            <p:cNvSpPr/>
            <p:nvPr/>
          </p:nvSpPr>
          <p:spPr>
            <a:xfrm>
              <a:off x="2528200" y="658025"/>
              <a:ext cx="405900" cy="260600"/>
            </a:xfrm>
            <a:custGeom>
              <a:avLst/>
              <a:gdLst/>
              <a:ahLst/>
              <a:cxnLst/>
              <a:rect l="l" t="t" r="r" b="b"/>
              <a:pathLst>
                <a:path w="16236" h="10424" extrusionOk="0">
                  <a:moveTo>
                    <a:pt x="1382" y="2708"/>
                  </a:moveTo>
                  <a:cubicBezTo>
                    <a:pt x="2705" y="4465"/>
                    <a:pt x="4361" y="5818"/>
                    <a:pt x="5564" y="7549"/>
                  </a:cubicBezTo>
                  <a:cubicBezTo>
                    <a:pt x="5049" y="7000"/>
                    <a:pt x="4518" y="6467"/>
                    <a:pt x="3972" y="5947"/>
                  </a:cubicBezTo>
                  <a:cubicBezTo>
                    <a:pt x="3369" y="5370"/>
                    <a:pt x="2751" y="4825"/>
                    <a:pt x="2113" y="4299"/>
                  </a:cubicBezTo>
                  <a:cubicBezTo>
                    <a:pt x="2286" y="4264"/>
                    <a:pt x="2405" y="4031"/>
                    <a:pt x="2251" y="3877"/>
                  </a:cubicBezTo>
                  <a:cubicBezTo>
                    <a:pt x="1869" y="3498"/>
                    <a:pt x="1454" y="3168"/>
                    <a:pt x="1030" y="2840"/>
                  </a:cubicBezTo>
                  <a:lnTo>
                    <a:pt x="1382" y="2708"/>
                  </a:lnTo>
                  <a:close/>
                  <a:moveTo>
                    <a:pt x="9295" y="739"/>
                  </a:moveTo>
                  <a:cubicBezTo>
                    <a:pt x="10900" y="739"/>
                    <a:pt x="11714" y="2042"/>
                    <a:pt x="12738" y="3153"/>
                  </a:cubicBezTo>
                  <a:cubicBezTo>
                    <a:pt x="13607" y="4096"/>
                    <a:pt x="14464" y="5049"/>
                    <a:pt x="15310" y="6013"/>
                  </a:cubicBezTo>
                  <a:cubicBezTo>
                    <a:pt x="13936" y="6363"/>
                    <a:pt x="12589" y="6790"/>
                    <a:pt x="11275" y="7331"/>
                  </a:cubicBezTo>
                  <a:cubicBezTo>
                    <a:pt x="10703" y="7567"/>
                    <a:pt x="10139" y="7820"/>
                    <a:pt x="9583" y="8091"/>
                  </a:cubicBezTo>
                  <a:cubicBezTo>
                    <a:pt x="9104" y="8323"/>
                    <a:pt x="7997" y="9216"/>
                    <a:pt x="7494" y="9216"/>
                  </a:cubicBezTo>
                  <a:cubicBezTo>
                    <a:pt x="7280" y="9214"/>
                    <a:pt x="7087" y="9143"/>
                    <a:pt x="6911" y="9028"/>
                  </a:cubicBezTo>
                  <a:cubicBezTo>
                    <a:pt x="5976" y="6497"/>
                    <a:pt x="3660" y="4237"/>
                    <a:pt x="1564" y="2642"/>
                  </a:cubicBezTo>
                  <a:cubicBezTo>
                    <a:pt x="3992" y="1737"/>
                    <a:pt x="6804" y="749"/>
                    <a:pt x="9284" y="739"/>
                  </a:cubicBezTo>
                  <a:cubicBezTo>
                    <a:pt x="9288" y="739"/>
                    <a:pt x="9291" y="739"/>
                    <a:pt x="9295" y="739"/>
                  </a:cubicBezTo>
                  <a:close/>
                  <a:moveTo>
                    <a:pt x="9522" y="0"/>
                  </a:moveTo>
                  <a:cubicBezTo>
                    <a:pt x="8353" y="0"/>
                    <a:pt x="6970" y="475"/>
                    <a:pt x="5977" y="700"/>
                  </a:cubicBezTo>
                  <a:cubicBezTo>
                    <a:pt x="4041" y="1140"/>
                    <a:pt x="2155" y="1729"/>
                    <a:pt x="300" y="2432"/>
                  </a:cubicBezTo>
                  <a:cubicBezTo>
                    <a:pt x="25" y="2536"/>
                    <a:pt x="1" y="2846"/>
                    <a:pt x="223" y="3018"/>
                  </a:cubicBezTo>
                  <a:cubicBezTo>
                    <a:pt x="702" y="3388"/>
                    <a:pt x="1169" y="3763"/>
                    <a:pt x="1673" y="4093"/>
                  </a:cubicBezTo>
                  <a:cubicBezTo>
                    <a:pt x="3491" y="5760"/>
                    <a:pt x="5144" y="7550"/>
                    <a:pt x="6623" y="9541"/>
                  </a:cubicBezTo>
                  <a:cubicBezTo>
                    <a:pt x="6713" y="9781"/>
                    <a:pt x="6797" y="10028"/>
                    <a:pt x="6867" y="10287"/>
                  </a:cubicBezTo>
                  <a:cubicBezTo>
                    <a:pt x="6892" y="10382"/>
                    <a:pt x="6963" y="10423"/>
                    <a:pt x="7035" y="10423"/>
                  </a:cubicBezTo>
                  <a:cubicBezTo>
                    <a:pt x="7146" y="10423"/>
                    <a:pt x="7261" y="10329"/>
                    <a:pt x="7234" y="10186"/>
                  </a:cubicBezTo>
                  <a:cubicBezTo>
                    <a:pt x="7224" y="10130"/>
                    <a:pt x="7207" y="10076"/>
                    <a:pt x="7196" y="10021"/>
                  </a:cubicBezTo>
                  <a:cubicBezTo>
                    <a:pt x="7219" y="10016"/>
                    <a:pt x="7243" y="10009"/>
                    <a:pt x="7264" y="9998"/>
                  </a:cubicBezTo>
                  <a:cubicBezTo>
                    <a:pt x="9998" y="8390"/>
                    <a:pt x="12869" y="7216"/>
                    <a:pt x="15954" y="6481"/>
                  </a:cubicBezTo>
                  <a:cubicBezTo>
                    <a:pt x="16193" y="6424"/>
                    <a:pt x="16235" y="6133"/>
                    <a:pt x="16091" y="5967"/>
                  </a:cubicBezTo>
                  <a:cubicBezTo>
                    <a:pt x="14926" y="4637"/>
                    <a:pt x="13744" y="3322"/>
                    <a:pt x="12545" y="2023"/>
                  </a:cubicBezTo>
                  <a:cubicBezTo>
                    <a:pt x="11928" y="1357"/>
                    <a:pt x="11266" y="350"/>
                    <a:pt x="10341" y="98"/>
                  </a:cubicBezTo>
                  <a:cubicBezTo>
                    <a:pt x="10087" y="29"/>
                    <a:pt x="9811" y="0"/>
                    <a:pt x="95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34"/>
            <p:cNvSpPr/>
            <p:nvPr/>
          </p:nvSpPr>
          <p:spPr>
            <a:xfrm>
              <a:off x="2739725" y="878000"/>
              <a:ext cx="265375" cy="114400"/>
            </a:xfrm>
            <a:custGeom>
              <a:avLst/>
              <a:gdLst/>
              <a:ahLst/>
              <a:cxnLst/>
              <a:rect l="l" t="t" r="r" b="b"/>
              <a:pathLst>
                <a:path w="10615" h="4576" extrusionOk="0">
                  <a:moveTo>
                    <a:pt x="8807" y="0"/>
                  </a:moveTo>
                  <a:cubicBezTo>
                    <a:pt x="5620" y="0"/>
                    <a:pt x="1581" y="1966"/>
                    <a:pt x="54" y="4386"/>
                  </a:cubicBezTo>
                  <a:cubicBezTo>
                    <a:pt x="1" y="4471"/>
                    <a:pt x="79" y="4576"/>
                    <a:pt x="166" y="4576"/>
                  </a:cubicBezTo>
                  <a:cubicBezTo>
                    <a:pt x="186" y="4576"/>
                    <a:pt x="207" y="4570"/>
                    <a:pt x="226" y="4558"/>
                  </a:cubicBezTo>
                  <a:cubicBezTo>
                    <a:pt x="1875" y="3508"/>
                    <a:pt x="3258" y="2278"/>
                    <a:pt x="5131" y="1591"/>
                  </a:cubicBezTo>
                  <a:cubicBezTo>
                    <a:pt x="6861" y="957"/>
                    <a:pt x="8587" y="1026"/>
                    <a:pt x="10351" y="694"/>
                  </a:cubicBezTo>
                  <a:cubicBezTo>
                    <a:pt x="10615" y="644"/>
                    <a:pt x="10595" y="242"/>
                    <a:pt x="10351" y="180"/>
                  </a:cubicBezTo>
                  <a:cubicBezTo>
                    <a:pt x="9872" y="58"/>
                    <a:pt x="9352" y="0"/>
                    <a:pt x="88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34"/>
            <p:cNvSpPr/>
            <p:nvPr/>
          </p:nvSpPr>
          <p:spPr>
            <a:xfrm>
              <a:off x="2783475" y="946275"/>
              <a:ext cx="254775" cy="113000"/>
            </a:xfrm>
            <a:custGeom>
              <a:avLst/>
              <a:gdLst/>
              <a:ahLst/>
              <a:cxnLst/>
              <a:rect l="l" t="t" r="r" b="b"/>
              <a:pathLst>
                <a:path w="10191" h="4520" extrusionOk="0">
                  <a:moveTo>
                    <a:pt x="9024" y="1"/>
                  </a:moveTo>
                  <a:cubicBezTo>
                    <a:pt x="7296" y="1"/>
                    <a:pt x="5453" y="625"/>
                    <a:pt x="3919" y="1282"/>
                  </a:cubicBezTo>
                  <a:cubicBezTo>
                    <a:pt x="2789" y="1765"/>
                    <a:pt x="261" y="2658"/>
                    <a:pt x="23" y="4060"/>
                  </a:cubicBezTo>
                  <a:cubicBezTo>
                    <a:pt x="1" y="4188"/>
                    <a:pt x="41" y="4285"/>
                    <a:pt x="145" y="4359"/>
                  </a:cubicBezTo>
                  <a:lnTo>
                    <a:pt x="328" y="4490"/>
                  </a:lnTo>
                  <a:cubicBezTo>
                    <a:pt x="356" y="4510"/>
                    <a:pt x="386" y="4519"/>
                    <a:pt x="416" y="4519"/>
                  </a:cubicBezTo>
                  <a:cubicBezTo>
                    <a:pt x="528" y="4519"/>
                    <a:pt x="634" y="4397"/>
                    <a:pt x="599" y="4281"/>
                  </a:cubicBezTo>
                  <a:cubicBezTo>
                    <a:pt x="310" y="3333"/>
                    <a:pt x="4773" y="1735"/>
                    <a:pt x="5289" y="1569"/>
                  </a:cubicBezTo>
                  <a:cubicBezTo>
                    <a:pt x="6773" y="1093"/>
                    <a:pt x="8295" y="1027"/>
                    <a:pt x="9799" y="688"/>
                  </a:cubicBezTo>
                  <a:cubicBezTo>
                    <a:pt x="10190" y="600"/>
                    <a:pt x="10059" y="73"/>
                    <a:pt x="9711" y="36"/>
                  </a:cubicBezTo>
                  <a:cubicBezTo>
                    <a:pt x="9485" y="12"/>
                    <a:pt x="9255" y="1"/>
                    <a:pt x="902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34"/>
            <p:cNvSpPr/>
            <p:nvPr/>
          </p:nvSpPr>
          <p:spPr>
            <a:xfrm>
              <a:off x="2839925" y="1007825"/>
              <a:ext cx="259925" cy="117700"/>
            </a:xfrm>
            <a:custGeom>
              <a:avLst/>
              <a:gdLst/>
              <a:ahLst/>
              <a:cxnLst/>
              <a:rect l="l" t="t" r="r" b="b"/>
              <a:pathLst>
                <a:path w="10397" h="4708" extrusionOk="0">
                  <a:moveTo>
                    <a:pt x="9045" y="1"/>
                  </a:moveTo>
                  <a:cubicBezTo>
                    <a:pt x="5729" y="1"/>
                    <a:pt x="2019" y="2104"/>
                    <a:pt x="58" y="4551"/>
                  </a:cubicBezTo>
                  <a:cubicBezTo>
                    <a:pt x="0" y="4623"/>
                    <a:pt x="54" y="4707"/>
                    <a:pt x="124" y="4707"/>
                  </a:cubicBezTo>
                  <a:cubicBezTo>
                    <a:pt x="145" y="4707"/>
                    <a:pt x="167" y="4700"/>
                    <a:pt x="188" y="4683"/>
                  </a:cubicBezTo>
                  <a:cubicBezTo>
                    <a:pt x="1738" y="3418"/>
                    <a:pt x="3324" y="2289"/>
                    <a:pt x="5224" y="1613"/>
                  </a:cubicBezTo>
                  <a:cubicBezTo>
                    <a:pt x="6821" y="1047"/>
                    <a:pt x="8433" y="1014"/>
                    <a:pt x="10074" y="712"/>
                  </a:cubicBezTo>
                  <a:cubicBezTo>
                    <a:pt x="10385" y="655"/>
                    <a:pt x="10396" y="120"/>
                    <a:pt x="10074" y="73"/>
                  </a:cubicBezTo>
                  <a:cubicBezTo>
                    <a:pt x="9737" y="24"/>
                    <a:pt x="9393" y="1"/>
                    <a:pt x="90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8" name="Picture 17">
            <a:extLst>
              <a:ext uri="{FF2B5EF4-FFF2-40B4-BE49-F238E27FC236}">
                <a16:creationId xmlns:a16="http://schemas.microsoft.com/office/drawing/2014/main" id="{CF0D7885-A7CA-4A3B-8F44-D96C78E1CF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7424" y="1482578"/>
            <a:ext cx="5918777" cy="2358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198294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4"/>
          <p:cNvSpPr txBox="1">
            <a:spLocks noGrp="1"/>
          </p:cNvSpPr>
          <p:nvPr>
            <p:ph type="title"/>
          </p:nvPr>
        </p:nvSpPr>
        <p:spPr>
          <a:xfrm>
            <a:off x="1307759" y="947437"/>
            <a:ext cx="2939511" cy="4372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u="sng" dirty="0"/>
              <a:t>Heapsort</a:t>
            </a:r>
          </a:p>
        </p:txBody>
      </p:sp>
      <p:sp>
        <p:nvSpPr>
          <p:cNvPr id="234" name="Google Shape;234;p34"/>
          <p:cNvSpPr txBox="1">
            <a:spLocks noGrp="1"/>
          </p:cNvSpPr>
          <p:nvPr>
            <p:ph type="subTitle" idx="1"/>
          </p:nvPr>
        </p:nvSpPr>
        <p:spPr>
          <a:xfrm>
            <a:off x="1307759" y="531752"/>
            <a:ext cx="3439500" cy="53514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Heaps	</a:t>
            </a:r>
          </a:p>
        </p:txBody>
      </p:sp>
      <p:pic>
        <p:nvPicPr>
          <p:cNvPr id="235" name="Google Shape;235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695460">
            <a:off x="7765338" y="3361772"/>
            <a:ext cx="1241024" cy="1610463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grpSp>
        <p:nvGrpSpPr>
          <p:cNvPr id="236" name="Google Shape;236;p34"/>
          <p:cNvGrpSpPr/>
          <p:nvPr/>
        </p:nvGrpSpPr>
        <p:grpSpPr>
          <a:xfrm rot="790859">
            <a:off x="7973758" y="3964891"/>
            <a:ext cx="824184" cy="712067"/>
            <a:chOff x="2341425" y="238100"/>
            <a:chExt cx="1328900" cy="1148125"/>
          </a:xfrm>
        </p:grpSpPr>
        <p:sp>
          <p:nvSpPr>
            <p:cNvPr id="237" name="Google Shape;237;p34"/>
            <p:cNvSpPr/>
            <p:nvPr/>
          </p:nvSpPr>
          <p:spPr>
            <a:xfrm>
              <a:off x="2341425" y="238100"/>
              <a:ext cx="1328900" cy="1148125"/>
            </a:xfrm>
            <a:custGeom>
              <a:avLst/>
              <a:gdLst/>
              <a:ahLst/>
              <a:cxnLst/>
              <a:rect l="l" t="t" r="r" b="b"/>
              <a:pathLst>
                <a:path w="53156" h="45925" extrusionOk="0">
                  <a:moveTo>
                    <a:pt x="49853" y="24103"/>
                  </a:moveTo>
                  <a:cubicBezTo>
                    <a:pt x="50212" y="24609"/>
                    <a:pt x="50681" y="25003"/>
                    <a:pt x="51172" y="25380"/>
                  </a:cubicBezTo>
                  <a:cubicBezTo>
                    <a:pt x="48199" y="26540"/>
                    <a:pt x="45438" y="28144"/>
                    <a:pt x="42987" y="30206"/>
                  </a:cubicBezTo>
                  <a:cubicBezTo>
                    <a:pt x="41727" y="31264"/>
                    <a:pt x="40396" y="32510"/>
                    <a:pt x="39238" y="33887"/>
                  </a:cubicBezTo>
                  <a:cubicBezTo>
                    <a:pt x="39347" y="33688"/>
                    <a:pt x="39460" y="33491"/>
                    <a:pt x="39578" y="33301"/>
                  </a:cubicBezTo>
                  <a:cubicBezTo>
                    <a:pt x="40490" y="31831"/>
                    <a:pt x="41539" y="30449"/>
                    <a:pt x="42711" y="29176"/>
                  </a:cubicBezTo>
                  <a:cubicBezTo>
                    <a:pt x="44775" y="26932"/>
                    <a:pt x="47091" y="25229"/>
                    <a:pt x="49853" y="24103"/>
                  </a:cubicBezTo>
                  <a:close/>
                  <a:moveTo>
                    <a:pt x="35117" y="1053"/>
                  </a:moveTo>
                  <a:lnTo>
                    <a:pt x="35117" y="1053"/>
                  </a:lnTo>
                  <a:cubicBezTo>
                    <a:pt x="36710" y="1715"/>
                    <a:pt x="38294" y="4814"/>
                    <a:pt x="38992" y="5799"/>
                  </a:cubicBezTo>
                  <a:cubicBezTo>
                    <a:pt x="40312" y="7660"/>
                    <a:pt x="41633" y="9523"/>
                    <a:pt x="42954" y="11383"/>
                  </a:cubicBezTo>
                  <a:cubicBezTo>
                    <a:pt x="44182" y="13110"/>
                    <a:pt x="45421" y="14827"/>
                    <a:pt x="46633" y="16564"/>
                  </a:cubicBezTo>
                  <a:cubicBezTo>
                    <a:pt x="46650" y="16588"/>
                    <a:pt x="46667" y="16613"/>
                    <a:pt x="46685" y="16638"/>
                  </a:cubicBezTo>
                  <a:cubicBezTo>
                    <a:pt x="47623" y="18397"/>
                    <a:pt x="48600" y="20134"/>
                    <a:pt x="49618" y="21849"/>
                  </a:cubicBezTo>
                  <a:cubicBezTo>
                    <a:pt x="48693" y="22281"/>
                    <a:pt x="47744" y="23007"/>
                    <a:pt x="47214" y="23343"/>
                  </a:cubicBezTo>
                  <a:cubicBezTo>
                    <a:pt x="45320" y="24544"/>
                    <a:pt x="43587" y="25982"/>
                    <a:pt x="42057" y="27622"/>
                  </a:cubicBezTo>
                  <a:cubicBezTo>
                    <a:pt x="40592" y="29191"/>
                    <a:pt x="39304" y="30938"/>
                    <a:pt x="38281" y="32827"/>
                  </a:cubicBezTo>
                  <a:cubicBezTo>
                    <a:pt x="37877" y="33573"/>
                    <a:pt x="37271" y="34533"/>
                    <a:pt x="36981" y="35496"/>
                  </a:cubicBezTo>
                  <a:cubicBezTo>
                    <a:pt x="36328" y="34434"/>
                    <a:pt x="35635" y="33395"/>
                    <a:pt x="34953" y="32353"/>
                  </a:cubicBezTo>
                  <a:cubicBezTo>
                    <a:pt x="33450" y="30055"/>
                    <a:pt x="31915" y="27777"/>
                    <a:pt x="30347" y="25524"/>
                  </a:cubicBezTo>
                  <a:cubicBezTo>
                    <a:pt x="28841" y="23359"/>
                    <a:pt x="27306" y="21217"/>
                    <a:pt x="25741" y="19095"/>
                  </a:cubicBezTo>
                  <a:cubicBezTo>
                    <a:pt x="24508" y="17421"/>
                    <a:pt x="23256" y="15382"/>
                    <a:pt x="21757" y="13843"/>
                  </a:cubicBezTo>
                  <a:cubicBezTo>
                    <a:pt x="22758" y="10753"/>
                    <a:pt x="24747" y="8361"/>
                    <a:pt x="26903" y="5992"/>
                  </a:cubicBezTo>
                  <a:cubicBezTo>
                    <a:pt x="27357" y="5493"/>
                    <a:pt x="27826" y="4981"/>
                    <a:pt x="28315" y="4481"/>
                  </a:cubicBezTo>
                  <a:cubicBezTo>
                    <a:pt x="29626" y="3498"/>
                    <a:pt x="31045" y="2668"/>
                    <a:pt x="32551" y="2018"/>
                  </a:cubicBezTo>
                  <a:cubicBezTo>
                    <a:pt x="33121" y="1772"/>
                    <a:pt x="33780" y="1496"/>
                    <a:pt x="34476" y="1255"/>
                  </a:cubicBezTo>
                  <a:cubicBezTo>
                    <a:pt x="34702" y="1206"/>
                    <a:pt x="34932" y="1166"/>
                    <a:pt x="35161" y="1125"/>
                  </a:cubicBezTo>
                  <a:cubicBezTo>
                    <a:pt x="35147" y="1101"/>
                    <a:pt x="35132" y="1076"/>
                    <a:pt x="35117" y="1053"/>
                  </a:cubicBezTo>
                  <a:close/>
                  <a:moveTo>
                    <a:pt x="49886" y="22296"/>
                  </a:moveTo>
                  <a:cubicBezTo>
                    <a:pt x="50069" y="22601"/>
                    <a:pt x="50253" y="22905"/>
                    <a:pt x="50437" y="23208"/>
                  </a:cubicBezTo>
                  <a:cubicBezTo>
                    <a:pt x="50328" y="23239"/>
                    <a:pt x="50219" y="23270"/>
                    <a:pt x="50110" y="23305"/>
                  </a:cubicBezTo>
                  <a:cubicBezTo>
                    <a:pt x="50098" y="23304"/>
                    <a:pt x="50086" y="23303"/>
                    <a:pt x="50074" y="23303"/>
                  </a:cubicBezTo>
                  <a:cubicBezTo>
                    <a:pt x="49989" y="23303"/>
                    <a:pt x="49905" y="23334"/>
                    <a:pt x="49839" y="23390"/>
                  </a:cubicBezTo>
                  <a:cubicBezTo>
                    <a:pt x="46983" y="24343"/>
                    <a:pt x="44499" y="26352"/>
                    <a:pt x="42469" y="28520"/>
                  </a:cubicBezTo>
                  <a:cubicBezTo>
                    <a:pt x="40592" y="30525"/>
                    <a:pt x="38254" y="33305"/>
                    <a:pt x="37357" y="36095"/>
                  </a:cubicBezTo>
                  <a:cubicBezTo>
                    <a:pt x="37306" y="36011"/>
                    <a:pt x="37249" y="35923"/>
                    <a:pt x="37190" y="35830"/>
                  </a:cubicBezTo>
                  <a:cubicBezTo>
                    <a:pt x="37565" y="34416"/>
                    <a:pt x="38696" y="32821"/>
                    <a:pt x="39296" y="31878"/>
                  </a:cubicBezTo>
                  <a:cubicBezTo>
                    <a:pt x="40239" y="30393"/>
                    <a:pt x="41330" y="29005"/>
                    <a:pt x="42550" y="27739"/>
                  </a:cubicBezTo>
                  <a:cubicBezTo>
                    <a:pt x="43708" y="26537"/>
                    <a:pt x="44980" y="25451"/>
                    <a:pt x="46348" y="24494"/>
                  </a:cubicBezTo>
                  <a:cubicBezTo>
                    <a:pt x="47234" y="23875"/>
                    <a:pt x="48600" y="22828"/>
                    <a:pt x="49886" y="22296"/>
                  </a:cubicBezTo>
                  <a:close/>
                  <a:moveTo>
                    <a:pt x="20475" y="13918"/>
                  </a:moveTo>
                  <a:cubicBezTo>
                    <a:pt x="20720" y="13985"/>
                    <a:pt x="20968" y="14054"/>
                    <a:pt x="21218" y="14127"/>
                  </a:cubicBezTo>
                  <a:lnTo>
                    <a:pt x="21219" y="14127"/>
                  </a:lnTo>
                  <a:cubicBezTo>
                    <a:pt x="22265" y="15897"/>
                    <a:pt x="23782" y="17534"/>
                    <a:pt x="24979" y="19160"/>
                  </a:cubicBezTo>
                  <a:cubicBezTo>
                    <a:pt x="26409" y="21107"/>
                    <a:pt x="27816" y="23071"/>
                    <a:pt x="29199" y="25052"/>
                  </a:cubicBezTo>
                  <a:cubicBezTo>
                    <a:pt x="30581" y="27035"/>
                    <a:pt x="31937" y="29034"/>
                    <a:pt x="33269" y="31050"/>
                  </a:cubicBezTo>
                  <a:cubicBezTo>
                    <a:pt x="33874" y="31967"/>
                    <a:pt x="34473" y="32886"/>
                    <a:pt x="35069" y="33809"/>
                  </a:cubicBezTo>
                  <a:cubicBezTo>
                    <a:pt x="35425" y="34364"/>
                    <a:pt x="35780" y="34920"/>
                    <a:pt x="36133" y="35475"/>
                  </a:cubicBezTo>
                  <a:lnTo>
                    <a:pt x="36486" y="36032"/>
                  </a:lnTo>
                  <a:cubicBezTo>
                    <a:pt x="36496" y="36074"/>
                    <a:pt x="36508" y="36115"/>
                    <a:pt x="36522" y="36155"/>
                  </a:cubicBezTo>
                  <a:cubicBezTo>
                    <a:pt x="33879" y="32306"/>
                    <a:pt x="31050" y="28568"/>
                    <a:pt x="28325" y="24779"/>
                  </a:cubicBezTo>
                  <a:cubicBezTo>
                    <a:pt x="25722" y="21160"/>
                    <a:pt x="23203" y="17449"/>
                    <a:pt x="20475" y="13918"/>
                  </a:cubicBezTo>
                  <a:close/>
                  <a:moveTo>
                    <a:pt x="37953" y="37630"/>
                  </a:moveTo>
                  <a:cubicBezTo>
                    <a:pt x="37851" y="37834"/>
                    <a:pt x="37753" y="38038"/>
                    <a:pt x="37661" y="38245"/>
                  </a:cubicBezTo>
                  <a:cubicBezTo>
                    <a:pt x="37630" y="38236"/>
                    <a:pt x="37597" y="38231"/>
                    <a:pt x="37565" y="38231"/>
                  </a:cubicBezTo>
                  <a:cubicBezTo>
                    <a:pt x="37533" y="38231"/>
                    <a:pt x="37500" y="38236"/>
                    <a:pt x="37470" y="38245"/>
                  </a:cubicBezTo>
                  <a:cubicBezTo>
                    <a:pt x="37633" y="38041"/>
                    <a:pt x="37793" y="37835"/>
                    <a:pt x="37953" y="37630"/>
                  </a:cubicBezTo>
                  <a:close/>
                  <a:moveTo>
                    <a:pt x="36509" y="38717"/>
                  </a:moveTo>
                  <a:cubicBezTo>
                    <a:pt x="36518" y="38717"/>
                    <a:pt x="36527" y="38717"/>
                    <a:pt x="36536" y="38717"/>
                  </a:cubicBezTo>
                  <a:cubicBezTo>
                    <a:pt x="36609" y="38809"/>
                    <a:pt x="36720" y="38864"/>
                    <a:pt x="36837" y="38865"/>
                  </a:cubicBezTo>
                  <a:cubicBezTo>
                    <a:pt x="36596" y="38971"/>
                    <a:pt x="36282" y="39011"/>
                    <a:pt x="35935" y="39011"/>
                  </a:cubicBezTo>
                  <a:cubicBezTo>
                    <a:pt x="35451" y="39011"/>
                    <a:pt x="34904" y="38934"/>
                    <a:pt x="34409" y="38856"/>
                  </a:cubicBezTo>
                  <a:cubicBezTo>
                    <a:pt x="35105" y="38764"/>
                    <a:pt x="35807" y="38717"/>
                    <a:pt x="36509" y="38717"/>
                  </a:cubicBezTo>
                  <a:close/>
                  <a:moveTo>
                    <a:pt x="15183" y="13113"/>
                  </a:moveTo>
                  <a:cubicBezTo>
                    <a:pt x="16769" y="13113"/>
                    <a:pt x="18319" y="13366"/>
                    <a:pt x="19934" y="13775"/>
                  </a:cubicBezTo>
                  <a:cubicBezTo>
                    <a:pt x="22531" y="17699"/>
                    <a:pt x="25404" y="21460"/>
                    <a:pt x="28149" y="25276"/>
                  </a:cubicBezTo>
                  <a:cubicBezTo>
                    <a:pt x="30879" y="29073"/>
                    <a:pt x="33528" y="32953"/>
                    <a:pt x="36351" y="36684"/>
                  </a:cubicBezTo>
                  <a:cubicBezTo>
                    <a:pt x="34542" y="35843"/>
                    <a:pt x="32568" y="35460"/>
                    <a:pt x="30570" y="35460"/>
                  </a:cubicBezTo>
                  <a:cubicBezTo>
                    <a:pt x="26406" y="35460"/>
                    <a:pt x="22142" y="37123"/>
                    <a:pt x="19074" y="39757"/>
                  </a:cubicBezTo>
                  <a:cubicBezTo>
                    <a:pt x="13793" y="32214"/>
                    <a:pt x="8154" y="24943"/>
                    <a:pt x="2157" y="17945"/>
                  </a:cubicBezTo>
                  <a:lnTo>
                    <a:pt x="2159" y="17945"/>
                  </a:lnTo>
                  <a:cubicBezTo>
                    <a:pt x="5055" y="16227"/>
                    <a:pt x="8015" y="14530"/>
                    <a:pt x="11283" y="13642"/>
                  </a:cubicBezTo>
                  <a:cubicBezTo>
                    <a:pt x="12638" y="13273"/>
                    <a:pt x="13922" y="13113"/>
                    <a:pt x="15183" y="13113"/>
                  </a:cubicBezTo>
                  <a:close/>
                  <a:moveTo>
                    <a:pt x="2578" y="20435"/>
                  </a:moveTo>
                  <a:cubicBezTo>
                    <a:pt x="8168" y="27062"/>
                    <a:pt x="13443" y="33937"/>
                    <a:pt x="18402" y="41058"/>
                  </a:cubicBezTo>
                  <a:cubicBezTo>
                    <a:pt x="18543" y="41262"/>
                    <a:pt x="18758" y="41377"/>
                    <a:pt x="18977" y="41377"/>
                  </a:cubicBezTo>
                  <a:cubicBezTo>
                    <a:pt x="19133" y="41377"/>
                    <a:pt x="19292" y="41318"/>
                    <a:pt x="19427" y="41190"/>
                  </a:cubicBezTo>
                  <a:cubicBezTo>
                    <a:pt x="21632" y="39103"/>
                    <a:pt x="24333" y="37693"/>
                    <a:pt x="27314" y="37090"/>
                  </a:cubicBezTo>
                  <a:cubicBezTo>
                    <a:pt x="28284" y="36894"/>
                    <a:pt x="29226" y="36809"/>
                    <a:pt x="30154" y="36809"/>
                  </a:cubicBezTo>
                  <a:cubicBezTo>
                    <a:pt x="30890" y="36809"/>
                    <a:pt x="31618" y="36863"/>
                    <a:pt x="32345" y="36959"/>
                  </a:cubicBezTo>
                  <a:cubicBezTo>
                    <a:pt x="32139" y="36996"/>
                    <a:pt x="31934" y="37038"/>
                    <a:pt x="31726" y="37085"/>
                  </a:cubicBezTo>
                  <a:cubicBezTo>
                    <a:pt x="29702" y="37535"/>
                    <a:pt x="27672" y="38191"/>
                    <a:pt x="25741" y="38939"/>
                  </a:cubicBezTo>
                  <a:cubicBezTo>
                    <a:pt x="24060" y="39590"/>
                    <a:pt x="22425" y="40379"/>
                    <a:pt x="20975" y="41459"/>
                  </a:cubicBezTo>
                  <a:cubicBezTo>
                    <a:pt x="20335" y="41934"/>
                    <a:pt x="18892" y="42836"/>
                    <a:pt x="18616" y="43758"/>
                  </a:cubicBezTo>
                  <a:cubicBezTo>
                    <a:pt x="15797" y="39642"/>
                    <a:pt x="12269" y="35871"/>
                    <a:pt x="9131" y="31993"/>
                  </a:cubicBezTo>
                  <a:cubicBezTo>
                    <a:pt x="7537" y="30022"/>
                    <a:pt x="5941" y="28055"/>
                    <a:pt x="4343" y="26088"/>
                  </a:cubicBezTo>
                  <a:cubicBezTo>
                    <a:pt x="3509" y="25063"/>
                    <a:pt x="2360" y="24025"/>
                    <a:pt x="1726" y="22872"/>
                  </a:cubicBezTo>
                  <a:lnTo>
                    <a:pt x="1290" y="22336"/>
                  </a:lnTo>
                  <a:cubicBezTo>
                    <a:pt x="1365" y="21812"/>
                    <a:pt x="1612" y="21399"/>
                    <a:pt x="2027" y="21097"/>
                  </a:cubicBezTo>
                  <a:cubicBezTo>
                    <a:pt x="2191" y="20870"/>
                    <a:pt x="2390" y="20654"/>
                    <a:pt x="2578" y="20435"/>
                  </a:cubicBezTo>
                  <a:close/>
                  <a:moveTo>
                    <a:pt x="34214" y="37438"/>
                  </a:moveTo>
                  <a:cubicBezTo>
                    <a:pt x="34480" y="37438"/>
                    <a:pt x="34745" y="37450"/>
                    <a:pt x="35009" y="37476"/>
                  </a:cubicBezTo>
                  <a:cubicBezTo>
                    <a:pt x="35056" y="37488"/>
                    <a:pt x="35104" y="37502"/>
                    <a:pt x="35153" y="37514"/>
                  </a:cubicBezTo>
                  <a:cubicBezTo>
                    <a:pt x="32341" y="37733"/>
                    <a:pt x="29659" y="38637"/>
                    <a:pt x="27141" y="39965"/>
                  </a:cubicBezTo>
                  <a:cubicBezTo>
                    <a:pt x="25564" y="40797"/>
                    <a:pt x="24060" y="41771"/>
                    <a:pt x="22625" y="42823"/>
                  </a:cubicBezTo>
                  <a:cubicBezTo>
                    <a:pt x="22053" y="43241"/>
                    <a:pt x="21266" y="44080"/>
                    <a:pt x="20621" y="44360"/>
                  </a:cubicBezTo>
                  <a:cubicBezTo>
                    <a:pt x="20405" y="44454"/>
                    <a:pt x="20198" y="44493"/>
                    <a:pt x="19997" y="44493"/>
                  </a:cubicBezTo>
                  <a:cubicBezTo>
                    <a:pt x="19802" y="44493"/>
                    <a:pt x="19613" y="44456"/>
                    <a:pt x="19427" y="44400"/>
                  </a:cubicBezTo>
                  <a:cubicBezTo>
                    <a:pt x="19434" y="44391"/>
                    <a:pt x="19440" y="44386"/>
                    <a:pt x="19448" y="44377"/>
                  </a:cubicBezTo>
                  <a:cubicBezTo>
                    <a:pt x="19593" y="44198"/>
                    <a:pt x="19599" y="43995"/>
                    <a:pt x="19448" y="43814"/>
                  </a:cubicBezTo>
                  <a:lnTo>
                    <a:pt x="19430" y="43792"/>
                  </a:lnTo>
                  <a:cubicBezTo>
                    <a:pt x="19697" y="43721"/>
                    <a:pt x="19911" y="43553"/>
                    <a:pt x="20074" y="43287"/>
                  </a:cubicBezTo>
                  <a:cubicBezTo>
                    <a:pt x="20320" y="43038"/>
                    <a:pt x="20576" y="42801"/>
                    <a:pt x="20843" y="42573"/>
                  </a:cubicBezTo>
                  <a:cubicBezTo>
                    <a:pt x="21485" y="42027"/>
                    <a:pt x="22180" y="41552"/>
                    <a:pt x="22907" y="41126"/>
                  </a:cubicBezTo>
                  <a:cubicBezTo>
                    <a:pt x="24188" y="40374"/>
                    <a:pt x="25559" y="39793"/>
                    <a:pt x="26955" y="39291"/>
                  </a:cubicBezTo>
                  <a:cubicBezTo>
                    <a:pt x="29199" y="38484"/>
                    <a:pt x="31750" y="37438"/>
                    <a:pt x="34214" y="37438"/>
                  </a:cubicBezTo>
                  <a:close/>
                  <a:moveTo>
                    <a:pt x="34842" y="0"/>
                  </a:moveTo>
                  <a:cubicBezTo>
                    <a:pt x="34343" y="0"/>
                    <a:pt x="33867" y="188"/>
                    <a:pt x="33507" y="630"/>
                  </a:cubicBezTo>
                  <a:cubicBezTo>
                    <a:pt x="31447" y="1151"/>
                    <a:pt x="29512" y="2015"/>
                    <a:pt x="27862" y="3526"/>
                  </a:cubicBezTo>
                  <a:cubicBezTo>
                    <a:pt x="27217" y="4115"/>
                    <a:pt x="26496" y="4800"/>
                    <a:pt x="25773" y="5555"/>
                  </a:cubicBezTo>
                  <a:cubicBezTo>
                    <a:pt x="23620" y="7604"/>
                    <a:pt x="21769" y="10148"/>
                    <a:pt x="20875" y="12916"/>
                  </a:cubicBezTo>
                  <a:cubicBezTo>
                    <a:pt x="19359" y="12052"/>
                    <a:pt x="17538" y="11727"/>
                    <a:pt x="15721" y="11727"/>
                  </a:cubicBezTo>
                  <a:cubicBezTo>
                    <a:pt x="14356" y="11727"/>
                    <a:pt x="12994" y="11911"/>
                    <a:pt x="11766" y="12185"/>
                  </a:cubicBezTo>
                  <a:cubicBezTo>
                    <a:pt x="7819" y="13067"/>
                    <a:pt x="4277" y="15176"/>
                    <a:pt x="838" y="17217"/>
                  </a:cubicBezTo>
                  <a:cubicBezTo>
                    <a:pt x="458" y="17444"/>
                    <a:pt x="436" y="17923"/>
                    <a:pt x="707" y="18237"/>
                  </a:cubicBezTo>
                  <a:cubicBezTo>
                    <a:pt x="1244" y="18859"/>
                    <a:pt x="1774" y="19488"/>
                    <a:pt x="2305" y="20116"/>
                  </a:cubicBezTo>
                  <a:cubicBezTo>
                    <a:pt x="1441" y="20484"/>
                    <a:pt x="862" y="21064"/>
                    <a:pt x="197" y="21811"/>
                  </a:cubicBezTo>
                  <a:cubicBezTo>
                    <a:pt x="77" y="21947"/>
                    <a:pt x="0" y="22200"/>
                    <a:pt x="127" y="22363"/>
                  </a:cubicBezTo>
                  <a:cubicBezTo>
                    <a:pt x="2951" y="26054"/>
                    <a:pt x="5928" y="29634"/>
                    <a:pt x="8843" y="33254"/>
                  </a:cubicBezTo>
                  <a:cubicBezTo>
                    <a:pt x="11749" y="36861"/>
                    <a:pt x="14485" y="40794"/>
                    <a:pt x="17652" y="44182"/>
                  </a:cubicBezTo>
                  <a:cubicBezTo>
                    <a:pt x="17664" y="44208"/>
                    <a:pt x="17679" y="44232"/>
                    <a:pt x="17699" y="44255"/>
                  </a:cubicBezTo>
                  <a:cubicBezTo>
                    <a:pt x="18282" y="44908"/>
                    <a:pt x="19219" y="45924"/>
                    <a:pt x="20167" y="45924"/>
                  </a:cubicBezTo>
                  <a:cubicBezTo>
                    <a:pt x="20277" y="45924"/>
                    <a:pt x="20387" y="45910"/>
                    <a:pt x="20497" y="45881"/>
                  </a:cubicBezTo>
                  <a:cubicBezTo>
                    <a:pt x="21148" y="45708"/>
                    <a:pt x="21757" y="44978"/>
                    <a:pt x="22286" y="44585"/>
                  </a:cubicBezTo>
                  <a:cubicBezTo>
                    <a:pt x="23162" y="43935"/>
                    <a:pt x="24053" y="43304"/>
                    <a:pt x="24965" y="42705"/>
                  </a:cubicBezTo>
                  <a:cubicBezTo>
                    <a:pt x="27366" y="41130"/>
                    <a:pt x="29934" y="39829"/>
                    <a:pt x="32678" y="39174"/>
                  </a:cubicBezTo>
                  <a:cubicBezTo>
                    <a:pt x="32752" y="39177"/>
                    <a:pt x="32826" y="39174"/>
                    <a:pt x="32900" y="39178"/>
                  </a:cubicBezTo>
                  <a:cubicBezTo>
                    <a:pt x="34054" y="39233"/>
                    <a:pt x="35153" y="39648"/>
                    <a:pt x="36288" y="39715"/>
                  </a:cubicBezTo>
                  <a:cubicBezTo>
                    <a:pt x="36337" y="39718"/>
                    <a:pt x="36385" y="39720"/>
                    <a:pt x="36433" y="39720"/>
                  </a:cubicBezTo>
                  <a:cubicBezTo>
                    <a:pt x="37209" y="39720"/>
                    <a:pt x="37750" y="39337"/>
                    <a:pt x="37827" y="38540"/>
                  </a:cubicBezTo>
                  <a:cubicBezTo>
                    <a:pt x="39593" y="36201"/>
                    <a:pt x="41115" y="33792"/>
                    <a:pt x="43273" y="31744"/>
                  </a:cubicBezTo>
                  <a:cubicBezTo>
                    <a:pt x="44449" y="30626"/>
                    <a:pt x="45716" y="29608"/>
                    <a:pt x="47060" y="28698"/>
                  </a:cubicBezTo>
                  <a:cubicBezTo>
                    <a:pt x="47079" y="28686"/>
                    <a:pt x="47099" y="28675"/>
                    <a:pt x="47118" y="28662"/>
                  </a:cubicBezTo>
                  <a:cubicBezTo>
                    <a:pt x="48826" y="27633"/>
                    <a:pt x="50637" y="26785"/>
                    <a:pt x="52524" y="26133"/>
                  </a:cubicBezTo>
                  <a:cubicBezTo>
                    <a:pt x="52902" y="26003"/>
                    <a:pt x="53156" y="25447"/>
                    <a:pt x="52785" y="25145"/>
                  </a:cubicBezTo>
                  <a:cubicBezTo>
                    <a:pt x="52171" y="24648"/>
                    <a:pt x="51613" y="24099"/>
                    <a:pt x="50959" y="23696"/>
                  </a:cubicBezTo>
                  <a:cubicBezTo>
                    <a:pt x="51006" y="23680"/>
                    <a:pt x="51050" y="23660"/>
                    <a:pt x="51097" y="23645"/>
                  </a:cubicBezTo>
                  <a:cubicBezTo>
                    <a:pt x="51251" y="23594"/>
                    <a:pt x="51309" y="23468"/>
                    <a:pt x="51300" y="23347"/>
                  </a:cubicBezTo>
                  <a:cubicBezTo>
                    <a:pt x="51345" y="23292"/>
                    <a:pt x="51376" y="23227"/>
                    <a:pt x="51391" y="23158"/>
                  </a:cubicBezTo>
                  <a:cubicBezTo>
                    <a:pt x="51657" y="23086"/>
                    <a:pt x="51868" y="22805"/>
                    <a:pt x="51676" y="22507"/>
                  </a:cubicBezTo>
                  <a:cubicBezTo>
                    <a:pt x="51561" y="22326"/>
                    <a:pt x="51447" y="22144"/>
                    <a:pt x="51333" y="21962"/>
                  </a:cubicBezTo>
                  <a:cubicBezTo>
                    <a:pt x="51345" y="21962"/>
                    <a:pt x="51359" y="21961"/>
                    <a:pt x="51371" y="21961"/>
                  </a:cubicBezTo>
                  <a:cubicBezTo>
                    <a:pt x="51374" y="21961"/>
                    <a:pt x="51377" y="21961"/>
                    <a:pt x="51379" y="21961"/>
                  </a:cubicBezTo>
                  <a:cubicBezTo>
                    <a:pt x="51539" y="21961"/>
                    <a:pt x="51585" y="21737"/>
                    <a:pt x="51453" y="21658"/>
                  </a:cubicBezTo>
                  <a:cubicBezTo>
                    <a:pt x="51333" y="21585"/>
                    <a:pt x="51198" y="21544"/>
                    <a:pt x="51056" y="21524"/>
                  </a:cubicBezTo>
                  <a:cubicBezTo>
                    <a:pt x="50796" y="21108"/>
                    <a:pt x="50546" y="20689"/>
                    <a:pt x="50290" y="20269"/>
                  </a:cubicBezTo>
                  <a:cubicBezTo>
                    <a:pt x="50030" y="19581"/>
                    <a:pt x="49589" y="18953"/>
                    <a:pt x="49191" y="18312"/>
                  </a:cubicBezTo>
                  <a:cubicBezTo>
                    <a:pt x="48421" y="17077"/>
                    <a:pt x="47572" y="15893"/>
                    <a:pt x="46728" y="14709"/>
                  </a:cubicBezTo>
                  <a:cubicBezTo>
                    <a:pt x="45005" y="12292"/>
                    <a:pt x="43280" y="9876"/>
                    <a:pt x="41551" y="7464"/>
                  </a:cubicBezTo>
                  <a:cubicBezTo>
                    <a:pt x="40019" y="5325"/>
                    <a:pt x="38618" y="2783"/>
                    <a:pt x="36781" y="897"/>
                  </a:cubicBezTo>
                  <a:cubicBezTo>
                    <a:pt x="36255" y="356"/>
                    <a:pt x="35527" y="0"/>
                    <a:pt x="348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34"/>
            <p:cNvSpPr/>
            <p:nvPr/>
          </p:nvSpPr>
          <p:spPr>
            <a:xfrm>
              <a:off x="2990175" y="381350"/>
              <a:ext cx="254450" cy="209600"/>
            </a:xfrm>
            <a:custGeom>
              <a:avLst/>
              <a:gdLst/>
              <a:ahLst/>
              <a:cxnLst/>
              <a:rect l="l" t="t" r="r" b="b"/>
              <a:pathLst>
                <a:path w="10178" h="8384" extrusionOk="0">
                  <a:moveTo>
                    <a:pt x="9489" y="1"/>
                  </a:moveTo>
                  <a:cubicBezTo>
                    <a:pt x="9460" y="1"/>
                    <a:pt x="9430" y="3"/>
                    <a:pt x="9398" y="7"/>
                  </a:cubicBezTo>
                  <a:cubicBezTo>
                    <a:pt x="5315" y="589"/>
                    <a:pt x="1324" y="4315"/>
                    <a:pt x="48" y="8144"/>
                  </a:cubicBezTo>
                  <a:cubicBezTo>
                    <a:pt x="1" y="8286"/>
                    <a:pt x="119" y="8384"/>
                    <a:pt x="239" y="8384"/>
                  </a:cubicBezTo>
                  <a:cubicBezTo>
                    <a:pt x="302" y="8384"/>
                    <a:pt x="366" y="8357"/>
                    <a:pt x="406" y="8294"/>
                  </a:cubicBezTo>
                  <a:cubicBezTo>
                    <a:pt x="1475" y="6637"/>
                    <a:pt x="2632" y="5068"/>
                    <a:pt x="4157" y="3799"/>
                  </a:cubicBezTo>
                  <a:cubicBezTo>
                    <a:pt x="5839" y="2399"/>
                    <a:pt x="7661" y="1727"/>
                    <a:pt x="9647" y="909"/>
                  </a:cubicBezTo>
                  <a:cubicBezTo>
                    <a:pt x="10177" y="691"/>
                    <a:pt x="10017" y="1"/>
                    <a:pt x="948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34"/>
            <p:cNvSpPr/>
            <p:nvPr/>
          </p:nvSpPr>
          <p:spPr>
            <a:xfrm>
              <a:off x="3026350" y="441550"/>
              <a:ext cx="247225" cy="201350"/>
            </a:xfrm>
            <a:custGeom>
              <a:avLst/>
              <a:gdLst/>
              <a:ahLst/>
              <a:cxnLst/>
              <a:rect l="l" t="t" r="r" b="b"/>
              <a:pathLst>
                <a:path w="9889" h="8054" extrusionOk="0">
                  <a:moveTo>
                    <a:pt x="9472" y="1"/>
                  </a:moveTo>
                  <a:cubicBezTo>
                    <a:pt x="9466" y="1"/>
                    <a:pt x="9460" y="1"/>
                    <a:pt x="9454" y="1"/>
                  </a:cubicBezTo>
                  <a:cubicBezTo>
                    <a:pt x="5735" y="204"/>
                    <a:pt x="1142" y="4281"/>
                    <a:pt x="59" y="7752"/>
                  </a:cubicBezTo>
                  <a:cubicBezTo>
                    <a:pt x="0" y="7941"/>
                    <a:pt x="141" y="8053"/>
                    <a:pt x="292" y="8053"/>
                  </a:cubicBezTo>
                  <a:cubicBezTo>
                    <a:pt x="375" y="8053"/>
                    <a:pt x="460" y="8019"/>
                    <a:pt x="517" y="7945"/>
                  </a:cubicBezTo>
                  <a:cubicBezTo>
                    <a:pt x="1756" y="6329"/>
                    <a:pt x="2771" y="4701"/>
                    <a:pt x="4382" y="3401"/>
                  </a:cubicBezTo>
                  <a:cubicBezTo>
                    <a:pt x="6005" y="2092"/>
                    <a:pt x="7844" y="1590"/>
                    <a:pt x="9618" y="609"/>
                  </a:cubicBezTo>
                  <a:cubicBezTo>
                    <a:pt x="9889" y="460"/>
                    <a:pt x="9783" y="1"/>
                    <a:pt x="94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34"/>
            <p:cNvSpPr/>
            <p:nvPr/>
          </p:nvSpPr>
          <p:spPr>
            <a:xfrm>
              <a:off x="3172850" y="661350"/>
              <a:ext cx="224850" cy="198300"/>
            </a:xfrm>
            <a:custGeom>
              <a:avLst/>
              <a:gdLst/>
              <a:ahLst/>
              <a:cxnLst/>
              <a:rect l="l" t="t" r="r" b="b"/>
              <a:pathLst>
                <a:path w="8994" h="7932" extrusionOk="0">
                  <a:moveTo>
                    <a:pt x="8456" y="0"/>
                  </a:moveTo>
                  <a:cubicBezTo>
                    <a:pt x="8425" y="0"/>
                    <a:pt x="8392" y="4"/>
                    <a:pt x="8358" y="11"/>
                  </a:cubicBezTo>
                  <a:cubicBezTo>
                    <a:pt x="5106" y="738"/>
                    <a:pt x="1076" y="4402"/>
                    <a:pt x="60" y="7579"/>
                  </a:cubicBezTo>
                  <a:cubicBezTo>
                    <a:pt x="1" y="7765"/>
                    <a:pt x="174" y="7931"/>
                    <a:pt x="343" y="7931"/>
                  </a:cubicBezTo>
                  <a:cubicBezTo>
                    <a:pt x="409" y="7931"/>
                    <a:pt x="474" y="7907"/>
                    <a:pt x="524" y="7849"/>
                  </a:cubicBezTo>
                  <a:cubicBezTo>
                    <a:pt x="1689" y="6518"/>
                    <a:pt x="2590" y="5030"/>
                    <a:pt x="3913" y="3818"/>
                  </a:cubicBezTo>
                  <a:cubicBezTo>
                    <a:pt x="5371" y="2483"/>
                    <a:pt x="7047" y="1783"/>
                    <a:pt x="8657" y="718"/>
                  </a:cubicBezTo>
                  <a:cubicBezTo>
                    <a:pt x="8993" y="494"/>
                    <a:pt x="8826" y="0"/>
                    <a:pt x="84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34"/>
            <p:cNvSpPr/>
            <p:nvPr/>
          </p:nvSpPr>
          <p:spPr>
            <a:xfrm>
              <a:off x="3219000" y="725650"/>
              <a:ext cx="226500" cy="215375"/>
            </a:xfrm>
            <a:custGeom>
              <a:avLst/>
              <a:gdLst/>
              <a:ahLst/>
              <a:cxnLst/>
              <a:rect l="l" t="t" r="r" b="b"/>
              <a:pathLst>
                <a:path w="9060" h="8615" extrusionOk="0">
                  <a:moveTo>
                    <a:pt x="8466" y="1"/>
                  </a:moveTo>
                  <a:cubicBezTo>
                    <a:pt x="8403" y="1"/>
                    <a:pt x="8336" y="16"/>
                    <a:pt x="8267" y="50"/>
                  </a:cubicBezTo>
                  <a:cubicBezTo>
                    <a:pt x="6348" y="1017"/>
                    <a:pt x="4571" y="2396"/>
                    <a:pt x="3025" y="3882"/>
                  </a:cubicBezTo>
                  <a:cubicBezTo>
                    <a:pt x="1836" y="5024"/>
                    <a:pt x="0" y="6568"/>
                    <a:pt x="62" y="8367"/>
                  </a:cubicBezTo>
                  <a:cubicBezTo>
                    <a:pt x="66" y="8507"/>
                    <a:pt x="206" y="8614"/>
                    <a:pt x="335" y="8614"/>
                  </a:cubicBezTo>
                  <a:cubicBezTo>
                    <a:pt x="409" y="8614"/>
                    <a:pt x="480" y="8578"/>
                    <a:pt x="518" y="8491"/>
                  </a:cubicBezTo>
                  <a:cubicBezTo>
                    <a:pt x="2016" y="5007"/>
                    <a:pt x="5594" y="2708"/>
                    <a:pt x="8679" y="755"/>
                  </a:cubicBezTo>
                  <a:cubicBezTo>
                    <a:pt x="9059" y="514"/>
                    <a:pt x="8832" y="1"/>
                    <a:pt x="84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34"/>
            <p:cNvSpPr/>
            <p:nvPr/>
          </p:nvSpPr>
          <p:spPr>
            <a:xfrm>
              <a:off x="2528200" y="658025"/>
              <a:ext cx="405900" cy="260600"/>
            </a:xfrm>
            <a:custGeom>
              <a:avLst/>
              <a:gdLst/>
              <a:ahLst/>
              <a:cxnLst/>
              <a:rect l="l" t="t" r="r" b="b"/>
              <a:pathLst>
                <a:path w="16236" h="10424" extrusionOk="0">
                  <a:moveTo>
                    <a:pt x="1382" y="2708"/>
                  </a:moveTo>
                  <a:cubicBezTo>
                    <a:pt x="2705" y="4465"/>
                    <a:pt x="4361" y="5818"/>
                    <a:pt x="5564" y="7549"/>
                  </a:cubicBezTo>
                  <a:cubicBezTo>
                    <a:pt x="5049" y="7000"/>
                    <a:pt x="4518" y="6467"/>
                    <a:pt x="3972" y="5947"/>
                  </a:cubicBezTo>
                  <a:cubicBezTo>
                    <a:pt x="3369" y="5370"/>
                    <a:pt x="2751" y="4825"/>
                    <a:pt x="2113" y="4299"/>
                  </a:cubicBezTo>
                  <a:cubicBezTo>
                    <a:pt x="2286" y="4264"/>
                    <a:pt x="2405" y="4031"/>
                    <a:pt x="2251" y="3877"/>
                  </a:cubicBezTo>
                  <a:cubicBezTo>
                    <a:pt x="1869" y="3498"/>
                    <a:pt x="1454" y="3168"/>
                    <a:pt x="1030" y="2840"/>
                  </a:cubicBezTo>
                  <a:lnTo>
                    <a:pt x="1382" y="2708"/>
                  </a:lnTo>
                  <a:close/>
                  <a:moveTo>
                    <a:pt x="9295" y="739"/>
                  </a:moveTo>
                  <a:cubicBezTo>
                    <a:pt x="10900" y="739"/>
                    <a:pt x="11714" y="2042"/>
                    <a:pt x="12738" y="3153"/>
                  </a:cubicBezTo>
                  <a:cubicBezTo>
                    <a:pt x="13607" y="4096"/>
                    <a:pt x="14464" y="5049"/>
                    <a:pt x="15310" y="6013"/>
                  </a:cubicBezTo>
                  <a:cubicBezTo>
                    <a:pt x="13936" y="6363"/>
                    <a:pt x="12589" y="6790"/>
                    <a:pt x="11275" y="7331"/>
                  </a:cubicBezTo>
                  <a:cubicBezTo>
                    <a:pt x="10703" y="7567"/>
                    <a:pt x="10139" y="7820"/>
                    <a:pt x="9583" y="8091"/>
                  </a:cubicBezTo>
                  <a:cubicBezTo>
                    <a:pt x="9104" y="8323"/>
                    <a:pt x="7997" y="9216"/>
                    <a:pt x="7494" y="9216"/>
                  </a:cubicBezTo>
                  <a:cubicBezTo>
                    <a:pt x="7280" y="9214"/>
                    <a:pt x="7087" y="9143"/>
                    <a:pt x="6911" y="9028"/>
                  </a:cubicBezTo>
                  <a:cubicBezTo>
                    <a:pt x="5976" y="6497"/>
                    <a:pt x="3660" y="4237"/>
                    <a:pt x="1564" y="2642"/>
                  </a:cubicBezTo>
                  <a:cubicBezTo>
                    <a:pt x="3992" y="1737"/>
                    <a:pt x="6804" y="749"/>
                    <a:pt x="9284" y="739"/>
                  </a:cubicBezTo>
                  <a:cubicBezTo>
                    <a:pt x="9288" y="739"/>
                    <a:pt x="9291" y="739"/>
                    <a:pt x="9295" y="739"/>
                  </a:cubicBezTo>
                  <a:close/>
                  <a:moveTo>
                    <a:pt x="9522" y="0"/>
                  </a:moveTo>
                  <a:cubicBezTo>
                    <a:pt x="8353" y="0"/>
                    <a:pt x="6970" y="475"/>
                    <a:pt x="5977" y="700"/>
                  </a:cubicBezTo>
                  <a:cubicBezTo>
                    <a:pt x="4041" y="1140"/>
                    <a:pt x="2155" y="1729"/>
                    <a:pt x="300" y="2432"/>
                  </a:cubicBezTo>
                  <a:cubicBezTo>
                    <a:pt x="25" y="2536"/>
                    <a:pt x="1" y="2846"/>
                    <a:pt x="223" y="3018"/>
                  </a:cubicBezTo>
                  <a:cubicBezTo>
                    <a:pt x="702" y="3388"/>
                    <a:pt x="1169" y="3763"/>
                    <a:pt x="1673" y="4093"/>
                  </a:cubicBezTo>
                  <a:cubicBezTo>
                    <a:pt x="3491" y="5760"/>
                    <a:pt x="5144" y="7550"/>
                    <a:pt x="6623" y="9541"/>
                  </a:cubicBezTo>
                  <a:cubicBezTo>
                    <a:pt x="6713" y="9781"/>
                    <a:pt x="6797" y="10028"/>
                    <a:pt x="6867" y="10287"/>
                  </a:cubicBezTo>
                  <a:cubicBezTo>
                    <a:pt x="6892" y="10382"/>
                    <a:pt x="6963" y="10423"/>
                    <a:pt x="7035" y="10423"/>
                  </a:cubicBezTo>
                  <a:cubicBezTo>
                    <a:pt x="7146" y="10423"/>
                    <a:pt x="7261" y="10329"/>
                    <a:pt x="7234" y="10186"/>
                  </a:cubicBezTo>
                  <a:cubicBezTo>
                    <a:pt x="7224" y="10130"/>
                    <a:pt x="7207" y="10076"/>
                    <a:pt x="7196" y="10021"/>
                  </a:cubicBezTo>
                  <a:cubicBezTo>
                    <a:pt x="7219" y="10016"/>
                    <a:pt x="7243" y="10009"/>
                    <a:pt x="7264" y="9998"/>
                  </a:cubicBezTo>
                  <a:cubicBezTo>
                    <a:pt x="9998" y="8390"/>
                    <a:pt x="12869" y="7216"/>
                    <a:pt x="15954" y="6481"/>
                  </a:cubicBezTo>
                  <a:cubicBezTo>
                    <a:pt x="16193" y="6424"/>
                    <a:pt x="16235" y="6133"/>
                    <a:pt x="16091" y="5967"/>
                  </a:cubicBezTo>
                  <a:cubicBezTo>
                    <a:pt x="14926" y="4637"/>
                    <a:pt x="13744" y="3322"/>
                    <a:pt x="12545" y="2023"/>
                  </a:cubicBezTo>
                  <a:cubicBezTo>
                    <a:pt x="11928" y="1357"/>
                    <a:pt x="11266" y="350"/>
                    <a:pt x="10341" y="98"/>
                  </a:cubicBezTo>
                  <a:cubicBezTo>
                    <a:pt x="10087" y="29"/>
                    <a:pt x="9811" y="0"/>
                    <a:pt x="95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34"/>
            <p:cNvSpPr/>
            <p:nvPr/>
          </p:nvSpPr>
          <p:spPr>
            <a:xfrm>
              <a:off x="2739725" y="878000"/>
              <a:ext cx="265375" cy="114400"/>
            </a:xfrm>
            <a:custGeom>
              <a:avLst/>
              <a:gdLst/>
              <a:ahLst/>
              <a:cxnLst/>
              <a:rect l="l" t="t" r="r" b="b"/>
              <a:pathLst>
                <a:path w="10615" h="4576" extrusionOk="0">
                  <a:moveTo>
                    <a:pt x="8807" y="0"/>
                  </a:moveTo>
                  <a:cubicBezTo>
                    <a:pt x="5620" y="0"/>
                    <a:pt x="1581" y="1966"/>
                    <a:pt x="54" y="4386"/>
                  </a:cubicBezTo>
                  <a:cubicBezTo>
                    <a:pt x="1" y="4471"/>
                    <a:pt x="79" y="4576"/>
                    <a:pt x="166" y="4576"/>
                  </a:cubicBezTo>
                  <a:cubicBezTo>
                    <a:pt x="186" y="4576"/>
                    <a:pt x="207" y="4570"/>
                    <a:pt x="226" y="4558"/>
                  </a:cubicBezTo>
                  <a:cubicBezTo>
                    <a:pt x="1875" y="3508"/>
                    <a:pt x="3258" y="2278"/>
                    <a:pt x="5131" y="1591"/>
                  </a:cubicBezTo>
                  <a:cubicBezTo>
                    <a:pt x="6861" y="957"/>
                    <a:pt x="8587" y="1026"/>
                    <a:pt x="10351" y="694"/>
                  </a:cubicBezTo>
                  <a:cubicBezTo>
                    <a:pt x="10615" y="644"/>
                    <a:pt x="10595" y="242"/>
                    <a:pt x="10351" y="180"/>
                  </a:cubicBezTo>
                  <a:cubicBezTo>
                    <a:pt x="9872" y="58"/>
                    <a:pt x="9352" y="0"/>
                    <a:pt x="88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34"/>
            <p:cNvSpPr/>
            <p:nvPr/>
          </p:nvSpPr>
          <p:spPr>
            <a:xfrm>
              <a:off x="2783475" y="946275"/>
              <a:ext cx="254775" cy="113000"/>
            </a:xfrm>
            <a:custGeom>
              <a:avLst/>
              <a:gdLst/>
              <a:ahLst/>
              <a:cxnLst/>
              <a:rect l="l" t="t" r="r" b="b"/>
              <a:pathLst>
                <a:path w="10191" h="4520" extrusionOk="0">
                  <a:moveTo>
                    <a:pt x="9024" y="1"/>
                  </a:moveTo>
                  <a:cubicBezTo>
                    <a:pt x="7296" y="1"/>
                    <a:pt x="5453" y="625"/>
                    <a:pt x="3919" y="1282"/>
                  </a:cubicBezTo>
                  <a:cubicBezTo>
                    <a:pt x="2789" y="1765"/>
                    <a:pt x="261" y="2658"/>
                    <a:pt x="23" y="4060"/>
                  </a:cubicBezTo>
                  <a:cubicBezTo>
                    <a:pt x="1" y="4188"/>
                    <a:pt x="41" y="4285"/>
                    <a:pt x="145" y="4359"/>
                  </a:cubicBezTo>
                  <a:lnTo>
                    <a:pt x="328" y="4490"/>
                  </a:lnTo>
                  <a:cubicBezTo>
                    <a:pt x="356" y="4510"/>
                    <a:pt x="386" y="4519"/>
                    <a:pt x="416" y="4519"/>
                  </a:cubicBezTo>
                  <a:cubicBezTo>
                    <a:pt x="528" y="4519"/>
                    <a:pt x="634" y="4397"/>
                    <a:pt x="599" y="4281"/>
                  </a:cubicBezTo>
                  <a:cubicBezTo>
                    <a:pt x="310" y="3333"/>
                    <a:pt x="4773" y="1735"/>
                    <a:pt x="5289" y="1569"/>
                  </a:cubicBezTo>
                  <a:cubicBezTo>
                    <a:pt x="6773" y="1093"/>
                    <a:pt x="8295" y="1027"/>
                    <a:pt x="9799" y="688"/>
                  </a:cubicBezTo>
                  <a:cubicBezTo>
                    <a:pt x="10190" y="600"/>
                    <a:pt x="10059" y="73"/>
                    <a:pt x="9711" y="36"/>
                  </a:cubicBezTo>
                  <a:cubicBezTo>
                    <a:pt x="9485" y="12"/>
                    <a:pt x="9255" y="1"/>
                    <a:pt x="902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34"/>
            <p:cNvSpPr/>
            <p:nvPr/>
          </p:nvSpPr>
          <p:spPr>
            <a:xfrm>
              <a:off x="2839925" y="1007825"/>
              <a:ext cx="259925" cy="117700"/>
            </a:xfrm>
            <a:custGeom>
              <a:avLst/>
              <a:gdLst/>
              <a:ahLst/>
              <a:cxnLst/>
              <a:rect l="l" t="t" r="r" b="b"/>
              <a:pathLst>
                <a:path w="10397" h="4708" extrusionOk="0">
                  <a:moveTo>
                    <a:pt x="9045" y="1"/>
                  </a:moveTo>
                  <a:cubicBezTo>
                    <a:pt x="5729" y="1"/>
                    <a:pt x="2019" y="2104"/>
                    <a:pt x="58" y="4551"/>
                  </a:cubicBezTo>
                  <a:cubicBezTo>
                    <a:pt x="0" y="4623"/>
                    <a:pt x="54" y="4707"/>
                    <a:pt x="124" y="4707"/>
                  </a:cubicBezTo>
                  <a:cubicBezTo>
                    <a:pt x="145" y="4707"/>
                    <a:pt x="167" y="4700"/>
                    <a:pt x="188" y="4683"/>
                  </a:cubicBezTo>
                  <a:cubicBezTo>
                    <a:pt x="1738" y="3418"/>
                    <a:pt x="3324" y="2289"/>
                    <a:pt x="5224" y="1613"/>
                  </a:cubicBezTo>
                  <a:cubicBezTo>
                    <a:pt x="6821" y="1047"/>
                    <a:pt x="8433" y="1014"/>
                    <a:pt x="10074" y="712"/>
                  </a:cubicBezTo>
                  <a:cubicBezTo>
                    <a:pt x="10385" y="655"/>
                    <a:pt x="10396" y="120"/>
                    <a:pt x="10074" y="73"/>
                  </a:cubicBezTo>
                  <a:cubicBezTo>
                    <a:pt x="9737" y="24"/>
                    <a:pt x="9393" y="1"/>
                    <a:pt x="90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202FCD0E-D7D0-4C44-A9AB-28C3F357F4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2790" y="1557049"/>
            <a:ext cx="6871517" cy="2228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482704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4"/>
          <p:cNvSpPr txBox="1">
            <a:spLocks noGrp="1"/>
          </p:cNvSpPr>
          <p:nvPr>
            <p:ph type="title"/>
          </p:nvPr>
        </p:nvSpPr>
        <p:spPr>
          <a:xfrm>
            <a:off x="1307759" y="947437"/>
            <a:ext cx="2939511" cy="4372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u="sng" dirty="0"/>
              <a:t>Heapsort</a:t>
            </a:r>
          </a:p>
        </p:txBody>
      </p:sp>
      <p:sp>
        <p:nvSpPr>
          <p:cNvPr id="234" name="Google Shape;234;p34"/>
          <p:cNvSpPr txBox="1">
            <a:spLocks noGrp="1"/>
          </p:cNvSpPr>
          <p:nvPr>
            <p:ph type="subTitle" idx="1"/>
          </p:nvPr>
        </p:nvSpPr>
        <p:spPr>
          <a:xfrm>
            <a:off x="1307759" y="531752"/>
            <a:ext cx="3439500" cy="53514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Heaps	</a:t>
            </a:r>
          </a:p>
        </p:txBody>
      </p:sp>
      <p:pic>
        <p:nvPicPr>
          <p:cNvPr id="235" name="Google Shape;235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695460">
            <a:off x="7765338" y="3361772"/>
            <a:ext cx="1241024" cy="1610463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grpSp>
        <p:nvGrpSpPr>
          <p:cNvPr id="236" name="Google Shape;236;p34"/>
          <p:cNvGrpSpPr/>
          <p:nvPr/>
        </p:nvGrpSpPr>
        <p:grpSpPr>
          <a:xfrm rot="790859">
            <a:off x="7973758" y="3964891"/>
            <a:ext cx="824184" cy="712067"/>
            <a:chOff x="2341425" y="238100"/>
            <a:chExt cx="1328900" cy="1148125"/>
          </a:xfrm>
        </p:grpSpPr>
        <p:sp>
          <p:nvSpPr>
            <p:cNvPr id="237" name="Google Shape;237;p34"/>
            <p:cNvSpPr/>
            <p:nvPr/>
          </p:nvSpPr>
          <p:spPr>
            <a:xfrm>
              <a:off x="2341425" y="238100"/>
              <a:ext cx="1328900" cy="1148125"/>
            </a:xfrm>
            <a:custGeom>
              <a:avLst/>
              <a:gdLst/>
              <a:ahLst/>
              <a:cxnLst/>
              <a:rect l="l" t="t" r="r" b="b"/>
              <a:pathLst>
                <a:path w="53156" h="45925" extrusionOk="0">
                  <a:moveTo>
                    <a:pt x="49853" y="24103"/>
                  </a:moveTo>
                  <a:cubicBezTo>
                    <a:pt x="50212" y="24609"/>
                    <a:pt x="50681" y="25003"/>
                    <a:pt x="51172" y="25380"/>
                  </a:cubicBezTo>
                  <a:cubicBezTo>
                    <a:pt x="48199" y="26540"/>
                    <a:pt x="45438" y="28144"/>
                    <a:pt x="42987" y="30206"/>
                  </a:cubicBezTo>
                  <a:cubicBezTo>
                    <a:pt x="41727" y="31264"/>
                    <a:pt x="40396" y="32510"/>
                    <a:pt x="39238" y="33887"/>
                  </a:cubicBezTo>
                  <a:cubicBezTo>
                    <a:pt x="39347" y="33688"/>
                    <a:pt x="39460" y="33491"/>
                    <a:pt x="39578" y="33301"/>
                  </a:cubicBezTo>
                  <a:cubicBezTo>
                    <a:pt x="40490" y="31831"/>
                    <a:pt x="41539" y="30449"/>
                    <a:pt x="42711" y="29176"/>
                  </a:cubicBezTo>
                  <a:cubicBezTo>
                    <a:pt x="44775" y="26932"/>
                    <a:pt x="47091" y="25229"/>
                    <a:pt x="49853" y="24103"/>
                  </a:cubicBezTo>
                  <a:close/>
                  <a:moveTo>
                    <a:pt x="35117" y="1053"/>
                  </a:moveTo>
                  <a:lnTo>
                    <a:pt x="35117" y="1053"/>
                  </a:lnTo>
                  <a:cubicBezTo>
                    <a:pt x="36710" y="1715"/>
                    <a:pt x="38294" y="4814"/>
                    <a:pt x="38992" y="5799"/>
                  </a:cubicBezTo>
                  <a:cubicBezTo>
                    <a:pt x="40312" y="7660"/>
                    <a:pt x="41633" y="9523"/>
                    <a:pt x="42954" y="11383"/>
                  </a:cubicBezTo>
                  <a:cubicBezTo>
                    <a:pt x="44182" y="13110"/>
                    <a:pt x="45421" y="14827"/>
                    <a:pt x="46633" y="16564"/>
                  </a:cubicBezTo>
                  <a:cubicBezTo>
                    <a:pt x="46650" y="16588"/>
                    <a:pt x="46667" y="16613"/>
                    <a:pt x="46685" y="16638"/>
                  </a:cubicBezTo>
                  <a:cubicBezTo>
                    <a:pt x="47623" y="18397"/>
                    <a:pt x="48600" y="20134"/>
                    <a:pt x="49618" y="21849"/>
                  </a:cubicBezTo>
                  <a:cubicBezTo>
                    <a:pt x="48693" y="22281"/>
                    <a:pt x="47744" y="23007"/>
                    <a:pt x="47214" y="23343"/>
                  </a:cubicBezTo>
                  <a:cubicBezTo>
                    <a:pt x="45320" y="24544"/>
                    <a:pt x="43587" y="25982"/>
                    <a:pt x="42057" y="27622"/>
                  </a:cubicBezTo>
                  <a:cubicBezTo>
                    <a:pt x="40592" y="29191"/>
                    <a:pt x="39304" y="30938"/>
                    <a:pt x="38281" y="32827"/>
                  </a:cubicBezTo>
                  <a:cubicBezTo>
                    <a:pt x="37877" y="33573"/>
                    <a:pt x="37271" y="34533"/>
                    <a:pt x="36981" y="35496"/>
                  </a:cubicBezTo>
                  <a:cubicBezTo>
                    <a:pt x="36328" y="34434"/>
                    <a:pt x="35635" y="33395"/>
                    <a:pt x="34953" y="32353"/>
                  </a:cubicBezTo>
                  <a:cubicBezTo>
                    <a:pt x="33450" y="30055"/>
                    <a:pt x="31915" y="27777"/>
                    <a:pt x="30347" y="25524"/>
                  </a:cubicBezTo>
                  <a:cubicBezTo>
                    <a:pt x="28841" y="23359"/>
                    <a:pt x="27306" y="21217"/>
                    <a:pt x="25741" y="19095"/>
                  </a:cubicBezTo>
                  <a:cubicBezTo>
                    <a:pt x="24508" y="17421"/>
                    <a:pt x="23256" y="15382"/>
                    <a:pt x="21757" y="13843"/>
                  </a:cubicBezTo>
                  <a:cubicBezTo>
                    <a:pt x="22758" y="10753"/>
                    <a:pt x="24747" y="8361"/>
                    <a:pt x="26903" y="5992"/>
                  </a:cubicBezTo>
                  <a:cubicBezTo>
                    <a:pt x="27357" y="5493"/>
                    <a:pt x="27826" y="4981"/>
                    <a:pt x="28315" y="4481"/>
                  </a:cubicBezTo>
                  <a:cubicBezTo>
                    <a:pt x="29626" y="3498"/>
                    <a:pt x="31045" y="2668"/>
                    <a:pt x="32551" y="2018"/>
                  </a:cubicBezTo>
                  <a:cubicBezTo>
                    <a:pt x="33121" y="1772"/>
                    <a:pt x="33780" y="1496"/>
                    <a:pt x="34476" y="1255"/>
                  </a:cubicBezTo>
                  <a:cubicBezTo>
                    <a:pt x="34702" y="1206"/>
                    <a:pt x="34932" y="1166"/>
                    <a:pt x="35161" y="1125"/>
                  </a:cubicBezTo>
                  <a:cubicBezTo>
                    <a:pt x="35147" y="1101"/>
                    <a:pt x="35132" y="1076"/>
                    <a:pt x="35117" y="1053"/>
                  </a:cubicBezTo>
                  <a:close/>
                  <a:moveTo>
                    <a:pt x="49886" y="22296"/>
                  </a:moveTo>
                  <a:cubicBezTo>
                    <a:pt x="50069" y="22601"/>
                    <a:pt x="50253" y="22905"/>
                    <a:pt x="50437" y="23208"/>
                  </a:cubicBezTo>
                  <a:cubicBezTo>
                    <a:pt x="50328" y="23239"/>
                    <a:pt x="50219" y="23270"/>
                    <a:pt x="50110" y="23305"/>
                  </a:cubicBezTo>
                  <a:cubicBezTo>
                    <a:pt x="50098" y="23304"/>
                    <a:pt x="50086" y="23303"/>
                    <a:pt x="50074" y="23303"/>
                  </a:cubicBezTo>
                  <a:cubicBezTo>
                    <a:pt x="49989" y="23303"/>
                    <a:pt x="49905" y="23334"/>
                    <a:pt x="49839" y="23390"/>
                  </a:cubicBezTo>
                  <a:cubicBezTo>
                    <a:pt x="46983" y="24343"/>
                    <a:pt x="44499" y="26352"/>
                    <a:pt x="42469" y="28520"/>
                  </a:cubicBezTo>
                  <a:cubicBezTo>
                    <a:pt x="40592" y="30525"/>
                    <a:pt x="38254" y="33305"/>
                    <a:pt x="37357" y="36095"/>
                  </a:cubicBezTo>
                  <a:cubicBezTo>
                    <a:pt x="37306" y="36011"/>
                    <a:pt x="37249" y="35923"/>
                    <a:pt x="37190" y="35830"/>
                  </a:cubicBezTo>
                  <a:cubicBezTo>
                    <a:pt x="37565" y="34416"/>
                    <a:pt x="38696" y="32821"/>
                    <a:pt x="39296" y="31878"/>
                  </a:cubicBezTo>
                  <a:cubicBezTo>
                    <a:pt x="40239" y="30393"/>
                    <a:pt x="41330" y="29005"/>
                    <a:pt x="42550" y="27739"/>
                  </a:cubicBezTo>
                  <a:cubicBezTo>
                    <a:pt x="43708" y="26537"/>
                    <a:pt x="44980" y="25451"/>
                    <a:pt x="46348" y="24494"/>
                  </a:cubicBezTo>
                  <a:cubicBezTo>
                    <a:pt x="47234" y="23875"/>
                    <a:pt x="48600" y="22828"/>
                    <a:pt x="49886" y="22296"/>
                  </a:cubicBezTo>
                  <a:close/>
                  <a:moveTo>
                    <a:pt x="20475" y="13918"/>
                  </a:moveTo>
                  <a:cubicBezTo>
                    <a:pt x="20720" y="13985"/>
                    <a:pt x="20968" y="14054"/>
                    <a:pt x="21218" y="14127"/>
                  </a:cubicBezTo>
                  <a:lnTo>
                    <a:pt x="21219" y="14127"/>
                  </a:lnTo>
                  <a:cubicBezTo>
                    <a:pt x="22265" y="15897"/>
                    <a:pt x="23782" y="17534"/>
                    <a:pt x="24979" y="19160"/>
                  </a:cubicBezTo>
                  <a:cubicBezTo>
                    <a:pt x="26409" y="21107"/>
                    <a:pt x="27816" y="23071"/>
                    <a:pt x="29199" y="25052"/>
                  </a:cubicBezTo>
                  <a:cubicBezTo>
                    <a:pt x="30581" y="27035"/>
                    <a:pt x="31937" y="29034"/>
                    <a:pt x="33269" y="31050"/>
                  </a:cubicBezTo>
                  <a:cubicBezTo>
                    <a:pt x="33874" y="31967"/>
                    <a:pt x="34473" y="32886"/>
                    <a:pt x="35069" y="33809"/>
                  </a:cubicBezTo>
                  <a:cubicBezTo>
                    <a:pt x="35425" y="34364"/>
                    <a:pt x="35780" y="34920"/>
                    <a:pt x="36133" y="35475"/>
                  </a:cubicBezTo>
                  <a:lnTo>
                    <a:pt x="36486" y="36032"/>
                  </a:lnTo>
                  <a:cubicBezTo>
                    <a:pt x="36496" y="36074"/>
                    <a:pt x="36508" y="36115"/>
                    <a:pt x="36522" y="36155"/>
                  </a:cubicBezTo>
                  <a:cubicBezTo>
                    <a:pt x="33879" y="32306"/>
                    <a:pt x="31050" y="28568"/>
                    <a:pt x="28325" y="24779"/>
                  </a:cubicBezTo>
                  <a:cubicBezTo>
                    <a:pt x="25722" y="21160"/>
                    <a:pt x="23203" y="17449"/>
                    <a:pt x="20475" y="13918"/>
                  </a:cubicBezTo>
                  <a:close/>
                  <a:moveTo>
                    <a:pt x="37953" y="37630"/>
                  </a:moveTo>
                  <a:cubicBezTo>
                    <a:pt x="37851" y="37834"/>
                    <a:pt x="37753" y="38038"/>
                    <a:pt x="37661" y="38245"/>
                  </a:cubicBezTo>
                  <a:cubicBezTo>
                    <a:pt x="37630" y="38236"/>
                    <a:pt x="37597" y="38231"/>
                    <a:pt x="37565" y="38231"/>
                  </a:cubicBezTo>
                  <a:cubicBezTo>
                    <a:pt x="37533" y="38231"/>
                    <a:pt x="37500" y="38236"/>
                    <a:pt x="37470" y="38245"/>
                  </a:cubicBezTo>
                  <a:cubicBezTo>
                    <a:pt x="37633" y="38041"/>
                    <a:pt x="37793" y="37835"/>
                    <a:pt x="37953" y="37630"/>
                  </a:cubicBezTo>
                  <a:close/>
                  <a:moveTo>
                    <a:pt x="36509" y="38717"/>
                  </a:moveTo>
                  <a:cubicBezTo>
                    <a:pt x="36518" y="38717"/>
                    <a:pt x="36527" y="38717"/>
                    <a:pt x="36536" y="38717"/>
                  </a:cubicBezTo>
                  <a:cubicBezTo>
                    <a:pt x="36609" y="38809"/>
                    <a:pt x="36720" y="38864"/>
                    <a:pt x="36837" y="38865"/>
                  </a:cubicBezTo>
                  <a:cubicBezTo>
                    <a:pt x="36596" y="38971"/>
                    <a:pt x="36282" y="39011"/>
                    <a:pt x="35935" y="39011"/>
                  </a:cubicBezTo>
                  <a:cubicBezTo>
                    <a:pt x="35451" y="39011"/>
                    <a:pt x="34904" y="38934"/>
                    <a:pt x="34409" y="38856"/>
                  </a:cubicBezTo>
                  <a:cubicBezTo>
                    <a:pt x="35105" y="38764"/>
                    <a:pt x="35807" y="38717"/>
                    <a:pt x="36509" y="38717"/>
                  </a:cubicBezTo>
                  <a:close/>
                  <a:moveTo>
                    <a:pt x="15183" y="13113"/>
                  </a:moveTo>
                  <a:cubicBezTo>
                    <a:pt x="16769" y="13113"/>
                    <a:pt x="18319" y="13366"/>
                    <a:pt x="19934" y="13775"/>
                  </a:cubicBezTo>
                  <a:cubicBezTo>
                    <a:pt x="22531" y="17699"/>
                    <a:pt x="25404" y="21460"/>
                    <a:pt x="28149" y="25276"/>
                  </a:cubicBezTo>
                  <a:cubicBezTo>
                    <a:pt x="30879" y="29073"/>
                    <a:pt x="33528" y="32953"/>
                    <a:pt x="36351" y="36684"/>
                  </a:cubicBezTo>
                  <a:cubicBezTo>
                    <a:pt x="34542" y="35843"/>
                    <a:pt x="32568" y="35460"/>
                    <a:pt x="30570" y="35460"/>
                  </a:cubicBezTo>
                  <a:cubicBezTo>
                    <a:pt x="26406" y="35460"/>
                    <a:pt x="22142" y="37123"/>
                    <a:pt x="19074" y="39757"/>
                  </a:cubicBezTo>
                  <a:cubicBezTo>
                    <a:pt x="13793" y="32214"/>
                    <a:pt x="8154" y="24943"/>
                    <a:pt x="2157" y="17945"/>
                  </a:cubicBezTo>
                  <a:lnTo>
                    <a:pt x="2159" y="17945"/>
                  </a:lnTo>
                  <a:cubicBezTo>
                    <a:pt x="5055" y="16227"/>
                    <a:pt x="8015" y="14530"/>
                    <a:pt x="11283" y="13642"/>
                  </a:cubicBezTo>
                  <a:cubicBezTo>
                    <a:pt x="12638" y="13273"/>
                    <a:pt x="13922" y="13113"/>
                    <a:pt x="15183" y="13113"/>
                  </a:cubicBezTo>
                  <a:close/>
                  <a:moveTo>
                    <a:pt x="2578" y="20435"/>
                  </a:moveTo>
                  <a:cubicBezTo>
                    <a:pt x="8168" y="27062"/>
                    <a:pt x="13443" y="33937"/>
                    <a:pt x="18402" y="41058"/>
                  </a:cubicBezTo>
                  <a:cubicBezTo>
                    <a:pt x="18543" y="41262"/>
                    <a:pt x="18758" y="41377"/>
                    <a:pt x="18977" y="41377"/>
                  </a:cubicBezTo>
                  <a:cubicBezTo>
                    <a:pt x="19133" y="41377"/>
                    <a:pt x="19292" y="41318"/>
                    <a:pt x="19427" y="41190"/>
                  </a:cubicBezTo>
                  <a:cubicBezTo>
                    <a:pt x="21632" y="39103"/>
                    <a:pt x="24333" y="37693"/>
                    <a:pt x="27314" y="37090"/>
                  </a:cubicBezTo>
                  <a:cubicBezTo>
                    <a:pt x="28284" y="36894"/>
                    <a:pt x="29226" y="36809"/>
                    <a:pt x="30154" y="36809"/>
                  </a:cubicBezTo>
                  <a:cubicBezTo>
                    <a:pt x="30890" y="36809"/>
                    <a:pt x="31618" y="36863"/>
                    <a:pt x="32345" y="36959"/>
                  </a:cubicBezTo>
                  <a:cubicBezTo>
                    <a:pt x="32139" y="36996"/>
                    <a:pt x="31934" y="37038"/>
                    <a:pt x="31726" y="37085"/>
                  </a:cubicBezTo>
                  <a:cubicBezTo>
                    <a:pt x="29702" y="37535"/>
                    <a:pt x="27672" y="38191"/>
                    <a:pt x="25741" y="38939"/>
                  </a:cubicBezTo>
                  <a:cubicBezTo>
                    <a:pt x="24060" y="39590"/>
                    <a:pt x="22425" y="40379"/>
                    <a:pt x="20975" y="41459"/>
                  </a:cubicBezTo>
                  <a:cubicBezTo>
                    <a:pt x="20335" y="41934"/>
                    <a:pt x="18892" y="42836"/>
                    <a:pt x="18616" y="43758"/>
                  </a:cubicBezTo>
                  <a:cubicBezTo>
                    <a:pt x="15797" y="39642"/>
                    <a:pt x="12269" y="35871"/>
                    <a:pt x="9131" y="31993"/>
                  </a:cubicBezTo>
                  <a:cubicBezTo>
                    <a:pt x="7537" y="30022"/>
                    <a:pt x="5941" y="28055"/>
                    <a:pt x="4343" y="26088"/>
                  </a:cubicBezTo>
                  <a:cubicBezTo>
                    <a:pt x="3509" y="25063"/>
                    <a:pt x="2360" y="24025"/>
                    <a:pt x="1726" y="22872"/>
                  </a:cubicBezTo>
                  <a:lnTo>
                    <a:pt x="1290" y="22336"/>
                  </a:lnTo>
                  <a:cubicBezTo>
                    <a:pt x="1365" y="21812"/>
                    <a:pt x="1612" y="21399"/>
                    <a:pt x="2027" y="21097"/>
                  </a:cubicBezTo>
                  <a:cubicBezTo>
                    <a:pt x="2191" y="20870"/>
                    <a:pt x="2390" y="20654"/>
                    <a:pt x="2578" y="20435"/>
                  </a:cubicBezTo>
                  <a:close/>
                  <a:moveTo>
                    <a:pt x="34214" y="37438"/>
                  </a:moveTo>
                  <a:cubicBezTo>
                    <a:pt x="34480" y="37438"/>
                    <a:pt x="34745" y="37450"/>
                    <a:pt x="35009" y="37476"/>
                  </a:cubicBezTo>
                  <a:cubicBezTo>
                    <a:pt x="35056" y="37488"/>
                    <a:pt x="35104" y="37502"/>
                    <a:pt x="35153" y="37514"/>
                  </a:cubicBezTo>
                  <a:cubicBezTo>
                    <a:pt x="32341" y="37733"/>
                    <a:pt x="29659" y="38637"/>
                    <a:pt x="27141" y="39965"/>
                  </a:cubicBezTo>
                  <a:cubicBezTo>
                    <a:pt x="25564" y="40797"/>
                    <a:pt x="24060" y="41771"/>
                    <a:pt x="22625" y="42823"/>
                  </a:cubicBezTo>
                  <a:cubicBezTo>
                    <a:pt x="22053" y="43241"/>
                    <a:pt x="21266" y="44080"/>
                    <a:pt x="20621" y="44360"/>
                  </a:cubicBezTo>
                  <a:cubicBezTo>
                    <a:pt x="20405" y="44454"/>
                    <a:pt x="20198" y="44493"/>
                    <a:pt x="19997" y="44493"/>
                  </a:cubicBezTo>
                  <a:cubicBezTo>
                    <a:pt x="19802" y="44493"/>
                    <a:pt x="19613" y="44456"/>
                    <a:pt x="19427" y="44400"/>
                  </a:cubicBezTo>
                  <a:cubicBezTo>
                    <a:pt x="19434" y="44391"/>
                    <a:pt x="19440" y="44386"/>
                    <a:pt x="19448" y="44377"/>
                  </a:cubicBezTo>
                  <a:cubicBezTo>
                    <a:pt x="19593" y="44198"/>
                    <a:pt x="19599" y="43995"/>
                    <a:pt x="19448" y="43814"/>
                  </a:cubicBezTo>
                  <a:lnTo>
                    <a:pt x="19430" y="43792"/>
                  </a:lnTo>
                  <a:cubicBezTo>
                    <a:pt x="19697" y="43721"/>
                    <a:pt x="19911" y="43553"/>
                    <a:pt x="20074" y="43287"/>
                  </a:cubicBezTo>
                  <a:cubicBezTo>
                    <a:pt x="20320" y="43038"/>
                    <a:pt x="20576" y="42801"/>
                    <a:pt x="20843" y="42573"/>
                  </a:cubicBezTo>
                  <a:cubicBezTo>
                    <a:pt x="21485" y="42027"/>
                    <a:pt x="22180" y="41552"/>
                    <a:pt x="22907" y="41126"/>
                  </a:cubicBezTo>
                  <a:cubicBezTo>
                    <a:pt x="24188" y="40374"/>
                    <a:pt x="25559" y="39793"/>
                    <a:pt x="26955" y="39291"/>
                  </a:cubicBezTo>
                  <a:cubicBezTo>
                    <a:pt x="29199" y="38484"/>
                    <a:pt x="31750" y="37438"/>
                    <a:pt x="34214" y="37438"/>
                  </a:cubicBezTo>
                  <a:close/>
                  <a:moveTo>
                    <a:pt x="34842" y="0"/>
                  </a:moveTo>
                  <a:cubicBezTo>
                    <a:pt x="34343" y="0"/>
                    <a:pt x="33867" y="188"/>
                    <a:pt x="33507" y="630"/>
                  </a:cubicBezTo>
                  <a:cubicBezTo>
                    <a:pt x="31447" y="1151"/>
                    <a:pt x="29512" y="2015"/>
                    <a:pt x="27862" y="3526"/>
                  </a:cubicBezTo>
                  <a:cubicBezTo>
                    <a:pt x="27217" y="4115"/>
                    <a:pt x="26496" y="4800"/>
                    <a:pt x="25773" y="5555"/>
                  </a:cubicBezTo>
                  <a:cubicBezTo>
                    <a:pt x="23620" y="7604"/>
                    <a:pt x="21769" y="10148"/>
                    <a:pt x="20875" y="12916"/>
                  </a:cubicBezTo>
                  <a:cubicBezTo>
                    <a:pt x="19359" y="12052"/>
                    <a:pt x="17538" y="11727"/>
                    <a:pt x="15721" y="11727"/>
                  </a:cubicBezTo>
                  <a:cubicBezTo>
                    <a:pt x="14356" y="11727"/>
                    <a:pt x="12994" y="11911"/>
                    <a:pt x="11766" y="12185"/>
                  </a:cubicBezTo>
                  <a:cubicBezTo>
                    <a:pt x="7819" y="13067"/>
                    <a:pt x="4277" y="15176"/>
                    <a:pt x="838" y="17217"/>
                  </a:cubicBezTo>
                  <a:cubicBezTo>
                    <a:pt x="458" y="17444"/>
                    <a:pt x="436" y="17923"/>
                    <a:pt x="707" y="18237"/>
                  </a:cubicBezTo>
                  <a:cubicBezTo>
                    <a:pt x="1244" y="18859"/>
                    <a:pt x="1774" y="19488"/>
                    <a:pt x="2305" y="20116"/>
                  </a:cubicBezTo>
                  <a:cubicBezTo>
                    <a:pt x="1441" y="20484"/>
                    <a:pt x="862" y="21064"/>
                    <a:pt x="197" y="21811"/>
                  </a:cubicBezTo>
                  <a:cubicBezTo>
                    <a:pt x="77" y="21947"/>
                    <a:pt x="0" y="22200"/>
                    <a:pt x="127" y="22363"/>
                  </a:cubicBezTo>
                  <a:cubicBezTo>
                    <a:pt x="2951" y="26054"/>
                    <a:pt x="5928" y="29634"/>
                    <a:pt x="8843" y="33254"/>
                  </a:cubicBezTo>
                  <a:cubicBezTo>
                    <a:pt x="11749" y="36861"/>
                    <a:pt x="14485" y="40794"/>
                    <a:pt x="17652" y="44182"/>
                  </a:cubicBezTo>
                  <a:cubicBezTo>
                    <a:pt x="17664" y="44208"/>
                    <a:pt x="17679" y="44232"/>
                    <a:pt x="17699" y="44255"/>
                  </a:cubicBezTo>
                  <a:cubicBezTo>
                    <a:pt x="18282" y="44908"/>
                    <a:pt x="19219" y="45924"/>
                    <a:pt x="20167" y="45924"/>
                  </a:cubicBezTo>
                  <a:cubicBezTo>
                    <a:pt x="20277" y="45924"/>
                    <a:pt x="20387" y="45910"/>
                    <a:pt x="20497" y="45881"/>
                  </a:cubicBezTo>
                  <a:cubicBezTo>
                    <a:pt x="21148" y="45708"/>
                    <a:pt x="21757" y="44978"/>
                    <a:pt x="22286" y="44585"/>
                  </a:cubicBezTo>
                  <a:cubicBezTo>
                    <a:pt x="23162" y="43935"/>
                    <a:pt x="24053" y="43304"/>
                    <a:pt x="24965" y="42705"/>
                  </a:cubicBezTo>
                  <a:cubicBezTo>
                    <a:pt x="27366" y="41130"/>
                    <a:pt x="29934" y="39829"/>
                    <a:pt x="32678" y="39174"/>
                  </a:cubicBezTo>
                  <a:cubicBezTo>
                    <a:pt x="32752" y="39177"/>
                    <a:pt x="32826" y="39174"/>
                    <a:pt x="32900" y="39178"/>
                  </a:cubicBezTo>
                  <a:cubicBezTo>
                    <a:pt x="34054" y="39233"/>
                    <a:pt x="35153" y="39648"/>
                    <a:pt x="36288" y="39715"/>
                  </a:cubicBezTo>
                  <a:cubicBezTo>
                    <a:pt x="36337" y="39718"/>
                    <a:pt x="36385" y="39720"/>
                    <a:pt x="36433" y="39720"/>
                  </a:cubicBezTo>
                  <a:cubicBezTo>
                    <a:pt x="37209" y="39720"/>
                    <a:pt x="37750" y="39337"/>
                    <a:pt x="37827" y="38540"/>
                  </a:cubicBezTo>
                  <a:cubicBezTo>
                    <a:pt x="39593" y="36201"/>
                    <a:pt x="41115" y="33792"/>
                    <a:pt x="43273" y="31744"/>
                  </a:cubicBezTo>
                  <a:cubicBezTo>
                    <a:pt x="44449" y="30626"/>
                    <a:pt x="45716" y="29608"/>
                    <a:pt x="47060" y="28698"/>
                  </a:cubicBezTo>
                  <a:cubicBezTo>
                    <a:pt x="47079" y="28686"/>
                    <a:pt x="47099" y="28675"/>
                    <a:pt x="47118" y="28662"/>
                  </a:cubicBezTo>
                  <a:cubicBezTo>
                    <a:pt x="48826" y="27633"/>
                    <a:pt x="50637" y="26785"/>
                    <a:pt x="52524" y="26133"/>
                  </a:cubicBezTo>
                  <a:cubicBezTo>
                    <a:pt x="52902" y="26003"/>
                    <a:pt x="53156" y="25447"/>
                    <a:pt x="52785" y="25145"/>
                  </a:cubicBezTo>
                  <a:cubicBezTo>
                    <a:pt x="52171" y="24648"/>
                    <a:pt x="51613" y="24099"/>
                    <a:pt x="50959" y="23696"/>
                  </a:cubicBezTo>
                  <a:cubicBezTo>
                    <a:pt x="51006" y="23680"/>
                    <a:pt x="51050" y="23660"/>
                    <a:pt x="51097" y="23645"/>
                  </a:cubicBezTo>
                  <a:cubicBezTo>
                    <a:pt x="51251" y="23594"/>
                    <a:pt x="51309" y="23468"/>
                    <a:pt x="51300" y="23347"/>
                  </a:cubicBezTo>
                  <a:cubicBezTo>
                    <a:pt x="51345" y="23292"/>
                    <a:pt x="51376" y="23227"/>
                    <a:pt x="51391" y="23158"/>
                  </a:cubicBezTo>
                  <a:cubicBezTo>
                    <a:pt x="51657" y="23086"/>
                    <a:pt x="51868" y="22805"/>
                    <a:pt x="51676" y="22507"/>
                  </a:cubicBezTo>
                  <a:cubicBezTo>
                    <a:pt x="51561" y="22326"/>
                    <a:pt x="51447" y="22144"/>
                    <a:pt x="51333" y="21962"/>
                  </a:cubicBezTo>
                  <a:cubicBezTo>
                    <a:pt x="51345" y="21962"/>
                    <a:pt x="51359" y="21961"/>
                    <a:pt x="51371" y="21961"/>
                  </a:cubicBezTo>
                  <a:cubicBezTo>
                    <a:pt x="51374" y="21961"/>
                    <a:pt x="51377" y="21961"/>
                    <a:pt x="51379" y="21961"/>
                  </a:cubicBezTo>
                  <a:cubicBezTo>
                    <a:pt x="51539" y="21961"/>
                    <a:pt x="51585" y="21737"/>
                    <a:pt x="51453" y="21658"/>
                  </a:cubicBezTo>
                  <a:cubicBezTo>
                    <a:pt x="51333" y="21585"/>
                    <a:pt x="51198" y="21544"/>
                    <a:pt x="51056" y="21524"/>
                  </a:cubicBezTo>
                  <a:cubicBezTo>
                    <a:pt x="50796" y="21108"/>
                    <a:pt x="50546" y="20689"/>
                    <a:pt x="50290" y="20269"/>
                  </a:cubicBezTo>
                  <a:cubicBezTo>
                    <a:pt x="50030" y="19581"/>
                    <a:pt x="49589" y="18953"/>
                    <a:pt x="49191" y="18312"/>
                  </a:cubicBezTo>
                  <a:cubicBezTo>
                    <a:pt x="48421" y="17077"/>
                    <a:pt x="47572" y="15893"/>
                    <a:pt x="46728" y="14709"/>
                  </a:cubicBezTo>
                  <a:cubicBezTo>
                    <a:pt x="45005" y="12292"/>
                    <a:pt x="43280" y="9876"/>
                    <a:pt x="41551" y="7464"/>
                  </a:cubicBezTo>
                  <a:cubicBezTo>
                    <a:pt x="40019" y="5325"/>
                    <a:pt x="38618" y="2783"/>
                    <a:pt x="36781" y="897"/>
                  </a:cubicBezTo>
                  <a:cubicBezTo>
                    <a:pt x="36255" y="356"/>
                    <a:pt x="35527" y="0"/>
                    <a:pt x="348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34"/>
            <p:cNvSpPr/>
            <p:nvPr/>
          </p:nvSpPr>
          <p:spPr>
            <a:xfrm>
              <a:off x="2990175" y="381350"/>
              <a:ext cx="254450" cy="209600"/>
            </a:xfrm>
            <a:custGeom>
              <a:avLst/>
              <a:gdLst/>
              <a:ahLst/>
              <a:cxnLst/>
              <a:rect l="l" t="t" r="r" b="b"/>
              <a:pathLst>
                <a:path w="10178" h="8384" extrusionOk="0">
                  <a:moveTo>
                    <a:pt x="9489" y="1"/>
                  </a:moveTo>
                  <a:cubicBezTo>
                    <a:pt x="9460" y="1"/>
                    <a:pt x="9430" y="3"/>
                    <a:pt x="9398" y="7"/>
                  </a:cubicBezTo>
                  <a:cubicBezTo>
                    <a:pt x="5315" y="589"/>
                    <a:pt x="1324" y="4315"/>
                    <a:pt x="48" y="8144"/>
                  </a:cubicBezTo>
                  <a:cubicBezTo>
                    <a:pt x="1" y="8286"/>
                    <a:pt x="119" y="8384"/>
                    <a:pt x="239" y="8384"/>
                  </a:cubicBezTo>
                  <a:cubicBezTo>
                    <a:pt x="302" y="8384"/>
                    <a:pt x="366" y="8357"/>
                    <a:pt x="406" y="8294"/>
                  </a:cubicBezTo>
                  <a:cubicBezTo>
                    <a:pt x="1475" y="6637"/>
                    <a:pt x="2632" y="5068"/>
                    <a:pt x="4157" y="3799"/>
                  </a:cubicBezTo>
                  <a:cubicBezTo>
                    <a:pt x="5839" y="2399"/>
                    <a:pt x="7661" y="1727"/>
                    <a:pt x="9647" y="909"/>
                  </a:cubicBezTo>
                  <a:cubicBezTo>
                    <a:pt x="10177" y="691"/>
                    <a:pt x="10017" y="1"/>
                    <a:pt x="948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34"/>
            <p:cNvSpPr/>
            <p:nvPr/>
          </p:nvSpPr>
          <p:spPr>
            <a:xfrm>
              <a:off x="3026350" y="441550"/>
              <a:ext cx="247225" cy="201350"/>
            </a:xfrm>
            <a:custGeom>
              <a:avLst/>
              <a:gdLst/>
              <a:ahLst/>
              <a:cxnLst/>
              <a:rect l="l" t="t" r="r" b="b"/>
              <a:pathLst>
                <a:path w="9889" h="8054" extrusionOk="0">
                  <a:moveTo>
                    <a:pt x="9472" y="1"/>
                  </a:moveTo>
                  <a:cubicBezTo>
                    <a:pt x="9466" y="1"/>
                    <a:pt x="9460" y="1"/>
                    <a:pt x="9454" y="1"/>
                  </a:cubicBezTo>
                  <a:cubicBezTo>
                    <a:pt x="5735" y="204"/>
                    <a:pt x="1142" y="4281"/>
                    <a:pt x="59" y="7752"/>
                  </a:cubicBezTo>
                  <a:cubicBezTo>
                    <a:pt x="0" y="7941"/>
                    <a:pt x="141" y="8053"/>
                    <a:pt x="292" y="8053"/>
                  </a:cubicBezTo>
                  <a:cubicBezTo>
                    <a:pt x="375" y="8053"/>
                    <a:pt x="460" y="8019"/>
                    <a:pt x="517" y="7945"/>
                  </a:cubicBezTo>
                  <a:cubicBezTo>
                    <a:pt x="1756" y="6329"/>
                    <a:pt x="2771" y="4701"/>
                    <a:pt x="4382" y="3401"/>
                  </a:cubicBezTo>
                  <a:cubicBezTo>
                    <a:pt x="6005" y="2092"/>
                    <a:pt x="7844" y="1590"/>
                    <a:pt x="9618" y="609"/>
                  </a:cubicBezTo>
                  <a:cubicBezTo>
                    <a:pt x="9889" y="460"/>
                    <a:pt x="9783" y="1"/>
                    <a:pt x="94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34"/>
            <p:cNvSpPr/>
            <p:nvPr/>
          </p:nvSpPr>
          <p:spPr>
            <a:xfrm>
              <a:off x="3172850" y="661350"/>
              <a:ext cx="224850" cy="198300"/>
            </a:xfrm>
            <a:custGeom>
              <a:avLst/>
              <a:gdLst/>
              <a:ahLst/>
              <a:cxnLst/>
              <a:rect l="l" t="t" r="r" b="b"/>
              <a:pathLst>
                <a:path w="8994" h="7932" extrusionOk="0">
                  <a:moveTo>
                    <a:pt x="8456" y="0"/>
                  </a:moveTo>
                  <a:cubicBezTo>
                    <a:pt x="8425" y="0"/>
                    <a:pt x="8392" y="4"/>
                    <a:pt x="8358" y="11"/>
                  </a:cubicBezTo>
                  <a:cubicBezTo>
                    <a:pt x="5106" y="738"/>
                    <a:pt x="1076" y="4402"/>
                    <a:pt x="60" y="7579"/>
                  </a:cubicBezTo>
                  <a:cubicBezTo>
                    <a:pt x="1" y="7765"/>
                    <a:pt x="174" y="7931"/>
                    <a:pt x="343" y="7931"/>
                  </a:cubicBezTo>
                  <a:cubicBezTo>
                    <a:pt x="409" y="7931"/>
                    <a:pt x="474" y="7907"/>
                    <a:pt x="524" y="7849"/>
                  </a:cubicBezTo>
                  <a:cubicBezTo>
                    <a:pt x="1689" y="6518"/>
                    <a:pt x="2590" y="5030"/>
                    <a:pt x="3913" y="3818"/>
                  </a:cubicBezTo>
                  <a:cubicBezTo>
                    <a:pt x="5371" y="2483"/>
                    <a:pt x="7047" y="1783"/>
                    <a:pt x="8657" y="718"/>
                  </a:cubicBezTo>
                  <a:cubicBezTo>
                    <a:pt x="8993" y="494"/>
                    <a:pt x="8826" y="0"/>
                    <a:pt x="84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34"/>
            <p:cNvSpPr/>
            <p:nvPr/>
          </p:nvSpPr>
          <p:spPr>
            <a:xfrm>
              <a:off x="3219000" y="725650"/>
              <a:ext cx="226500" cy="215375"/>
            </a:xfrm>
            <a:custGeom>
              <a:avLst/>
              <a:gdLst/>
              <a:ahLst/>
              <a:cxnLst/>
              <a:rect l="l" t="t" r="r" b="b"/>
              <a:pathLst>
                <a:path w="9060" h="8615" extrusionOk="0">
                  <a:moveTo>
                    <a:pt x="8466" y="1"/>
                  </a:moveTo>
                  <a:cubicBezTo>
                    <a:pt x="8403" y="1"/>
                    <a:pt x="8336" y="16"/>
                    <a:pt x="8267" y="50"/>
                  </a:cubicBezTo>
                  <a:cubicBezTo>
                    <a:pt x="6348" y="1017"/>
                    <a:pt x="4571" y="2396"/>
                    <a:pt x="3025" y="3882"/>
                  </a:cubicBezTo>
                  <a:cubicBezTo>
                    <a:pt x="1836" y="5024"/>
                    <a:pt x="0" y="6568"/>
                    <a:pt x="62" y="8367"/>
                  </a:cubicBezTo>
                  <a:cubicBezTo>
                    <a:pt x="66" y="8507"/>
                    <a:pt x="206" y="8614"/>
                    <a:pt x="335" y="8614"/>
                  </a:cubicBezTo>
                  <a:cubicBezTo>
                    <a:pt x="409" y="8614"/>
                    <a:pt x="480" y="8578"/>
                    <a:pt x="518" y="8491"/>
                  </a:cubicBezTo>
                  <a:cubicBezTo>
                    <a:pt x="2016" y="5007"/>
                    <a:pt x="5594" y="2708"/>
                    <a:pt x="8679" y="755"/>
                  </a:cubicBezTo>
                  <a:cubicBezTo>
                    <a:pt x="9059" y="514"/>
                    <a:pt x="8832" y="1"/>
                    <a:pt x="84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34"/>
            <p:cNvSpPr/>
            <p:nvPr/>
          </p:nvSpPr>
          <p:spPr>
            <a:xfrm>
              <a:off x="2528200" y="658025"/>
              <a:ext cx="405900" cy="260600"/>
            </a:xfrm>
            <a:custGeom>
              <a:avLst/>
              <a:gdLst/>
              <a:ahLst/>
              <a:cxnLst/>
              <a:rect l="l" t="t" r="r" b="b"/>
              <a:pathLst>
                <a:path w="16236" h="10424" extrusionOk="0">
                  <a:moveTo>
                    <a:pt x="1382" y="2708"/>
                  </a:moveTo>
                  <a:cubicBezTo>
                    <a:pt x="2705" y="4465"/>
                    <a:pt x="4361" y="5818"/>
                    <a:pt x="5564" y="7549"/>
                  </a:cubicBezTo>
                  <a:cubicBezTo>
                    <a:pt x="5049" y="7000"/>
                    <a:pt x="4518" y="6467"/>
                    <a:pt x="3972" y="5947"/>
                  </a:cubicBezTo>
                  <a:cubicBezTo>
                    <a:pt x="3369" y="5370"/>
                    <a:pt x="2751" y="4825"/>
                    <a:pt x="2113" y="4299"/>
                  </a:cubicBezTo>
                  <a:cubicBezTo>
                    <a:pt x="2286" y="4264"/>
                    <a:pt x="2405" y="4031"/>
                    <a:pt x="2251" y="3877"/>
                  </a:cubicBezTo>
                  <a:cubicBezTo>
                    <a:pt x="1869" y="3498"/>
                    <a:pt x="1454" y="3168"/>
                    <a:pt x="1030" y="2840"/>
                  </a:cubicBezTo>
                  <a:lnTo>
                    <a:pt x="1382" y="2708"/>
                  </a:lnTo>
                  <a:close/>
                  <a:moveTo>
                    <a:pt x="9295" y="739"/>
                  </a:moveTo>
                  <a:cubicBezTo>
                    <a:pt x="10900" y="739"/>
                    <a:pt x="11714" y="2042"/>
                    <a:pt x="12738" y="3153"/>
                  </a:cubicBezTo>
                  <a:cubicBezTo>
                    <a:pt x="13607" y="4096"/>
                    <a:pt x="14464" y="5049"/>
                    <a:pt x="15310" y="6013"/>
                  </a:cubicBezTo>
                  <a:cubicBezTo>
                    <a:pt x="13936" y="6363"/>
                    <a:pt x="12589" y="6790"/>
                    <a:pt x="11275" y="7331"/>
                  </a:cubicBezTo>
                  <a:cubicBezTo>
                    <a:pt x="10703" y="7567"/>
                    <a:pt x="10139" y="7820"/>
                    <a:pt x="9583" y="8091"/>
                  </a:cubicBezTo>
                  <a:cubicBezTo>
                    <a:pt x="9104" y="8323"/>
                    <a:pt x="7997" y="9216"/>
                    <a:pt x="7494" y="9216"/>
                  </a:cubicBezTo>
                  <a:cubicBezTo>
                    <a:pt x="7280" y="9214"/>
                    <a:pt x="7087" y="9143"/>
                    <a:pt x="6911" y="9028"/>
                  </a:cubicBezTo>
                  <a:cubicBezTo>
                    <a:pt x="5976" y="6497"/>
                    <a:pt x="3660" y="4237"/>
                    <a:pt x="1564" y="2642"/>
                  </a:cubicBezTo>
                  <a:cubicBezTo>
                    <a:pt x="3992" y="1737"/>
                    <a:pt x="6804" y="749"/>
                    <a:pt x="9284" y="739"/>
                  </a:cubicBezTo>
                  <a:cubicBezTo>
                    <a:pt x="9288" y="739"/>
                    <a:pt x="9291" y="739"/>
                    <a:pt x="9295" y="739"/>
                  </a:cubicBezTo>
                  <a:close/>
                  <a:moveTo>
                    <a:pt x="9522" y="0"/>
                  </a:moveTo>
                  <a:cubicBezTo>
                    <a:pt x="8353" y="0"/>
                    <a:pt x="6970" y="475"/>
                    <a:pt x="5977" y="700"/>
                  </a:cubicBezTo>
                  <a:cubicBezTo>
                    <a:pt x="4041" y="1140"/>
                    <a:pt x="2155" y="1729"/>
                    <a:pt x="300" y="2432"/>
                  </a:cubicBezTo>
                  <a:cubicBezTo>
                    <a:pt x="25" y="2536"/>
                    <a:pt x="1" y="2846"/>
                    <a:pt x="223" y="3018"/>
                  </a:cubicBezTo>
                  <a:cubicBezTo>
                    <a:pt x="702" y="3388"/>
                    <a:pt x="1169" y="3763"/>
                    <a:pt x="1673" y="4093"/>
                  </a:cubicBezTo>
                  <a:cubicBezTo>
                    <a:pt x="3491" y="5760"/>
                    <a:pt x="5144" y="7550"/>
                    <a:pt x="6623" y="9541"/>
                  </a:cubicBezTo>
                  <a:cubicBezTo>
                    <a:pt x="6713" y="9781"/>
                    <a:pt x="6797" y="10028"/>
                    <a:pt x="6867" y="10287"/>
                  </a:cubicBezTo>
                  <a:cubicBezTo>
                    <a:pt x="6892" y="10382"/>
                    <a:pt x="6963" y="10423"/>
                    <a:pt x="7035" y="10423"/>
                  </a:cubicBezTo>
                  <a:cubicBezTo>
                    <a:pt x="7146" y="10423"/>
                    <a:pt x="7261" y="10329"/>
                    <a:pt x="7234" y="10186"/>
                  </a:cubicBezTo>
                  <a:cubicBezTo>
                    <a:pt x="7224" y="10130"/>
                    <a:pt x="7207" y="10076"/>
                    <a:pt x="7196" y="10021"/>
                  </a:cubicBezTo>
                  <a:cubicBezTo>
                    <a:pt x="7219" y="10016"/>
                    <a:pt x="7243" y="10009"/>
                    <a:pt x="7264" y="9998"/>
                  </a:cubicBezTo>
                  <a:cubicBezTo>
                    <a:pt x="9998" y="8390"/>
                    <a:pt x="12869" y="7216"/>
                    <a:pt x="15954" y="6481"/>
                  </a:cubicBezTo>
                  <a:cubicBezTo>
                    <a:pt x="16193" y="6424"/>
                    <a:pt x="16235" y="6133"/>
                    <a:pt x="16091" y="5967"/>
                  </a:cubicBezTo>
                  <a:cubicBezTo>
                    <a:pt x="14926" y="4637"/>
                    <a:pt x="13744" y="3322"/>
                    <a:pt x="12545" y="2023"/>
                  </a:cubicBezTo>
                  <a:cubicBezTo>
                    <a:pt x="11928" y="1357"/>
                    <a:pt x="11266" y="350"/>
                    <a:pt x="10341" y="98"/>
                  </a:cubicBezTo>
                  <a:cubicBezTo>
                    <a:pt x="10087" y="29"/>
                    <a:pt x="9811" y="0"/>
                    <a:pt x="95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34"/>
            <p:cNvSpPr/>
            <p:nvPr/>
          </p:nvSpPr>
          <p:spPr>
            <a:xfrm>
              <a:off x="2739725" y="878000"/>
              <a:ext cx="265375" cy="114400"/>
            </a:xfrm>
            <a:custGeom>
              <a:avLst/>
              <a:gdLst/>
              <a:ahLst/>
              <a:cxnLst/>
              <a:rect l="l" t="t" r="r" b="b"/>
              <a:pathLst>
                <a:path w="10615" h="4576" extrusionOk="0">
                  <a:moveTo>
                    <a:pt x="8807" y="0"/>
                  </a:moveTo>
                  <a:cubicBezTo>
                    <a:pt x="5620" y="0"/>
                    <a:pt x="1581" y="1966"/>
                    <a:pt x="54" y="4386"/>
                  </a:cubicBezTo>
                  <a:cubicBezTo>
                    <a:pt x="1" y="4471"/>
                    <a:pt x="79" y="4576"/>
                    <a:pt x="166" y="4576"/>
                  </a:cubicBezTo>
                  <a:cubicBezTo>
                    <a:pt x="186" y="4576"/>
                    <a:pt x="207" y="4570"/>
                    <a:pt x="226" y="4558"/>
                  </a:cubicBezTo>
                  <a:cubicBezTo>
                    <a:pt x="1875" y="3508"/>
                    <a:pt x="3258" y="2278"/>
                    <a:pt x="5131" y="1591"/>
                  </a:cubicBezTo>
                  <a:cubicBezTo>
                    <a:pt x="6861" y="957"/>
                    <a:pt x="8587" y="1026"/>
                    <a:pt x="10351" y="694"/>
                  </a:cubicBezTo>
                  <a:cubicBezTo>
                    <a:pt x="10615" y="644"/>
                    <a:pt x="10595" y="242"/>
                    <a:pt x="10351" y="180"/>
                  </a:cubicBezTo>
                  <a:cubicBezTo>
                    <a:pt x="9872" y="58"/>
                    <a:pt x="9352" y="0"/>
                    <a:pt x="88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34"/>
            <p:cNvSpPr/>
            <p:nvPr/>
          </p:nvSpPr>
          <p:spPr>
            <a:xfrm>
              <a:off x="2783475" y="946275"/>
              <a:ext cx="254775" cy="113000"/>
            </a:xfrm>
            <a:custGeom>
              <a:avLst/>
              <a:gdLst/>
              <a:ahLst/>
              <a:cxnLst/>
              <a:rect l="l" t="t" r="r" b="b"/>
              <a:pathLst>
                <a:path w="10191" h="4520" extrusionOk="0">
                  <a:moveTo>
                    <a:pt x="9024" y="1"/>
                  </a:moveTo>
                  <a:cubicBezTo>
                    <a:pt x="7296" y="1"/>
                    <a:pt x="5453" y="625"/>
                    <a:pt x="3919" y="1282"/>
                  </a:cubicBezTo>
                  <a:cubicBezTo>
                    <a:pt x="2789" y="1765"/>
                    <a:pt x="261" y="2658"/>
                    <a:pt x="23" y="4060"/>
                  </a:cubicBezTo>
                  <a:cubicBezTo>
                    <a:pt x="1" y="4188"/>
                    <a:pt x="41" y="4285"/>
                    <a:pt x="145" y="4359"/>
                  </a:cubicBezTo>
                  <a:lnTo>
                    <a:pt x="328" y="4490"/>
                  </a:lnTo>
                  <a:cubicBezTo>
                    <a:pt x="356" y="4510"/>
                    <a:pt x="386" y="4519"/>
                    <a:pt x="416" y="4519"/>
                  </a:cubicBezTo>
                  <a:cubicBezTo>
                    <a:pt x="528" y="4519"/>
                    <a:pt x="634" y="4397"/>
                    <a:pt x="599" y="4281"/>
                  </a:cubicBezTo>
                  <a:cubicBezTo>
                    <a:pt x="310" y="3333"/>
                    <a:pt x="4773" y="1735"/>
                    <a:pt x="5289" y="1569"/>
                  </a:cubicBezTo>
                  <a:cubicBezTo>
                    <a:pt x="6773" y="1093"/>
                    <a:pt x="8295" y="1027"/>
                    <a:pt x="9799" y="688"/>
                  </a:cubicBezTo>
                  <a:cubicBezTo>
                    <a:pt x="10190" y="600"/>
                    <a:pt x="10059" y="73"/>
                    <a:pt x="9711" y="36"/>
                  </a:cubicBezTo>
                  <a:cubicBezTo>
                    <a:pt x="9485" y="12"/>
                    <a:pt x="9255" y="1"/>
                    <a:pt x="902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34"/>
            <p:cNvSpPr/>
            <p:nvPr/>
          </p:nvSpPr>
          <p:spPr>
            <a:xfrm>
              <a:off x="2839925" y="1007825"/>
              <a:ext cx="259925" cy="117700"/>
            </a:xfrm>
            <a:custGeom>
              <a:avLst/>
              <a:gdLst/>
              <a:ahLst/>
              <a:cxnLst/>
              <a:rect l="l" t="t" r="r" b="b"/>
              <a:pathLst>
                <a:path w="10397" h="4708" extrusionOk="0">
                  <a:moveTo>
                    <a:pt x="9045" y="1"/>
                  </a:moveTo>
                  <a:cubicBezTo>
                    <a:pt x="5729" y="1"/>
                    <a:pt x="2019" y="2104"/>
                    <a:pt x="58" y="4551"/>
                  </a:cubicBezTo>
                  <a:cubicBezTo>
                    <a:pt x="0" y="4623"/>
                    <a:pt x="54" y="4707"/>
                    <a:pt x="124" y="4707"/>
                  </a:cubicBezTo>
                  <a:cubicBezTo>
                    <a:pt x="145" y="4707"/>
                    <a:pt x="167" y="4700"/>
                    <a:pt x="188" y="4683"/>
                  </a:cubicBezTo>
                  <a:cubicBezTo>
                    <a:pt x="1738" y="3418"/>
                    <a:pt x="3324" y="2289"/>
                    <a:pt x="5224" y="1613"/>
                  </a:cubicBezTo>
                  <a:cubicBezTo>
                    <a:pt x="6821" y="1047"/>
                    <a:pt x="8433" y="1014"/>
                    <a:pt x="10074" y="712"/>
                  </a:cubicBezTo>
                  <a:cubicBezTo>
                    <a:pt x="10385" y="655"/>
                    <a:pt x="10396" y="120"/>
                    <a:pt x="10074" y="73"/>
                  </a:cubicBezTo>
                  <a:cubicBezTo>
                    <a:pt x="9737" y="24"/>
                    <a:pt x="9393" y="1"/>
                    <a:pt x="90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3BD3AC18-6A32-43F7-9667-C7B25086E8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6370" y="1428914"/>
            <a:ext cx="6939702" cy="1979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263309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4"/>
          <p:cNvSpPr txBox="1">
            <a:spLocks noGrp="1"/>
          </p:cNvSpPr>
          <p:nvPr>
            <p:ph type="title"/>
          </p:nvPr>
        </p:nvSpPr>
        <p:spPr>
          <a:xfrm>
            <a:off x="1307759" y="947437"/>
            <a:ext cx="2939511" cy="4372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u="sng" dirty="0"/>
              <a:t>Heapsort</a:t>
            </a:r>
          </a:p>
        </p:txBody>
      </p:sp>
      <p:sp>
        <p:nvSpPr>
          <p:cNvPr id="234" name="Google Shape;234;p34"/>
          <p:cNvSpPr txBox="1">
            <a:spLocks noGrp="1"/>
          </p:cNvSpPr>
          <p:nvPr>
            <p:ph type="subTitle" idx="1"/>
          </p:nvPr>
        </p:nvSpPr>
        <p:spPr>
          <a:xfrm>
            <a:off x="1307759" y="531752"/>
            <a:ext cx="3439500" cy="53514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Heaps	</a:t>
            </a:r>
          </a:p>
        </p:txBody>
      </p:sp>
      <p:pic>
        <p:nvPicPr>
          <p:cNvPr id="235" name="Google Shape;235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695460">
            <a:off x="7765338" y="3361772"/>
            <a:ext cx="1241024" cy="1610463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grpSp>
        <p:nvGrpSpPr>
          <p:cNvPr id="236" name="Google Shape;236;p34"/>
          <p:cNvGrpSpPr/>
          <p:nvPr/>
        </p:nvGrpSpPr>
        <p:grpSpPr>
          <a:xfrm rot="790859">
            <a:off x="7973758" y="3964891"/>
            <a:ext cx="824184" cy="712067"/>
            <a:chOff x="2341425" y="238100"/>
            <a:chExt cx="1328900" cy="1148125"/>
          </a:xfrm>
        </p:grpSpPr>
        <p:sp>
          <p:nvSpPr>
            <p:cNvPr id="237" name="Google Shape;237;p34"/>
            <p:cNvSpPr/>
            <p:nvPr/>
          </p:nvSpPr>
          <p:spPr>
            <a:xfrm>
              <a:off x="2341425" y="238100"/>
              <a:ext cx="1328900" cy="1148125"/>
            </a:xfrm>
            <a:custGeom>
              <a:avLst/>
              <a:gdLst/>
              <a:ahLst/>
              <a:cxnLst/>
              <a:rect l="l" t="t" r="r" b="b"/>
              <a:pathLst>
                <a:path w="53156" h="45925" extrusionOk="0">
                  <a:moveTo>
                    <a:pt x="49853" y="24103"/>
                  </a:moveTo>
                  <a:cubicBezTo>
                    <a:pt x="50212" y="24609"/>
                    <a:pt x="50681" y="25003"/>
                    <a:pt x="51172" y="25380"/>
                  </a:cubicBezTo>
                  <a:cubicBezTo>
                    <a:pt x="48199" y="26540"/>
                    <a:pt x="45438" y="28144"/>
                    <a:pt x="42987" y="30206"/>
                  </a:cubicBezTo>
                  <a:cubicBezTo>
                    <a:pt x="41727" y="31264"/>
                    <a:pt x="40396" y="32510"/>
                    <a:pt x="39238" y="33887"/>
                  </a:cubicBezTo>
                  <a:cubicBezTo>
                    <a:pt x="39347" y="33688"/>
                    <a:pt x="39460" y="33491"/>
                    <a:pt x="39578" y="33301"/>
                  </a:cubicBezTo>
                  <a:cubicBezTo>
                    <a:pt x="40490" y="31831"/>
                    <a:pt x="41539" y="30449"/>
                    <a:pt x="42711" y="29176"/>
                  </a:cubicBezTo>
                  <a:cubicBezTo>
                    <a:pt x="44775" y="26932"/>
                    <a:pt x="47091" y="25229"/>
                    <a:pt x="49853" y="24103"/>
                  </a:cubicBezTo>
                  <a:close/>
                  <a:moveTo>
                    <a:pt x="35117" y="1053"/>
                  </a:moveTo>
                  <a:lnTo>
                    <a:pt x="35117" y="1053"/>
                  </a:lnTo>
                  <a:cubicBezTo>
                    <a:pt x="36710" y="1715"/>
                    <a:pt x="38294" y="4814"/>
                    <a:pt x="38992" y="5799"/>
                  </a:cubicBezTo>
                  <a:cubicBezTo>
                    <a:pt x="40312" y="7660"/>
                    <a:pt x="41633" y="9523"/>
                    <a:pt x="42954" y="11383"/>
                  </a:cubicBezTo>
                  <a:cubicBezTo>
                    <a:pt x="44182" y="13110"/>
                    <a:pt x="45421" y="14827"/>
                    <a:pt x="46633" y="16564"/>
                  </a:cubicBezTo>
                  <a:cubicBezTo>
                    <a:pt x="46650" y="16588"/>
                    <a:pt x="46667" y="16613"/>
                    <a:pt x="46685" y="16638"/>
                  </a:cubicBezTo>
                  <a:cubicBezTo>
                    <a:pt x="47623" y="18397"/>
                    <a:pt x="48600" y="20134"/>
                    <a:pt x="49618" y="21849"/>
                  </a:cubicBezTo>
                  <a:cubicBezTo>
                    <a:pt x="48693" y="22281"/>
                    <a:pt x="47744" y="23007"/>
                    <a:pt x="47214" y="23343"/>
                  </a:cubicBezTo>
                  <a:cubicBezTo>
                    <a:pt x="45320" y="24544"/>
                    <a:pt x="43587" y="25982"/>
                    <a:pt x="42057" y="27622"/>
                  </a:cubicBezTo>
                  <a:cubicBezTo>
                    <a:pt x="40592" y="29191"/>
                    <a:pt x="39304" y="30938"/>
                    <a:pt x="38281" y="32827"/>
                  </a:cubicBezTo>
                  <a:cubicBezTo>
                    <a:pt x="37877" y="33573"/>
                    <a:pt x="37271" y="34533"/>
                    <a:pt x="36981" y="35496"/>
                  </a:cubicBezTo>
                  <a:cubicBezTo>
                    <a:pt x="36328" y="34434"/>
                    <a:pt x="35635" y="33395"/>
                    <a:pt x="34953" y="32353"/>
                  </a:cubicBezTo>
                  <a:cubicBezTo>
                    <a:pt x="33450" y="30055"/>
                    <a:pt x="31915" y="27777"/>
                    <a:pt x="30347" y="25524"/>
                  </a:cubicBezTo>
                  <a:cubicBezTo>
                    <a:pt x="28841" y="23359"/>
                    <a:pt x="27306" y="21217"/>
                    <a:pt x="25741" y="19095"/>
                  </a:cubicBezTo>
                  <a:cubicBezTo>
                    <a:pt x="24508" y="17421"/>
                    <a:pt x="23256" y="15382"/>
                    <a:pt x="21757" y="13843"/>
                  </a:cubicBezTo>
                  <a:cubicBezTo>
                    <a:pt x="22758" y="10753"/>
                    <a:pt x="24747" y="8361"/>
                    <a:pt x="26903" y="5992"/>
                  </a:cubicBezTo>
                  <a:cubicBezTo>
                    <a:pt x="27357" y="5493"/>
                    <a:pt x="27826" y="4981"/>
                    <a:pt x="28315" y="4481"/>
                  </a:cubicBezTo>
                  <a:cubicBezTo>
                    <a:pt x="29626" y="3498"/>
                    <a:pt x="31045" y="2668"/>
                    <a:pt x="32551" y="2018"/>
                  </a:cubicBezTo>
                  <a:cubicBezTo>
                    <a:pt x="33121" y="1772"/>
                    <a:pt x="33780" y="1496"/>
                    <a:pt x="34476" y="1255"/>
                  </a:cubicBezTo>
                  <a:cubicBezTo>
                    <a:pt x="34702" y="1206"/>
                    <a:pt x="34932" y="1166"/>
                    <a:pt x="35161" y="1125"/>
                  </a:cubicBezTo>
                  <a:cubicBezTo>
                    <a:pt x="35147" y="1101"/>
                    <a:pt x="35132" y="1076"/>
                    <a:pt x="35117" y="1053"/>
                  </a:cubicBezTo>
                  <a:close/>
                  <a:moveTo>
                    <a:pt x="49886" y="22296"/>
                  </a:moveTo>
                  <a:cubicBezTo>
                    <a:pt x="50069" y="22601"/>
                    <a:pt x="50253" y="22905"/>
                    <a:pt x="50437" y="23208"/>
                  </a:cubicBezTo>
                  <a:cubicBezTo>
                    <a:pt x="50328" y="23239"/>
                    <a:pt x="50219" y="23270"/>
                    <a:pt x="50110" y="23305"/>
                  </a:cubicBezTo>
                  <a:cubicBezTo>
                    <a:pt x="50098" y="23304"/>
                    <a:pt x="50086" y="23303"/>
                    <a:pt x="50074" y="23303"/>
                  </a:cubicBezTo>
                  <a:cubicBezTo>
                    <a:pt x="49989" y="23303"/>
                    <a:pt x="49905" y="23334"/>
                    <a:pt x="49839" y="23390"/>
                  </a:cubicBezTo>
                  <a:cubicBezTo>
                    <a:pt x="46983" y="24343"/>
                    <a:pt x="44499" y="26352"/>
                    <a:pt x="42469" y="28520"/>
                  </a:cubicBezTo>
                  <a:cubicBezTo>
                    <a:pt x="40592" y="30525"/>
                    <a:pt x="38254" y="33305"/>
                    <a:pt x="37357" y="36095"/>
                  </a:cubicBezTo>
                  <a:cubicBezTo>
                    <a:pt x="37306" y="36011"/>
                    <a:pt x="37249" y="35923"/>
                    <a:pt x="37190" y="35830"/>
                  </a:cubicBezTo>
                  <a:cubicBezTo>
                    <a:pt x="37565" y="34416"/>
                    <a:pt x="38696" y="32821"/>
                    <a:pt x="39296" y="31878"/>
                  </a:cubicBezTo>
                  <a:cubicBezTo>
                    <a:pt x="40239" y="30393"/>
                    <a:pt x="41330" y="29005"/>
                    <a:pt x="42550" y="27739"/>
                  </a:cubicBezTo>
                  <a:cubicBezTo>
                    <a:pt x="43708" y="26537"/>
                    <a:pt x="44980" y="25451"/>
                    <a:pt x="46348" y="24494"/>
                  </a:cubicBezTo>
                  <a:cubicBezTo>
                    <a:pt x="47234" y="23875"/>
                    <a:pt x="48600" y="22828"/>
                    <a:pt x="49886" y="22296"/>
                  </a:cubicBezTo>
                  <a:close/>
                  <a:moveTo>
                    <a:pt x="20475" y="13918"/>
                  </a:moveTo>
                  <a:cubicBezTo>
                    <a:pt x="20720" y="13985"/>
                    <a:pt x="20968" y="14054"/>
                    <a:pt x="21218" y="14127"/>
                  </a:cubicBezTo>
                  <a:lnTo>
                    <a:pt x="21219" y="14127"/>
                  </a:lnTo>
                  <a:cubicBezTo>
                    <a:pt x="22265" y="15897"/>
                    <a:pt x="23782" y="17534"/>
                    <a:pt x="24979" y="19160"/>
                  </a:cubicBezTo>
                  <a:cubicBezTo>
                    <a:pt x="26409" y="21107"/>
                    <a:pt x="27816" y="23071"/>
                    <a:pt x="29199" y="25052"/>
                  </a:cubicBezTo>
                  <a:cubicBezTo>
                    <a:pt x="30581" y="27035"/>
                    <a:pt x="31937" y="29034"/>
                    <a:pt x="33269" y="31050"/>
                  </a:cubicBezTo>
                  <a:cubicBezTo>
                    <a:pt x="33874" y="31967"/>
                    <a:pt x="34473" y="32886"/>
                    <a:pt x="35069" y="33809"/>
                  </a:cubicBezTo>
                  <a:cubicBezTo>
                    <a:pt x="35425" y="34364"/>
                    <a:pt x="35780" y="34920"/>
                    <a:pt x="36133" y="35475"/>
                  </a:cubicBezTo>
                  <a:lnTo>
                    <a:pt x="36486" y="36032"/>
                  </a:lnTo>
                  <a:cubicBezTo>
                    <a:pt x="36496" y="36074"/>
                    <a:pt x="36508" y="36115"/>
                    <a:pt x="36522" y="36155"/>
                  </a:cubicBezTo>
                  <a:cubicBezTo>
                    <a:pt x="33879" y="32306"/>
                    <a:pt x="31050" y="28568"/>
                    <a:pt x="28325" y="24779"/>
                  </a:cubicBezTo>
                  <a:cubicBezTo>
                    <a:pt x="25722" y="21160"/>
                    <a:pt x="23203" y="17449"/>
                    <a:pt x="20475" y="13918"/>
                  </a:cubicBezTo>
                  <a:close/>
                  <a:moveTo>
                    <a:pt x="37953" y="37630"/>
                  </a:moveTo>
                  <a:cubicBezTo>
                    <a:pt x="37851" y="37834"/>
                    <a:pt x="37753" y="38038"/>
                    <a:pt x="37661" y="38245"/>
                  </a:cubicBezTo>
                  <a:cubicBezTo>
                    <a:pt x="37630" y="38236"/>
                    <a:pt x="37597" y="38231"/>
                    <a:pt x="37565" y="38231"/>
                  </a:cubicBezTo>
                  <a:cubicBezTo>
                    <a:pt x="37533" y="38231"/>
                    <a:pt x="37500" y="38236"/>
                    <a:pt x="37470" y="38245"/>
                  </a:cubicBezTo>
                  <a:cubicBezTo>
                    <a:pt x="37633" y="38041"/>
                    <a:pt x="37793" y="37835"/>
                    <a:pt x="37953" y="37630"/>
                  </a:cubicBezTo>
                  <a:close/>
                  <a:moveTo>
                    <a:pt x="36509" y="38717"/>
                  </a:moveTo>
                  <a:cubicBezTo>
                    <a:pt x="36518" y="38717"/>
                    <a:pt x="36527" y="38717"/>
                    <a:pt x="36536" y="38717"/>
                  </a:cubicBezTo>
                  <a:cubicBezTo>
                    <a:pt x="36609" y="38809"/>
                    <a:pt x="36720" y="38864"/>
                    <a:pt x="36837" y="38865"/>
                  </a:cubicBezTo>
                  <a:cubicBezTo>
                    <a:pt x="36596" y="38971"/>
                    <a:pt x="36282" y="39011"/>
                    <a:pt x="35935" y="39011"/>
                  </a:cubicBezTo>
                  <a:cubicBezTo>
                    <a:pt x="35451" y="39011"/>
                    <a:pt x="34904" y="38934"/>
                    <a:pt x="34409" y="38856"/>
                  </a:cubicBezTo>
                  <a:cubicBezTo>
                    <a:pt x="35105" y="38764"/>
                    <a:pt x="35807" y="38717"/>
                    <a:pt x="36509" y="38717"/>
                  </a:cubicBezTo>
                  <a:close/>
                  <a:moveTo>
                    <a:pt x="15183" y="13113"/>
                  </a:moveTo>
                  <a:cubicBezTo>
                    <a:pt x="16769" y="13113"/>
                    <a:pt x="18319" y="13366"/>
                    <a:pt x="19934" y="13775"/>
                  </a:cubicBezTo>
                  <a:cubicBezTo>
                    <a:pt x="22531" y="17699"/>
                    <a:pt x="25404" y="21460"/>
                    <a:pt x="28149" y="25276"/>
                  </a:cubicBezTo>
                  <a:cubicBezTo>
                    <a:pt x="30879" y="29073"/>
                    <a:pt x="33528" y="32953"/>
                    <a:pt x="36351" y="36684"/>
                  </a:cubicBezTo>
                  <a:cubicBezTo>
                    <a:pt x="34542" y="35843"/>
                    <a:pt x="32568" y="35460"/>
                    <a:pt x="30570" y="35460"/>
                  </a:cubicBezTo>
                  <a:cubicBezTo>
                    <a:pt x="26406" y="35460"/>
                    <a:pt x="22142" y="37123"/>
                    <a:pt x="19074" y="39757"/>
                  </a:cubicBezTo>
                  <a:cubicBezTo>
                    <a:pt x="13793" y="32214"/>
                    <a:pt x="8154" y="24943"/>
                    <a:pt x="2157" y="17945"/>
                  </a:cubicBezTo>
                  <a:lnTo>
                    <a:pt x="2159" y="17945"/>
                  </a:lnTo>
                  <a:cubicBezTo>
                    <a:pt x="5055" y="16227"/>
                    <a:pt x="8015" y="14530"/>
                    <a:pt x="11283" y="13642"/>
                  </a:cubicBezTo>
                  <a:cubicBezTo>
                    <a:pt x="12638" y="13273"/>
                    <a:pt x="13922" y="13113"/>
                    <a:pt x="15183" y="13113"/>
                  </a:cubicBezTo>
                  <a:close/>
                  <a:moveTo>
                    <a:pt x="2578" y="20435"/>
                  </a:moveTo>
                  <a:cubicBezTo>
                    <a:pt x="8168" y="27062"/>
                    <a:pt x="13443" y="33937"/>
                    <a:pt x="18402" y="41058"/>
                  </a:cubicBezTo>
                  <a:cubicBezTo>
                    <a:pt x="18543" y="41262"/>
                    <a:pt x="18758" y="41377"/>
                    <a:pt x="18977" y="41377"/>
                  </a:cubicBezTo>
                  <a:cubicBezTo>
                    <a:pt x="19133" y="41377"/>
                    <a:pt x="19292" y="41318"/>
                    <a:pt x="19427" y="41190"/>
                  </a:cubicBezTo>
                  <a:cubicBezTo>
                    <a:pt x="21632" y="39103"/>
                    <a:pt x="24333" y="37693"/>
                    <a:pt x="27314" y="37090"/>
                  </a:cubicBezTo>
                  <a:cubicBezTo>
                    <a:pt x="28284" y="36894"/>
                    <a:pt x="29226" y="36809"/>
                    <a:pt x="30154" y="36809"/>
                  </a:cubicBezTo>
                  <a:cubicBezTo>
                    <a:pt x="30890" y="36809"/>
                    <a:pt x="31618" y="36863"/>
                    <a:pt x="32345" y="36959"/>
                  </a:cubicBezTo>
                  <a:cubicBezTo>
                    <a:pt x="32139" y="36996"/>
                    <a:pt x="31934" y="37038"/>
                    <a:pt x="31726" y="37085"/>
                  </a:cubicBezTo>
                  <a:cubicBezTo>
                    <a:pt x="29702" y="37535"/>
                    <a:pt x="27672" y="38191"/>
                    <a:pt x="25741" y="38939"/>
                  </a:cubicBezTo>
                  <a:cubicBezTo>
                    <a:pt x="24060" y="39590"/>
                    <a:pt x="22425" y="40379"/>
                    <a:pt x="20975" y="41459"/>
                  </a:cubicBezTo>
                  <a:cubicBezTo>
                    <a:pt x="20335" y="41934"/>
                    <a:pt x="18892" y="42836"/>
                    <a:pt x="18616" y="43758"/>
                  </a:cubicBezTo>
                  <a:cubicBezTo>
                    <a:pt x="15797" y="39642"/>
                    <a:pt x="12269" y="35871"/>
                    <a:pt x="9131" y="31993"/>
                  </a:cubicBezTo>
                  <a:cubicBezTo>
                    <a:pt x="7537" y="30022"/>
                    <a:pt x="5941" y="28055"/>
                    <a:pt x="4343" y="26088"/>
                  </a:cubicBezTo>
                  <a:cubicBezTo>
                    <a:pt x="3509" y="25063"/>
                    <a:pt x="2360" y="24025"/>
                    <a:pt x="1726" y="22872"/>
                  </a:cubicBezTo>
                  <a:lnTo>
                    <a:pt x="1290" y="22336"/>
                  </a:lnTo>
                  <a:cubicBezTo>
                    <a:pt x="1365" y="21812"/>
                    <a:pt x="1612" y="21399"/>
                    <a:pt x="2027" y="21097"/>
                  </a:cubicBezTo>
                  <a:cubicBezTo>
                    <a:pt x="2191" y="20870"/>
                    <a:pt x="2390" y="20654"/>
                    <a:pt x="2578" y="20435"/>
                  </a:cubicBezTo>
                  <a:close/>
                  <a:moveTo>
                    <a:pt x="34214" y="37438"/>
                  </a:moveTo>
                  <a:cubicBezTo>
                    <a:pt x="34480" y="37438"/>
                    <a:pt x="34745" y="37450"/>
                    <a:pt x="35009" y="37476"/>
                  </a:cubicBezTo>
                  <a:cubicBezTo>
                    <a:pt x="35056" y="37488"/>
                    <a:pt x="35104" y="37502"/>
                    <a:pt x="35153" y="37514"/>
                  </a:cubicBezTo>
                  <a:cubicBezTo>
                    <a:pt x="32341" y="37733"/>
                    <a:pt x="29659" y="38637"/>
                    <a:pt x="27141" y="39965"/>
                  </a:cubicBezTo>
                  <a:cubicBezTo>
                    <a:pt x="25564" y="40797"/>
                    <a:pt x="24060" y="41771"/>
                    <a:pt x="22625" y="42823"/>
                  </a:cubicBezTo>
                  <a:cubicBezTo>
                    <a:pt x="22053" y="43241"/>
                    <a:pt x="21266" y="44080"/>
                    <a:pt x="20621" y="44360"/>
                  </a:cubicBezTo>
                  <a:cubicBezTo>
                    <a:pt x="20405" y="44454"/>
                    <a:pt x="20198" y="44493"/>
                    <a:pt x="19997" y="44493"/>
                  </a:cubicBezTo>
                  <a:cubicBezTo>
                    <a:pt x="19802" y="44493"/>
                    <a:pt x="19613" y="44456"/>
                    <a:pt x="19427" y="44400"/>
                  </a:cubicBezTo>
                  <a:cubicBezTo>
                    <a:pt x="19434" y="44391"/>
                    <a:pt x="19440" y="44386"/>
                    <a:pt x="19448" y="44377"/>
                  </a:cubicBezTo>
                  <a:cubicBezTo>
                    <a:pt x="19593" y="44198"/>
                    <a:pt x="19599" y="43995"/>
                    <a:pt x="19448" y="43814"/>
                  </a:cubicBezTo>
                  <a:lnTo>
                    <a:pt x="19430" y="43792"/>
                  </a:lnTo>
                  <a:cubicBezTo>
                    <a:pt x="19697" y="43721"/>
                    <a:pt x="19911" y="43553"/>
                    <a:pt x="20074" y="43287"/>
                  </a:cubicBezTo>
                  <a:cubicBezTo>
                    <a:pt x="20320" y="43038"/>
                    <a:pt x="20576" y="42801"/>
                    <a:pt x="20843" y="42573"/>
                  </a:cubicBezTo>
                  <a:cubicBezTo>
                    <a:pt x="21485" y="42027"/>
                    <a:pt x="22180" y="41552"/>
                    <a:pt x="22907" y="41126"/>
                  </a:cubicBezTo>
                  <a:cubicBezTo>
                    <a:pt x="24188" y="40374"/>
                    <a:pt x="25559" y="39793"/>
                    <a:pt x="26955" y="39291"/>
                  </a:cubicBezTo>
                  <a:cubicBezTo>
                    <a:pt x="29199" y="38484"/>
                    <a:pt x="31750" y="37438"/>
                    <a:pt x="34214" y="37438"/>
                  </a:cubicBezTo>
                  <a:close/>
                  <a:moveTo>
                    <a:pt x="34842" y="0"/>
                  </a:moveTo>
                  <a:cubicBezTo>
                    <a:pt x="34343" y="0"/>
                    <a:pt x="33867" y="188"/>
                    <a:pt x="33507" y="630"/>
                  </a:cubicBezTo>
                  <a:cubicBezTo>
                    <a:pt x="31447" y="1151"/>
                    <a:pt x="29512" y="2015"/>
                    <a:pt x="27862" y="3526"/>
                  </a:cubicBezTo>
                  <a:cubicBezTo>
                    <a:pt x="27217" y="4115"/>
                    <a:pt x="26496" y="4800"/>
                    <a:pt x="25773" y="5555"/>
                  </a:cubicBezTo>
                  <a:cubicBezTo>
                    <a:pt x="23620" y="7604"/>
                    <a:pt x="21769" y="10148"/>
                    <a:pt x="20875" y="12916"/>
                  </a:cubicBezTo>
                  <a:cubicBezTo>
                    <a:pt x="19359" y="12052"/>
                    <a:pt x="17538" y="11727"/>
                    <a:pt x="15721" y="11727"/>
                  </a:cubicBezTo>
                  <a:cubicBezTo>
                    <a:pt x="14356" y="11727"/>
                    <a:pt x="12994" y="11911"/>
                    <a:pt x="11766" y="12185"/>
                  </a:cubicBezTo>
                  <a:cubicBezTo>
                    <a:pt x="7819" y="13067"/>
                    <a:pt x="4277" y="15176"/>
                    <a:pt x="838" y="17217"/>
                  </a:cubicBezTo>
                  <a:cubicBezTo>
                    <a:pt x="458" y="17444"/>
                    <a:pt x="436" y="17923"/>
                    <a:pt x="707" y="18237"/>
                  </a:cubicBezTo>
                  <a:cubicBezTo>
                    <a:pt x="1244" y="18859"/>
                    <a:pt x="1774" y="19488"/>
                    <a:pt x="2305" y="20116"/>
                  </a:cubicBezTo>
                  <a:cubicBezTo>
                    <a:pt x="1441" y="20484"/>
                    <a:pt x="862" y="21064"/>
                    <a:pt x="197" y="21811"/>
                  </a:cubicBezTo>
                  <a:cubicBezTo>
                    <a:pt x="77" y="21947"/>
                    <a:pt x="0" y="22200"/>
                    <a:pt x="127" y="22363"/>
                  </a:cubicBezTo>
                  <a:cubicBezTo>
                    <a:pt x="2951" y="26054"/>
                    <a:pt x="5928" y="29634"/>
                    <a:pt x="8843" y="33254"/>
                  </a:cubicBezTo>
                  <a:cubicBezTo>
                    <a:pt x="11749" y="36861"/>
                    <a:pt x="14485" y="40794"/>
                    <a:pt x="17652" y="44182"/>
                  </a:cubicBezTo>
                  <a:cubicBezTo>
                    <a:pt x="17664" y="44208"/>
                    <a:pt x="17679" y="44232"/>
                    <a:pt x="17699" y="44255"/>
                  </a:cubicBezTo>
                  <a:cubicBezTo>
                    <a:pt x="18282" y="44908"/>
                    <a:pt x="19219" y="45924"/>
                    <a:pt x="20167" y="45924"/>
                  </a:cubicBezTo>
                  <a:cubicBezTo>
                    <a:pt x="20277" y="45924"/>
                    <a:pt x="20387" y="45910"/>
                    <a:pt x="20497" y="45881"/>
                  </a:cubicBezTo>
                  <a:cubicBezTo>
                    <a:pt x="21148" y="45708"/>
                    <a:pt x="21757" y="44978"/>
                    <a:pt x="22286" y="44585"/>
                  </a:cubicBezTo>
                  <a:cubicBezTo>
                    <a:pt x="23162" y="43935"/>
                    <a:pt x="24053" y="43304"/>
                    <a:pt x="24965" y="42705"/>
                  </a:cubicBezTo>
                  <a:cubicBezTo>
                    <a:pt x="27366" y="41130"/>
                    <a:pt x="29934" y="39829"/>
                    <a:pt x="32678" y="39174"/>
                  </a:cubicBezTo>
                  <a:cubicBezTo>
                    <a:pt x="32752" y="39177"/>
                    <a:pt x="32826" y="39174"/>
                    <a:pt x="32900" y="39178"/>
                  </a:cubicBezTo>
                  <a:cubicBezTo>
                    <a:pt x="34054" y="39233"/>
                    <a:pt x="35153" y="39648"/>
                    <a:pt x="36288" y="39715"/>
                  </a:cubicBezTo>
                  <a:cubicBezTo>
                    <a:pt x="36337" y="39718"/>
                    <a:pt x="36385" y="39720"/>
                    <a:pt x="36433" y="39720"/>
                  </a:cubicBezTo>
                  <a:cubicBezTo>
                    <a:pt x="37209" y="39720"/>
                    <a:pt x="37750" y="39337"/>
                    <a:pt x="37827" y="38540"/>
                  </a:cubicBezTo>
                  <a:cubicBezTo>
                    <a:pt x="39593" y="36201"/>
                    <a:pt x="41115" y="33792"/>
                    <a:pt x="43273" y="31744"/>
                  </a:cubicBezTo>
                  <a:cubicBezTo>
                    <a:pt x="44449" y="30626"/>
                    <a:pt x="45716" y="29608"/>
                    <a:pt x="47060" y="28698"/>
                  </a:cubicBezTo>
                  <a:cubicBezTo>
                    <a:pt x="47079" y="28686"/>
                    <a:pt x="47099" y="28675"/>
                    <a:pt x="47118" y="28662"/>
                  </a:cubicBezTo>
                  <a:cubicBezTo>
                    <a:pt x="48826" y="27633"/>
                    <a:pt x="50637" y="26785"/>
                    <a:pt x="52524" y="26133"/>
                  </a:cubicBezTo>
                  <a:cubicBezTo>
                    <a:pt x="52902" y="26003"/>
                    <a:pt x="53156" y="25447"/>
                    <a:pt x="52785" y="25145"/>
                  </a:cubicBezTo>
                  <a:cubicBezTo>
                    <a:pt x="52171" y="24648"/>
                    <a:pt x="51613" y="24099"/>
                    <a:pt x="50959" y="23696"/>
                  </a:cubicBezTo>
                  <a:cubicBezTo>
                    <a:pt x="51006" y="23680"/>
                    <a:pt x="51050" y="23660"/>
                    <a:pt x="51097" y="23645"/>
                  </a:cubicBezTo>
                  <a:cubicBezTo>
                    <a:pt x="51251" y="23594"/>
                    <a:pt x="51309" y="23468"/>
                    <a:pt x="51300" y="23347"/>
                  </a:cubicBezTo>
                  <a:cubicBezTo>
                    <a:pt x="51345" y="23292"/>
                    <a:pt x="51376" y="23227"/>
                    <a:pt x="51391" y="23158"/>
                  </a:cubicBezTo>
                  <a:cubicBezTo>
                    <a:pt x="51657" y="23086"/>
                    <a:pt x="51868" y="22805"/>
                    <a:pt x="51676" y="22507"/>
                  </a:cubicBezTo>
                  <a:cubicBezTo>
                    <a:pt x="51561" y="22326"/>
                    <a:pt x="51447" y="22144"/>
                    <a:pt x="51333" y="21962"/>
                  </a:cubicBezTo>
                  <a:cubicBezTo>
                    <a:pt x="51345" y="21962"/>
                    <a:pt x="51359" y="21961"/>
                    <a:pt x="51371" y="21961"/>
                  </a:cubicBezTo>
                  <a:cubicBezTo>
                    <a:pt x="51374" y="21961"/>
                    <a:pt x="51377" y="21961"/>
                    <a:pt x="51379" y="21961"/>
                  </a:cubicBezTo>
                  <a:cubicBezTo>
                    <a:pt x="51539" y="21961"/>
                    <a:pt x="51585" y="21737"/>
                    <a:pt x="51453" y="21658"/>
                  </a:cubicBezTo>
                  <a:cubicBezTo>
                    <a:pt x="51333" y="21585"/>
                    <a:pt x="51198" y="21544"/>
                    <a:pt x="51056" y="21524"/>
                  </a:cubicBezTo>
                  <a:cubicBezTo>
                    <a:pt x="50796" y="21108"/>
                    <a:pt x="50546" y="20689"/>
                    <a:pt x="50290" y="20269"/>
                  </a:cubicBezTo>
                  <a:cubicBezTo>
                    <a:pt x="50030" y="19581"/>
                    <a:pt x="49589" y="18953"/>
                    <a:pt x="49191" y="18312"/>
                  </a:cubicBezTo>
                  <a:cubicBezTo>
                    <a:pt x="48421" y="17077"/>
                    <a:pt x="47572" y="15893"/>
                    <a:pt x="46728" y="14709"/>
                  </a:cubicBezTo>
                  <a:cubicBezTo>
                    <a:pt x="45005" y="12292"/>
                    <a:pt x="43280" y="9876"/>
                    <a:pt x="41551" y="7464"/>
                  </a:cubicBezTo>
                  <a:cubicBezTo>
                    <a:pt x="40019" y="5325"/>
                    <a:pt x="38618" y="2783"/>
                    <a:pt x="36781" y="897"/>
                  </a:cubicBezTo>
                  <a:cubicBezTo>
                    <a:pt x="36255" y="356"/>
                    <a:pt x="35527" y="0"/>
                    <a:pt x="348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34"/>
            <p:cNvSpPr/>
            <p:nvPr/>
          </p:nvSpPr>
          <p:spPr>
            <a:xfrm>
              <a:off x="2990175" y="381350"/>
              <a:ext cx="254450" cy="209600"/>
            </a:xfrm>
            <a:custGeom>
              <a:avLst/>
              <a:gdLst/>
              <a:ahLst/>
              <a:cxnLst/>
              <a:rect l="l" t="t" r="r" b="b"/>
              <a:pathLst>
                <a:path w="10178" h="8384" extrusionOk="0">
                  <a:moveTo>
                    <a:pt x="9489" y="1"/>
                  </a:moveTo>
                  <a:cubicBezTo>
                    <a:pt x="9460" y="1"/>
                    <a:pt x="9430" y="3"/>
                    <a:pt x="9398" y="7"/>
                  </a:cubicBezTo>
                  <a:cubicBezTo>
                    <a:pt x="5315" y="589"/>
                    <a:pt x="1324" y="4315"/>
                    <a:pt x="48" y="8144"/>
                  </a:cubicBezTo>
                  <a:cubicBezTo>
                    <a:pt x="1" y="8286"/>
                    <a:pt x="119" y="8384"/>
                    <a:pt x="239" y="8384"/>
                  </a:cubicBezTo>
                  <a:cubicBezTo>
                    <a:pt x="302" y="8384"/>
                    <a:pt x="366" y="8357"/>
                    <a:pt x="406" y="8294"/>
                  </a:cubicBezTo>
                  <a:cubicBezTo>
                    <a:pt x="1475" y="6637"/>
                    <a:pt x="2632" y="5068"/>
                    <a:pt x="4157" y="3799"/>
                  </a:cubicBezTo>
                  <a:cubicBezTo>
                    <a:pt x="5839" y="2399"/>
                    <a:pt x="7661" y="1727"/>
                    <a:pt x="9647" y="909"/>
                  </a:cubicBezTo>
                  <a:cubicBezTo>
                    <a:pt x="10177" y="691"/>
                    <a:pt x="10017" y="1"/>
                    <a:pt x="948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34"/>
            <p:cNvSpPr/>
            <p:nvPr/>
          </p:nvSpPr>
          <p:spPr>
            <a:xfrm>
              <a:off x="3026350" y="441550"/>
              <a:ext cx="247225" cy="201350"/>
            </a:xfrm>
            <a:custGeom>
              <a:avLst/>
              <a:gdLst/>
              <a:ahLst/>
              <a:cxnLst/>
              <a:rect l="l" t="t" r="r" b="b"/>
              <a:pathLst>
                <a:path w="9889" h="8054" extrusionOk="0">
                  <a:moveTo>
                    <a:pt x="9472" y="1"/>
                  </a:moveTo>
                  <a:cubicBezTo>
                    <a:pt x="9466" y="1"/>
                    <a:pt x="9460" y="1"/>
                    <a:pt x="9454" y="1"/>
                  </a:cubicBezTo>
                  <a:cubicBezTo>
                    <a:pt x="5735" y="204"/>
                    <a:pt x="1142" y="4281"/>
                    <a:pt x="59" y="7752"/>
                  </a:cubicBezTo>
                  <a:cubicBezTo>
                    <a:pt x="0" y="7941"/>
                    <a:pt x="141" y="8053"/>
                    <a:pt x="292" y="8053"/>
                  </a:cubicBezTo>
                  <a:cubicBezTo>
                    <a:pt x="375" y="8053"/>
                    <a:pt x="460" y="8019"/>
                    <a:pt x="517" y="7945"/>
                  </a:cubicBezTo>
                  <a:cubicBezTo>
                    <a:pt x="1756" y="6329"/>
                    <a:pt x="2771" y="4701"/>
                    <a:pt x="4382" y="3401"/>
                  </a:cubicBezTo>
                  <a:cubicBezTo>
                    <a:pt x="6005" y="2092"/>
                    <a:pt x="7844" y="1590"/>
                    <a:pt x="9618" y="609"/>
                  </a:cubicBezTo>
                  <a:cubicBezTo>
                    <a:pt x="9889" y="460"/>
                    <a:pt x="9783" y="1"/>
                    <a:pt x="94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34"/>
            <p:cNvSpPr/>
            <p:nvPr/>
          </p:nvSpPr>
          <p:spPr>
            <a:xfrm>
              <a:off x="3172850" y="661350"/>
              <a:ext cx="224850" cy="198300"/>
            </a:xfrm>
            <a:custGeom>
              <a:avLst/>
              <a:gdLst/>
              <a:ahLst/>
              <a:cxnLst/>
              <a:rect l="l" t="t" r="r" b="b"/>
              <a:pathLst>
                <a:path w="8994" h="7932" extrusionOk="0">
                  <a:moveTo>
                    <a:pt x="8456" y="0"/>
                  </a:moveTo>
                  <a:cubicBezTo>
                    <a:pt x="8425" y="0"/>
                    <a:pt x="8392" y="4"/>
                    <a:pt x="8358" y="11"/>
                  </a:cubicBezTo>
                  <a:cubicBezTo>
                    <a:pt x="5106" y="738"/>
                    <a:pt x="1076" y="4402"/>
                    <a:pt x="60" y="7579"/>
                  </a:cubicBezTo>
                  <a:cubicBezTo>
                    <a:pt x="1" y="7765"/>
                    <a:pt x="174" y="7931"/>
                    <a:pt x="343" y="7931"/>
                  </a:cubicBezTo>
                  <a:cubicBezTo>
                    <a:pt x="409" y="7931"/>
                    <a:pt x="474" y="7907"/>
                    <a:pt x="524" y="7849"/>
                  </a:cubicBezTo>
                  <a:cubicBezTo>
                    <a:pt x="1689" y="6518"/>
                    <a:pt x="2590" y="5030"/>
                    <a:pt x="3913" y="3818"/>
                  </a:cubicBezTo>
                  <a:cubicBezTo>
                    <a:pt x="5371" y="2483"/>
                    <a:pt x="7047" y="1783"/>
                    <a:pt x="8657" y="718"/>
                  </a:cubicBezTo>
                  <a:cubicBezTo>
                    <a:pt x="8993" y="494"/>
                    <a:pt x="8826" y="0"/>
                    <a:pt x="84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34"/>
            <p:cNvSpPr/>
            <p:nvPr/>
          </p:nvSpPr>
          <p:spPr>
            <a:xfrm>
              <a:off x="3219000" y="725650"/>
              <a:ext cx="226500" cy="215375"/>
            </a:xfrm>
            <a:custGeom>
              <a:avLst/>
              <a:gdLst/>
              <a:ahLst/>
              <a:cxnLst/>
              <a:rect l="l" t="t" r="r" b="b"/>
              <a:pathLst>
                <a:path w="9060" h="8615" extrusionOk="0">
                  <a:moveTo>
                    <a:pt x="8466" y="1"/>
                  </a:moveTo>
                  <a:cubicBezTo>
                    <a:pt x="8403" y="1"/>
                    <a:pt x="8336" y="16"/>
                    <a:pt x="8267" y="50"/>
                  </a:cubicBezTo>
                  <a:cubicBezTo>
                    <a:pt x="6348" y="1017"/>
                    <a:pt x="4571" y="2396"/>
                    <a:pt x="3025" y="3882"/>
                  </a:cubicBezTo>
                  <a:cubicBezTo>
                    <a:pt x="1836" y="5024"/>
                    <a:pt x="0" y="6568"/>
                    <a:pt x="62" y="8367"/>
                  </a:cubicBezTo>
                  <a:cubicBezTo>
                    <a:pt x="66" y="8507"/>
                    <a:pt x="206" y="8614"/>
                    <a:pt x="335" y="8614"/>
                  </a:cubicBezTo>
                  <a:cubicBezTo>
                    <a:pt x="409" y="8614"/>
                    <a:pt x="480" y="8578"/>
                    <a:pt x="518" y="8491"/>
                  </a:cubicBezTo>
                  <a:cubicBezTo>
                    <a:pt x="2016" y="5007"/>
                    <a:pt x="5594" y="2708"/>
                    <a:pt x="8679" y="755"/>
                  </a:cubicBezTo>
                  <a:cubicBezTo>
                    <a:pt x="9059" y="514"/>
                    <a:pt x="8832" y="1"/>
                    <a:pt x="84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34"/>
            <p:cNvSpPr/>
            <p:nvPr/>
          </p:nvSpPr>
          <p:spPr>
            <a:xfrm>
              <a:off x="2528200" y="658025"/>
              <a:ext cx="405900" cy="260600"/>
            </a:xfrm>
            <a:custGeom>
              <a:avLst/>
              <a:gdLst/>
              <a:ahLst/>
              <a:cxnLst/>
              <a:rect l="l" t="t" r="r" b="b"/>
              <a:pathLst>
                <a:path w="16236" h="10424" extrusionOk="0">
                  <a:moveTo>
                    <a:pt x="1382" y="2708"/>
                  </a:moveTo>
                  <a:cubicBezTo>
                    <a:pt x="2705" y="4465"/>
                    <a:pt x="4361" y="5818"/>
                    <a:pt x="5564" y="7549"/>
                  </a:cubicBezTo>
                  <a:cubicBezTo>
                    <a:pt x="5049" y="7000"/>
                    <a:pt x="4518" y="6467"/>
                    <a:pt x="3972" y="5947"/>
                  </a:cubicBezTo>
                  <a:cubicBezTo>
                    <a:pt x="3369" y="5370"/>
                    <a:pt x="2751" y="4825"/>
                    <a:pt x="2113" y="4299"/>
                  </a:cubicBezTo>
                  <a:cubicBezTo>
                    <a:pt x="2286" y="4264"/>
                    <a:pt x="2405" y="4031"/>
                    <a:pt x="2251" y="3877"/>
                  </a:cubicBezTo>
                  <a:cubicBezTo>
                    <a:pt x="1869" y="3498"/>
                    <a:pt x="1454" y="3168"/>
                    <a:pt x="1030" y="2840"/>
                  </a:cubicBezTo>
                  <a:lnTo>
                    <a:pt x="1382" y="2708"/>
                  </a:lnTo>
                  <a:close/>
                  <a:moveTo>
                    <a:pt x="9295" y="739"/>
                  </a:moveTo>
                  <a:cubicBezTo>
                    <a:pt x="10900" y="739"/>
                    <a:pt x="11714" y="2042"/>
                    <a:pt x="12738" y="3153"/>
                  </a:cubicBezTo>
                  <a:cubicBezTo>
                    <a:pt x="13607" y="4096"/>
                    <a:pt x="14464" y="5049"/>
                    <a:pt x="15310" y="6013"/>
                  </a:cubicBezTo>
                  <a:cubicBezTo>
                    <a:pt x="13936" y="6363"/>
                    <a:pt x="12589" y="6790"/>
                    <a:pt x="11275" y="7331"/>
                  </a:cubicBezTo>
                  <a:cubicBezTo>
                    <a:pt x="10703" y="7567"/>
                    <a:pt x="10139" y="7820"/>
                    <a:pt x="9583" y="8091"/>
                  </a:cubicBezTo>
                  <a:cubicBezTo>
                    <a:pt x="9104" y="8323"/>
                    <a:pt x="7997" y="9216"/>
                    <a:pt x="7494" y="9216"/>
                  </a:cubicBezTo>
                  <a:cubicBezTo>
                    <a:pt x="7280" y="9214"/>
                    <a:pt x="7087" y="9143"/>
                    <a:pt x="6911" y="9028"/>
                  </a:cubicBezTo>
                  <a:cubicBezTo>
                    <a:pt x="5976" y="6497"/>
                    <a:pt x="3660" y="4237"/>
                    <a:pt x="1564" y="2642"/>
                  </a:cubicBezTo>
                  <a:cubicBezTo>
                    <a:pt x="3992" y="1737"/>
                    <a:pt x="6804" y="749"/>
                    <a:pt x="9284" y="739"/>
                  </a:cubicBezTo>
                  <a:cubicBezTo>
                    <a:pt x="9288" y="739"/>
                    <a:pt x="9291" y="739"/>
                    <a:pt x="9295" y="739"/>
                  </a:cubicBezTo>
                  <a:close/>
                  <a:moveTo>
                    <a:pt x="9522" y="0"/>
                  </a:moveTo>
                  <a:cubicBezTo>
                    <a:pt x="8353" y="0"/>
                    <a:pt x="6970" y="475"/>
                    <a:pt x="5977" y="700"/>
                  </a:cubicBezTo>
                  <a:cubicBezTo>
                    <a:pt x="4041" y="1140"/>
                    <a:pt x="2155" y="1729"/>
                    <a:pt x="300" y="2432"/>
                  </a:cubicBezTo>
                  <a:cubicBezTo>
                    <a:pt x="25" y="2536"/>
                    <a:pt x="1" y="2846"/>
                    <a:pt x="223" y="3018"/>
                  </a:cubicBezTo>
                  <a:cubicBezTo>
                    <a:pt x="702" y="3388"/>
                    <a:pt x="1169" y="3763"/>
                    <a:pt x="1673" y="4093"/>
                  </a:cubicBezTo>
                  <a:cubicBezTo>
                    <a:pt x="3491" y="5760"/>
                    <a:pt x="5144" y="7550"/>
                    <a:pt x="6623" y="9541"/>
                  </a:cubicBezTo>
                  <a:cubicBezTo>
                    <a:pt x="6713" y="9781"/>
                    <a:pt x="6797" y="10028"/>
                    <a:pt x="6867" y="10287"/>
                  </a:cubicBezTo>
                  <a:cubicBezTo>
                    <a:pt x="6892" y="10382"/>
                    <a:pt x="6963" y="10423"/>
                    <a:pt x="7035" y="10423"/>
                  </a:cubicBezTo>
                  <a:cubicBezTo>
                    <a:pt x="7146" y="10423"/>
                    <a:pt x="7261" y="10329"/>
                    <a:pt x="7234" y="10186"/>
                  </a:cubicBezTo>
                  <a:cubicBezTo>
                    <a:pt x="7224" y="10130"/>
                    <a:pt x="7207" y="10076"/>
                    <a:pt x="7196" y="10021"/>
                  </a:cubicBezTo>
                  <a:cubicBezTo>
                    <a:pt x="7219" y="10016"/>
                    <a:pt x="7243" y="10009"/>
                    <a:pt x="7264" y="9998"/>
                  </a:cubicBezTo>
                  <a:cubicBezTo>
                    <a:pt x="9998" y="8390"/>
                    <a:pt x="12869" y="7216"/>
                    <a:pt x="15954" y="6481"/>
                  </a:cubicBezTo>
                  <a:cubicBezTo>
                    <a:pt x="16193" y="6424"/>
                    <a:pt x="16235" y="6133"/>
                    <a:pt x="16091" y="5967"/>
                  </a:cubicBezTo>
                  <a:cubicBezTo>
                    <a:pt x="14926" y="4637"/>
                    <a:pt x="13744" y="3322"/>
                    <a:pt x="12545" y="2023"/>
                  </a:cubicBezTo>
                  <a:cubicBezTo>
                    <a:pt x="11928" y="1357"/>
                    <a:pt x="11266" y="350"/>
                    <a:pt x="10341" y="98"/>
                  </a:cubicBezTo>
                  <a:cubicBezTo>
                    <a:pt x="10087" y="29"/>
                    <a:pt x="9811" y="0"/>
                    <a:pt x="95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34"/>
            <p:cNvSpPr/>
            <p:nvPr/>
          </p:nvSpPr>
          <p:spPr>
            <a:xfrm>
              <a:off x="2739725" y="878000"/>
              <a:ext cx="265375" cy="114400"/>
            </a:xfrm>
            <a:custGeom>
              <a:avLst/>
              <a:gdLst/>
              <a:ahLst/>
              <a:cxnLst/>
              <a:rect l="l" t="t" r="r" b="b"/>
              <a:pathLst>
                <a:path w="10615" h="4576" extrusionOk="0">
                  <a:moveTo>
                    <a:pt x="8807" y="0"/>
                  </a:moveTo>
                  <a:cubicBezTo>
                    <a:pt x="5620" y="0"/>
                    <a:pt x="1581" y="1966"/>
                    <a:pt x="54" y="4386"/>
                  </a:cubicBezTo>
                  <a:cubicBezTo>
                    <a:pt x="1" y="4471"/>
                    <a:pt x="79" y="4576"/>
                    <a:pt x="166" y="4576"/>
                  </a:cubicBezTo>
                  <a:cubicBezTo>
                    <a:pt x="186" y="4576"/>
                    <a:pt x="207" y="4570"/>
                    <a:pt x="226" y="4558"/>
                  </a:cubicBezTo>
                  <a:cubicBezTo>
                    <a:pt x="1875" y="3508"/>
                    <a:pt x="3258" y="2278"/>
                    <a:pt x="5131" y="1591"/>
                  </a:cubicBezTo>
                  <a:cubicBezTo>
                    <a:pt x="6861" y="957"/>
                    <a:pt x="8587" y="1026"/>
                    <a:pt x="10351" y="694"/>
                  </a:cubicBezTo>
                  <a:cubicBezTo>
                    <a:pt x="10615" y="644"/>
                    <a:pt x="10595" y="242"/>
                    <a:pt x="10351" y="180"/>
                  </a:cubicBezTo>
                  <a:cubicBezTo>
                    <a:pt x="9872" y="58"/>
                    <a:pt x="9352" y="0"/>
                    <a:pt x="88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34"/>
            <p:cNvSpPr/>
            <p:nvPr/>
          </p:nvSpPr>
          <p:spPr>
            <a:xfrm>
              <a:off x="2783475" y="946275"/>
              <a:ext cx="254775" cy="113000"/>
            </a:xfrm>
            <a:custGeom>
              <a:avLst/>
              <a:gdLst/>
              <a:ahLst/>
              <a:cxnLst/>
              <a:rect l="l" t="t" r="r" b="b"/>
              <a:pathLst>
                <a:path w="10191" h="4520" extrusionOk="0">
                  <a:moveTo>
                    <a:pt x="9024" y="1"/>
                  </a:moveTo>
                  <a:cubicBezTo>
                    <a:pt x="7296" y="1"/>
                    <a:pt x="5453" y="625"/>
                    <a:pt x="3919" y="1282"/>
                  </a:cubicBezTo>
                  <a:cubicBezTo>
                    <a:pt x="2789" y="1765"/>
                    <a:pt x="261" y="2658"/>
                    <a:pt x="23" y="4060"/>
                  </a:cubicBezTo>
                  <a:cubicBezTo>
                    <a:pt x="1" y="4188"/>
                    <a:pt x="41" y="4285"/>
                    <a:pt x="145" y="4359"/>
                  </a:cubicBezTo>
                  <a:lnTo>
                    <a:pt x="328" y="4490"/>
                  </a:lnTo>
                  <a:cubicBezTo>
                    <a:pt x="356" y="4510"/>
                    <a:pt x="386" y="4519"/>
                    <a:pt x="416" y="4519"/>
                  </a:cubicBezTo>
                  <a:cubicBezTo>
                    <a:pt x="528" y="4519"/>
                    <a:pt x="634" y="4397"/>
                    <a:pt x="599" y="4281"/>
                  </a:cubicBezTo>
                  <a:cubicBezTo>
                    <a:pt x="310" y="3333"/>
                    <a:pt x="4773" y="1735"/>
                    <a:pt x="5289" y="1569"/>
                  </a:cubicBezTo>
                  <a:cubicBezTo>
                    <a:pt x="6773" y="1093"/>
                    <a:pt x="8295" y="1027"/>
                    <a:pt x="9799" y="688"/>
                  </a:cubicBezTo>
                  <a:cubicBezTo>
                    <a:pt x="10190" y="600"/>
                    <a:pt x="10059" y="73"/>
                    <a:pt x="9711" y="36"/>
                  </a:cubicBezTo>
                  <a:cubicBezTo>
                    <a:pt x="9485" y="12"/>
                    <a:pt x="9255" y="1"/>
                    <a:pt x="902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34"/>
            <p:cNvSpPr/>
            <p:nvPr/>
          </p:nvSpPr>
          <p:spPr>
            <a:xfrm>
              <a:off x="2839925" y="1007825"/>
              <a:ext cx="259925" cy="117700"/>
            </a:xfrm>
            <a:custGeom>
              <a:avLst/>
              <a:gdLst/>
              <a:ahLst/>
              <a:cxnLst/>
              <a:rect l="l" t="t" r="r" b="b"/>
              <a:pathLst>
                <a:path w="10397" h="4708" extrusionOk="0">
                  <a:moveTo>
                    <a:pt x="9045" y="1"/>
                  </a:moveTo>
                  <a:cubicBezTo>
                    <a:pt x="5729" y="1"/>
                    <a:pt x="2019" y="2104"/>
                    <a:pt x="58" y="4551"/>
                  </a:cubicBezTo>
                  <a:cubicBezTo>
                    <a:pt x="0" y="4623"/>
                    <a:pt x="54" y="4707"/>
                    <a:pt x="124" y="4707"/>
                  </a:cubicBezTo>
                  <a:cubicBezTo>
                    <a:pt x="145" y="4707"/>
                    <a:pt x="167" y="4700"/>
                    <a:pt x="188" y="4683"/>
                  </a:cubicBezTo>
                  <a:cubicBezTo>
                    <a:pt x="1738" y="3418"/>
                    <a:pt x="3324" y="2289"/>
                    <a:pt x="5224" y="1613"/>
                  </a:cubicBezTo>
                  <a:cubicBezTo>
                    <a:pt x="6821" y="1047"/>
                    <a:pt x="8433" y="1014"/>
                    <a:pt x="10074" y="712"/>
                  </a:cubicBezTo>
                  <a:cubicBezTo>
                    <a:pt x="10385" y="655"/>
                    <a:pt x="10396" y="120"/>
                    <a:pt x="10074" y="73"/>
                  </a:cubicBezTo>
                  <a:cubicBezTo>
                    <a:pt x="9737" y="24"/>
                    <a:pt x="9393" y="1"/>
                    <a:pt x="90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0D8A6AF8-90C7-4F72-9E24-84727ECFB9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4220" y="1482578"/>
            <a:ext cx="6860087" cy="2784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796330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4"/>
          <p:cNvSpPr txBox="1">
            <a:spLocks noGrp="1"/>
          </p:cNvSpPr>
          <p:nvPr>
            <p:ph type="title"/>
          </p:nvPr>
        </p:nvSpPr>
        <p:spPr>
          <a:xfrm>
            <a:off x="1307759" y="947437"/>
            <a:ext cx="2939511" cy="4372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u="sng" dirty="0"/>
              <a:t>Heapsort</a:t>
            </a:r>
          </a:p>
        </p:txBody>
      </p:sp>
      <p:sp>
        <p:nvSpPr>
          <p:cNvPr id="234" name="Google Shape;234;p34"/>
          <p:cNvSpPr txBox="1">
            <a:spLocks noGrp="1"/>
          </p:cNvSpPr>
          <p:nvPr>
            <p:ph type="subTitle" idx="1"/>
          </p:nvPr>
        </p:nvSpPr>
        <p:spPr>
          <a:xfrm>
            <a:off x="1307759" y="531752"/>
            <a:ext cx="3439500" cy="53514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Heaps	</a:t>
            </a:r>
          </a:p>
        </p:txBody>
      </p:sp>
      <p:pic>
        <p:nvPicPr>
          <p:cNvPr id="235" name="Google Shape;235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695460">
            <a:off x="7765338" y="3361772"/>
            <a:ext cx="1241024" cy="1610463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grpSp>
        <p:nvGrpSpPr>
          <p:cNvPr id="236" name="Google Shape;236;p34"/>
          <p:cNvGrpSpPr/>
          <p:nvPr/>
        </p:nvGrpSpPr>
        <p:grpSpPr>
          <a:xfrm rot="790859">
            <a:off x="7973758" y="3964891"/>
            <a:ext cx="824184" cy="712067"/>
            <a:chOff x="2341425" y="238100"/>
            <a:chExt cx="1328900" cy="1148125"/>
          </a:xfrm>
        </p:grpSpPr>
        <p:sp>
          <p:nvSpPr>
            <p:cNvPr id="237" name="Google Shape;237;p34"/>
            <p:cNvSpPr/>
            <p:nvPr/>
          </p:nvSpPr>
          <p:spPr>
            <a:xfrm>
              <a:off x="2341425" y="238100"/>
              <a:ext cx="1328900" cy="1148125"/>
            </a:xfrm>
            <a:custGeom>
              <a:avLst/>
              <a:gdLst/>
              <a:ahLst/>
              <a:cxnLst/>
              <a:rect l="l" t="t" r="r" b="b"/>
              <a:pathLst>
                <a:path w="53156" h="45925" extrusionOk="0">
                  <a:moveTo>
                    <a:pt x="49853" y="24103"/>
                  </a:moveTo>
                  <a:cubicBezTo>
                    <a:pt x="50212" y="24609"/>
                    <a:pt x="50681" y="25003"/>
                    <a:pt x="51172" y="25380"/>
                  </a:cubicBezTo>
                  <a:cubicBezTo>
                    <a:pt x="48199" y="26540"/>
                    <a:pt x="45438" y="28144"/>
                    <a:pt x="42987" y="30206"/>
                  </a:cubicBezTo>
                  <a:cubicBezTo>
                    <a:pt x="41727" y="31264"/>
                    <a:pt x="40396" y="32510"/>
                    <a:pt x="39238" y="33887"/>
                  </a:cubicBezTo>
                  <a:cubicBezTo>
                    <a:pt x="39347" y="33688"/>
                    <a:pt x="39460" y="33491"/>
                    <a:pt x="39578" y="33301"/>
                  </a:cubicBezTo>
                  <a:cubicBezTo>
                    <a:pt x="40490" y="31831"/>
                    <a:pt x="41539" y="30449"/>
                    <a:pt x="42711" y="29176"/>
                  </a:cubicBezTo>
                  <a:cubicBezTo>
                    <a:pt x="44775" y="26932"/>
                    <a:pt x="47091" y="25229"/>
                    <a:pt x="49853" y="24103"/>
                  </a:cubicBezTo>
                  <a:close/>
                  <a:moveTo>
                    <a:pt x="35117" y="1053"/>
                  </a:moveTo>
                  <a:lnTo>
                    <a:pt x="35117" y="1053"/>
                  </a:lnTo>
                  <a:cubicBezTo>
                    <a:pt x="36710" y="1715"/>
                    <a:pt x="38294" y="4814"/>
                    <a:pt x="38992" y="5799"/>
                  </a:cubicBezTo>
                  <a:cubicBezTo>
                    <a:pt x="40312" y="7660"/>
                    <a:pt x="41633" y="9523"/>
                    <a:pt x="42954" y="11383"/>
                  </a:cubicBezTo>
                  <a:cubicBezTo>
                    <a:pt x="44182" y="13110"/>
                    <a:pt x="45421" y="14827"/>
                    <a:pt x="46633" y="16564"/>
                  </a:cubicBezTo>
                  <a:cubicBezTo>
                    <a:pt x="46650" y="16588"/>
                    <a:pt x="46667" y="16613"/>
                    <a:pt x="46685" y="16638"/>
                  </a:cubicBezTo>
                  <a:cubicBezTo>
                    <a:pt x="47623" y="18397"/>
                    <a:pt x="48600" y="20134"/>
                    <a:pt x="49618" y="21849"/>
                  </a:cubicBezTo>
                  <a:cubicBezTo>
                    <a:pt x="48693" y="22281"/>
                    <a:pt x="47744" y="23007"/>
                    <a:pt x="47214" y="23343"/>
                  </a:cubicBezTo>
                  <a:cubicBezTo>
                    <a:pt x="45320" y="24544"/>
                    <a:pt x="43587" y="25982"/>
                    <a:pt x="42057" y="27622"/>
                  </a:cubicBezTo>
                  <a:cubicBezTo>
                    <a:pt x="40592" y="29191"/>
                    <a:pt x="39304" y="30938"/>
                    <a:pt x="38281" y="32827"/>
                  </a:cubicBezTo>
                  <a:cubicBezTo>
                    <a:pt x="37877" y="33573"/>
                    <a:pt x="37271" y="34533"/>
                    <a:pt x="36981" y="35496"/>
                  </a:cubicBezTo>
                  <a:cubicBezTo>
                    <a:pt x="36328" y="34434"/>
                    <a:pt x="35635" y="33395"/>
                    <a:pt x="34953" y="32353"/>
                  </a:cubicBezTo>
                  <a:cubicBezTo>
                    <a:pt x="33450" y="30055"/>
                    <a:pt x="31915" y="27777"/>
                    <a:pt x="30347" y="25524"/>
                  </a:cubicBezTo>
                  <a:cubicBezTo>
                    <a:pt x="28841" y="23359"/>
                    <a:pt x="27306" y="21217"/>
                    <a:pt x="25741" y="19095"/>
                  </a:cubicBezTo>
                  <a:cubicBezTo>
                    <a:pt x="24508" y="17421"/>
                    <a:pt x="23256" y="15382"/>
                    <a:pt x="21757" y="13843"/>
                  </a:cubicBezTo>
                  <a:cubicBezTo>
                    <a:pt x="22758" y="10753"/>
                    <a:pt x="24747" y="8361"/>
                    <a:pt x="26903" y="5992"/>
                  </a:cubicBezTo>
                  <a:cubicBezTo>
                    <a:pt x="27357" y="5493"/>
                    <a:pt x="27826" y="4981"/>
                    <a:pt x="28315" y="4481"/>
                  </a:cubicBezTo>
                  <a:cubicBezTo>
                    <a:pt x="29626" y="3498"/>
                    <a:pt x="31045" y="2668"/>
                    <a:pt x="32551" y="2018"/>
                  </a:cubicBezTo>
                  <a:cubicBezTo>
                    <a:pt x="33121" y="1772"/>
                    <a:pt x="33780" y="1496"/>
                    <a:pt x="34476" y="1255"/>
                  </a:cubicBezTo>
                  <a:cubicBezTo>
                    <a:pt x="34702" y="1206"/>
                    <a:pt x="34932" y="1166"/>
                    <a:pt x="35161" y="1125"/>
                  </a:cubicBezTo>
                  <a:cubicBezTo>
                    <a:pt x="35147" y="1101"/>
                    <a:pt x="35132" y="1076"/>
                    <a:pt x="35117" y="1053"/>
                  </a:cubicBezTo>
                  <a:close/>
                  <a:moveTo>
                    <a:pt x="49886" y="22296"/>
                  </a:moveTo>
                  <a:cubicBezTo>
                    <a:pt x="50069" y="22601"/>
                    <a:pt x="50253" y="22905"/>
                    <a:pt x="50437" y="23208"/>
                  </a:cubicBezTo>
                  <a:cubicBezTo>
                    <a:pt x="50328" y="23239"/>
                    <a:pt x="50219" y="23270"/>
                    <a:pt x="50110" y="23305"/>
                  </a:cubicBezTo>
                  <a:cubicBezTo>
                    <a:pt x="50098" y="23304"/>
                    <a:pt x="50086" y="23303"/>
                    <a:pt x="50074" y="23303"/>
                  </a:cubicBezTo>
                  <a:cubicBezTo>
                    <a:pt x="49989" y="23303"/>
                    <a:pt x="49905" y="23334"/>
                    <a:pt x="49839" y="23390"/>
                  </a:cubicBezTo>
                  <a:cubicBezTo>
                    <a:pt x="46983" y="24343"/>
                    <a:pt x="44499" y="26352"/>
                    <a:pt x="42469" y="28520"/>
                  </a:cubicBezTo>
                  <a:cubicBezTo>
                    <a:pt x="40592" y="30525"/>
                    <a:pt x="38254" y="33305"/>
                    <a:pt x="37357" y="36095"/>
                  </a:cubicBezTo>
                  <a:cubicBezTo>
                    <a:pt x="37306" y="36011"/>
                    <a:pt x="37249" y="35923"/>
                    <a:pt x="37190" y="35830"/>
                  </a:cubicBezTo>
                  <a:cubicBezTo>
                    <a:pt x="37565" y="34416"/>
                    <a:pt x="38696" y="32821"/>
                    <a:pt x="39296" y="31878"/>
                  </a:cubicBezTo>
                  <a:cubicBezTo>
                    <a:pt x="40239" y="30393"/>
                    <a:pt x="41330" y="29005"/>
                    <a:pt x="42550" y="27739"/>
                  </a:cubicBezTo>
                  <a:cubicBezTo>
                    <a:pt x="43708" y="26537"/>
                    <a:pt x="44980" y="25451"/>
                    <a:pt x="46348" y="24494"/>
                  </a:cubicBezTo>
                  <a:cubicBezTo>
                    <a:pt x="47234" y="23875"/>
                    <a:pt x="48600" y="22828"/>
                    <a:pt x="49886" y="22296"/>
                  </a:cubicBezTo>
                  <a:close/>
                  <a:moveTo>
                    <a:pt x="20475" y="13918"/>
                  </a:moveTo>
                  <a:cubicBezTo>
                    <a:pt x="20720" y="13985"/>
                    <a:pt x="20968" y="14054"/>
                    <a:pt x="21218" y="14127"/>
                  </a:cubicBezTo>
                  <a:lnTo>
                    <a:pt x="21219" y="14127"/>
                  </a:lnTo>
                  <a:cubicBezTo>
                    <a:pt x="22265" y="15897"/>
                    <a:pt x="23782" y="17534"/>
                    <a:pt x="24979" y="19160"/>
                  </a:cubicBezTo>
                  <a:cubicBezTo>
                    <a:pt x="26409" y="21107"/>
                    <a:pt x="27816" y="23071"/>
                    <a:pt x="29199" y="25052"/>
                  </a:cubicBezTo>
                  <a:cubicBezTo>
                    <a:pt x="30581" y="27035"/>
                    <a:pt x="31937" y="29034"/>
                    <a:pt x="33269" y="31050"/>
                  </a:cubicBezTo>
                  <a:cubicBezTo>
                    <a:pt x="33874" y="31967"/>
                    <a:pt x="34473" y="32886"/>
                    <a:pt x="35069" y="33809"/>
                  </a:cubicBezTo>
                  <a:cubicBezTo>
                    <a:pt x="35425" y="34364"/>
                    <a:pt x="35780" y="34920"/>
                    <a:pt x="36133" y="35475"/>
                  </a:cubicBezTo>
                  <a:lnTo>
                    <a:pt x="36486" y="36032"/>
                  </a:lnTo>
                  <a:cubicBezTo>
                    <a:pt x="36496" y="36074"/>
                    <a:pt x="36508" y="36115"/>
                    <a:pt x="36522" y="36155"/>
                  </a:cubicBezTo>
                  <a:cubicBezTo>
                    <a:pt x="33879" y="32306"/>
                    <a:pt x="31050" y="28568"/>
                    <a:pt x="28325" y="24779"/>
                  </a:cubicBezTo>
                  <a:cubicBezTo>
                    <a:pt x="25722" y="21160"/>
                    <a:pt x="23203" y="17449"/>
                    <a:pt x="20475" y="13918"/>
                  </a:cubicBezTo>
                  <a:close/>
                  <a:moveTo>
                    <a:pt x="37953" y="37630"/>
                  </a:moveTo>
                  <a:cubicBezTo>
                    <a:pt x="37851" y="37834"/>
                    <a:pt x="37753" y="38038"/>
                    <a:pt x="37661" y="38245"/>
                  </a:cubicBezTo>
                  <a:cubicBezTo>
                    <a:pt x="37630" y="38236"/>
                    <a:pt x="37597" y="38231"/>
                    <a:pt x="37565" y="38231"/>
                  </a:cubicBezTo>
                  <a:cubicBezTo>
                    <a:pt x="37533" y="38231"/>
                    <a:pt x="37500" y="38236"/>
                    <a:pt x="37470" y="38245"/>
                  </a:cubicBezTo>
                  <a:cubicBezTo>
                    <a:pt x="37633" y="38041"/>
                    <a:pt x="37793" y="37835"/>
                    <a:pt x="37953" y="37630"/>
                  </a:cubicBezTo>
                  <a:close/>
                  <a:moveTo>
                    <a:pt x="36509" y="38717"/>
                  </a:moveTo>
                  <a:cubicBezTo>
                    <a:pt x="36518" y="38717"/>
                    <a:pt x="36527" y="38717"/>
                    <a:pt x="36536" y="38717"/>
                  </a:cubicBezTo>
                  <a:cubicBezTo>
                    <a:pt x="36609" y="38809"/>
                    <a:pt x="36720" y="38864"/>
                    <a:pt x="36837" y="38865"/>
                  </a:cubicBezTo>
                  <a:cubicBezTo>
                    <a:pt x="36596" y="38971"/>
                    <a:pt x="36282" y="39011"/>
                    <a:pt x="35935" y="39011"/>
                  </a:cubicBezTo>
                  <a:cubicBezTo>
                    <a:pt x="35451" y="39011"/>
                    <a:pt x="34904" y="38934"/>
                    <a:pt x="34409" y="38856"/>
                  </a:cubicBezTo>
                  <a:cubicBezTo>
                    <a:pt x="35105" y="38764"/>
                    <a:pt x="35807" y="38717"/>
                    <a:pt x="36509" y="38717"/>
                  </a:cubicBezTo>
                  <a:close/>
                  <a:moveTo>
                    <a:pt x="15183" y="13113"/>
                  </a:moveTo>
                  <a:cubicBezTo>
                    <a:pt x="16769" y="13113"/>
                    <a:pt x="18319" y="13366"/>
                    <a:pt x="19934" y="13775"/>
                  </a:cubicBezTo>
                  <a:cubicBezTo>
                    <a:pt x="22531" y="17699"/>
                    <a:pt x="25404" y="21460"/>
                    <a:pt x="28149" y="25276"/>
                  </a:cubicBezTo>
                  <a:cubicBezTo>
                    <a:pt x="30879" y="29073"/>
                    <a:pt x="33528" y="32953"/>
                    <a:pt x="36351" y="36684"/>
                  </a:cubicBezTo>
                  <a:cubicBezTo>
                    <a:pt x="34542" y="35843"/>
                    <a:pt x="32568" y="35460"/>
                    <a:pt x="30570" y="35460"/>
                  </a:cubicBezTo>
                  <a:cubicBezTo>
                    <a:pt x="26406" y="35460"/>
                    <a:pt x="22142" y="37123"/>
                    <a:pt x="19074" y="39757"/>
                  </a:cubicBezTo>
                  <a:cubicBezTo>
                    <a:pt x="13793" y="32214"/>
                    <a:pt x="8154" y="24943"/>
                    <a:pt x="2157" y="17945"/>
                  </a:cubicBezTo>
                  <a:lnTo>
                    <a:pt x="2159" y="17945"/>
                  </a:lnTo>
                  <a:cubicBezTo>
                    <a:pt x="5055" y="16227"/>
                    <a:pt x="8015" y="14530"/>
                    <a:pt x="11283" y="13642"/>
                  </a:cubicBezTo>
                  <a:cubicBezTo>
                    <a:pt x="12638" y="13273"/>
                    <a:pt x="13922" y="13113"/>
                    <a:pt x="15183" y="13113"/>
                  </a:cubicBezTo>
                  <a:close/>
                  <a:moveTo>
                    <a:pt x="2578" y="20435"/>
                  </a:moveTo>
                  <a:cubicBezTo>
                    <a:pt x="8168" y="27062"/>
                    <a:pt x="13443" y="33937"/>
                    <a:pt x="18402" y="41058"/>
                  </a:cubicBezTo>
                  <a:cubicBezTo>
                    <a:pt x="18543" y="41262"/>
                    <a:pt x="18758" y="41377"/>
                    <a:pt x="18977" y="41377"/>
                  </a:cubicBezTo>
                  <a:cubicBezTo>
                    <a:pt x="19133" y="41377"/>
                    <a:pt x="19292" y="41318"/>
                    <a:pt x="19427" y="41190"/>
                  </a:cubicBezTo>
                  <a:cubicBezTo>
                    <a:pt x="21632" y="39103"/>
                    <a:pt x="24333" y="37693"/>
                    <a:pt x="27314" y="37090"/>
                  </a:cubicBezTo>
                  <a:cubicBezTo>
                    <a:pt x="28284" y="36894"/>
                    <a:pt x="29226" y="36809"/>
                    <a:pt x="30154" y="36809"/>
                  </a:cubicBezTo>
                  <a:cubicBezTo>
                    <a:pt x="30890" y="36809"/>
                    <a:pt x="31618" y="36863"/>
                    <a:pt x="32345" y="36959"/>
                  </a:cubicBezTo>
                  <a:cubicBezTo>
                    <a:pt x="32139" y="36996"/>
                    <a:pt x="31934" y="37038"/>
                    <a:pt x="31726" y="37085"/>
                  </a:cubicBezTo>
                  <a:cubicBezTo>
                    <a:pt x="29702" y="37535"/>
                    <a:pt x="27672" y="38191"/>
                    <a:pt x="25741" y="38939"/>
                  </a:cubicBezTo>
                  <a:cubicBezTo>
                    <a:pt x="24060" y="39590"/>
                    <a:pt x="22425" y="40379"/>
                    <a:pt x="20975" y="41459"/>
                  </a:cubicBezTo>
                  <a:cubicBezTo>
                    <a:pt x="20335" y="41934"/>
                    <a:pt x="18892" y="42836"/>
                    <a:pt x="18616" y="43758"/>
                  </a:cubicBezTo>
                  <a:cubicBezTo>
                    <a:pt x="15797" y="39642"/>
                    <a:pt x="12269" y="35871"/>
                    <a:pt x="9131" y="31993"/>
                  </a:cubicBezTo>
                  <a:cubicBezTo>
                    <a:pt x="7537" y="30022"/>
                    <a:pt x="5941" y="28055"/>
                    <a:pt x="4343" y="26088"/>
                  </a:cubicBezTo>
                  <a:cubicBezTo>
                    <a:pt x="3509" y="25063"/>
                    <a:pt x="2360" y="24025"/>
                    <a:pt x="1726" y="22872"/>
                  </a:cubicBezTo>
                  <a:lnTo>
                    <a:pt x="1290" y="22336"/>
                  </a:lnTo>
                  <a:cubicBezTo>
                    <a:pt x="1365" y="21812"/>
                    <a:pt x="1612" y="21399"/>
                    <a:pt x="2027" y="21097"/>
                  </a:cubicBezTo>
                  <a:cubicBezTo>
                    <a:pt x="2191" y="20870"/>
                    <a:pt x="2390" y="20654"/>
                    <a:pt x="2578" y="20435"/>
                  </a:cubicBezTo>
                  <a:close/>
                  <a:moveTo>
                    <a:pt x="34214" y="37438"/>
                  </a:moveTo>
                  <a:cubicBezTo>
                    <a:pt x="34480" y="37438"/>
                    <a:pt x="34745" y="37450"/>
                    <a:pt x="35009" y="37476"/>
                  </a:cubicBezTo>
                  <a:cubicBezTo>
                    <a:pt x="35056" y="37488"/>
                    <a:pt x="35104" y="37502"/>
                    <a:pt x="35153" y="37514"/>
                  </a:cubicBezTo>
                  <a:cubicBezTo>
                    <a:pt x="32341" y="37733"/>
                    <a:pt x="29659" y="38637"/>
                    <a:pt x="27141" y="39965"/>
                  </a:cubicBezTo>
                  <a:cubicBezTo>
                    <a:pt x="25564" y="40797"/>
                    <a:pt x="24060" y="41771"/>
                    <a:pt x="22625" y="42823"/>
                  </a:cubicBezTo>
                  <a:cubicBezTo>
                    <a:pt x="22053" y="43241"/>
                    <a:pt x="21266" y="44080"/>
                    <a:pt x="20621" y="44360"/>
                  </a:cubicBezTo>
                  <a:cubicBezTo>
                    <a:pt x="20405" y="44454"/>
                    <a:pt x="20198" y="44493"/>
                    <a:pt x="19997" y="44493"/>
                  </a:cubicBezTo>
                  <a:cubicBezTo>
                    <a:pt x="19802" y="44493"/>
                    <a:pt x="19613" y="44456"/>
                    <a:pt x="19427" y="44400"/>
                  </a:cubicBezTo>
                  <a:cubicBezTo>
                    <a:pt x="19434" y="44391"/>
                    <a:pt x="19440" y="44386"/>
                    <a:pt x="19448" y="44377"/>
                  </a:cubicBezTo>
                  <a:cubicBezTo>
                    <a:pt x="19593" y="44198"/>
                    <a:pt x="19599" y="43995"/>
                    <a:pt x="19448" y="43814"/>
                  </a:cubicBezTo>
                  <a:lnTo>
                    <a:pt x="19430" y="43792"/>
                  </a:lnTo>
                  <a:cubicBezTo>
                    <a:pt x="19697" y="43721"/>
                    <a:pt x="19911" y="43553"/>
                    <a:pt x="20074" y="43287"/>
                  </a:cubicBezTo>
                  <a:cubicBezTo>
                    <a:pt x="20320" y="43038"/>
                    <a:pt x="20576" y="42801"/>
                    <a:pt x="20843" y="42573"/>
                  </a:cubicBezTo>
                  <a:cubicBezTo>
                    <a:pt x="21485" y="42027"/>
                    <a:pt x="22180" y="41552"/>
                    <a:pt x="22907" y="41126"/>
                  </a:cubicBezTo>
                  <a:cubicBezTo>
                    <a:pt x="24188" y="40374"/>
                    <a:pt x="25559" y="39793"/>
                    <a:pt x="26955" y="39291"/>
                  </a:cubicBezTo>
                  <a:cubicBezTo>
                    <a:pt x="29199" y="38484"/>
                    <a:pt x="31750" y="37438"/>
                    <a:pt x="34214" y="37438"/>
                  </a:cubicBezTo>
                  <a:close/>
                  <a:moveTo>
                    <a:pt x="34842" y="0"/>
                  </a:moveTo>
                  <a:cubicBezTo>
                    <a:pt x="34343" y="0"/>
                    <a:pt x="33867" y="188"/>
                    <a:pt x="33507" y="630"/>
                  </a:cubicBezTo>
                  <a:cubicBezTo>
                    <a:pt x="31447" y="1151"/>
                    <a:pt x="29512" y="2015"/>
                    <a:pt x="27862" y="3526"/>
                  </a:cubicBezTo>
                  <a:cubicBezTo>
                    <a:pt x="27217" y="4115"/>
                    <a:pt x="26496" y="4800"/>
                    <a:pt x="25773" y="5555"/>
                  </a:cubicBezTo>
                  <a:cubicBezTo>
                    <a:pt x="23620" y="7604"/>
                    <a:pt x="21769" y="10148"/>
                    <a:pt x="20875" y="12916"/>
                  </a:cubicBezTo>
                  <a:cubicBezTo>
                    <a:pt x="19359" y="12052"/>
                    <a:pt x="17538" y="11727"/>
                    <a:pt x="15721" y="11727"/>
                  </a:cubicBezTo>
                  <a:cubicBezTo>
                    <a:pt x="14356" y="11727"/>
                    <a:pt x="12994" y="11911"/>
                    <a:pt x="11766" y="12185"/>
                  </a:cubicBezTo>
                  <a:cubicBezTo>
                    <a:pt x="7819" y="13067"/>
                    <a:pt x="4277" y="15176"/>
                    <a:pt x="838" y="17217"/>
                  </a:cubicBezTo>
                  <a:cubicBezTo>
                    <a:pt x="458" y="17444"/>
                    <a:pt x="436" y="17923"/>
                    <a:pt x="707" y="18237"/>
                  </a:cubicBezTo>
                  <a:cubicBezTo>
                    <a:pt x="1244" y="18859"/>
                    <a:pt x="1774" y="19488"/>
                    <a:pt x="2305" y="20116"/>
                  </a:cubicBezTo>
                  <a:cubicBezTo>
                    <a:pt x="1441" y="20484"/>
                    <a:pt x="862" y="21064"/>
                    <a:pt x="197" y="21811"/>
                  </a:cubicBezTo>
                  <a:cubicBezTo>
                    <a:pt x="77" y="21947"/>
                    <a:pt x="0" y="22200"/>
                    <a:pt x="127" y="22363"/>
                  </a:cubicBezTo>
                  <a:cubicBezTo>
                    <a:pt x="2951" y="26054"/>
                    <a:pt x="5928" y="29634"/>
                    <a:pt x="8843" y="33254"/>
                  </a:cubicBezTo>
                  <a:cubicBezTo>
                    <a:pt x="11749" y="36861"/>
                    <a:pt x="14485" y="40794"/>
                    <a:pt x="17652" y="44182"/>
                  </a:cubicBezTo>
                  <a:cubicBezTo>
                    <a:pt x="17664" y="44208"/>
                    <a:pt x="17679" y="44232"/>
                    <a:pt x="17699" y="44255"/>
                  </a:cubicBezTo>
                  <a:cubicBezTo>
                    <a:pt x="18282" y="44908"/>
                    <a:pt x="19219" y="45924"/>
                    <a:pt x="20167" y="45924"/>
                  </a:cubicBezTo>
                  <a:cubicBezTo>
                    <a:pt x="20277" y="45924"/>
                    <a:pt x="20387" y="45910"/>
                    <a:pt x="20497" y="45881"/>
                  </a:cubicBezTo>
                  <a:cubicBezTo>
                    <a:pt x="21148" y="45708"/>
                    <a:pt x="21757" y="44978"/>
                    <a:pt x="22286" y="44585"/>
                  </a:cubicBezTo>
                  <a:cubicBezTo>
                    <a:pt x="23162" y="43935"/>
                    <a:pt x="24053" y="43304"/>
                    <a:pt x="24965" y="42705"/>
                  </a:cubicBezTo>
                  <a:cubicBezTo>
                    <a:pt x="27366" y="41130"/>
                    <a:pt x="29934" y="39829"/>
                    <a:pt x="32678" y="39174"/>
                  </a:cubicBezTo>
                  <a:cubicBezTo>
                    <a:pt x="32752" y="39177"/>
                    <a:pt x="32826" y="39174"/>
                    <a:pt x="32900" y="39178"/>
                  </a:cubicBezTo>
                  <a:cubicBezTo>
                    <a:pt x="34054" y="39233"/>
                    <a:pt x="35153" y="39648"/>
                    <a:pt x="36288" y="39715"/>
                  </a:cubicBezTo>
                  <a:cubicBezTo>
                    <a:pt x="36337" y="39718"/>
                    <a:pt x="36385" y="39720"/>
                    <a:pt x="36433" y="39720"/>
                  </a:cubicBezTo>
                  <a:cubicBezTo>
                    <a:pt x="37209" y="39720"/>
                    <a:pt x="37750" y="39337"/>
                    <a:pt x="37827" y="38540"/>
                  </a:cubicBezTo>
                  <a:cubicBezTo>
                    <a:pt x="39593" y="36201"/>
                    <a:pt x="41115" y="33792"/>
                    <a:pt x="43273" y="31744"/>
                  </a:cubicBezTo>
                  <a:cubicBezTo>
                    <a:pt x="44449" y="30626"/>
                    <a:pt x="45716" y="29608"/>
                    <a:pt x="47060" y="28698"/>
                  </a:cubicBezTo>
                  <a:cubicBezTo>
                    <a:pt x="47079" y="28686"/>
                    <a:pt x="47099" y="28675"/>
                    <a:pt x="47118" y="28662"/>
                  </a:cubicBezTo>
                  <a:cubicBezTo>
                    <a:pt x="48826" y="27633"/>
                    <a:pt x="50637" y="26785"/>
                    <a:pt x="52524" y="26133"/>
                  </a:cubicBezTo>
                  <a:cubicBezTo>
                    <a:pt x="52902" y="26003"/>
                    <a:pt x="53156" y="25447"/>
                    <a:pt x="52785" y="25145"/>
                  </a:cubicBezTo>
                  <a:cubicBezTo>
                    <a:pt x="52171" y="24648"/>
                    <a:pt x="51613" y="24099"/>
                    <a:pt x="50959" y="23696"/>
                  </a:cubicBezTo>
                  <a:cubicBezTo>
                    <a:pt x="51006" y="23680"/>
                    <a:pt x="51050" y="23660"/>
                    <a:pt x="51097" y="23645"/>
                  </a:cubicBezTo>
                  <a:cubicBezTo>
                    <a:pt x="51251" y="23594"/>
                    <a:pt x="51309" y="23468"/>
                    <a:pt x="51300" y="23347"/>
                  </a:cubicBezTo>
                  <a:cubicBezTo>
                    <a:pt x="51345" y="23292"/>
                    <a:pt x="51376" y="23227"/>
                    <a:pt x="51391" y="23158"/>
                  </a:cubicBezTo>
                  <a:cubicBezTo>
                    <a:pt x="51657" y="23086"/>
                    <a:pt x="51868" y="22805"/>
                    <a:pt x="51676" y="22507"/>
                  </a:cubicBezTo>
                  <a:cubicBezTo>
                    <a:pt x="51561" y="22326"/>
                    <a:pt x="51447" y="22144"/>
                    <a:pt x="51333" y="21962"/>
                  </a:cubicBezTo>
                  <a:cubicBezTo>
                    <a:pt x="51345" y="21962"/>
                    <a:pt x="51359" y="21961"/>
                    <a:pt x="51371" y="21961"/>
                  </a:cubicBezTo>
                  <a:cubicBezTo>
                    <a:pt x="51374" y="21961"/>
                    <a:pt x="51377" y="21961"/>
                    <a:pt x="51379" y="21961"/>
                  </a:cubicBezTo>
                  <a:cubicBezTo>
                    <a:pt x="51539" y="21961"/>
                    <a:pt x="51585" y="21737"/>
                    <a:pt x="51453" y="21658"/>
                  </a:cubicBezTo>
                  <a:cubicBezTo>
                    <a:pt x="51333" y="21585"/>
                    <a:pt x="51198" y="21544"/>
                    <a:pt x="51056" y="21524"/>
                  </a:cubicBezTo>
                  <a:cubicBezTo>
                    <a:pt x="50796" y="21108"/>
                    <a:pt x="50546" y="20689"/>
                    <a:pt x="50290" y="20269"/>
                  </a:cubicBezTo>
                  <a:cubicBezTo>
                    <a:pt x="50030" y="19581"/>
                    <a:pt x="49589" y="18953"/>
                    <a:pt x="49191" y="18312"/>
                  </a:cubicBezTo>
                  <a:cubicBezTo>
                    <a:pt x="48421" y="17077"/>
                    <a:pt x="47572" y="15893"/>
                    <a:pt x="46728" y="14709"/>
                  </a:cubicBezTo>
                  <a:cubicBezTo>
                    <a:pt x="45005" y="12292"/>
                    <a:pt x="43280" y="9876"/>
                    <a:pt x="41551" y="7464"/>
                  </a:cubicBezTo>
                  <a:cubicBezTo>
                    <a:pt x="40019" y="5325"/>
                    <a:pt x="38618" y="2783"/>
                    <a:pt x="36781" y="897"/>
                  </a:cubicBezTo>
                  <a:cubicBezTo>
                    <a:pt x="36255" y="356"/>
                    <a:pt x="35527" y="0"/>
                    <a:pt x="348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34"/>
            <p:cNvSpPr/>
            <p:nvPr/>
          </p:nvSpPr>
          <p:spPr>
            <a:xfrm>
              <a:off x="2990175" y="381350"/>
              <a:ext cx="254450" cy="209600"/>
            </a:xfrm>
            <a:custGeom>
              <a:avLst/>
              <a:gdLst/>
              <a:ahLst/>
              <a:cxnLst/>
              <a:rect l="l" t="t" r="r" b="b"/>
              <a:pathLst>
                <a:path w="10178" h="8384" extrusionOk="0">
                  <a:moveTo>
                    <a:pt x="9489" y="1"/>
                  </a:moveTo>
                  <a:cubicBezTo>
                    <a:pt x="9460" y="1"/>
                    <a:pt x="9430" y="3"/>
                    <a:pt x="9398" y="7"/>
                  </a:cubicBezTo>
                  <a:cubicBezTo>
                    <a:pt x="5315" y="589"/>
                    <a:pt x="1324" y="4315"/>
                    <a:pt x="48" y="8144"/>
                  </a:cubicBezTo>
                  <a:cubicBezTo>
                    <a:pt x="1" y="8286"/>
                    <a:pt x="119" y="8384"/>
                    <a:pt x="239" y="8384"/>
                  </a:cubicBezTo>
                  <a:cubicBezTo>
                    <a:pt x="302" y="8384"/>
                    <a:pt x="366" y="8357"/>
                    <a:pt x="406" y="8294"/>
                  </a:cubicBezTo>
                  <a:cubicBezTo>
                    <a:pt x="1475" y="6637"/>
                    <a:pt x="2632" y="5068"/>
                    <a:pt x="4157" y="3799"/>
                  </a:cubicBezTo>
                  <a:cubicBezTo>
                    <a:pt x="5839" y="2399"/>
                    <a:pt x="7661" y="1727"/>
                    <a:pt x="9647" y="909"/>
                  </a:cubicBezTo>
                  <a:cubicBezTo>
                    <a:pt x="10177" y="691"/>
                    <a:pt x="10017" y="1"/>
                    <a:pt x="948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34"/>
            <p:cNvSpPr/>
            <p:nvPr/>
          </p:nvSpPr>
          <p:spPr>
            <a:xfrm>
              <a:off x="3026350" y="441550"/>
              <a:ext cx="247225" cy="201350"/>
            </a:xfrm>
            <a:custGeom>
              <a:avLst/>
              <a:gdLst/>
              <a:ahLst/>
              <a:cxnLst/>
              <a:rect l="l" t="t" r="r" b="b"/>
              <a:pathLst>
                <a:path w="9889" h="8054" extrusionOk="0">
                  <a:moveTo>
                    <a:pt x="9472" y="1"/>
                  </a:moveTo>
                  <a:cubicBezTo>
                    <a:pt x="9466" y="1"/>
                    <a:pt x="9460" y="1"/>
                    <a:pt x="9454" y="1"/>
                  </a:cubicBezTo>
                  <a:cubicBezTo>
                    <a:pt x="5735" y="204"/>
                    <a:pt x="1142" y="4281"/>
                    <a:pt x="59" y="7752"/>
                  </a:cubicBezTo>
                  <a:cubicBezTo>
                    <a:pt x="0" y="7941"/>
                    <a:pt x="141" y="8053"/>
                    <a:pt x="292" y="8053"/>
                  </a:cubicBezTo>
                  <a:cubicBezTo>
                    <a:pt x="375" y="8053"/>
                    <a:pt x="460" y="8019"/>
                    <a:pt x="517" y="7945"/>
                  </a:cubicBezTo>
                  <a:cubicBezTo>
                    <a:pt x="1756" y="6329"/>
                    <a:pt x="2771" y="4701"/>
                    <a:pt x="4382" y="3401"/>
                  </a:cubicBezTo>
                  <a:cubicBezTo>
                    <a:pt x="6005" y="2092"/>
                    <a:pt x="7844" y="1590"/>
                    <a:pt x="9618" y="609"/>
                  </a:cubicBezTo>
                  <a:cubicBezTo>
                    <a:pt x="9889" y="460"/>
                    <a:pt x="9783" y="1"/>
                    <a:pt x="94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34"/>
            <p:cNvSpPr/>
            <p:nvPr/>
          </p:nvSpPr>
          <p:spPr>
            <a:xfrm>
              <a:off x="3172850" y="661350"/>
              <a:ext cx="224850" cy="198300"/>
            </a:xfrm>
            <a:custGeom>
              <a:avLst/>
              <a:gdLst/>
              <a:ahLst/>
              <a:cxnLst/>
              <a:rect l="l" t="t" r="r" b="b"/>
              <a:pathLst>
                <a:path w="8994" h="7932" extrusionOk="0">
                  <a:moveTo>
                    <a:pt x="8456" y="0"/>
                  </a:moveTo>
                  <a:cubicBezTo>
                    <a:pt x="8425" y="0"/>
                    <a:pt x="8392" y="4"/>
                    <a:pt x="8358" y="11"/>
                  </a:cubicBezTo>
                  <a:cubicBezTo>
                    <a:pt x="5106" y="738"/>
                    <a:pt x="1076" y="4402"/>
                    <a:pt x="60" y="7579"/>
                  </a:cubicBezTo>
                  <a:cubicBezTo>
                    <a:pt x="1" y="7765"/>
                    <a:pt x="174" y="7931"/>
                    <a:pt x="343" y="7931"/>
                  </a:cubicBezTo>
                  <a:cubicBezTo>
                    <a:pt x="409" y="7931"/>
                    <a:pt x="474" y="7907"/>
                    <a:pt x="524" y="7849"/>
                  </a:cubicBezTo>
                  <a:cubicBezTo>
                    <a:pt x="1689" y="6518"/>
                    <a:pt x="2590" y="5030"/>
                    <a:pt x="3913" y="3818"/>
                  </a:cubicBezTo>
                  <a:cubicBezTo>
                    <a:pt x="5371" y="2483"/>
                    <a:pt x="7047" y="1783"/>
                    <a:pt x="8657" y="718"/>
                  </a:cubicBezTo>
                  <a:cubicBezTo>
                    <a:pt x="8993" y="494"/>
                    <a:pt x="8826" y="0"/>
                    <a:pt x="84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34"/>
            <p:cNvSpPr/>
            <p:nvPr/>
          </p:nvSpPr>
          <p:spPr>
            <a:xfrm>
              <a:off x="3219000" y="725650"/>
              <a:ext cx="226500" cy="215375"/>
            </a:xfrm>
            <a:custGeom>
              <a:avLst/>
              <a:gdLst/>
              <a:ahLst/>
              <a:cxnLst/>
              <a:rect l="l" t="t" r="r" b="b"/>
              <a:pathLst>
                <a:path w="9060" h="8615" extrusionOk="0">
                  <a:moveTo>
                    <a:pt x="8466" y="1"/>
                  </a:moveTo>
                  <a:cubicBezTo>
                    <a:pt x="8403" y="1"/>
                    <a:pt x="8336" y="16"/>
                    <a:pt x="8267" y="50"/>
                  </a:cubicBezTo>
                  <a:cubicBezTo>
                    <a:pt x="6348" y="1017"/>
                    <a:pt x="4571" y="2396"/>
                    <a:pt x="3025" y="3882"/>
                  </a:cubicBezTo>
                  <a:cubicBezTo>
                    <a:pt x="1836" y="5024"/>
                    <a:pt x="0" y="6568"/>
                    <a:pt x="62" y="8367"/>
                  </a:cubicBezTo>
                  <a:cubicBezTo>
                    <a:pt x="66" y="8507"/>
                    <a:pt x="206" y="8614"/>
                    <a:pt x="335" y="8614"/>
                  </a:cubicBezTo>
                  <a:cubicBezTo>
                    <a:pt x="409" y="8614"/>
                    <a:pt x="480" y="8578"/>
                    <a:pt x="518" y="8491"/>
                  </a:cubicBezTo>
                  <a:cubicBezTo>
                    <a:pt x="2016" y="5007"/>
                    <a:pt x="5594" y="2708"/>
                    <a:pt x="8679" y="755"/>
                  </a:cubicBezTo>
                  <a:cubicBezTo>
                    <a:pt x="9059" y="514"/>
                    <a:pt x="8832" y="1"/>
                    <a:pt x="84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34"/>
            <p:cNvSpPr/>
            <p:nvPr/>
          </p:nvSpPr>
          <p:spPr>
            <a:xfrm>
              <a:off x="2528200" y="658025"/>
              <a:ext cx="405900" cy="260600"/>
            </a:xfrm>
            <a:custGeom>
              <a:avLst/>
              <a:gdLst/>
              <a:ahLst/>
              <a:cxnLst/>
              <a:rect l="l" t="t" r="r" b="b"/>
              <a:pathLst>
                <a:path w="16236" h="10424" extrusionOk="0">
                  <a:moveTo>
                    <a:pt x="1382" y="2708"/>
                  </a:moveTo>
                  <a:cubicBezTo>
                    <a:pt x="2705" y="4465"/>
                    <a:pt x="4361" y="5818"/>
                    <a:pt x="5564" y="7549"/>
                  </a:cubicBezTo>
                  <a:cubicBezTo>
                    <a:pt x="5049" y="7000"/>
                    <a:pt x="4518" y="6467"/>
                    <a:pt x="3972" y="5947"/>
                  </a:cubicBezTo>
                  <a:cubicBezTo>
                    <a:pt x="3369" y="5370"/>
                    <a:pt x="2751" y="4825"/>
                    <a:pt x="2113" y="4299"/>
                  </a:cubicBezTo>
                  <a:cubicBezTo>
                    <a:pt x="2286" y="4264"/>
                    <a:pt x="2405" y="4031"/>
                    <a:pt x="2251" y="3877"/>
                  </a:cubicBezTo>
                  <a:cubicBezTo>
                    <a:pt x="1869" y="3498"/>
                    <a:pt x="1454" y="3168"/>
                    <a:pt x="1030" y="2840"/>
                  </a:cubicBezTo>
                  <a:lnTo>
                    <a:pt x="1382" y="2708"/>
                  </a:lnTo>
                  <a:close/>
                  <a:moveTo>
                    <a:pt x="9295" y="739"/>
                  </a:moveTo>
                  <a:cubicBezTo>
                    <a:pt x="10900" y="739"/>
                    <a:pt x="11714" y="2042"/>
                    <a:pt x="12738" y="3153"/>
                  </a:cubicBezTo>
                  <a:cubicBezTo>
                    <a:pt x="13607" y="4096"/>
                    <a:pt x="14464" y="5049"/>
                    <a:pt x="15310" y="6013"/>
                  </a:cubicBezTo>
                  <a:cubicBezTo>
                    <a:pt x="13936" y="6363"/>
                    <a:pt x="12589" y="6790"/>
                    <a:pt x="11275" y="7331"/>
                  </a:cubicBezTo>
                  <a:cubicBezTo>
                    <a:pt x="10703" y="7567"/>
                    <a:pt x="10139" y="7820"/>
                    <a:pt x="9583" y="8091"/>
                  </a:cubicBezTo>
                  <a:cubicBezTo>
                    <a:pt x="9104" y="8323"/>
                    <a:pt x="7997" y="9216"/>
                    <a:pt x="7494" y="9216"/>
                  </a:cubicBezTo>
                  <a:cubicBezTo>
                    <a:pt x="7280" y="9214"/>
                    <a:pt x="7087" y="9143"/>
                    <a:pt x="6911" y="9028"/>
                  </a:cubicBezTo>
                  <a:cubicBezTo>
                    <a:pt x="5976" y="6497"/>
                    <a:pt x="3660" y="4237"/>
                    <a:pt x="1564" y="2642"/>
                  </a:cubicBezTo>
                  <a:cubicBezTo>
                    <a:pt x="3992" y="1737"/>
                    <a:pt x="6804" y="749"/>
                    <a:pt x="9284" y="739"/>
                  </a:cubicBezTo>
                  <a:cubicBezTo>
                    <a:pt x="9288" y="739"/>
                    <a:pt x="9291" y="739"/>
                    <a:pt x="9295" y="739"/>
                  </a:cubicBezTo>
                  <a:close/>
                  <a:moveTo>
                    <a:pt x="9522" y="0"/>
                  </a:moveTo>
                  <a:cubicBezTo>
                    <a:pt x="8353" y="0"/>
                    <a:pt x="6970" y="475"/>
                    <a:pt x="5977" y="700"/>
                  </a:cubicBezTo>
                  <a:cubicBezTo>
                    <a:pt x="4041" y="1140"/>
                    <a:pt x="2155" y="1729"/>
                    <a:pt x="300" y="2432"/>
                  </a:cubicBezTo>
                  <a:cubicBezTo>
                    <a:pt x="25" y="2536"/>
                    <a:pt x="1" y="2846"/>
                    <a:pt x="223" y="3018"/>
                  </a:cubicBezTo>
                  <a:cubicBezTo>
                    <a:pt x="702" y="3388"/>
                    <a:pt x="1169" y="3763"/>
                    <a:pt x="1673" y="4093"/>
                  </a:cubicBezTo>
                  <a:cubicBezTo>
                    <a:pt x="3491" y="5760"/>
                    <a:pt x="5144" y="7550"/>
                    <a:pt x="6623" y="9541"/>
                  </a:cubicBezTo>
                  <a:cubicBezTo>
                    <a:pt x="6713" y="9781"/>
                    <a:pt x="6797" y="10028"/>
                    <a:pt x="6867" y="10287"/>
                  </a:cubicBezTo>
                  <a:cubicBezTo>
                    <a:pt x="6892" y="10382"/>
                    <a:pt x="6963" y="10423"/>
                    <a:pt x="7035" y="10423"/>
                  </a:cubicBezTo>
                  <a:cubicBezTo>
                    <a:pt x="7146" y="10423"/>
                    <a:pt x="7261" y="10329"/>
                    <a:pt x="7234" y="10186"/>
                  </a:cubicBezTo>
                  <a:cubicBezTo>
                    <a:pt x="7224" y="10130"/>
                    <a:pt x="7207" y="10076"/>
                    <a:pt x="7196" y="10021"/>
                  </a:cubicBezTo>
                  <a:cubicBezTo>
                    <a:pt x="7219" y="10016"/>
                    <a:pt x="7243" y="10009"/>
                    <a:pt x="7264" y="9998"/>
                  </a:cubicBezTo>
                  <a:cubicBezTo>
                    <a:pt x="9998" y="8390"/>
                    <a:pt x="12869" y="7216"/>
                    <a:pt x="15954" y="6481"/>
                  </a:cubicBezTo>
                  <a:cubicBezTo>
                    <a:pt x="16193" y="6424"/>
                    <a:pt x="16235" y="6133"/>
                    <a:pt x="16091" y="5967"/>
                  </a:cubicBezTo>
                  <a:cubicBezTo>
                    <a:pt x="14926" y="4637"/>
                    <a:pt x="13744" y="3322"/>
                    <a:pt x="12545" y="2023"/>
                  </a:cubicBezTo>
                  <a:cubicBezTo>
                    <a:pt x="11928" y="1357"/>
                    <a:pt x="11266" y="350"/>
                    <a:pt x="10341" y="98"/>
                  </a:cubicBezTo>
                  <a:cubicBezTo>
                    <a:pt x="10087" y="29"/>
                    <a:pt x="9811" y="0"/>
                    <a:pt x="95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34"/>
            <p:cNvSpPr/>
            <p:nvPr/>
          </p:nvSpPr>
          <p:spPr>
            <a:xfrm>
              <a:off x="2739725" y="878000"/>
              <a:ext cx="265375" cy="114400"/>
            </a:xfrm>
            <a:custGeom>
              <a:avLst/>
              <a:gdLst/>
              <a:ahLst/>
              <a:cxnLst/>
              <a:rect l="l" t="t" r="r" b="b"/>
              <a:pathLst>
                <a:path w="10615" h="4576" extrusionOk="0">
                  <a:moveTo>
                    <a:pt x="8807" y="0"/>
                  </a:moveTo>
                  <a:cubicBezTo>
                    <a:pt x="5620" y="0"/>
                    <a:pt x="1581" y="1966"/>
                    <a:pt x="54" y="4386"/>
                  </a:cubicBezTo>
                  <a:cubicBezTo>
                    <a:pt x="1" y="4471"/>
                    <a:pt x="79" y="4576"/>
                    <a:pt x="166" y="4576"/>
                  </a:cubicBezTo>
                  <a:cubicBezTo>
                    <a:pt x="186" y="4576"/>
                    <a:pt x="207" y="4570"/>
                    <a:pt x="226" y="4558"/>
                  </a:cubicBezTo>
                  <a:cubicBezTo>
                    <a:pt x="1875" y="3508"/>
                    <a:pt x="3258" y="2278"/>
                    <a:pt x="5131" y="1591"/>
                  </a:cubicBezTo>
                  <a:cubicBezTo>
                    <a:pt x="6861" y="957"/>
                    <a:pt x="8587" y="1026"/>
                    <a:pt x="10351" y="694"/>
                  </a:cubicBezTo>
                  <a:cubicBezTo>
                    <a:pt x="10615" y="644"/>
                    <a:pt x="10595" y="242"/>
                    <a:pt x="10351" y="180"/>
                  </a:cubicBezTo>
                  <a:cubicBezTo>
                    <a:pt x="9872" y="58"/>
                    <a:pt x="9352" y="0"/>
                    <a:pt x="88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34"/>
            <p:cNvSpPr/>
            <p:nvPr/>
          </p:nvSpPr>
          <p:spPr>
            <a:xfrm>
              <a:off x="2783475" y="946275"/>
              <a:ext cx="254775" cy="113000"/>
            </a:xfrm>
            <a:custGeom>
              <a:avLst/>
              <a:gdLst/>
              <a:ahLst/>
              <a:cxnLst/>
              <a:rect l="l" t="t" r="r" b="b"/>
              <a:pathLst>
                <a:path w="10191" h="4520" extrusionOk="0">
                  <a:moveTo>
                    <a:pt x="9024" y="1"/>
                  </a:moveTo>
                  <a:cubicBezTo>
                    <a:pt x="7296" y="1"/>
                    <a:pt x="5453" y="625"/>
                    <a:pt x="3919" y="1282"/>
                  </a:cubicBezTo>
                  <a:cubicBezTo>
                    <a:pt x="2789" y="1765"/>
                    <a:pt x="261" y="2658"/>
                    <a:pt x="23" y="4060"/>
                  </a:cubicBezTo>
                  <a:cubicBezTo>
                    <a:pt x="1" y="4188"/>
                    <a:pt x="41" y="4285"/>
                    <a:pt x="145" y="4359"/>
                  </a:cubicBezTo>
                  <a:lnTo>
                    <a:pt x="328" y="4490"/>
                  </a:lnTo>
                  <a:cubicBezTo>
                    <a:pt x="356" y="4510"/>
                    <a:pt x="386" y="4519"/>
                    <a:pt x="416" y="4519"/>
                  </a:cubicBezTo>
                  <a:cubicBezTo>
                    <a:pt x="528" y="4519"/>
                    <a:pt x="634" y="4397"/>
                    <a:pt x="599" y="4281"/>
                  </a:cubicBezTo>
                  <a:cubicBezTo>
                    <a:pt x="310" y="3333"/>
                    <a:pt x="4773" y="1735"/>
                    <a:pt x="5289" y="1569"/>
                  </a:cubicBezTo>
                  <a:cubicBezTo>
                    <a:pt x="6773" y="1093"/>
                    <a:pt x="8295" y="1027"/>
                    <a:pt x="9799" y="688"/>
                  </a:cubicBezTo>
                  <a:cubicBezTo>
                    <a:pt x="10190" y="600"/>
                    <a:pt x="10059" y="73"/>
                    <a:pt x="9711" y="36"/>
                  </a:cubicBezTo>
                  <a:cubicBezTo>
                    <a:pt x="9485" y="12"/>
                    <a:pt x="9255" y="1"/>
                    <a:pt x="902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34"/>
            <p:cNvSpPr/>
            <p:nvPr/>
          </p:nvSpPr>
          <p:spPr>
            <a:xfrm>
              <a:off x="2839925" y="1007825"/>
              <a:ext cx="259925" cy="117700"/>
            </a:xfrm>
            <a:custGeom>
              <a:avLst/>
              <a:gdLst/>
              <a:ahLst/>
              <a:cxnLst/>
              <a:rect l="l" t="t" r="r" b="b"/>
              <a:pathLst>
                <a:path w="10397" h="4708" extrusionOk="0">
                  <a:moveTo>
                    <a:pt x="9045" y="1"/>
                  </a:moveTo>
                  <a:cubicBezTo>
                    <a:pt x="5729" y="1"/>
                    <a:pt x="2019" y="2104"/>
                    <a:pt x="58" y="4551"/>
                  </a:cubicBezTo>
                  <a:cubicBezTo>
                    <a:pt x="0" y="4623"/>
                    <a:pt x="54" y="4707"/>
                    <a:pt x="124" y="4707"/>
                  </a:cubicBezTo>
                  <a:cubicBezTo>
                    <a:pt x="145" y="4707"/>
                    <a:pt x="167" y="4700"/>
                    <a:pt x="188" y="4683"/>
                  </a:cubicBezTo>
                  <a:cubicBezTo>
                    <a:pt x="1738" y="3418"/>
                    <a:pt x="3324" y="2289"/>
                    <a:pt x="5224" y="1613"/>
                  </a:cubicBezTo>
                  <a:cubicBezTo>
                    <a:pt x="6821" y="1047"/>
                    <a:pt x="8433" y="1014"/>
                    <a:pt x="10074" y="712"/>
                  </a:cubicBezTo>
                  <a:cubicBezTo>
                    <a:pt x="10385" y="655"/>
                    <a:pt x="10396" y="120"/>
                    <a:pt x="10074" y="73"/>
                  </a:cubicBezTo>
                  <a:cubicBezTo>
                    <a:pt x="9737" y="24"/>
                    <a:pt x="9393" y="1"/>
                    <a:pt x="90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A3E2898C-2F13-4F72-A993-5D8C9817F6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1851" y="1517097"/>
            <a:ext cx="6794584" cy="2407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492678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4"/>
          <p:cNvSpPr txBox="1">
            <a:spLocks noGrp="1"/>
          </p:cNvSpPr>
          <p:nvPr>
            <p:ph type="title"/>
          </p:nvPr>
        </p:nvSpPr>
        <p:spPr>
          <a:xfrm>
            <a:off x="1307759" y="947437"/>
            <a:ext cx="2939511" cy="4372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u="sng" dirty="0"/>
              <a:t>Heapsort</a:t>
            </a:r>
          </a:p>
        </p:txBody>
      </p:sp>
      <p:sp>
        <p:nvSpPr>
          <p:cNvPr id="234" name="Google Shape;234;p34"/>
          <p:cNvSpPr txBox="1">
            <a:spLocks noGrp="1"/>
          </p:cNvSpPr>
          <p:nvPr>
            <p:ph type="subTitle" idx="1"/>
          </p:nvPr>
        </p:nvSpPr>
        <p:spPr>
          <a:xfrm>
            <a:off x="1307759" y="531752"/>
            <a:ext cx="3439500" cy="53514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Heaps	</a:t>
            </a:r>
          </a:p>
        </p:txBody>
      </p:sp>
      <p:pic>
        <p:nvPicPr>
          <p:cNvPr id="235" name="Google Shape;235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695460">
            <a:off x="7765338" y="3361772"/>
            <a:ext cx="1241024" cy="1610463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grpSp>
        <p:nvGrpSpPr>
          <p:cNvPr id="236" name="Google Shape;236;p34"/>
          <p:cNvGrpSpPr/>
          <p:nvPr/>
        </p:nvGrpSpPr>
        <p:grpSpPr>
          <a:xfrm rot="790859">
            <a:off x="7973758" y="3964891"/>
            <a:ext cx="824184" cy="712067"/>
            <a:chOff x="2341425" y="238100"/>
            <a:chExt cx="1328900" cy="1148125"/>
          </a:xfrm>
        </p:grpSpPr>
        <p:sp>
          <p:nvSpPr>
            <p:cNvPr id="237" name="Google Shape;237;p34"/>
            <p:cNvSpPr/>
            <p:nvPr/>
          </p:nvSpPr>
          <p:spPr>
            <a:xfrm>
              <a:off x="2341425" y="238100"/>
              <a:ext cx="1328900" cy="1148125"/>
            </a:xfrm>
            <a:custGeom>
              <a:avLst/>
              <a:gdLst/>
              <a:ahLst/>
              <a:cxnLst/>
              <a:rect l="l" t="t" r="r" b="b"/>
              <a:pathLst>
                <a:path w="53156" h="45925" extrusionOk="0">
                  <a:moveTo>
                    <a:pt x="49853" y="24103"/>
                  </a:moveTo>
                  <a:cubicBezTo>
                    <a:pt x="50212" y="24609"/>
                    <a:pt x="50681" y="25003"/>
                    <a:pt x="51172" y="25380"/>
                  </a:cubicBezTo>
                  <a:cubicBezTo>
                    <a:pt x="48199" y="26540"/>
                    <a:pt x="45438" y="28144"/>
                    <a:pt x="42987" y="30206"/>
                  </a:cubicBezTo>
                  <a:cubicBezTo>
                    <a:pt x="41727" y="31264"/>
                    <a:pt x="40396" y="32510"/>
                    <a:pt x="39238" y="33887"/>
                  </a:cubicBezTo>
                  <a:cubicBezTo>
                    <a:pt x="39347" y="33688"/>
                    <a:pt x="39460" y="33491"/>
                    <a:pt x="39578" y="33301"/>
                  </a:cubicBezTo>
                  <a:cubicBezTo>
                    <a:pt x="40490" y="31831"/>
                    <a:pt x="41539" y="30449"/>
                    <a:pt x="42711" y="29176"/>
                  </a:cubicBezTo>
                  <a:cubicBezTo>
                    <a:pt x="44775" y="26932"/>
                    <a:pt x="47091" y="25229"/>
                    <a:pt x="49853" y="24103"/>
                  </a:cubicBezTo>
                  <a:close/>
                  <a:moveTo>
                    <a:pt x="35117" y="1053"/>
                  </a:moveTo>
                  <a:lnTo>
                    <a:pt x="35117" y="1053"/>
                  </a:lnTo>
                  <a:cubicBezTo>
                    <a:pt x="36710" y="1715"/>
                    <a:pt x="38294" y="4814"/>
                    <a:pt x="38992" y="5799"/>
                  </a:cubicBezTo>
                  <a:cubicBezTo>
                    <a:pt x="40312" y="7660"/>
                    <a:pt x="41633" y="9523"/>
                    <a:pt x="42954" y="11383"/>
                  </a:cubicBezTo>
                  <a:cubicBezTo>
                    <a:pt x="44182" y="13110"/>
                    <a:pt x="45421" y="14827"/>
                    <a:pt x="46633" y="16564"/>
                  </a:cubicBezTo>
                  <a:cubicBezTo>
                    <a:pt x="46650" y="16588"/>
                    <a:pt x="46667" y="16613"/>
                    <a:pt x="46685" y="16638"/>
                  </a:cubicBezTo>
                  <a:cubicBezTo>
                    <a:pt x="47623" y="18397"/>
                    <a:pt x="48600" y="20134"/>
                    <a:pt x="49618" y="21849"/>
                  </a:cubicBezTo>
                  <a:cubicBezTo>
                    <a:pt x="48693" y="22281"/>
                    <a:pt x="47744" y="23007"/>
                    <a:pt x="47214" y="23343"/>
                  </a:cubicBezTo>
                  <a:cubicBezTo>
                    <a:pt x="45320" y="24544"/>
                    <a:pt x="43587" y="25982"/>
                    <a:pt x="42057" y="27622"/>
                  </a:cubicBezTo>
                  <a:cubicBezTo>
                    <a:pt x="40592" y="29191"/>
                    <a:pt x="39304" y="30938"/>
                    <a:pt x="38281" y="32827"/>
                  </a:cubicBezTo>
                  <a:cubicBezTo>
                    <a:pt x="37877" y="33573"/>
                    <a:pt x="37271" y="34533"/>
                    <a:pt x="36981" y="35496"/>
                  </a:cubicBezTo>
                  <a:cubicBezTo>
                    <a:pt x="36328" y="34434"/>
                    <a:pt x="35635" y="33395"/>
                    <a:pt x="34953" y="32353"/>
                  </a:cubicBezTo>
                  <a:cubicBezTo>
                    <a:pt x="33450" y="30055"/>
                    <a:pt x="31915" y="27777"/>
                    <a:pt x="30347" y="25524"/>
                  </a:cubicBezTo>
                  <a:cubicBezTo>
                    <a:pt x="28841" y="23359"/>
                    <a:pt x="27306" y="21217"/>
                    <a:pt x="25741" y="19095"/>
                  </a:cubicBezTo>
                  <a:cubicBezTo>
                    <a:pt x="24508" y="17421"/>
                    <a:pt x="23256" y="15382"/>
                    <a:pt x="21757" y="13843"/>
                  </a:cubicBezTo>
                  <a:cubicBezTo>
                    <a:pt x="22758" y="10753"/>
                    <a:pt x="24747" y="8361"/>
                    <a:pt x="26903" y="5992"/>
                  </a:cubicBezTo>
                  <a:cubicBezTo>
                    <a:pt x="27357" y="5493"/>
                    <a:pt x="27826" y="4981"/>
                    <a:pt x="28315" y="4481"/>
                  </a:cubicBezTo>
                  <a:cubicBezTo>
                    <a:pt x="29626" y="3498"/>
                    <a:pt x="31045" y="2668"/>
                    <a:pt x="32551" y="2018"/>
                  </a:cubicBezTo>
                  <a:cubicBezTo>
                    <a:pt x="33121" y="1772"/>
                    <a:pt x="33780" y="1496"/>
                    <a:pt x="34476" y="1255"/>
                  </a:cubicBezTo>
                  <a:cubicBezTo>
                    <a:pt x="34702" y="1206"/>
                    <a:pt x="34932" y="1166"/>
                    <a:pt x="35161" y="1125"/>
                  </a:cubicBezTo>
                  <a:cubicBezTo>
                    <a:pt x="35147" y="1101"/>
                    <a:pt x="35132" y="1076"/>
                    <a:pt x="35117" y="1053"/>
                  </a:cubicBezTo>
                  <a:close/>
                  <a:moveTo>
                    <a:pt x="49886" y="22296"/>
                  </a:moveTo>
                  <a:cubicBezTo>
                    <a:pt x="50069" y="22601"/>
                    <a:pt x="50253" y="22905"/>
                    <a:pt x="50437" y="23208"/>
                  </a:cubicBezTo>
                  <a:cubicBezTo>
                    <a:pt x="50328" y="23239"/>
                    <a:pt x="50219" y="23270"/>
                    <a:pt x="50110" y="23305"/>
                  </a:cubicBezTo>
                  <a:cubicBezTo>
                    <a:pt x="50098" y="23304"/>
                    <a:pt x="50086" y="23303"/>
                    <a:pt x="50074" y="23303"/>
                  </a:cubicBezTo>
                  <a:cubicBezTo>
                    <a:pt x="49989" y="23303"/>
                    <a:pt x="49905" y="23334"/>
                    <a:pt x="49839" y="23390"/>
                  </a:cubicBezTo>
                  <a:cubicBezTo>
                    <a:pt x="46983" y="24343"/>
                    <a:pt x="44499" y="26352"/>
                    <a:pt x="42469" y="28520"/>
                  </a:cubicBezTo>
                  <a:cubicBezTo>
                    <a:pt x="40592" y="30525"/>
                    <a:pt x="38254" y="33305"/>
                    <a:pt x="37357" y="36095"/>
                  </a:cubicBezTo>
                  <a:cubicBezTo>
                    <a:pt x="37306" y="36011"/>
                    <a:pt x="37249" y="35923"/>
                    <a:pt x="37190" y="35830"/>
                  </a:cubicBezTo>
                  <a:cubicBezTo>
                    <a:pt x="37565" y="34416"/>
                    <a:pt x="38696" y="32821"/>
                    <a:pt x="39296" y="31878"/>
                  </a:cubicBezTo>
                  <a:cubicBezTo>
                    <a:pt x="40239" y="30393"/>
                    <a:pt x="41330" y="29005"/>
                    <a:pt x="42550" y="27739"/>
                  </a:cubicBezTo>
                  <a:cubicBezTo>
                    <a:pt x="43708" y="26537"/>
                    <a:pt x="44980" y="25451"/>
                    <a:pt x="46348" y="24494"/>
                  </a:cubicBezTo>
                  <a:cubicBezTo>
                    <a:pt x="47234" y="23875"/>
                    <a:pt x="48600" y="22828"/>
                    <a:pt x="49886" y="22296"/>
                  </a:cubicBezTo>
                  <a:close/>
                  <a:moveTo>
                    <a:pt x="20475" y="13918"/>
                  </a:moveTo>
                  <a:cubicBezTo>
                    <a:pt x="20720" y="13985"/>
                    <a:pt x="20968" y="14054"/>
                    <a:pt x="21218" y="14127"/>
                  </a:cubicBezTo>
                  <a:lnTo>
                    <a:pt x="21219" y="14127"/>
                  </a:lnTo>
                  <a:cubicBezTo>
                    <a:pt x="22265" y="15897"/>
                    <a:pt x="23782" y="17534"/>
                    <a:pt x="24979" y="19160"/>
                  </a:cubicBezTo>
                  <a:cubicBezTo>
                    <a:pt x="26409" y="21107"/>
                    <a:pt x="27816" y="23071"/>
                    <a:pt x="29199" y="25052"/>
                  </a:cubicBezTo>
                  <a:cubicBezTo>
                    <a:pt x="30581" y="27035"/>
                    <a:pt x="31937" y="29034"/>
                    <a:pt x="33269" y="31050"/>
                  </a:cubicBezTo>
                  <a:cubicBezTo>
                    <a:pt x="33874" y="31967"/>
                    <a:pt x="34473" y="32886"/>
                    <a:pt x="35069" y="33809"/>
                  </a:cubicBezTo>
                  <a:cubicBezTo>
                    <a:pt x="35425" y="34364"/>
                    <a:pt x="35780" y="34920"/>
                    <a:pt x="36133" y="35475"/>
                  </a:cubicBezTo>
                  <a:lnTo>
                    <a:pt x="36486" y="36032"/>
                  </a:lnTo>
                  <a:cubicBezTo>
                    <a:pt x="36496" y="36074"/>
                    <a:pt x="36508" y="36115"/>
                    <a:pt x="36522" y="36155"/>
                  </a:cubicBezTo>
                  <a:cubicBezTo>
                    <a:pt x="33879" y="32306"/>
                    <a:pt x="31050" y="28568"/>
                    <a:pt x="28325" y="24779"/>
                  </a:cubicBezTo>
                  <a:cubicBezTo>
                    <a:pt x="25722" y="21160"/>
                    <a:pt x="23203" y="17449"/>
                    <a:pt x="20475" y="13918"/>
                  </a:cubicBezTo>
                  <a:close/>
                  <a:moveTo>
                    <a:pt x="37953" y="37630"/>
                  </a:moveTo>
                  <a:cubicBezTo>
                    <a:pt x="37851" y="37834"/>
                    <a:pt x="37753" y="38038"/>
                    <a:pt x="37661" y="38245"/>
                  </a:cubicBezTo>
                  <a:cubicBezTo>
                    <a:pt x="37630" y="38236"/>
                    <a:pt x="37597" y="38231"/>
                    <a:pt x="37565" y="38231"/>
                  </a:cubicBezTo>
                  <a:cubicBezTo>
                    <a:pt x="37533" y="38231"/>
                    <a:pt x="37500" y="38236"/>
                    <a:pt x="37470" y="38245"/>
                  </a:cubicBezTo>
                  <a:cubicBezTo>
                    <a:pt x="37633" y="38041"/>
                    <a:pt x="37793" y="37835"/>
                    <a:pt x="37953" y="37630"/>
                  </a:cubicBezTo>
                  <a:close/>
                  <a:moveTo>
                    <a:pt x="36509" y="38717"/>
                  </a:moveTo>
                  <a:cubicBezTo>
                    <a:pt x="36518" y="38717"/>
                    <a:pt x="36527" y="38717"/>
                    <a:pt x="36536" y="38717"/>
                  </a:cubicBezTo>
                  <a:cubicBezTo>
                    <a:pt x="36609" y="38809"/>
                    <a:pt x="36720" y="38864"/>
                    <a:pt x="36837" y="38865"/>
                  </a:cubicBezTo>
                  <a:cubicBezTo>
                    <a:pt x="36596" y="38971"/>
                    <a:pt x="36282" y="39011"/>
                    <a:pt x="35935" y="39011"/>
                  </a:cubicBezTo>
                  <a:cubicBezTo>
                    <a:pt x="35451" y="39011"/>
                    <a:pt x="34904" y="38934"/>
                    <a:pt x="34409" y="38856"/>
                  </a:cubicBezTo>
                  <a:cubicBezTo>
                    <a:pt x="35105" y="38764"/>
                    <a:pt x="35807" y="38717"/>
                    <a:pt x="36509" y="38717"/>
                  </a:cubicBezTo>
                  <a:close/>
                  <a:moveTo>
                    <a:pt x="15183" y="13113"/>
                  </a:moveTo>
                  <a:cubicBezTo>
                    <a:pt x="16769" y="13113"/>
                    <a:pt x="18319" y="13366"/>
                    <a:pt x="19934" y="13775"/>
                  </a:cubicBezTo>
                  <a:cubicBezTo>
                    <a:pt x="22531" y="17699"/>
                    <a:pt x="25404" y="21460"/>
                    <a:pt x="28149" y="25276"/>
                  </a:cubicBezTo>
                  <a:cubicBezTo>
                    <a:pt x="30879" y="29073"/>
                    <a:pt x="33528" y="32953"/>
                    <a:pt x="36351" y="36684"/>
                  </a:cubicBezTo>
                  <a:cubicBezTo>
                    <a:pt x="34542" y="35843"/>
                    <a:pt x="32568" y="35460"/>
                    <a:pt x="30570" y="35460"/>
                  </a:cubicBezTo>
                  <a:cubicBezTo>
                    <a:pt x="26406" y="35460"/>
                    <a:pt x="22142" y="37123"/>
                    <a:pt x="19074" y="39757"/>
                  </a:cubicBezTo>
                  <a:cubicBezTo>
                    <a:pt x="13793" y="32214"/>
                    <a:pt x="8154" y="24943"/>
                    <a:pt x="2157" y="17945"/>
                  </a:cubicBezTo>
                  <a:lnTo>
                    <a:pt x="2159" y="17945"/>
                  </a:lnTo>
                  <a:cubicBezTo>
                    <a:pt x="5055" y="16227"/>
                    <a:pt x="8015" y="14530"/>
                    <a:pt x="11283" y="13642"/>
                  </a:cubicBezTo>
                  <a:cubicBezTo>
                    <a:pt x="12638" y="13273"/>
                    <a:pt x="13922" y="13113"/>
                    <a:pt x="15183" y="13113"/>
                  </a:cubicBezTo>
                  <a:close/>
                  <a:moveTo>
                    <a:pt x="2578" y="20435"/>
                  </a:moveTo>
                  <a:cubicBezTo>
                    <a:pt x="8168" y="27062"/>
                    <a:pt x="13443" y="33937"/>
                    <a:pt x="18402" y="41058"/>
                  </a:cubicBezTo>
                  <a:cubicBezTo>
                    <a:pt x="18543" y="41262"/>
                    <a:pt x="18758" y="41377"/>
                    <a:pt x="18977" y="41377"/>
                  </a:cubicBezTo>
                  <a:cubicBezTo>
                    <a:pt x="19133" y="41377"/>
                    <a:pt x="19292" y="41318"/>
                    <a:pt x="19427" y="41190"/>
                  </a:cubicBezTo>
                  <a:cubicBezTo>
                    <a:pt x="21632" y="39103"/>
                    <a:pt x="24333" y="37693"/>
                    <a:pt x="27314" y="37090"/>
                  </a:cubicBezTo>
                  <a:cubicBezTo>
                    <a:pt x="28284" y="36894"/>
                    <a:pt x="29226" y="36809"/>
                    <a:pt x="30154" y="36809"/>
                  </a:cubicBezTo>
                  <a:cubicBezTo>
                    <a:pt x="30890" y="36809"/>
                    <a:pt x="31618" y="36863"/>
                    <a:pt x="32345" y="36959"/>
                  </a:cubicBezTo>
                  <a:cubicBezTo>
                    <a:pt x="32139" y="36996"/>
                    <a:pt x="31934" y="37038"/>
                    <a:pt x="31726" y="37085"/>
                  </a:cubicBezTo>
                  <a:cubicBezTo>
                    <a:pt x="29702" y="37535"/>
                    <a:pt x="27672" y="38191"/>
                    <a:pt x="25741" y="38939"/>
                  </a:cubicBezTo>
                  <a:cubicBezTo>
                    <a:pt x="24060" y="39590"/>
                    <a:pt x="22425" y="40379"/>
                    <a:pt x="20975" y="41459"/>
                  </a:cubicBezTo>
                  <a:cubicBezTo>
                    <a:pt x="20335" y="41934"/>
                    <a:pt x="18892" y="42836"/>
                    <a:pt x="18616" y="43758"/>
                  </a:cubicBezTo>
                  <a:cubicBezTo>
                    <a:pt x="15797" y="39642"/>
                    <a:pt x="12269" y="35871"/>
                    <a:pt x="9131" y="31993"/>
                  </a:cubicBezTo>
                  <a:cubicBezTo>
                    <a:pt x="7537" y="30022"/>
                    <a:pt x="5941" y="28055"/>
                    <a:pt x="4343" y="26088"/>
                  </a:cubicBezTo>
                  <a:cubicBezTo>
                    <a:pt x="3509" y="25063"/>
                    <a:pt x="2360" y="24025"/>
                    <a:pt x="1726" y="22872"/>
                  </a:cubicBezTo>
                  <a:lnTo>
                    <a:pt x="1290" y="22336"/>
                  </a:lnTo>
                  <a:cubicBezTo>
                    <a:pt x="1365" y="21812"/>
                    <a:pt x="1612" y="21399"/>
                    <a:pt x="2027" y="21097"/>
                  </a:cubicBezTo>
                  <a:cubicBezTo>
                    <a:pt x="2191" y="20870"/>
                    <a:pt x="2390" y="20654"/>
                    <a:pt x="2578" y="20435"/>
                  </a:cubicBezTo>
                  <a:close/>
                  <a:moveTo>
                    <a:pt x="34214" y="37438"/>
                  </a:moveTo>
                  <a:cubicBezTo>
                    <a:pt x="34480" y="37438"/>
                    <a:pt x="34745" y="37450"/>
                    <a:pt x="35009" y="37476"/>
                  </a:cubicBezTo>
                  <a:cubicBezTo>
                    <a:pt x="35056" y="37488"/>
                    <a:pt x="35104" y="37502"/>
                    <a:pt x="35153" y="37514"/>
                  </a:cubicBezTo>
                  <a:cubicBezTo>
                    <a:pt x="32341" y="37733"/>
                    <a:pt x="29659" y="38637"/>
                    <a:pt x="27141" y="39965"/>
                  </a:cubicBezTo>
                  <a:cubicBezTo>
                    <a:pt x="25564" y="40797"/>
                    <a:pt x="24060" y="41771"/>
                    <a:pt x="22625" y="42823"/>
                  </a:cubicBezTo>
                  <a:cubicBezTo>
                    <a:pt x="22053" y="43241"/>
                    <a:pt x="21266" y="44080"/>
                    <a:pt x="20621" y="44360"/>
                  </a:cubicBezTo>
                  <a:cubicBezTo>
                    <a:pt x="20405" y="44454"/>
                    <a:pt x="20198" y="44493"/>
                    <a:pt x="19997" y="44493"/>
                  </a:cubicBezTo>
                  <a:cubicBezTo>
                    <a:pt x="19802" y="44493"/>
                    <a:pt x="19613" y="44456"/>
                    <a:pt x="19427" y="44400"/>
                  </a:cubicBezTo>
                  <a:cubicBezTo>
                    <a:pt x="19434" y="44391"/>
                    <a:pt x="19440" y="44386"/>
                    <a:pt x="19448" y="44377"/>
                  </a:cubicBezTo>
                  <a:cubicBezTo>
                    <a:pt x="19593" y="44198"/>
                    <a:pt x="19599" y="43995"/>
                    <a:pt x="19448" y="43814"/>
                  </a:cubicBezTo>
                  <a:lnTo>
                    <a:pt x="19430" y="43792"/>
                  </a:lnTo>
                  <a:cubicBezTo>
                    <a:pt x="19697" y="43721"/>
                    <a:pt x="19911" y="43553"/>
                    <a:pt x="20074" y="43287"/>
                  </a:cubicBezTo>
                  <a:cubicBezTo>
                    <a:pt x="20320" y="43038"/>
                    <a:pt x="20576" y="42801"/>
                    <a:pt x="20843" y="42573"/>
                  </a:cubicBezTo>
                  <a:cubicBezTo>
                    <a:pt x="21485" y="42027"/>
                    <a:pt x="22180" y="41552"/>
                    <a:pt x="22907" y="41126"/>
                  </a:cubicBezTo>
                  <a:cubicBezTo>
                    <a:pt x="24188" y="40374"/>
                    <a:pt x="25559" y="39793"/>
                    <a:pt x="26955" y="39291"/>
                  </a:cubicBezTo>
                  <a:cubicBezTo>
                    <a:pt x="29199" y="38484"/>
                    <a:pt x="31750" y="37438"/>
                    <a:pt x="34214" y="37438"/>
                  </a:cubicBezTo>
                  <a:close/>
                  <a:moveTo>
                    <a:pt x="34842" y="0"/>
                  </a:moveTo>
                  <a:cubicBezTo>
                    <a:pt x="34343" y="0"/>
                    <a:pt x="33867" y="188"/>
                    <a:pt x="33507" y="630"/>
                  </a:cubicBezTo>
                  <a:cubicBezTo>
                    <a:pt x="31447" y="1151"/>
                    <a:pt x="29512" y="2015"/>
                    <a:pt x="27862" y="3526"/>
                  </a:cubicBezTo>
                  <a:cubicBezTo>
                    <a:pt x="27217" y="4115"/>
                    <a:pt x="26496" y="4800"/>
                    <a:pt x="25773" y="5555"/>
                  </a:cubicBezTo>
                  <a:cubicBezTo>
                    <a:pt x="23620" y="7604"/>
                    <a:pt x="21769" y="10148"/>
                    <a:pt x="20875" y="12916"/>
                  </a:cubicBezTo>
                  <a:cubicBezTo>
                    <a:pt x="19359" y="12052"/>
                    <a:pt x="17538" y="11727"/>
                    <a:pt x="15721" y="11727"/>
                  </a:cubicBezTo>
                  <a:cubicBezTo>
                    <a:pt x="14356" y="11727"/>
                    <a:pt x="12994" y="11911"/>
                    <a:pt x="11766" y="12185"/>
                  </a:cubicBezTo>
                  <a:cubicBezTo>
                    <a:pt x="7819" y="13067"/>
                    <a:pt x="4277" y="15176"/>
                    <a:pt x="838" y="17217"/>
                  </a:cubicBezTo>
                  <a:cubicBezTo>
                    <a:pt x="458" y="17444"/>
                    <a:pt x="436" y="17923"/>
                    <a:pt x="707" y="18237"/>
                  </a:cubicBezTo>
                  <a:cubicBezTo>
                    <a:pt x="1244" y="18859"/>
                    <a:pt x="1774" y="19488"/>
                    <a:pt x="2305" y="20116"/>
                  </a:cubicBezTo>
                  <a:cubicBezTo>
                    <a:pt x="1441" y="20484"/>
                    <a:pt x="862" y="21064"/>
                    <a:pt x="197" y="21811"/>
                  </a:cubicBezTo>
                  <a:cubicBezTo>
                    <a:pt x="77" y="21947"/>
                    <a:pt x="0" y="22200"/>
                    <a:pt x="127" y="22363"/>
                  </a:cubicBezTo>
                  <a:cubicBezTo>
                    <a:pt x="2951" y="26054"/>
                    <a:pt x="5928" y="29634"/>
                    <a:pt x="8843" y="33254"/>
                  </a:cubicBezTo>
                  <a:cubicBezTo>
                    <a:pt x="11749" y="36861"/>
                    <a:pt x="14485" y="40794"/>
                    <a:pt x="17652" y="44182"/>
                  </a:cubicBezTo>
                  <a:cubicBezTo>
                    <a:pt x="17664" y="44208"/>
                    <a:pt x="17679" y="44232"/>
                    <a:pt x="17699" y="44255"/>
                  </a:cubicBezTo>
                  <a:cubicBezTo>
                    <a:pt x="18282" y="44908"/>
                    <a:pt x="19219" y="45924"/>
                    <a:pt x="20167" y="45924"/>
                  </a:cubicBezTo>
                  <a:cubicBezTo>
                    <a:pt x="20277" y="45924"/>
                    <a:pt x="20387" y="45910"/>
                    <a:pt x="20497" y="45881"/>
                  </a:cubicBezTo>
                  <a:cubicBezTo>
                    <a:pt x="21148" y="45708"/>
                    <a:pt x="21757" y="44978"/>
                    <a:pt x="22286" y="44585"/>
                  </a:cubicBezTo>
                  <a:cubicBezTo>
                    <a:pt x="23162" y="43935"/>
                    <a:pt x="24053" y="43304"/>
                    <a:pt x="24965" y="42705"/>
                  </a:cubicBezTo>
                  <a:cubicBezTo>
                    <a:pt x="27366" y="41130"/>
                    <a:pt x="29934" y="39829"/>
                    <a:pt x="32678" y="39174"/>
                  </a:cubicBezTo>
                  <a:cubicBezTo>
                    <a:pt x="32752" y="39177"/>
                    <a:pt x="32826" y="39174"/>
                    <a:pt x="32900" y="39178"/>
                  </a:cubicBezTo>
                  <a:cubicBezTo>
                    <a:pt x="34054" y="39233"/>
                    <a:pt x="35153" y="39648"/>
                    <a:pt x="36288" y="39715"/>
                  </a:cubicBezTo>
                  <a:cubicBezTo>
                    <a:pt x="36337" y="39718"/>
                    <a:pt x="36385" y="39720"/>
                    <a:pt x="36433" y="39720"/>
                  </a:cubicBezTo>
                  <a:cubicBezTo>
                    <a:pt x="37209" y="39720"/>
                    <a:pt x="37750" y="39337"/>
                    <a:pt x="37827" y="38540"/>
                  </a:cubicBezTo>
                  <a:cubicBezTo>
                    <a:pt x="39593" y="36201"/>
                    <a:pt x="41115" y="33792"/>
                    <a:pt x="43273" y="31744"/>
                  </a:cubicBezTo>
                  <a:cubicBezTo>
                    <a:pt x="44449" y="30626"/>
                    <a:pt x="45716" y="29608"/>
                    <a:pt x="47060" y="28698"/>
                  </a:cubicBezTo>
                  <a:cubicBezTo>
                    <a:pt x="47079" y="28686"/>
                    <a:pt x="47099" y="28675"/>
                    <a:pt x="47118" y="28662"/>
                  </a:cubicBezTo>
                  <a:cubicBezTo>
                    <a:pt x="48826" y="27633"/>
                    <a:pt x="50637" y="26785"/>
                    <a:pt x="52524" y="26133"/>
                  </a:cubicBezTo>
                  <a:cubicBezTo>
                    <a:pt x="52902" y="26003"/>
                    <a:pt x="53156" y="25447"/>
                    <a:pt x="52785" y="25145"/>
                  </a:cubicBezTo>
                  <a:cubicBezTo>
                    <a:pt x="52171" y="24648"/>
                    <a:pt x="51613" y="24099"/>
                    <a:pt x="50959" y="23696"/>
                  </a:cubicBezTo>
                  <a:cubicBezTo>
                    <a:pt x="51006" y="23680"/>
                    <a:pt x="51050" y="23660"/>
                    <a:pt x="51097" y="23645"/>
                  </a:cubicBezTo>
                  <a:cubicBezTo>
                    <a:pt x="51251" y="23594"/>
                    <a:pt x="51309" y="23468"/>
                    <a:pt x="51300" y="23347"/>
                  </a:cubicBezTo>
                  <a:cubicBezTo>
                    <a:pt x="51345" y="23292"/>
                    <a:pt x="51376" y="23227"/>
                    <a:pt x="51391" y="23158"/>
                  </a:cubicBezTo>
                  <a:cubicBezTo>
                    <a:pt x="51657" y="23086"/>
                    <a:pt x="51868" y="22805"/>
                    <a:pt x="51676" y="22507"/>
                  </a:cubicBezTo>
                  <a:cubicBezTo>
                    <a:pt x="51561" y="22326"/>
                    <a:pt x="51447" y="22144"/>
                    <a:pt x="51333" y="21962"/>
                  </a:cubicBezTo>
                  <a:cubicBezTo>
                    <a:pt x="51345" y="21962"/>
                    <a:pt x="51359" y="21961"/>
                    <a:pt x="51371" y="21961"/>
                  </a:cubicBezTo>
                  <a:cubicBezTo>
                    <a:pt x="51374" y="21961"/>
                    <a:pt x="51377" y="21961"/>
                    <a:pt x="51379" y="21961"/>
                  </a:cubicBezTo>
                  <a:cubicBezTo>
                    <a:pt x="51539" y="21961"/>
                    <a:pt x="51585" y="21737"/>
                    <a:pt x="51453" y="21658"/>
                  </a:cubicBezTo>
                  <a:cubicBezTo>
                    <a:pt x="51333" y="21585"/>
                    <a:pt x="51198" y="21544"/>
                    <a:pt x="51056" y="21524"/>
                  </a:cubicBezTo>
                  <a:cubicBezTo>
                    <a:pt x="50796" y="21108"/>
                    <a:pt x="50546" y="20689"/>
                    <a:pt x="50290" y="20269"/>
                  </a:cubicBezTo>
                  <a:cubicBezTo>
                    <a:pt x="50030" y="19581"/>
                    <a:pt x="49589" y="18953"/>
                    <a:pt x="49191" y="18312"/>
                  </a:cubicBezTo>
                  <a:cubicBezTo>
                    <a:pt x="48421" y="17077"/>
                    <a:pt x="47572" y="15893"/>
                    <a:pt x="46728" y="14709"/>
                  </a:cubicBezTo>
                  <a:cubicBezTo>
                    <a:pt x="45005" y="12292"/>
                    <a:pt x="43280" y="9876"/>
                    <a:pt x="41551" y="7464"/>
                  </a:cubicBezTo>
                  <a:cubicBezTo>
                    <a:pt x="40019" y="5325"/>
                    <a:pt x="38618" y="2783"/>
                    <a:pt x="36781" y="897"/>
                  </a:cubicBezTo>
                  <a:cubicBezTo>
                    <a:pt x="36255" y="356"/>
                    <a:pt x="35527" y="0"/>
                    <a:pt x="348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34"/>
            <p:cNvSpPr/>
            <p:nvPr/>
          </p:nvSpPr>
          <p:spPr>
            <a:xfrm>
              <a:off x="2990175" y="381350"/>
              <a:ext cx="254450" cy="209600"/>
            </a:xfrm>
            <a:custGeom>
              <a:avLst/>
              <a:gdLst/>
              <a:ahLst/>
              <a:cxnLst/>
              <a:rect l="l" t="t" r="r" b="b"/>
              <a:pathLst>
                <a:path w="10178" h="8384" extrusionOk="0">
                  <a:moveTo>
                    <a:pt x="9489" y="1"/>
                  </a:moveTo>
                  <a:cubicBezTo>
                    <a:pt x="9460" y="1"/>
                    <a:pt x="9430" y="3"/>
                    <a:pt x="9398" y="7"/>
                  </a:cubicBezTo>
                  <a:cubicBezTo>
                    <a:pt x="5315" y="589"/>
                    <a:pt x="1324" y="4315"/>
                    <a:pt x="48" y="8144"/>
                  </a:cubicBezTo>
                  <a:cubicBezTo>
                    <a:pt x="1" y="8286"/>
                    <a:pt x="119" y="8384"/>
                    <a:pt x="239" y="8384"/>
                  </a:cubicBezTo>
                  <a:cubicBezTo>
                    <a:pt x="302" y="8384"/>
                    <a:pt x="366" y="8357"/>
                    <a:pt x="406" y="8294"/>
                  </a:cubicBezTo>
                  <a:cubicBezTo>
                    <a:pt x="1475" y="6637"/>
                    <a:pt x="2632" y="5068"/>
                    <a:pt x="4157" y="3799"/>
                  </a:cubicBezTo>
                  <a:cubicBezTo>
                    <a:pt x="5839" y="2399"/>
                    <a:pt x="7661" y="1727"/>
                    <a:pt x="9647" y="909"/>
                  </a:cubicBezTo>
                  <a:cubicBezTo>
                    <a:pt x="10177" y="691"/>
                    <a:pt x="10017" y="1"/>
                    <a:pt x="948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34"/>
            <p:cNvSpPr/>
            <p:nvPr/>
          </p:nvSpPr>
          <p:spPr>
            <a:xfrm>
              <a:off x="3026350" y="441550"/>
              <a:ext cx="247225" cy="201350"/>
            </a:xfrm>
            <a:custGeom>
              <a:avLst/>
              <a:gdLst/>
              <a:ahLst/>
              <a:cxnLst/>
              <a:rect l="l" t="t" r="r" b="b"/>
              <a:pathLst>
                <a:path w="9889" h="8054" extrusionOk="0">
                  <a:moveTo>
                    <a:pt x="9472" y="1"/>
                  </a:moveTo>
                  <a:cubicBezTo>
                    <a:pt x="9466" y="1"/>
                    <a:pt x="9460" y="1"/>
                    <a:pt x="9454" y="1"/>
                  </a:cubicBezTo>
                  <a:cubicBezTo>
                    <a:pt x="5735" y="204"/>
                    <a:pt x="1142" y="4281"/>
                    <a:pt x="59" y="7752"/>
                  </a:cubicBezTo>
                  <a:cubicBezTo>
                    <a:pt x="0" y="7941"/>
                    <a:pt x="141" y="8053"/>
                    <a:pt x="292" y="8053"/>
                  </a:cubicBezTo>
                  <a:cubicBezTo>
                    <a:pt x="375" y="8053"/>
                    <a:pt x="460" y="8019"/>
                    <a:pt x="517" y="7945"/>
                  </a:cubicBezTo>
                  <a:cubicBezTo>
                    <a:pt x="1756" y="6329"/>
                    <a:pt x="2771" y="4701"/>
                    <a:pt x="4382" y="3401"/>
                  </a:cubicBezTo>
                  <a:cubicBezTo>
                    <a:pt x="6005" y="2092"/>
                    <a:pt x="7844" y="1590"/>
                    <a:pt x="9618" y="609"/>
                  </a:cubicBezTo>
                  <a:cubicBezTo>
                    <a:pt x="9889" y="460"/>
                    <a:pt x="9783" y="1"/>
                    <a:pt x="94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34"/>
            <p:cNvSpPr/>
            <p:nvPr/>
          </p:nvSpPr>
          <p:spPr>
            <a:xfrm>
              <a:off x="3172850" y="661350"/>
              <a:ext cx="224850" cy="198300"/>
            </a:xfrm>
            <a:custGeom>
              <a:avLst/>
              <a:gdLst/>
              <a:ahLst/>
              <a:cxnLst/>
              <a:rect l="l" t="t" r="r" b="b"/>
              <a:pathLst>
                <a:path w="8994" h="7932" extrusionOk="0">
                  <a:moveTo>
                    <a:pt x="8456" y="0"/>
                  </a:moveTo>
                  <a:cubicBezTo>
                    <a:pt x="8425" y="0"/>
                    <a:pt x="8392" y="4"/>
                    <a:pt x="8358" y="11"/>
                  </a:cubicBezTo>
                  <a:cubicBezTo>
                    <a:pt x="5106" y="738"/>
                    <a:pt x="1076" y="4402"/>
                    <a:pt x="60" y="7579"/>
                  </a:cubicBezTo>
                  <a:cubicBezTo>
                    <a:pt x="1" y="7765"/>
                    <a:pt x="174" y="7931"/>
                    <a:pt x="343" y="7931"/>
                  </a:cubicBezTo>
                  <a:cubicBezTo>
                    <a:pt x="409" y="7931"/>
                    <a:pt x="474" y="7907"/>
                    <a:pt x="524" y="7849"/>
                  </a:cubicBezTo>
                  <a:cubicBezTo>
                    <a:pt x="1689" y="6518"/>
                    <a:pt x="2590" y="5030"/>
                    <a:pt x="3913" y="3818"/>
                  </a:cubicBezTo>
                  <a:cubicBezTo>
                    <a:pt x="5371" y="2483"/>
                    <a:pt x="7047" y="1783"/>
                    <a:pt x="8657" y="718"/>
                  </a:cubicBezTo>
                  <a:cubicBezTo>
                    <a:pt x="8993" y="494"/>
                    <a:pt x="8826" y="0"/>
                    <a:pt x="84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34"/>
            <p:cNvSpPr/>
            <p:nvPr/>
          </p:nvSpPr>
          <p:spPr>
            <a:xfrm>
              <a:off x="3219000" y="725650"/>
              <a:ext cx="226500" cy="215375"/>
            </a:xfrm>
            <a:custGeom>
              <a:avLst/>
              <a:gdLst/>
              <a:ahLst/>
              <a:cxnLst/>
              <a:rect l="l" t="t" r="r" b="b"/>
              <a:pathLst>
                <a:path w="9060" h="8615" extrusionOk="0">
                  <a:moveTo>
                    <a:pt x="8466" y="1"/>
                  </a:moveTo>
                  <a:cubicBezTo>
                    <a:pt x="8403" y="1"/>
                    <a:pt x="8336" y="16"/>
                    <a:pt x="8267" y="50"/>
                  </a:cubicBezTo>
                  <a:cubicBezTo>
                    <a:pt x="6348" y="1017"/>
                    <a:pt x="4571" y="2396"/>
                    <a:pt x="3025" y="3882"/>
                  </a:cubicBezTo>
                  <a:cubicBezTo>
                    <a:pt x="1836" y="5024"/>
                    <a:pt x="0" y="6568"/>
                    <a:pt x="62" y="8367"/>
                  </a:cubicBezTo>
                  <a:cubicBezTo>
                    <a:pt x="66" y="8507"/>
                    <a:pt x="206" y="8614"/>
                    <a:pt x="335" y="8614"/>
                  </a:cubicBezTo>
                  <a:cubicBezTo>
                    <a:pt x="409" y="8614"/>
                    <a:pt x="480" y="8578"/>
                    <a:pt x="518" y="8491"/>
                  </a:cubicBezTo>
                  <a:cubicBezTo>
                    <a:pt x="2016" y="5007"/>
                    <a:pt x="5594" y="2708"/>
                    <a:pt x="8679" y="755"/>
                  </a:cubicBezTo>
                  <a:cubicBezTo>
                    <a:pt x="9059" y="514"/>
                    <a:pt x="8832" y="1"/>
                    <a:pt x="84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34"/>
            <p:cNvSpPr/>
            <p:nvPr/>
          </p:nvSpPr>
          <p:spPr>
            <a:xfrm>
              <a:off x="2528200" y="658025"/>
              <a:ext cx="405900" cy="260600"/>
            </a:xfrm>
            <a:custGeom>
              <a:avLst/>
              <a:gdLst/>
              <a:ahLst/>
              <a:cxnLst/>
              <a:rect l="l" t="t" r="r" b="b"/>
              <a:pathLst>
                <a:path w="16236" h="10424" extrusionOk="0">
                  <a:moveTo>
                    <a:pt x="1382" y="2708"/>
                  </a:moveTo>
                  <a:cubicBezTo>
                    <a:pt x="2705" y="4465"/>
                    <a:pt x="4361" y="5818"/>
                    <a:pt x="5564" y="7549"/>
                  </a:cubicBezTo>
                  <a:cubicBezTo>
                    <a:pt x="5049" y="7000"/>
                    <a:pt x="4518" y="6467"/>
                    <a:pt x="3972" y="5947"/>
                  </a:cubicBezTo>
                  <a:cubicBezTo>
                    <a:pt x="3369" y="5370"/>
                    <a:pt x="2751" y="4825"/>
                    <a:pt x="2113" y="4299"/>
                  </a:cubicBezTo>
                  <a:cubicBezTo>
                    <a:pt x="2286" y="4264"/>
                    <a:pt x="2405" y="4031"/>
                    <a:pt x="2251" y="3877"/>
                  </a:cubicBezTo>
                  <a:cubicBezTo>
                    <a:pt x="1869" y="3498"/>
                    <a:pt x="1454" y="3168"/>
                    <a:pt x="1030" y="2840"/>
                  </a:cubicBezTo>
                  <a:lnTo>
                    <a:pt x="1382" y="2708"/>
                  </a:lnTo>
                  <a:close/>
                  <a:moveTo>
                    <a:pt x="9295" y="739"/>
                  </a:moveTo>
                  <a:cubicBezTo>
                    <a:pt x="10900" y="739"/>
                    <a:pt x="11714" y="2042"/>
                    <a:pt x="12738" y="3153"/>
                  </a:cubicBezTo>
                  <a:cubicBezTo>
                    <a:pt x="13607" y="4096"/>
                    <a:pt x="14464" y="5049"/>
                    <a:pt x="15310" y="6013"/>
                  </a:cubicBezTo>
                  <a:cubicBezTo>
                    <a:pt x="13936" y="6363"/>
                    <a:pt x="12589" y="6790"/>
                    <a:pt x="11275" y="7331"/>
                  </a:cubicBezTo>
                  <a:cubicBezTo>
                    <a:pt x="10703" y="7567"/>
                    <a:pt x="10139" y="7820"/>
                    <a:pt x="9583" y="8091"/>
                  </a:cubicBezTo>
                  <a:cubicBezTo>
                    <a:pt x="9104" y="8323"/>
                    <a:pt x="7997" y="9216"/>
                    <a:pt x="7494" y="9216"/>
                  </a:cubicBezTo>
                  <a:cubicBezTo>
                    <a:pt x="7280" y="9214"/>
                    <a:pt x="7087" y="9143"/>
                    <a:pt x="6911" y="9028"/>
                  </a:cubicBezTo>
                  <a:cubicBezTo>
                    <a:pt x="5976" y="6497"/>
                    <a:pt x="3660" y="4237"/>
                    <a:pt x="1564" y="2642"/>
                  </a:cubicBezTo>
                  <a:cubicBezTo>
                    <a:pt x="3992" y="1737"/>
                    <a:pt x="6804" y="749"/>
                    <a:pt x="9284" y="739"/>
                  </a:cubicBezTo>
                  <a:cubicBezTo>
                    <a:pt x="9288" y="739"/>
                    <a:pt x="9291" y="739"/>
                    <a:pt x="9295" y="739"/>
                  </a:cubicBezTo>
                  <a:close/>
                  <a:moveTo>
                    <a:pt x="9522" y="0"/>
                  </a:moveTo>
                  <a:cubicBezTo>
                    <a:pt x="8353" y="0"/>
                    <a:pt x="6970" y="475"/>
                    <a:pt x="5977" y="700"/>
                  </a:cubicBezTo>
                  <a:cubicBezTo>
                    <a:pt x="4041" y="1140"/>
                    <a:pt x="2155" y="1729"/>
                    <a:pt x="300" y="2432"/>
                  </a:cubicBezTo>
                  <a:cubicBezTo>
                    <a:pt x="25" y="2536"/>
                    <a:pt x="1" y="2846"/>
                    <a:pt x="223" y="3018"/>
                  </a:cubicBezTo>
                  <a:cubicBezTo>
                    <a:pt x="702" y="3388"/>
                    <a:pt x="1169" y="3763"/>
                    <a:pt x="1673" y="4093"/>
                  </a:cubicBezTo>
                  <a:cubicBezTo>
                    <a:pt x="3491" y="5760"/>
                    <a:pt x="5144" y="7550"/>
                    <a:pt x="6623" y="9541"/>
                  </a:cubicBezTo>
                  <a:cubicBezTo>
                    <a:pt x="6713" y="9781"/>
                    <a:pt x="6797" y="10028"/>
                    <a:pt x="6867" y="10287"/>
                  </a:cubicBezTo>
                  <a:cubicBezTo>
                    <a:pt x="6892" y="10382"/>
                    <a:pt x="6963" y="10423"/>
                    <a:pt x="7035" y="10423"/>
                  </a:cubicBezTo>
                  <a:cubicBezTo>
                    <a:pt x="7146" y="10423"/>
                    <a:pt x="7261" y="10329"/>
                    <a:pt x="7234" y="10186"/>
                  </a:cubicBezTo>
                  <a:cubicBezTo>
                    <a:pt x="7224" y="10130"/>
                    <a:pt x="7207" y="10076"/>
                    <a:pt x="7196" y="10021"/>
                  </a:cubicBezTo>
                  <a:cubicBezTo>
                    <a:pt x="7219" y="10016"/>
                    <a:pt x="7243" y="10009"/>
                    <a:pt x="7264" y="9998"/>
                  </a:cubicBezTo>
                  <a:cubicBezTo>
                    <a:pt x="9998" y="8390"/>
                    <a:pt x="12869" y="7216"/>
                    <a:pt x="15954" y="6481"/>
                  </a:cubicBezTo>
                  <a:cubicBezTo>
                    <a:pt x="16193" y="6424"/>
                    <a:pt x="16235" y="6133"/>
                    <a:pt x="16091" y="5967"/>
                  </a:cubicBezTo>
                  <a:cubicBezTo>
                    <a:pt x="14926" y="4637"/>
                    <a:pt x="13744" y="3322"/>
                    <a:pt x="12545" y="2023"/>
                  </a:cubicBezTo>
                  <a:cubicBezTo>
                    <a:pt x="11928" y="1357"/>
                    <a:pt x="11266" y="350"/>
                    <a:pt x="10341" y="98"/>
                  </a:cubicBezTo>
                  <a:cubicBezTo>
                    <a:pt x="10087" y="29"/>
                    <a:pt x="9811" y="0"/>
                    <a:pt x="95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34"/>
            <p:cNvSpPr/>
            <p:nvPr/>
          </p:nvSpPr>
          <p:spPr>
            <a:xfrm>
              <a:off x="2739725" y="878000"/>
              <a:ext cx="265375" cy="114400"/>
            </a:xfrm>
            <a:custGeom>
              <a:avLst/>
              <a:gdLst/>
              <a:ahLst/>
              <a:cxnLst/>
              <a:rect l="l" t="t" r="r" b="b"/>
              <a:pathLst>
                <a:path w="10615" h="4576" extrusionOk="0">
                  <a:moveTo>
                    <a:pt x="8807" y="0"/>
                  </a:moveTo>
                  <a:cubicBezTo>
                    <a:pt x="5620" y="0"/>
                    <a:pt x="1581" y="1966"/>
                    <a:pt x="54" y="4386"/>
                  </a:cubicBezTo>
                  <a:cubicBezTo>
                    <a:pt x="1" y="4471"/>
                    <a:pt x="79" y="4576"/>
                    <a:pt x="166" y="4576"/>
                  </a:cubicBezTo>
                  <a:cubicBezTo>
                    <a:pt x="186" y="4576"/>
                    <a:pt x="207" y="4570"/>
                    <a:pt x="226" y="4558"/>
                  </a:cubicBezTo>
                  <a:cubicBezTo>
                    <a:pt x="1875" y="3508"/>
                    <a:pt x="3258" y="2278"/>
                    <a:pt x="5131" y="1591"/>
                  </a:cubicBezTo>
                  <a:cubicBezTo>
                    <a:pt x="6861" y="957"/>
                    <a:pt x="8587" y="1026"/>
                    <a:pt x="10351" y="694"/>
                  </a:cubicBezTo>
                  <a:cubicBezTo>
                    <a:pt x="10615" y="644"/>
                    <a:pt x="10595" y="242"/>
                    <a:pt x="10351" y="180"/>
                  </a:cubicBezTo>
                  <a:cubicBezTo>
                    <a:pt x="9872" y="58"/>
                    <a:pt x="9352" y="0"/>
                    <a:pt x="88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34"/>
            <p:cNvSpPr/>
            <p:nvPr/>
          </p:nvSpPr>
          <p:spPr>
            <a:xfrm>
              <a:off x="2783475" y="946275"/>
              <a:ext cx="254775" cy="113000"/>
            </a:xfrm>
            <a:custGeom>
              <a:avLst/>
              <a:gdLst/>
              <a:ahLst/>
              <a:cxnLst/>
              <a:rect l="l" t="t" r="r" b="b"/>
              <a:pathLst>
                <a:path w="10191" h="4520" extrusionOk="0">
                  <a:moveTo>
                    <a:pt x="9024" y="1"/>
                  </a:moveTo>
                  <a:cubicBezTo>
                    <a:pt x="7296" y="1"/>
                    <a:pt x="5453" y="625"/>
                    <a:pt x="3919" y="1282"/>
                  </a:cubicBezTo>
                  <a:cubicBezTo>
                    <a:pt x="2789" y="1765"/>
                    <a:pt x="261" y="2658"/>
                    <a:pt x="23" y="4060"/>
                  </a:cubicBezTo>
                  <a:cubicBezTo>
                    <a:pt x="1" y="4188"/>
                    <a:pt x="41" y="4285"/>
                    <a:pt x="145" y="4359"/>
                  </a:cubicBezTo>
                  <a:lnTo>
                    <a:pt x="328" y="4490"/>
                  </a:lnTo>
                  <a:cubicBezTo>
                    <a:pt x="356" y="4510"/>
                    <a:pt x="386" y="4519"/>
                    <a:pt x="416" y="4519"/>
                  </a:cubicBezTo>
                  <a:cubicBezTo>
                    <a:pt x="528" y="4519"/>
                    <a:pt x="634" y="4397"/>
                    <a:pt x="599" y="4281"/>
                  </a:cubicBezTo>
                  <a:cubicBezTo>
                    <a:pt x="310" y="3333"/>
                    <a:pt x="4773" y="1735"/>
                    <a:pt x="5289" y="1569"/>
                  </a:cubicBezTo>
                  <a:cubicBezTo>
                    <a:pt x="6773" y="1093"/>
                    <a:pt x="8295" y="1027"/>
                    <a:pt x="9799" y="688"/>
                  </a:cubicBezTo>
                  <a:cubicBezTo>
                    <a:pt x="10190" y="600"/>
                    <a:pt x="10059" y="73"/>
                    <a:pt x="9711" y="36"/>
                  </a:cubicBezTo>
                  <a:cubicBezTo>
                    <a:pt x="9485" y="12"/>
                    <a:pt x="9255" y="1"/>
                    <a:pt x="902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34"/>
            <p:cNvSpPr/>
            <p:nvPr/>
          </p:nvSpPr>
          <p:spPr>
            <a:xfrm>
              <a:off x="2839925" y="1007825"/>
              <a:ext cx="259925" cy="117700"/>
            </a:xfrm>
            <a:custGeom>
              <a:avLst/>
              <a:gdLst/>
              <a:ahLst/>
              <a:cxnLst/>
              <a:rect l="l" t="t" r="r" b="b"/>
              <a:pathLst>
                <a:path w="10397" h="4708" extrusionOk="0">
                  <a:moveTo>
                    <a:pt x="9045" y="1"/>
                  </a:moveTo>
                  <a:cubicBezTo>
                    <a:pt x="5729" y="1"/>
                    <a:pt x="2019" y="2104"/>
                    <a:pt x="58" y="4551"/>
                  </a:cubicBezTo>
                  <a:cubicBezTo>
                    <a:pt x="0" y="4623"/>
                    <a:pt x="54" y="4707"/>
                    <a:pt x="124" y="4707"/>
                  </a:cubicBezTo>
                  <a:cubicBezTo>
                    <a:pt x="145" y="4707"/>
                    <a:pt x="167" y="4700"/>
                    <a:pt x="188" y="4683"/>
                  </a:cubicBezTo>
                  <a:cubicBezTo>
                    <a:pt x="1738" y="3418"/>
                    <a:pt x="3324" y="2289"/>
                    <a:pt x="5224" y="1613"/>
                  </a:cubicBezTo>
                  <a:cubicBezTo>
                    <a:pt x="6821" y="1047"/>
                    <a:pt x="8433" y="1014"/>
                    <a:pt x="10074" y="712"/>
                  </a:cubicBezTo>
                  <a:cubicBezTo>
                    <a:pt x="10385" y="655"/>
                    <a:pt x="10396" y="120"/>
                    <a:pt x="10074" y="73"/>
                  </a:cubicBezTo>
                  <a:cubicBezTo>
                    <a:pt x="9737" y="24"/>
                    <a:pt x="9393" y="1"/>
                    <a:pt x="90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941C23BF-47E0-45CC-8780-C0200A558A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6590" y="1384712"/>
            <a:ext cx="6947717" cy="2466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90710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4"/>
          <p:cNvSpPr txBox="1">
            <a:spLocks noGrp="1"/>
          </p:cNvSpPr>
          <p:nvPr>
            <p:ph type="title"/>
          </p:nvPr>
        </p:nvSpPr>
        <p:spPr>
          <a:xfrm>
            <a:off x="1307759" y="947437"/>
            <a:ext cx="2939511" cy="4372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u="sng" dirty="0"/>
              <a:t>Heapsort</a:t>
            </a:r>
          </a:p>
        </p:txBody>
      </p:sp>
      <p:sp>
        <p:nvSpPr>
          <p:cNvPr id="234" name="Google Shape;234;p34"/>
          <p:cNvSpPr txBox="1">
            <a:spLocks noGrp="1"/>
          </p:cNvSpPr>
          <p:nvPr>
            <p:ph type="subTitle" idx="1"/>
          </p:nvPr>
        </p:nvSpPr>
        <p:spPr>
          <a:xfrm>
            <a:off x="1307759" y="531752"/>
            <a:ext cx="3439500" cy="53514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Heaps	</a:t>
            </a:r>
          </a:p>
        </p:txBody>
      </p:sp>
      <p:pic>
        <p:nvPicPr>
          <p:cNvPr id="235" name="Google Shape;235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695460">
            <a:off x="7765338" y="3361772"/>
            <a:ext cx="1241024" cy="1610463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grpSp>
        <p:nvGrpSpPr>
          <p:cNvPr id="236" name="Google Shape;236;p34"/>
          <p:cNvGrpSpPr/>
          <p:nvPr/>
        </p:nvGrpSpPr>
        <p:grpSpPr>
          <a:xfrm rot="790859">
            <a:off x="7973758" y="3964891"/>
            <a:ext cx="824184" cy="712067"/>
            <a:chOff x="2341425" y="238100"/>
            <a:chExt cx="1328900" cy="1148125"/>
          </a:xfrm>
        </p:grpSpPr>
        <p:sp>
          <p:nvSpPr>
            <p:cNvPr id="237" name="Google Shape;237;p34"/>
            <p:cNvSpPr/>
            <p:nvPr/>
          </p:nvSpPr>
          <p:spPr>
            <a:xfrm>
              <a:off x="2341425" y="238100"/>
              <a:ext cx="1328900" cy="1148125"/>
            </a:xfrm>
            <a:custGeom>
              <a:avLst/>
              <a:gdLst/>
              <a:ahLst/>
              <a:cxnLst/>
              <a:rect l="l" t="t" r="r" b="b"/>
              <a:pathLst>
                <a:path w="53156" h="45925" extrusionOk="0">
                  <a:moveTo>
                    <a:pt x="49853" y="24103"/>
                  </a:moveTo>
                  <a:cubicBezTo>
                    <a:pt x="50212" y="24609"/>
                    <a:pt x="50681" y="25003"/>
                    <a:pt x="51172" y="25380"/>
                  </a:cubicBezTo>
                  <a:cubicBezTo>
                    <a:pt x="48199" y="26540"/>
                    <a:pt x="45438" y="28144"/>
                    <a:pt x="42987" y="30206"/>
                  </a:cubicBezTo>
                  <a:cubicBezTo>
                    <a:pt x="41727" y="31264"/>
                    <a:pt x="40396" y="32510"/>
                    <a:pt x="39238" y="33887"/>
                  </a:cubicBezTo>
                  <a:cubicBezTo>
                    <a:pt x="39347" y="33688"/>
                    <a:pt x="39460" y="33491"/>
                    <a:pt x="39578" y="33301"/>
                  </a:cubicBezTo>
                  <a:cubicBezTo>
                    <a:pt x="40490" y="31831"/>
                    <a:pt x="41539" y="30449"/>
                    <a:pt x="42711" y="29176"/>
                  </a:cubicBezTo>
                  <a:cubicBezTo>
                    <a:pt x="44775" y="26932"/>
                    <a:pt x="47091" y="25229"/>
                    <a:pt x="49853" y="24103"/>
                  </a:cubicBezTo>
                  <a:close/>
                  <a:moveTo>
                    <a:pt x="35117" y="1053"/>
                  </a:moveTo>
                  <a:lnTo>
                    <a:pt x="35117" y="1053"/>
                  </a:lnTo>
                  <a:cubicBezTo>
                    <a:pt x="36710" y="1715"/>
                    <a:pt x="38294" y="4814"/>
                    <a:pt x="38992" y="5799"/>
                  </a:cubicBezTo>
                  <a:cubicBezTo>
                    <a:pt x="40312" y="7660"/>
                    <a:pt x="41633" y="9523"/>
                    <a:pt x="42954" y="11383"/>
                  </a:cubicBezTo>
                  <a:cubicBezTo>
                    <a:pt x="44182" y="13110"/>
                    <a:pt x="45421" y="14827"/>
                    <a:pt x="46633" y="16564"/>
                  </a:cubicBezTo>
                  <a:cubicBezTo>
                    <a:pt x="46650" y="16588"/>
                    <a:pt x="46667" y="16613"/>
                    <a:pt x="46685" y="16638"/>
                  </a:cubicBezTo>
                  <a:cubicBezTo>
                    <a:pt x="47623" y="18397"/>
                    <a:pt x="48600" y="20134"/>
                    <a:pt x="49618" y="21849"/>
                  </a:cubicBezTo>
                  <a:cubicBezTo>
                    <a:pt x="48693" y="22281"/>
                    <a:pt x="47744" y="23007"/>
                    <a:pt x="47214" y="23343"/>
                  </a:cubicBezTo>
                  <a:cubicBezTo>
                    <a:pt x="45320" y="24544"/>
                    <a:pt x="43587" y="25982"/>
                    <a:pt x="42057" y="27622"/>
                  </a:cubicBezTo>
                  <a:cubicBezTo>
                    <a:pt x="40592" y="29191"/>
                    <a:pt x="39304" y="30938"/>
                    <a:pt x="38281" y="32827"/>
                  </a:cubicBezTo>
                  <a:cubicBezTo>
                    <a:pt x="37877" y="33573"/>
                    <a:pt x="37271" y="34533"/>
                    <a:pt x="36981" y="35496"/>
                  </a:cubicBezTo>
                  <a:cubicBezTo>
                    <a:pt x="36328" y="34434"/>
                    <a:pt x="35635" y="33395"/>
                    <a:pt x="34953" y="32353"/>
                  </a:cubicBezTo>
                  <a:cubicBezTo>
                    <a:pt x="33450" y="30055"/>
                    <a:pt x="31915" y="27777"/>
                    <a:pt x="30347" y="25524"/>
                  </a:cubicBezTo>
                  <a:cubicBezTo>
                    <a:pt x="28841" y="23359"/>
                    <a:pt x="27306" y="21217"/>
                    <a:pt x="25741" y="19095"/>
                  </a:cubicBezTo>
                  <a:cubicBezTo>
                    <a:pt x="24508" y="17421"/>
                    <a:pt x="23256" y="15382"/>
                    <a:pt x="21757" y="13843"/>
                  </a:cubicBezTo>
                  <a:cubicBezTo>
                    <a:pt x="22758" y="10753"/>
                    <a:pt x="24747" y="8361"/>
                    <a:pt x="26903" y="5992"/>
                  </a:cubicBezTo>
                  <a:cubicBezTo>
                    <a:pt x="27357" y="5493"/>
                    <a:pt x="27826" y="4981"/>
                    <a:pt x="28315" y="4481"/>
                  </a:cubicBezTo>
                  <a:cubicBezTo>
                    <a:pt x="29626" y="3498"/>
                    <a:pt x="31045" y="2668"/>
                    <a:pt x="32551" y="2018"/>
                  </a:cubicBezTo>
                  <a:cubicBezTo>
                    <a:pt x="33121" y="1772"/>
                    <a:pt x="33780" y="1496"/>
                    <a:pt x="34476" y="1255"/>
                  </a:cubicBezTo>
                  <a:cubicBezTo>
                    <a:pt x="34702" y="1206"/>
                    <a:pt x="34932" y="1166"/>
                    <a:pt x="35161" y="1125"/>
                  </a:cubicBezTo>
                  <a:cubicBezTo>
                    <a:pt x="35147" y="1101"/>
                    <a:pt x="35132" y="1076"/>
                    <a:pt x="35117" y="1053"/>
                  </a:cubicBezTo>
                  <a:close/>
                  <a:moveTo>
                    <a:pt x="49886" y="22296"/>
                  </a:moveTo>
                  <a:cubicBezTo>
                    <a:pt x="50069" y="22601"/>
                    <a:pt x="50253" y="22905"/>
                    <a:pt x="50437" y="23208"/>
                  </a:cubicBezTo>
                  <a:cubicBezTo>
                    <a:pt x="50328" y="23239"/>
                    <a:pt x="50219" y="23270"/>
                    <a:pt x="50110" y="23305"/>
                  </a:cubicBezTo>
                  <a:cubicBezTo>
                    <a:pt x="50098" y="23304"/>
                    <a:pt x="50086" y="23303"/>
                    <a:pt x="50074" y="23303"/>
                  </a:cubicBezTo>
                  <a:cubicBezTo>
                    <a:pt x="49989" y="23303"/>
                    <a:pt x="49905" y="23334"/>
                    <a:pt x="49839" y="23390"/>
                  </a:cubicBezTo>
                  <a:cubicBezTo>
                    <a:pt x="46983" y="24343"/>
                    <a:pt x="44499" y="26352"/>
                    <a:pt x="42469" y="28520"/>
                  </a:cubicBezTo>
                  <a:cubicBezTo>
                    <a:pt x="40592" y="30525"/>
                    <a:pt x="38254" y="33305"/>
                    <a:pt x="37357" y="36095"/>
                  </a:cubicBezTo>
                  <a:cubicBezTo>
                    <a:pt x="37306" y="36011"/>
                    <a:pt x="37249" y="35923"/>
                    <a:pt x="37190" y="35830"/>
                  </a:cubicBezTo>
                  <a:cubicBezTo>
                    <a:pt x="37565" y="34416"/>
                    <a:pt x="38696" y="32821"/>
                    <a:pt x="39296" y="31878"/>
                  </a:cubicBezTo>
                  <a:cubicBezTo>
                    <a:pt x="40239" y="30393"/>
                    <a:pt x="41330" y="29005"/>
                    <a:pt x="42550" y="27739"/>
                  </a:cubicBezTo>
                  <a:cubicBezTo>
                    <a:pt x="43708" y="26537"/>
                    <a:pt x="44980" y="25451"/>
                    <a:pt x="46348" y="24494"/>
                  </a:cubicBezTo>
                  <a:cubicBezTo>
                    <a:pt x="47234" y="23875"/>
                    <a:pt x="48600" y="22828"/>
                    <a:pt x="49886" y="22296"/>
                  </a:cubicBezTo>
                  <a:close/>
                  <a:moveTo>
                    <a:pt x="20475" y="13918"/>
                  </a:moveTo>
                  <a:cubicBezTo>
                    <a:pt x="20720" y="13985"/>
                    <a:pt x="20968" y="14054"/>
                    <a:pt x="21218" y="14127"/>
                  </a:cubicBezTo>
                  <a:lnTo>
                    <a:pt x="21219" y="14127"/>
                  </a:lnTo>
                  <a:cubicBezTo>
                    <a:pt x="22265" y="15897"/>
                    <a:pt x="23782" y="17534"/>
                    <a:pt x="24979" y="19160"/>
                  </a:cubicBezTo>
                  <a:cubicBezTo>
                    <a:pt x="26409" y="21107"/>
                    <a:pt x="27816" y="23071"/>
                    <a:pt x="29199" y="25052"/>
                  </a:cubicBezTo>
                  <a:cubicBezTo>
                    <a:pt x="30581" y="27035"/>
                    <a:pt x="31937" y="29034"/>
                    <a:pt x="33269" y="31050"/>
                  </a:cubicBezTo>
                  <a:cubicBezTo>
                    <a:pt x="33874" y="31967"/>
                    <a:pt x="34473" y="32886"/>
                    <a:pt x="35069" y="33809"/>
                  </a:cubicBezTo>
                  <a:cubicBezTo>
                    <a:pt x="35425" y="34364"/>
                    <a:pt x="35780" y="34920"/>
                    <a:pt x="36133" y="35475"/>
                  </a:cubicBezTo>
                  <a:lnTo>
                    <a:pt x="36486" y="36032"/>
                  </a:lnTo>
                  <a:cubicBezTo>
                    <a:pt x="36496" y="36074"/>
                    <a:pt x="36508" y="36115"/>
                    <a:pt x="36522" y="36155"/>
                  </a:cubicBezTo>
                  <a:cubicBezTo>
                    <a:pt x="33879" y="32306"/>
                    <a:pt x="31050" y="28568"/>
                    <a:pt x="28325" y="24779"/>
                  </a:cubicBezTo>
                  <a:cubicBezTo>
                    <a:pt x="25722" y="21160"/>
                    <a:pt x="23203" y="17449"/>
                    <a:pt x="20475" y="13918"/>
                  </a:cubicBezTo>
                  <a:close/>
                  <a:moveTo>
                    <a:pt x="37953" y="37630"/>
                  </a:moveTo>
                  <a:cubicBezTo>
                    <a:pt x="37851" y="37834"/>
                    <a:pt x="37753" y="38038"/>
                    <a:pt x="37661" y="38245"/>
                  </a:cubicBezTo>
                  <a:cubicBezTo>
                    <a:pt x="37630" y="38236"/>
                    <a:pt x="37597" y="38231"/>
                    <a:pt x="37565" y="38231"/>
                  </a:cubicBezTo>
                  <a:cubicBezTo>
                    <a:pt x="37533" y="38231"/>
                    <a:pt x="37500" y="38236"/>
                    <a:pt x="37470" y="38245"/>
                  </a:cubicBezTo>
                  <a:cubicBezTo>
                    <a:pt x="37633" y="38041"/>
                    <a:pt x="37793" y="37835"/>
                    <a:pt x="37953" y="37630"/>
                  </a:cubicBezTo>
                  <a:close/>
                  <a:moveTo>
                    <a:pt x="36509" y="38717"/>
                  </a:moveTo>
                  <a:cubicBezTo>
                    <a:pt x="36518" y="38717"/>
                    <a:pt x="36527" y="38717"/>
                    <a:pt x="36536" y="38717"/>
                  </a:cubicBezTo>
                  <a:cubicBezTo>
                    <a:pt x="36609" y="38809"/>
                    <a:pt x="36720" y="38864"/>
                    <a:pt x="36837" y="38865"/>
                  </a:cubicBezTo>
                  <a:cubicBezTo>
                    <a:pt x="36596" y="38971"/>
                    <a:pt x="36282" y="39011"/>
                    <a:pt x="35935" y="39011"/>
                  </a:cubicBezTo>
                  <a:cubicBezTo>
                    <a:pt x="35451" y="39011"/>
                    <a:pt x="34904" y="38934"/>
                    <a:pt x="34409" y="38856"/>
                  </a:cubicBezTo>
                  <a:cubicBezTo>
                    <a:pt x="35105" y="38764"/>
                    <a:pt x="35807" y="38717"/>
                    <a:pt x="36509" y="38717"/>
                  </a:cubicBezTo>
                  <a:close/>
                  <a:moveTo>
                    <a:pt x="15183" y="13113"/>
                  </a:moveTo>
                  <a:cubicBezTo>
                    <a:pt x="16769" y="13113"/>
                    <a:pt x="18319" y="13366"/>
                    <a:pt x="19934" y="13775"/>
                  </a:cubicBezTo>
                  <a:cubicBezTo>
                    <a:pt x="22531" y="17699"/>
                    <a:pt x="25404" y="21460"/>
                    <a:pt x="28149" y="25276"/>
                  </a:cubicBezTo>
                  <a:cubicBezTo>
                    <a:pt x="30879" y="29073"/>
                    <a:pt x="33528" y="32953"/>
                    <a:pt x="36351" y="36684"/>
                  </a:cubicBezTo>
                  <a:cubicBezTo>
                    <a:pt x="34542" y="35843"/>
                    <a:pt x="32568" y="35460"/>
                    <a:pt x="30570" y="35460"/>
                  </a:cubicBezTo>
                  <a:cubicBezTo>
                    <a:pt x="26406" y="35460"/>
                    <a:pt x="22142" y="37123"/>
                    <a:pt x="19074" y="39757"/>
                  </a:cubicBezTo>
                  <a:cubicBezTo>
                    <a:pt x="13793" y="32214"/>
                    <a:pt x="8154" y="24943"/>
                    <a:pt x="2157" y="17945"/>
                  </a:cubicBezTo>
                  <a:lnTo>
                    <a:pt x="2159" y="17945"/>
                  </a:lnTo>
                  <a:cubicBezTo>
                    <a:pt x="5055" y="16227"/>
                    <a:pt x="8015" y="14530"/>
                    <a:pt x="11283" y="13642"/>
                  </a:cubicBezTo>
                  <a:cubicBezTo>
                    <a:pt x="12638" y="13273"/>
                    <a:pt x="13922" y="13113"/>
                    <a:pt x="15183" y="13113"/>
                  </a:cubicBezTo>
                  <a:close/>
                  <a:moveTo>
                    <a:pt x="2578" y="20435"/>
                  </a:moveTo>
                  <a:cubicBezTo>
                    <a:pt x="8168" y="27062"/>
                    <a:pt x="13443" y="33937"/>
                    <a:pt x="18402" y="41058"/>
                  </a:cubicBezTo>
                  <a:cubicBezTo>
                    <a:pt x="18543" y="41262"/>
                    <a:pt x="18758" y="41377"/>
                    <a:pt x="18977" y="41377"/>
                  </a:cubicBezTo>
                  <a:cubicBezTo>
                    <a:pt x="19133" y="41377"/>
                    <a:pt x="19292" y="41318"/>
                    <a:pt x="19427" y="41190"/>
                  </a:cubicBezTo>
                  <a:cubicBezTo>
                    <a:pt x="21632" y="39103"/>
                    <a:pt x="24333" y="37693"/>
                    <a:pt x="27314" y="37090"/>
                  </a:cubicBezTo>
                  <a:cubicBezTo>
                    <a:pt x="28284" y="36894"/>
                    <a:pt x="29226" y="36809"/>
                    <a:pt x="30154" y="36809"/>
                  </a:cubicBezTo>
                  <a:cubicBezTo>
                    <a:pt x="30890" y="36809"/>
                    <a:pt x="31618" y="36863"/>
                    <a:pt x="32345" y="36959"/>
                  </a:cubicBezTo>
                  <a:cubicBezTo>
                    <a:pt x="32139" y="36996"/>
                    <a:pt x="31934" y="37038"/>
                    <a:pt x="31726" y="37085"/>
                  </a:cubicBezTo>
                  <a:cubicBezTo>
                    <a:pt x="29702" y="37535"/>
                    <a:pt x="27672" y="38191"/>
                    <a:pt x="25741" y="38939"/>
                  </a:cubicBezTo>
                  <a:cubicBezTo>
                    <a:pt x="24060" y="39590"/>
                    <a:pt x="22425" y="40379"/>
                    <a:pt x="20975" y="41459"/>
                  </a:cubicBezTo>
                  <a:cubicBezTo>
                    <a:pt x="20335" y="41934"/>
                    <a:pt x="18892" y="42836"/>
                    <a:pt x="18616" y="43758"/>
                  </a:cubicBezTo>
                  <a:cubicBezTo>
                    <a:pt x="15797" y="39642"/>
                    <a:pt x="12269" y="35871"/>
                    <a:pt x="9131" y="31993"/>
                  </a:cubicBezTo>
                  <a:cubicBezTo>
                    <a:pt x="7537" y="30022"/>
                    <a:pt x="5941" y="28055"/>
                    <a:pt x="4343" y="26088"/>
                  </a:cubicBezTo>
                  <a:cubicBezTo>
                    <a:pt x="3509" y="25063"/>
                    <a:pt x="2360" y="24025"/>
                    <a:pt x="1726" y="22872"/>
                  </a:cubicBezTo>
                  <a:lnTo>
                    <a:pt x="1290" y="22336"/>
                  </a:lnTo>
                  <a:cubicBezTo>
                    <a:pt x="1365" y="21812"/>
                    <a:pt x="1612" y="21399"/>
                    <a:pt x="2027" y="21097"/>
                  </a:cubicBezTo>
                  <a:cubicBezTo>
                    <a:pt x="2191" y="20870"/>
                    <a:pt x="2390" y="20654"/>
                    <a:pt x="2578" y="20435"/>
                  </a:cubicBezTo>
                  <a:close/>
                  <a:moveTo>
                    <a:pt x="34214" y="37438"/>
                  </a:moveTo>
                  <a:cubicBezTo>
                    <a:pt x="34480" y="37438"/>
                    <a:pt x="34745" y="37450"/>
                    <a:pt x="35009" y="37476"/>
                  </a:cubicBezTo>
                  <a:cubicBezTo>
                    <a:pt x="35056" y="37488"/>
                    <a:pt x="35104" y="37502"/>
                    <a:pt x="35153" y="37514"/>
                  </a:cubicBezTo>
                  <a:cubicBezTo>
                    <a:pt x="32341" y="37733"/>
                    <a:pt x="29659" y="38637"/>
                    <a:pt x="27141" y="39965"/>
                  </a:cubicBezTo>
                  <a:cubicBezTo>
                    <a:pt x="25564" y="40797"/>
                    <a:pt x="24060" y="41771"/>
                    <a:pt x="22625" y="42823"/>
                  </a:cubicBezTo>
                  <a:cubicBezTo>
                    <a:pt x="22053" y="43241"/>
                    <a:pt x="21266" y="44080"/>
                    <a:pt x="20621" y="44360"/>
                  </a:cubicBezTo>
                  <a:cubicBezTo>
                    <a:pt x="20405" y="44454"/>
                    <a:pt x="20198" y="44493"/>
                    <a:pt x="19997" y="44493"/>
                  </a:cubicBezTo>
                  <a:cubicBezTo>
                    <a:pt x="19802" y="44493"/>
                    <a:pt x="19613" y="44456"/>
                    <a:pt x="19427" y="44400"/>
                  </a:cubicBezTo>
                  <a:cubicBezTo>
                    <a:pt x="19434" y="44391"/>
                    <a:pt x="19440" y="44386"/>
                    <a:pt x="19448" y="44377"/>
                  </a:cubicBezTo>
                  <a:cubicBezTo>
                    <a:pt x="19593" y="44198"/>
                    <a:pt x="19599" y="43995"/>
                    <a:pt x="19448" y="43814"/>
                  </a:cubicBezTo>
                  <a:lnTo>
                    <a:pt x="19430" y="43792"/>
                  </a:lnTo>
                  <a:cubicBezTo>
                    <a:pt x="19697" y="43721"/>
                    <a:pt x="19911" y="43553"/>
                    <a:pt x="20074" y="43287"/>
                  </a:cubicBezTo>
                  <a:cubicBezTo>
                    <a:pt x="20320" y="43038"/>
                    <a:pt x="20576" y="42801"/>
                    <a:pt x="20843" y="42573"/>
                  </a:cubicBezTo>
                  <a:cubicBezTo>
                    <a:pt x="21485" y="42027"/>
                    <a:pt x="22180" y="41552"/>
                    <a:pt x="22907" y="41126"/>
                  </a:cubicBezTo>
                  <a:cubicBezTo>
                    <a:pt x="24188" y="40374"/>
                    <a:pt x="25559" y="39793"/>
                    <a:pt x="26955" y="39291"/>
                  </a:cubicBezTo>
                  <a:cubicBezTo>
                    <a:pt x="29199" y="38484"/>
                    <a:pt x="31750" y="37438"/>
                    <a:pt x="34214" y="37438"/>
                  </a:cubicBezTo>
                  <a:close/>
                  <a:moveTo>
                    <a:pt x="34842" y="0"/>
                  </a:moveTo>
                  <a:cubicBezTo>
                    <a:pt x="34343" y="0"/>
                    <a:pt x="33867" y="188"/>
                    <a:pt x="33507" y="630"/>
                  </a:cubicBezTo>
                  <a:cubicBezTo>
                    <a:pt x="31447" y="1151"/>
                    <a:pt x="29512" y="2015"/>
                    <a:pt x="27862" y="3526"/>
                  </a:cubicBezTo>
                  <a:cubicBezTo>
                    <a:pt x="27217" y="4115"/>
                    <a:pt x="26496" y="4800"/>
                    <a:pt x="25773" y="5555"/>
                  </a:cubicBezTo>
                  <a:cubicBezTo>
                    <a:pt x="23620" y="7604"/>
                    <a:pt x="21769" y="10148"/>
                    <a:pt x="20875" y="12916"/>
                  </a:cubicBezTo>
                  <a:cubicBezTo>
                    <a:pt x="19359" y="12052"/>
                    <a:pt x="17538" y="11727"/>
                    <a:pt x="15721" y="11727"/>
                  </a:cubicBezTo>
                  <a:cubicBezTo>
                    <a:pt x="14356" y="11727"/>
                    <a:pt x="12994" y="11911"/>
                    <a:pt x="11766" y="12185"/>
                  </a:cubicBezTo>
                  <a:cubicBezTo>
                    <a:pt x="7819" y="13067"/>
                    <a:pt x="4277" y="15176"/>
                    <a:pt x="838" y="17217"/>
                  </a:cubicBezTo>
                  <a:cubicBezTo>
                    <a:pt x="458" y="17444"/>
                    <a:pt x="436" y="17923"/>
                    <a:pt x="707" y="18237"/>
                  </a:cubicBezTo>
                  <a:cubicBezTo>
                    <a:pt x="1244" y="18859"/>
                    <a:pt x="1774" y="19488"/>
                    <a:pt x="2305" y="20116"/>
                  </a:cubicBezTo>
                  <a:cubicBezTo>
                    <a:pt x="1441" y="20484"/>
                    <a:pt x="862" y="21064"/>
                    <a:pt x="197" y="21811"/>
                  </a:cubicBezTo>
                  <a:cubicBezTo>
                    <a:pt x="77" y="21947"/>
                    <a:pt x="0" y="22200"/>
                    <a:pt x="127" y="22363"/>
                  </a:cubicBezTo>
                  <a:cubicBezTo>
                    <a:pt x="2951" y="26054"/>
                    <a:pt x="5928" y="29634"/>
                    <a:pt x="8843" y="33254"/>
                  </a:cubicBezTo>
                  <a:cubicBezTo>
                    <a:pt x="11749" y="36861"/>
                    <a:pt x="14485" y="40794"/>
                    <a:pt x="17652" y="44182"/>
                  </a:cubicBezTo>
                  <a:cubicBezTo>
                    <a:pt x="17664" y="44208"/>
                    <a:pt x="17679" y="44232"/>
                    <a:pt x="17699" y="44255"/>
                  </a:cubicBezTo>
                  <a:cubicBezTo>
                    <a:pt x="18282" y="44908"/>
                    <a:pt x="19219" y="45924"/>
                    <a:pt x="20167" y="45924"/>
                  </a:cubicBezTo>
                  <a:cubicBezTo>
                    <a:pt x="20277" y="45924"/>
                    <a:pt x="20387" y="45910"/>
                    <a:pt x="20497" y="45881"/>
                  </a:cubicBezTo>
                  <a:cubicBezTo>
                    <a:pt x="21148" y="45708"/>
                    <a:pt x="21757" y="44978"/>
                    <a:pt x="22286" y="44585"/>
                  </a:cubicBezTo>
                  <a:cubicBezTo>
                    <a:pt x="23162" y="43935"/>
                    <a:pt x="24053" y="43304"/>
                    <a:pt x="24965" y="42705"/>
                  </a:cubicBezTo>
                  <a:cubicBezTo>
                    <a:pt x="27366" y="41130"/>
                    <a:pt x="29934" y="39829"/>
                    <a:pt x="32678" y="39174"/>
                  </a:cubicBezTo>
                  <a:cubicBezTo>
                    <a:pt x="32752" y="39177"/>
                    <a:pt x="32826" y="39174"/>
                    <a:pt x="32900" y="39178"/>
                  </a:cubicBezTo>
                  <a:cubicBezTo>
                    <a:pt x="34054" y="39233"/>
                    <a:pt x="35153" y="39648"/>
                    <a:pt x="36288" y="39715"/>
                  </a:cubicBezTo>
                  <a:cubicBezTo>
                    <a:pt x="36337" y="39718"/>
                    <a:pt x="36385" y="39720"/>
                    <a:pt x="36433" y="39720"/>
                  </a:cubicBezTo>
                  <a:cubicBezTo>
                    <a:pt x="37209" y="39720"/>
                    <a:pt x="37750" y="39337"/>
                    <a:pt x="37827" y="38540"/>
                  </a:cubicBezTo>
                  <a:cubicBezTo>
                    <a:pt x="39593" y="36201"/>
                    <a:pt x="41115" y="33792"/>
                    <a:pt x="43273" y="31744"/>
                  </a:cubicBezTo>
                  <a:cubicBezTo>
                    <a:pt x="44449" y="30626"/>
                    <a:pt x="45716" y="29608"/>
                    <a:pt x="47060" y="28698"/>
                  </a:cubicBezTo>
                  <a:cubicBezTo>
                    <a:pt x="47079" y="28686"/>
                    <a:pt x="47099" y="28675"/>
                    <a:pt x="47118" y="28662"/>
                  </a:cubicBezTo>
                  <a:cubicBezTo>
                    <a:pt x="48826" y="27633"/>
                    <a:pt x="50637" y="26785"/>
                    <a:pt x="52524" y="26133"/>
                  </a:cubicBezTo>
                  <a:cubicBezTo>
                    <a:pt x="52902" y="26003"/>
                    <a:pt x="53156" y="25447"/>
                    <a:pt x="52785" y="25145"/>
                  </a:cubicBezTo>
                  <a:cubicBezTo>
                    <a:pt x="52171" y="24648"/>
                    <a:pt x="51613" y="24099"/>
                    <a:pt x="50959" y="23696"/>
                  </a:cubicBezTo>
                  <a:cubicBezTo>
                    <a:pt x="51006" y="23680"/>
                    <a:pt x="51050" y="23660"/>
                    <a:pt x="51097" y="23645"/>
                  </a:cubicBezTo>
                  <a:cubicBezTo>
                    <a:pt x="51251" y="23594"/>
                    <a:pt x="51309" y="23468"/>
                    <a:pt x="51300" y="23347"/>
                  </a:cubicBezTo>
                  <a:cubicBezTo>
                    <a:pt x="51345" y="23292"/>
                    <a:pt x="51376" y="23227"/>
                    <a:pt x="51391" y="23158"/>
                  </a:cubicBezTo>
                  <a:cubicBezTo>
                    <a:pt x="51657" y="23086"/>
                    <a:pt x="51868" y="22805"/>
                    <a:pt x="51676" y="22507"/>
                  </a:cubicBezTo>
                  <a:cubicBezTo>
                    <a:pt x="51561" y="22326"/>
                    <a:pt x="51447" y="22144"/>
                    <a:pt x="51333" y="21962"/>
                  </a:cubicBezTo>
                  <a:cubicBezTo>
                    <a:pt x="51345" y="21962"/>
                    <a:pt x="51359" y="21961"/>
                    <a:pt x="51371" y="21961"/>
                  </a:cubicBezTo>
                  <a:cubicBezTo>
                    <a:pt x="51374" y="21961"/>
                    <a:pt x="51377" y="21961"/>
                    <a:pt x="51379" y="21961"/>
                  </a:cubicBezTo>
                  <a:cubicBezTo>
                    <a:pt x="51539" y="21961"/>
                    <a:pt x="51585" y="21737"/>
                    <a:pt x="51453" y="21658"/>
                  </a:cubicBezTo>
                  <a:cubicBezTo>
                    <a:pt x="51333" y="21585"/>
                    <a:pt x="51198" y="21544"/>
                    <a:pt x="51056" y="21524"/>
                  </a:cubicBezTo>
                  <a:cubicBezTo>
                    <a:pt x="50796" y="21108"/>
                    <a:pt x="50546" y="20689"/>
                    <a:pt x="50290" y="20269"/>
                  </a:cubicBezTo>
                  <a:cubicBezTo>
                    <a:pt x="50030" y="19581"/>
                    <a:pt x="49589" y="18953"/>
                    <a:pt x="49191" y="18312"/>
                  </a:cubicBezTo>
                  <a:cubicBezTo>
                    <a:pt x="48421" y="17077"/>
                    <a:pt x="47572" y="15893"/>
                    <a:pt x="46728" y="14709"/>
                  </a:cubicBezTo>
                  <a:cubicBezTo>
                    <a:pt x="45005" y="12292"/>
                    <a:pt x="43280" y="9876"/>
                    <a:pt x="41551" y="7464"/>
                  </a:cubicBezTo>
                  <a:cubicBezTo>
                    <a:pt x="40019" y="5325"/>
                    <a:pt x="38618" y="2783"/>
                    <a:pt x="36781" y="897"/>
                  </a:cubicBezTo>
                  <a:cubicBezTo>
                    <a:pt x="36255" y="356"/>
                    <a:pt x="35527" y="0"/>
                    <a:pt x="348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34"/>
            <p:cNvSpPr/>
            <p:nvPr/>
          </p:nvSpPr>
          <p:spPr>
            <a:xfrm>
              <a:off x="2990175" y="381350"/>
              <a:ext cx="254450" cy="209600"/>
            </a:xfrm>
            <a:custGeom>
              <a:avLst/>
              <a:gdLst/>
              <a:ahLst/>
              <a:cxnLst/>
              <a:rect l="l" t="t" r="r" b="b"/>
              <a:pathLst>
                <a:path w="10178" h="8384" extrusionOk="0">
                  <a:moveTo>
                    <a:pt x="9489" y="1"/>
                  </a:moveTo>
                  <a:cubicBezTo>
                    <a:pt x="9460" y="1"/>
                    <a:pt x="9430" y="3"/>
                    <a:pt x="9398" y="7"/>
                  </a:cubicBezTo>
                  <a:cubicBezTo>
                    <a:pt x="5315" y="589"/>
                    <a:pt x="1324" y="4315"/>
                    <a:pt x="48" y="8144"/>
                  </a:cubicBezTo>
                  <a:cubicBezTo>
                    <a:pt x="1" y="8286"/>
                    <a:pt x="119" y="8384"/>
                    <a:pt x="239" y="8384"/>
                  </a:cubicBezTo>
                  <a:cubicBezTo>
                    <a:pt x="302" y="8384"/>
                    <a:pt x="366" y="8357"/>
                    <a:pt x="406" y="8294"/>
                  </a:cubicBezTo>
                  <a:cubicBezTo>
                    <a:pt x="1475" y="6637"/>
                    <a:pt x="2632" y="5068"/>
                    <a:pt x="4157" y="3799"/>
                  </a:cubicBezTo>
                  <a:cubicBezTo>
                    <a:pt x="5839" y="2399"/>
                    <a:pt x="7661" y="1727"/>
                    <a:pt x="9647" y="909"/>
                  </a:cubicBezTo>
                  <a:cubicBezTo>
                    <a:pt x="10177" y="691"/>
                    <a:pt x="10017" y="1"/>
                    <a:pt x="948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34"/>
            <p:cNvSpPr/>
            <p:nvPr/>
          </p:nvSpPr>
          <p:spPr>
            <a:xfrm>
              <a:off x="3026350" y="441550"/>
              <a:ext cx="247225" cy="201350"/>
            </a:xfrm>
            <a:custGeom>
              <a:avLst/>
              <a:gdLst/>
              <a:ahLst/>
              <a:cxnLst/>
              <a:rect l="l" t="t" r="r" b="b"/>
              <a:pathLst>
                <a:path w="9889" h="8054" extrusionOk="0">
                  <a:moveTo>
                    <a:pt x="9472" y="1"/>
                  </a:moveTo>
                  <a:cubicBezTo>
                    <a:pt x="9466" y="1"/>
                    <a:pt x="9460" y="1"/>
                    <a:pt x="9454" y="1"/>
                  </a:cubicBezTo>
                  <a:cubicBezTo>
                    <a:pt x="5735" y="204"/>
                    <a:pt x="1142" y="4281"/>
                    <a:pt x="59" y="7752"/>
                  </a:cubicBezTo>
                  <a:cubicBezTo>
                    <a:pt x="0" y="7941"/>
                    <a:pt x="141" y="8053"/>
                    <a:pt x="292" y="8053"/>
                  </a:cubicBezTo>
                  <a:cubicBezTo>
                    <a:pt x="375" y="8053"/>
                    <a:pt x="460" y="8019"/>
                    <a:pt x="517" y="7945"/>
                  </a:cubicBezTo>
                  <a:cubicBezTo>
                    <a:pt x="1756" y="6329"/>
                    <a:pt x="2771" y="4701"/>
                    <a:pt x="4382" y="3401"/>
                  </a:cubicBezTo>
                  <a:cubicBezTo>
                    <a:pt x="6005" y="2092"/>
                    <a:pt x="7844" y="1590"/>
                    <a:pt x="9618" y="609"/>
                  </a:cubicBezTo>
                  <a:cubicBezTo>
                    <a:pt x="9889" y="460"/>
                    <a:pt x="9783" y="1"/>
                    <a:pt x="94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34"/>
            <p:cNvSpPr/>
            <p:nvPr/>
          </p:nvSpPr>
          <p:spPr>
            <a:xfrm>
              <a:off x="3172850" y="661350"/>
              <a:ext cx="224850" cy="198300"/>
            </a:xfrm>
            <a:custGeom>
              <a:avLst/>
              <a:gdLst/>
              <a:ahLst/>
              <a:cxnLst/>
              <a:rect l="l" t="t" r="r" b="b"/>
              <a:pathLst>
                <a:path w="8994" h="7932" extrusionOk="0">
                  <a:moveTo>
                    <a:pt x="8456" y="0"/>
                  </a:moveTo>
                  <a:cubicBezTo>
                    <a:pt x="8425" y="0"/>
                    <a:pt x="8392" y="4"/>
                    <a:pt x="8358" y="11"/>
                  </a:cubicBezTo>
                  <a:cubicBezTo>
                    <a:pt x="5106" y="738"/>
                    <a:pt x="1076" y="4402"/>
                    <a:pt x="60" y="7579"/>
                  </a:cubicBezTo>
                  <a:cubicBezTo>
                    <a:pt x="1" y="7765"/>
                    <a:pt x="174" y="7931"/>
                    <a:pt x="343" y="7931"/>
                  </a:cubicBezTo>
                  <a:cubicBezTo>
                    <a:pt x="409" y="7931"/>
                    <a:pt x="474" y="7907"/>
                    <a:pt x="524" y="7849"/>
                  </a:cubicBezTo>
                  <a:cubicBezTo>
                    <a:pt x="1689" y="6518"/>
                    <a:pt x="2590" y="5030"/>
                    <a:pt x="3913" y="3818"/>
                  </a:cubicBezTo>
                  <a:cubicBezTo>
                    <a:pt x="5371" y="2483"/>
                    <a:pt x="7047" y="1783"/>
                    <a:pt x="8657" y="718"/>
                  </a:cubicBezTo>
                  <a:cubicBezTo>
                    <a:pt x="8993" y="494"/>
                    <a:pt x="8826" y="0"/>
                    <a:pt x="84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34"/>
            <p:cNvSpPr/>
            <p:nvPr/>
          </p:nvSpPr>
          <p:spPr>
            <a:xfrm>
              <a:off x="3219000" y="725650"/>
              <a:ext cx="226500" cy="215375"/>
            </a:xfrm>
            <a:custGeom>
              <a:avLst/>
              <a:gdLst/>
              <a:ahLst/>
              <a:cxnLst/>
              <a:rect l="l" t="t" r="r" b="b"/>
              <a:pathLst>
                <a:path w="9060" h="8615" extrusionOk="0">
                  <a:moveTo>
                    <a:pt x="8466" y="1"/>
                  </a:moveTo>
                  <a:cubicBezTo>
                    <a:pt x="8403" y="1"/>
                    <a:pt x="8336" y="16"/>
                    <a:pt x="8267" y="50"/>
                  </a:cubicBezTo>
                  <a:cubicBezTo>
                    <a:pt x="6348" y="1017"/>
                    <a:pt x="4571" y="2396"/>
                    <a:pt x="3025" y="3882"/>
                  </a:cubicBezTo>
                  <a:cubicBezTo>
                    <a:pt x="1836" y="5024"/>
                    <a:pt x="0" y="6568"/>
                    <a:pt x="62" y="8367"/>
                  </a:cubicBezTo>
                  <a:cubicBezTo>
                    <a:pt x="66" y="8507"/>
                    <a:pt x="206" y="8614"/>
                    <a:pt x="335" y="8614"/>
                  </a:cubicBezTo>
                  <a:cubicBezTo>
                    <a:pt x="409" y="8614"/>
                    <a:pt x="480" y="8578"/>
                    <a:pt x="518" y="8491"/>
                  </a:cubicBezTo>
                  <a:cubicBezTo>
                    <a:pt x="2016" y="5007"/>
                    <a:pt x="5594" y="2708"/>
                    <a:pt x="8679" y="755"/>
                  </a:cubicBezTo>
                  <a:cubicBezTo>
                    <a:pt x="9059" y="514"/>
                    <a:pt x="8832" y="1"/>
                    <a:pt x="84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34"/>
            <p:cNvSpPr/>
            <p:nvPr/>
          </p:nvSpPr>
          <p:spPr>
            <a:xfrm>
              <a:off x="2528200" y="658025"/>
              <a:ext cx="405900" cy="260600"/>
            </a:xfrm>
            <a:custGeom>
              <a:avLst/>
              <a:gdLst/>
              <a:ahLst/>
              <a:cxnLst/>
              <a:rect l="l" t="t" r="r" b="b"/>
              <a:pathLst>
                <a:path w="16236" h="10424" extrusionOk="0">
                  <a:moveTo>
                    <a:pt x="1382" y="2708"/>
                  </a:moveTo>
                  <a:cubicBezTo>
                    <a:pt x="2705" y="4465"/>
                    <a:pt x="4361" y="5818"/>
                    <a:pt x="5564" y="7549"/>
                  </a:cubicBezTo>
                  <a:cubicBezTo>
                    <a:pt x="5049" y="7000"/>
                    <a:pt x="4518" y="6467"/>
                    <a:pt x="3972" y="5947"/>
                  </a:cubicBezTo>
                  <a:cubicBezTo>
                    <a:pt x="3369" y="5370"/>
                    <a:pt x="2751" y="4825"/>
                    <a:pt x="2113" y="4299"/>
                  </a:cubicBezTo>
                  <a:cubicBezTo>
                    <a:pt x="2286" y="4264"/>
                    <a:pt x="2405" y="4031"/>
                    <a:pt x="2251" y="3877"/>
                  </a:cubicBezTo>
                  <a:cubicBezTo>
                    <a:pt x="1869" y="3498"/>
                    <a:pt x="1454" y="3168"/>
                    <a:pt x="1030" y="2840"/>
                  </a:cubicBezTo>
                  <a:lnTo>
                    <a:pt x="1382" y="2708"/>
                  </a:lnTo>
                  <a:close/>
                  <a:moveTo>
                    <a:pt x="9295" y="739"/>
                  </a:moveTo>
                  <a:cubicBezTo>
                    <a:pt x="10900" y="739"/>
                    <a:pt x="11714" y="2042"/>
                    <a:pt x="12738" y="3153"/>
                  </a:cubicBezTo>
                  <a:cubicBezTo>
                    <a:pt x="13607" y="4096"/>
                    <a:pt x="14464" y="5049"/>
                    <a:pt x="15310" y="6013"/>
                  </a:cubicBezTo>
                  <a:cubicBezTo>
                    <a:pt x="13936" y="6363"/>
                    <a:pt x="12589" y="6790"/>
                    <a:pt x="11275" y="7331"/>
                  </a:cubicBezTo>
                  <a:cubicBezTo>
                    <a:pt x="10703" y="7567"/>
                    <a:pt x="10139" y="7820"/>
                    <a:pt x="9583" y="8091"/>
                  </a:cubicBezTo>
                  <a:cubicBezTo>
                    <a:pt x="9104" y="8323"/>
                    <a:pt x="7997" y="9216"/>
                    <a:pt x="7494" y="9216"/>
                  </a:cubicBezTo>
                  <a:cubicBezTo>
                    <a:pt x="7280" y="9214"/>
                    <a:pt x="7087" y="9143"/>
                    <a:pt x="6911" y="9028"/>
                  </a:cubicBezTo>
                  <a:cubicBezTo>
                    <a:pt x="5976" y="6497"/>
                    <a:pt x="3660" y="4237"/>
                    <a:pt x="1564" y="2642"/>
                  </a:cubicBezTo>
                  <a:cubicBezTo>
                    <a:pt x="3992" y="1737"/>
                    <a:pt x="6804" y="749"/>
                    <a:pt x="9284" y="739"/>
                  </a:cubicBezTo>
                  <a:cubicBezTo>
                    <a:pt x="9288" y="739"/>
                    <a:pt x="9291" y="739"/>
                    <a:pt x="9295" y="739"/>
                  </a:cubicBezTo>
                  <a:close/>
                  <a:moveTo>
                    <a:pt x="9522" y="0"/>
                  </a:moveTo>
                  <a:cubicBezTo>
                    <a:pt x="8353" y="0"/>
                    <a:pt x="6970" y="475"/>
                    <a:pt x="5977" y="700"/>
                  </a:cubicBezTo>
                  <a:cubicBezTo>
                    <a:pt x="4041" y="1140"/>
                    <a:pt x="2155" y="1729"/>
                    <a:pt x="300" y="2432"/>
                  </a:cubicBezTo>
                  <a:cubicBezTo>
                    <a:pt x="25" y="2536"/>
                    <a:pt x="1" y="2846"/>
                    <a:pt x="223" y="3018"/>
                  </a:cubicBezTo>
                  <a:cubicBezTo>
                    <a:pt x="702" y="3388"/>
                    <a:pt x="1169" y="3763"/>
                    <a:pt x="1673" y="4093"/>
                  </a:cubicBezTo>
                  <a:cubicBezTo>
                    <a:pt x="3491" y="5760"/>
                    <a:pt x="5144" y="7550"/>
                    <a:pt x="6623" y="9541"/>
                  </a:cubicBezTo>
                  <a:cubicBezTo>
                    <a:pt x="6713" y="9781"/>
                    <a:pt x="6797" y="10028"/>
                    <a:pt x="6867" y="10287"/>
                  </a:cubicBezTo>
                  <a:cubicBezTo>
                    <a:pt x="6892" y="10382"/>
                    <a:pt x="6963" y="10423"/>
                    <a:pt x="7035" y="10423"/>
                  </a:cubicBezTo>
                  <a:cubicBezTo>
                    <a:pt x="7146" y="10423"/>
                    <a:pt x="7261" y="10329"/>
                    <a:pt x="7234" y="10186"/>
                  </a:cubicBezTo>
                  <a:cubicBezTo>
                    <a:pt x="7224" y="10130"/>
                    <a:pt x="7207" y="10076"/>
                    <a:pt x="7196" y="10021"/>
                  </a:cubicBezTo>
                  <a:cubicBezTo>
                    <a:pt x="7219" y="10016"/>
                    <a:pt x="7243" y="10009"/>
                    <a:pt x="7264" y="9998"/>
                  </a:cubicBezTo>
                  <a:cubicBezTo>
                    <a:pt x="9998" y="8390"/>
                    <a:pt x="12869" y="7216"/>
                    <a:pt x="15954" y="6481"/>
                  </a:cubicBezTo>
                  <a:cubicBezTo>
                    <a:pt x="16193" y="6424"/>
                    <a:pt x="16235" y="6133"/>
                    <a:pt x="16091" y="5967"/>
                  </a:cubicBezTo>
                  <a:cubicBezTo>
                    <a:pt x="14926" y="4637"/>
                    <a:pt x="13744" y="3322"/>
                    <a:pt x="12545" y="2023"/>
                  </a:cubicBezTo>
                  <a:cubicBezTo>
                    <a:pt x="11928" y="1357"/>
                    <a:pt x="11266" y="350"/>
                    <a:pt x="10341" y="98"/>
                  </a:cubicBezTo>
                  <a:cubicBezTo>
                    <a:pt x="10087" y="29"/>
                    <a:pt x="9811" y="0"/>
                    <a:pt x="95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34"/>
            <p:cNvSpPr/>
            <p:nvPr/>
          </p:nvSpPr>
          <p:spPr>
            <a:xfrm>
              <a:off x="2739725" y="878000"/>
              <a:ext cx="265375" cy="114400"/>
            </a:xfrm>
            <a:custGeom>
              <a:avLst/>
              <a:gdLst/>
              <a:ahLst/>
              <a:cxnLst/>
              <a:rect l="l" t="t" r="r" b="b"/>
              <a:pathLst>
                <a:path w="10615" h="4576" extrusionOk="0">
                  <a:moveTo>
                    <a:pt x="8807" y="0"/>
                  </a:moveTo>
                  <a:cubicBezTo>
                    <a:pt x="5620" y="0"/>
                    <a:pt x="1581" y="1966"/>
                    <a:pt x="54" y="4386"/>
                  </a:cubicBezTo>
                  <a:cubicBezTo>
                    <a:pt x="1" y="4471"/>
                    <a:pt x="79" y="4576"/>
                    <a:pt x="166" y="4576"/>
                  </a:cubicBezTo>
                  <a:cubicBezTo>
                    <a:pt x="186" y="4576"/>
                    <a:pt x="207" y="4570"/>
                    <a:pt x="226" y="4558"/>
                  </a:cubicBezTo>
                  <a:cubicBezTo>
                    <a:pt x="1875" y="3508"/>
                    <a:pt x="3258" y="2278"/>
                    <a:pt x="5131" y="1591"/>
                  </a:cubicBezTo>
                  <a:cubicBezTo>
                    <a:pt x="6861" y="957"/>
                    <a:pt x="8587" y="1026"/>
                    <a:pt x="10351" y="694"/>
                  </a:cubicBezTo>
                  <a:cubicBezTo>
                    <a:pt x="10615" y="644"/>
                    <a:pt x="10595" y="242"/>
                    <a:pt x="10351" y="180"/>
                  </a:cubicBezTo>
                  <a:cubicBezTo>
                    <a:pt x="9872" y="58"/>
                    <a:pt x="9352" y="0"/>
                    <a:pt x="88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34"/>
            <p:cNvSpPr/>
            <p:nvPr/>
          </p:nvSpPr>
          <p:spPr>
            <a:xfrm>
              <a:off x="2783475" y="946275"/>
              <a:ext cx="254775" cy="113000"/>
            </a:xfrm>
            <a:custGeom>
              <a:avLst/>
              <a:gdLst/>
              <a:ahLst/>
              <a:cxnLst/>
              <a:rect l="l" t="t" r="r" b="b"/>
              <a:pathLst>
                <a:path w="10191" h="4520" extrusionOk="0">
                  <a:moveTo>
                    <a:pt x="9024" y="1"/>
                  </a:moveTo>
                  <a:cubicBezTo>
                    <a:pt x="7296" y="1"/>
                    <a:pt x="5453" y="625"/>
                    <a:pt x="3919" y="1282"/>
                  </a:cubicBezTo>
                  <a:cubicBezTo>
                    <a:pt x="2789" y="1765"/>
                    <a:pt x="261" y="2658"/>
                    <a:pt x="23" y="4060"/>
                  </a:cubicBezTo>
                  <a:cubicBezTo>
                    <a:pt x="1" y="4188"/>
                    <a:pt x="41" y="4285"/>
                    <a:pt x="145" y="4359"/>
                  </a:cubicBezTo>
                  <a:lnTo>
                    <a:pt x="328" y="4490"/>
                  </a:lnTo>
                  <a:cubicBezTo>
                    <a:pt x="356" y="4510"/>
                    <a:pt x="386" y="4519"/>
                    <a:pt x="416" y="4519"/>
                  </a:cubicBezTo>
                  <a:cubicBezTo>
                    <a:pt x="528" y="4519"/>
                    <a:pt x="634" y="4397"/>
                    <a:pt x="599" y="4281"/>
                  </a:cubicBezTo>
                  <a:cubicBezTo>
                    <a:pt x="310" y="3333"/>
                    <a:pt x="4773" y="1735"/>
                    <a:pt x="5289" y="1569"/>
                  </a:cubicBezTo>
                  <a:cubicBezTo>
                    <a:pt x="6773" y="1093"/>
                    <a:pt x="8295" y="1027"/>
                    <a:pt x="9799" y="688"/>
                  </a:cubicBezTo>
                  <a:cubicBezTo>
                    <a:pt x="10190" y="600"/>
                    <a:pt x="10059" y="73"/>
                    <a:pt x="9711" y="36"/>
                  </a:cubicBezTo>
                  <a:cubicBezTo>
                    <a:pt x="9485" y="12"/>
                    <a:pt x="9255" y="1"/>
                    <a:pt x="902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34"/>
            <p:cNvSpPr/>
            <p:nvPr/>
          </p:nvSpPr>
          <p:spPr>
            <a:xfrm>
              <a:off x="2839925" y="1007825"/>
              <a:ext cx="259925" cy="117700"/>
            </a:xfrm>
            <a:custGeom>
              <a:avLst/>
              <a:gdLst/>
              <a:ahLst/>
              <a:cxnLst/>
              <a:rect l="l" t="t" r="r" b="b"/>
              <a:pathLst>
                <a:path w="10397" h="4708" extrusionOk="0">
                  <a:moveTo>
                    <a:pt x="9045" y="1"/>
                  </a:moveTo>
                  <a:cubicBezTo>
                    <a:pt x="5729" y="1"/>
                    <a:pt x="2019" y="2104"/>
                    <a:pt x="58" y="4551"/>
                  </a:cubicBezTo>
                  <a:cubicBezTo>
                    <a:pt x="0" y="4623"/>
                    <a:pt x="54" y="4707"/>
                    <a:pt x="124" y="4707"/>
                  </a:cubicBezTo>
                  <a:cubicBezTo>
                    <a:pt x="145" y="4707"/>
                    <a:pt x="167" y="4700"/>
                    <a:pt x="188" y="4683"/>
                  </a:cubicBezTo>
                  <a:cubicBezTo>
                    <a:pt x="1738" y="3418"/>
                    <a:pt x="3324" y="2289"/>
                    <a:pt x="5224" y="1613"/>
                  </a:cubicBezTo>
                  <a:cubicBezTo>
                    <a:pt x="6821" y="1047"/>
                    <a:pt x="8433" y="1014"/>
                    <a:pt x="10074" y="712"/>
                  </a:cubicBezTo>
                  <a:cubicBezTo>
                    <a:pt x="10385" y="655"/>
                    <a:pt x="10396" y="120"/>
                    <a:pt x="10074" y="73"/>
                  </a:cubicBezTo>
                  <a:cubicBezTo>
                    <a:pt x="9737" y="24"/>
                    <a:pt x="9393" y="1"/>
                    <a:pt x="90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2A27EFEC-2570-4BC8-AED9-092C17A0D2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4537" y="1447206"/>
            <a:ext cx="6728788" cy="2400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112756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4"/>
          <p:cNvSpPr txBox="1">
            <a:spLocks noGrp="1"/>
          </p:cNvSpPr>
          <p:nvPr>
            <p:ph type="title"/>
          </p:nvPr>
        </p:nvSpPr>
        <p:spPr>
          <a:xfrm>
            <a:off x="1307759" y="947437"/>
            <a:ext cx="2939511" cy="4372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u="sng" dirty="0"/>
              <a:t>Heapsort</a:t>
            </a:r>
          </a:p>
        </p:txBody>
      </p:sp>
      <p:sp>
        <p:nvSpPr>
          <p:cNvPr id="234" name="Google Shape;234;p34"/>
          <p:cNvSpPr txBox="1">
            <a:spLocks noGrp="1"/>
          </p:cNvSpPr>
          <p:nvPr>
            <p:ph type="subTitle" idx="1"/>
          </p:nvPr>
        </p:nvSpPr>
        <p:spPr>
          <a:xfrm>
            <a:off x="1307759" y="531752"/>
            <a:ext cx="3439500" cy="53514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Heaps	</a:t>
            </a:r>
          </a:p>
        </p:txBody>
      </p:sp>
      <p:pic>
        <p:nvPicPr>
          <p:cNvPr id="235" name="Google Shape;235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695460">
            <a:off x="7765338" y="3361772"/>
            <a:ext cx="1241024" cy="1610463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grpSp>
        <p:nvGrpSpPr>
          <p:cNvPr id="236" name="Google Shape;236;p34"/>
          <p:cNvGrpSpPr/>
          <p:nvPr/>
        </p:nvGrpSpPr>
        <p:grpSpPr>
          <a:xfrm rot="790859">
            <a:off x="7973758" y="3964891"/>
            <a:ext cx="824184" cy="712067"/>
            <a:chOff x="2341425" y="238100"/>
            <a:chExt cx="1328900" cy="1148125"/>
          </a:xfrm>
        </p:grpSpPr>
        <p:sp>
          <p:nvSpPr>
            <p:cNvPr id="237" name="Google Shape;237;p34"/>
            <p:cNvSpPr/>
            <p:nvPr/>
          </p:nvSpPr>
          <p:spPr>
            <a:xfrm>
              <a:off x="2341425" y="238100"/>
              <a:ext cx="1328900" cy="1148125"/>
            </a:xfrm>
            <a:custGeom>
              <a:avLst/>
              <a:gdLst/>
              <a:ahLst/>
              <a:cxnLst/>
              <a:rect l="l" t="t" r="r" b="b"/>
              <a:pathLst>
                <a:path w="53156" h="45925" extrusionOk="0">
                  <a:moveTo>
                    <a:pt x="49853" y="24103"/>
                  </a:moveTo>
                  <a:cubicBezTo>
                    <a:pt x="50212" y="24609"/>
                    <a:pt x="50681" y="25003"/>
                    <a:pt x="51172" y="25380"/>
                  </a:cubicBezTo>
                  <a:cubicBezTo>
                    <a:pt x="48199" y="26540"/>
                    <a:pt x="45438" y="28144"/>
                    <a:pt x="42987" y="30206"/>
                  </a:cubicBezTo>
                  <a:cubicBezTo>
                    <a:pt x="41727" y="31264"/>
                    <a:pt x="40396" y="32510"/>
                    <a:pt x="39238" y="33887"/>
                  </a:cubicBezTo>
                  <a:cubicBezTo>
                    <a:pt x="39347" y="33688"/>
                    <a:pt x="39460" y="33491"/>
                    <a:pt x="39578" y="33301"/>
                  </a:cubicBezTo>
                  <a:cubicBezTo>
                    <a:pt x="40490" y="31831"/>
                    <a:pt x="41539" y="30449"/>
                    <a:pt x="42711" y="29176"/>
                  </a:cubicBezTo>
                  <a:cubicBezTo>
                    <a:pt x="44775" y="26932"/>
                    <a:pt x="47091" y="25229"/>
                    <a:pt x="49853" y="24103"/>
                  </a:cubicBezTo>
                  <a:close/>
                  <a:moveTo>
                    <a:pt x="35117" y="1053"/>
                  </a:moveTo>
                  <a:lnTo>
                    <a:pt x="35117" y="1053"/>
                  </a:lnTo>
                  <a:cubicBezTo>
                    <a:pt x="36710" y="1715"/>
                    <a:pt x="38294" y="4814"/>
                    <a:pt x="38992" y="5799"/>
                  </a:cubicBezTo>
                  <a:cubicBezTo>
                    <a:pt x="40312" y="7660"/>
                    <a:pt x="41633" y="9523"/>
                    <a:pt x="42954" y="11383"/>
                  </a:cubicBezTo>
                  <a:cubicBezTo>
                    <a:pt x="44182" y="13110"/>
                    <a:pt x="45421" y="14827"/>
                    <a:pt x="46633" y="16564"/>
                  </a:cubicBezTo>
                  <a:cubicBezTo>
                    <a:pt x="46650" y="16588"/>
                    <a:pt x="46667" y="16613"/>
                    <a:pt x="46685" y="16638"/>
                  </a:cubicBezTo>
                  <a:cubicBezTo>
                    <a:pt x="47623" y="18397"/>
                    <a:pt x="48600" y="20134"/>
                    <a:pt x="49618" y="21849"/>
                  </a:cubicBezTo>
                  <a:cubicBezTo>
                    <a:pt x="48693" y="22281"/>
                    <a:pt x="47744" y="23007"/>
                    <a:pt x="47214" y="23343"/>
                  </a:cubicBezTo>
                  <a:cubicBezTo>
                    <a:pt x="45320" y="24544"/>
                    <a:pt x="43587" y="25982"/>
                    <a:pt x="42057" y="27622"/>
                  </a:cubicBezTo>
                  <a:cubicBezTo>
                    <a:pt x="40592" y="29191"/>
                    <a:pt x="39304" y="30938"/>
                    <a:pt x="38281" y="32827"/>
                  </a:cubicBezTo>
                  <a:cubicBezTo>
                    <a:pt x="37877" y="33573"/>
                    <a:pt x="37271" y="34533"/>
                    <a:pt x="36981" y="35496"/>
                  </a:cubicBezTo>
                  <a:cubicBezTo>
                    <a:pt x="36328" y="34434"/>
                    <a:pt x="35635" y="33395"/>
                    <a:pt x="34953" y="32353"/>
                  </a:cubicBezTo>
                  <a:cubicBezTo>
                    <a:pt x="33450" y="30055"/>
                    <a:pt x="31915" y="27777"/>
                    <a:pt x="30347" y="25524"/>
                  </a:cubicBezTo>
                  <a:cubicBezTo>
                    <a:pt x="28841" y="23359"/>
                    <a:pt x="27306" y="21217"/>
                    <a:pt x="25741" y="19095"/>
                  </a:cubicBezTo>
                  <a:cubicBezTo>
                    <a:pt x="24508" y="17421"/>
                    <a:pt x="23256" y="15382"/>
                    <a:pt x="21757" y="13843"/>
                  </a:cubicBezTo>
                  <a:cubicBezTo>
                    <a:pt x="22758" y="10753"/>
                    <a:pt x="24747" y="8361"/>
                    <a:pt x="26903" y="5992"/>
                  </a:cubicBezTo>
                  <a:cubicBezTo>
                    <a:pt x="27357" y="5493"/>
                    <a:pt x="27826" y="4981"/>
                    <a:pt x="28315" y="4481"/>
                  </a:cubicBezTo>
                  <a:cubicBezTo>
                    <a:pt x="29626" y="3498"/>
                    <a:pt x="31045" y="2668"/>
                    <a:pt x="32551" y="2018"/>
                  </a:cubicBezTo>
                  <a:cubicBezTo>
                    <a:pt x="33121" y="1772"/>
                    <a:pt x="33780" y="1496"/>
                    <a:pt x="34476" y="1255"/>
                  </a:cubicBezTo>
                  <a:cubicBezTo>
                    <a:pt x="34702" y="1206"/>
                    <a:pt x="34932" y="1166"/>
                    <a:pt x="35161" y="1125"/>
                  </a:cubicBezTo>
                  <a:cubicBezTo>
                    <a:pt x="35147" y="1101"/>
                    <a:pt x="35132" y="1076"/>
                    <a:pt x="35117" y="1053"/>
                  </a:cubicBezTo>
                  <a:close/>
                  <a:moveTo>
                    <a:pt x="49886" y="22296"/>
                  </a:moveTo>
                  <a:cubicBezTo>
                    <a:pt x="50069" y="22601"/>
                    <a:pt x="50253" y="22905"/>
                    <a:pt x="50437" y="23208"/>
                  </a:cubicBezTo>
                  <a:cubicBezTo>
                    <a:pt x="50328" y="23239"/>
                    <a:pt x="50219" y="23270"/>
                    <a:pt x="50110" y="23305"/>
                  </a:cubicBezTo>
                  <a:cubicBezTo>
                    <a:pt x="50098" y="23304"/>
                    <a:pt x="50086" y="23303"/>
                    <a:pt x="50074" y="23303"/>
                  </a:cubicBezTo>
                  <a:cubicBezTo>
                    <a:pt x="49989" y="23303"/>
                    <a:pt x="49905" y="23334"/>
                    <a:pt x="49839" y="23390"/>
                  </a:cubicBezTo>
                  <a:cubicBezTo>
                    <a:pt x="46983" y="24343"/>
                    <a:pt x="44499" y="26352"/>
                    <a:pt x="42469" y="28520"/>
                  </a:cubicBezTo>
                  <a:cubicBezTo>
                    <a:pt x="40592" y="30525"/>
                    <a:pt x="38254" y="33305"/>
                    <a:pt x="37357" y="36095"/>
                  </a:cubicBezTo>
                  <a:cubicBezTo>
                    <a:pt x="37306" y="36011"/>
                    <a:pt x="37249" y="35923"/>
                    <a:pt x="37190" y="35830"/>
                  </a:cubicBezTo>
                  <a:cubicBezTo>
                    <a:pt x="37565" y="34416"/>
                    <a:pt x="38696" y="32821"/>
                    <a:pt x="39296" y="31878"/>
                  </a:cubicBezTo>
                  <a:cubicBezTo>
                    <a:pt x="40239" y="30393"/>
                    <a:pt x="41330" y="29005"/>
                    <a:pt x="42550" y="27739"/>
                  </a:cubicBezTo>
                  <a:cubicBezTo>
                    <a:pt x="43708" y="26537"/>
                    <a:pt x="44980" y="25451"/>
                    <a:pt x="46348" y="24494"/>
                  </a:cubicBezTo>
                  <a:cubicBezTo>
                    <a:pt x="47234" y="23875"/>
                    <a:pt x="48600" y="22828"/>
                    <a:pt x="49886" y="22296"/>
                  </a:cubicBezTo>
                  <a:close/>
                  <a:moveTo>
                    <a:pt x="20475" y="13918"/>
                  </a:moveTo>
                  <a:cubicBezTo>
                    <a:pt x="20720" y="13985"/>
                    <a:pt x="20968" y="14054"/>
                    <a:pt x="21218" y="14127"/>
                  </a:cubicBezTo>
                  <a:lnTo>
                    <a:pt x="21219" y="14127"/>
                  </a:lnTo>
                  <a:cubicBezTo>
                    <a:pt x="22265" y="15897"/>
                    <a:pt x="23782" y="17534"/>
                    <a:pt x="24979" y="19160"/>
                  </a:cubicBezTo>
                  <a:cubicBezTo>
                    <a:pt x="26409" y="21107"/>
                    <a:pt x="27816" y="23071"/>
                    <a:pt x="29199" y="25052"/>
                  </a:cubicBezTo>
                  <a:cubicBezTo>
                    <a:pt x="30581" y="27035"/>
                    <a:pt x="31937" y="29034"/>
                    <a:pt x="33269" y="31050"/>
                  </a:cubicBezTo>
                  <a:cubicBezTo>
                    <a:pt x="33874" y="31967"/>
                    <a:pt x="34473" y="32886"/>
                    <a:pt x="35069" y="33809"/>
                  </a:cubicBezTo>
                  <a:cubicBezTo>
                    <a:pt x="35425" y="34364"/>
                    <a:pt x="35780" y="34920"/>
                    <a:pt x="36133" y="35475"/>
                  </a:cubicBezTo>
                  <a:lnTo>
                    <a:pt x="36486" y="36032"/>
                  </a:lnTo>
                  <a:cubicBezTo>
                    <a:pt x="36496" y="36074"/>
                    <a:pt x="36508" y="36115"/>
                    <a:pt x="36522" y="36155"/>
                  </a:cubicBezTo>
                  <a:cubicBezTo>
                    <a:pt x="33879" y="32306"/>
                    <a:pt x="31050" y="28568"/>
                    <a:pt x="28325" y="24779"/>
                  </a:cubicBezTo>
                  <a:cubicBezTo>
                    <a:pt x="25722" y="21160"/>
                    <a:pt x="23203" y="17449"/>
                    <a:pt x="20475" y="13918"/>
                  </a:cubicBezTo>
                  <a:close/>
                  <a:moveTo>
                    <a:pt x="37953" y="37630"/>
                  </a:moveTo>
                  <a:cubicBezTo>
                    <a:pt x="37851" y="37834"/>
                    <a:pt x="37753" y="38038"/>
                    <a:pt x="37661" y="38245"/>
                  </a:cubicBezTo>
                  <a:cubicBezTo>
                    <a:pt x="37630" y="38236"/>
                    <a:pt x="37597" y="38231"/>
                    <a:pt x="37565" y="38231"/>
                  </a:cubicBezTo>
                  <a:cubicBezTo>
                    <a:pt x="37533" y="38231"/>
                    <a:pt x="37500" y="38236"/>
                    <a:pt x="37470" y="38245"/>
                  </a:cubicBezTo>
                  <a:cubicBezTo>
                    <a:pt x="37633" y="38041"/>
                    <a:pt x="37793" y="37835"/>
                    <a:pt x="37953" y="37630"/>
                  </a:cubicBezTo>
                  <a:close/>
                  <a:moveTo>
                    <a:pt x="36509" y="38717"/>
                  </a:moveTo>
                  <a:cubicBezTo>
                    <a:pt x="36518" y="38717"/>
                    <a:pt x="36527" y="38717"/>
                    <a:pt x="36536" y="38717"/>
                  </a:cubicBezTo>
                  <a:cubicBezTo>
                    <a:pt x="36609" y="38809"/>
                    <a:pt x="36720" y="38864"/>
                    <a:pt x="36837" y="38865"/>
                  </a:cubicBezTo>
                  <a:cubicBezTo>
                    <a:pt x="36596" y="38971"/>
                    <a:pt x="36282" y="39011"/>
                    <a:pt x="35935" y="39011"/>
                  </a:cubicBezTo>
                  <a:cubicBezTo>
                    <a:pt x="35451" y="39011"/>
                    <a:pt x="34904" y="38934"/>
                    <a:pt x="34409" y="38856"/>
                  </a:cubicBezTo>
                  <a:cubicBezTo>
                    <a:pt x="35105" y="38764"/>
                    <a:pt x="35807" y="38717"/>
                    <a:pt x="36509" y="38717"/>
                  </a:cubicBezTo>
                  <a:close/>
                  <a:moveTo>
                    <a:pt x="15183" y="13113"/>
                  </a:moveTo>
                  <a:cubicBezTo>
                    <a:pt x="16769" y="13113"/>
                    <a:pt x="18319" y="13366"/>
                    <a:pt x="19934" y="13775"/>
                  </a:cubicBezTo>
                  <a:cubicBezTo>
                    <a:pt x="22531" y="17699"/>
                    <a:pt x="25404" y="21460"/>
                    <a:pt x="28149" y="25276"/>
                  </a:cubicBezTo>
                  <a:cubicBezTo>
                    <a:pt x="30879" y="29073"/>
                    <a:pt x="33528" y="32953"/>
                    <a:pt x="36351" y="36684"/>
                  </a:cubicBezTo>
                  <a:cubicBezTo>
                    <a:pt x="34542" y="35843"/>
                    <a:pt x="32568" y="35460"/>
                    <a:pt x="30570" y="35460"/>
                  </a:cubicBezTo>
                  <a:cubicBezTo>
                    <a:pt x="26406" y="35460"/>
                    <a:pt x="22142" y="37123"/>
                    <a:pt x="19074" y="39757"/>
                  </a:cubicBezTo>
                  <a:cubicBezTo>
                    <a:pt x="13793" y="32214"/>
                    <a:pt x="8154" y="24943"/>
                    <a:pt x="2157" y="17945"/>
                  </a:cubicBezTo>
                  <a:lnTo>
                    <a:pt x="2159" y="17945"/>
                  </a:lnTo>
                  <a:cubicBezTo>
                    <a:pt x="5055" y="16227"/>
                    <a:pt x="8015" y="14530"/>
                    <a:pt x="11283" y="13642"/>
                  </a:cubicBezTo>
                  <a:cubicBezTo>
                    <a:pt x="12638" y="13273"/>
                    <a:pt x="13922" y="13113"/>
                    <a:pt x="15183" y="13113"/>
                  </a:cubicBezTo>
                  <a:close/>
                  <a:moveTo>
                    <a:pt x="2578" y="20435"/>
                  </a:moveTo>
                  <a:cubicBezTo>
                    <a:pt x="8168" y="27062"/>
                    <a:pt x="13443" y="33937"/>
                    <a:pt x="18402" y="41058"/>
                  </a:cubicBezTo>
                  <a:cubicBezTo>
                    <a:pt x="18543" y="41262"/>
                    <a:pt x="18758" y="41377"/>
                    <a:pt x="18977" y="41377"/>
                  </a:cubicBezTo>
                  <a:cubicBezTo>
                    <a:pt x="19133" y="41377"/>
                    <a:pt x="19292" y="41318"/>
                    <a:pt x="19427" y="41190"/>
                  </a:cubicBezTo>
                  <a:cubicBezTo>
                    <a:pt x="21632" y="39103"/>
                    <a:pt x="24333" y="37693"/>
                    <a:pt x="27314" y="37090"/>
                  </a:cubicBezTo>
                  <a:cubicBezTo>
                    <a:pt x="28284" y="36894"/>
                    <a:pt x="29226" y="36809"/>
                    <a:pt x="30154" y="36809"/>
                  </a:cubicBezTo>
                  <a:cubicBezTo>
                    <a:pt x="30890" y="36809"/>
                    <a:pt x="31618" y="36863"/>
                    <a:pt x="32345" y="36959"/>
                  </a:cubicBezTo>
                  <a:cubicBezTo>
                    <a:pt x="32139" y="36996"/>
                    <a:pt x="31934" y="37038"/>
                    <a:pt x="31726" y="37085"/>
                  </a:cubicBezTo>
                  <a:cubicBezTo>
                    <a:pt x="29702" y="37535"/>
                    <a:pt x="27672" y="38191"/>
                    <a:pt x="25741" y="38939"/>
                  </a:cubicBezTo>
                  <a:cubicBezTo>
                    <a:pt x="24060" y="39590"/>
                    <a:pt x="22425" y="40379"/>
                    <a:pt x="20975" y="41459"/>
                  </a:cubicBezTo>
                  <a:cubicBezTo>
                    <a:pt x="20335" y="41934"/>
                    <a:pt x="18892" y="42836"/>
                    <a:pt x="18616" y="43758"/>
                  </a:cubicBezTo>
                  <a:cubicBezTo>
                    <a:pt x="15797" y="39642"/>
                    <a:pt x="12269" y="35871"/>
                    <a:pt x="9131" y="31993"/>
                  </a:cubicBezTo>
                  <a:cubicBezTo>
                    <a:pt x="7537" y="30022"/>
                    <a:pt x="5941" y="28055"/>
                    <a:pt x="4343" y="26088"/>
                  </a:cubicBezTo>
                  <a:cubicBezTo>
                    <a:pt x="3509" y="25063"/>
                    <a:pt x="2360" y="24025"/>
                    <a:pt x="1726" y="22872"/>
                  </a:cubicBezTo>
                  <a:lnTo>
                    <a:pt x="1290" y="22336"/>
                  </a:lnTo>
                  <a:cubicBezTo>
                    <a:pt x="1365" y="21812"/>
                    <a:pt x="1612" y="21399"/>
                    <a:pt x="2027" y="21097"/>
                  </a:cubicBezTo>
                  <a:cubicBezTo>
                    <a:pt x="2191" y="20870"/>
                    <a:pt x="2390" y="20654"/>
                    <a:pt x="2578" y="20435"/>
                  </a:cubicBezTo>
                  <a:close/>
                  <a:moveTo>
                    <a:pt x="34214" y="37438"/>
                  </a:moveTo>
                  <a:cubicBezTo>
                    <a:pt x="34480" y="37438"/>
                    <a:pt x="34745" y="37450"/>
                    <a:pt x="35009" y="37476"/>
                  </a:cubicBezTo>
                  <a:cubicBezTo>
                    <a:pt x="35056" y="37488"/>
                    <a:pt x="35104" y="37502"/>
                    <a:pt x="35153" y="37514"/>
                  </a:cubicBezTo>
                  <a:cubicBezTo>
                    <a:pt x="32341" y="37733"/>
                    <a:pt x="29659" y="38637"/>
                    <a:pt x="27141" y="39965"/>
                  </a:cubicBezTo>
                  <a:cubicBezTo>
                    <a:pt x="25564" y="40797"/>
                    <a:pt x="24060" y="41771"/>
                    <a:pt x="22625" y="42823"/>
                  </a:cubicBezTo>
                  <a:cubicBezTo>
                    <a:pt x="22053" y="43241"/>
                    <a:pt x="21266" y="44080"/>
                    <a:pt x="20621" y="44360"/>
                  </a:cubicBezTo>
                  <a:cubicBezTo>
                    <a:pt x="20405" y="44454"/>
                    <a:pt x="20198" y="44493"/>
                    <a:pt x="19997" y="44493"/>
                  </a:cubicBezTo>
                  <a:cubicBezTo>
                    <a:pt x="19802" y="44493"/>
                    <a:pt x="19613" y="44456"/>
                    <a:pt x="19427" y="44400"/>
                  </a:cubicBezTo>
                  <a:cubicBezTo>
                    <a:pt x="19434" y="44391"/>
                    <a:pt x="19440" y="44386"/>
                    <a:pt x="19448" y="44377"/>
                  </a:cubicBezTo>
                  <a:cubicBezTo>
                    <a:pt x="19593" y="44198"/>
                    <a:pt x="19599" y="43995"/>
                    <a:pt x="19448" y="43814"/>
                  </a:cubicBezTo>
                  <a:lnTo>
                    <a:pt x="19430" y="43792"/>
                  </a:lnTo>
                  <a:cubicBezTo>
                    <a:pt x="19697" y="43721"/>
                    <a:pt x="19911" y="43553"/>
                    <a:pt x="20074" y="43287"/>
                  </a:cubicBezTo>
                  <a:cubicBezTo>
                    <a:pt x="20320" y="43038"/>
                    <a:pt x="20576" y="42801"/>
                    <a:pt x="20843" y="42573"/>
                  </a:cubicBezTo>
                  <a:cubicBezTo>
                    <a:pt x="21485" y="42027"/>
                    <a:pt x="22180" y="41552"/>
                    <a:pt x="22907" y="41126"/>
                  </a:cubicBezTo>
                  <a:cubicBezTo>
                    <a:pt x="24188" y="40374"/>
                    <a:pt x="25559" y="39793"/>
                    <a:pt x="26955" y="39291"/>
                  </a:cubicBezTo>
                  <a:cubicBezTo>
                    <a:pt x="29199" y="38484"/>
                    <a:pt x="31750" y="37438"/>
                    <a:pt x="34214" y="37438"/>
                  </a:cubicBezTo>
                  <a:close/>
                  <a:moveTo>
                    <a:pt x="34842" y="0"/>
                  </a:moveTo>
                  <a:cubicBezTo>
                    <a:pt x="34343" y="0"/>
                    <a:pt x="33867" y="188"/>
                    <a:pt x="33507" y="630"/>
                  </a:cubicBezTo>
                  <a:cubicBezTo>
                    <a:pt x="31447" y="1151"/>
                    <a:pt x="29512" y="2015"/>
                    <a:pt x="27862" y="3526"/>
                  </a:cubicBezTo>
                  <a:cubicBezTo>
                    <a:pt x="27217" y="4115"/>
                    <a:pt x="26496" y="4800"/>
                    <a:pt x="25773" y="5555"/>
                  </a:cubicBezTo>
                  <a:cubicBezTo>
                    <a:pt x="23620" y="7604"/>
                    <a:pt x="21769" y="10148"/>
                    <a:pt x="20875" y="12916"/>
                  </a:cubicBezTo>
                  <a:cubicBezTo>
                    <a:pt x="19359" y="12052"/>
                    <a:pt x="17538" y="11727"/>
                    <a:pt x="15721" y="11727"/>
                  </a:cubicBezTo>
                  <a:cubicBezTo>
                    <a:pt x="14356" y="11727"/>
                    <a:pt x="12994" y="11911"/>
                    <a:pt x="11766" y="12185"/>
                  </a:cubicBezTo>
                  <a:cubicBezTo>
                    <a:pt x="7819" y="13067"/>
                    <a:pt x="4277" y="15176"/>
                    <a:pt x="838" y="17217"/>
                  </a:cubicBezTo>
                  <a:cubicBezTo>
                    <a:pt x="458" y="17444"/>
                    <a:pt x="436" y="17923"/>
                    <a:pt x="707" y="18237"/>
                  </a:cubicBezTo>
                  <a:cubicBezTo>
                    <a:pt x="1244" y="18859"/>
                    <a:pt x="1774" y="19488"/>
                    <a:pt x="2305" y="20116"/>
                  </a:cubicBezTo>
                  <a:cubicBezTo>
                    <a:pt x="1441" y="20484"/>
                    <a:pt x="862" y="21064"/>
                    <a:pt x="197" y="21811"/>
                  </a:cubicBezTo>
                  <a:cubicBezTo>
                    <a:pt x="77" y="21947"/>
                    <a:pt x="0" y="22200"/>
                    <a:pt x="127" y="22363"/>
                  </a:cubicBezTo>
                  <a:cubicBezTo>
                    <a:pt x="2951" y="26054"/>
                    <a:pt x="5928" y="29634"/>
                    <a:pt x="8843" y="33254"/>
                  </a:cubicBezTo>
                  <a:cubicBezTo>
                    <a:pt x="11749" y="36861"/>
                    <a:pt x="14485" y="40794"/>
                    <a:pt x="17652" y="44182"/>
                  </a:cubicBezTo>
                  <a:cubicBezTo>
                    <a:pt x="17664" y="44208"/>
                    <a:pt x="17679" y="44232"/>
                    <a:pt x="17699" y="44255"/>
                  </a:cubicBezTo>
                  <a:cubicBezTo>
                    <a:pt x="18282" y="44908"/>
                    <a:pt x="19219" y="45924"/>
                    <a:pt x="20167" y="45924"/>
                  </a:cubicBezTo>
                  <a:cubicBezTo>
                    <a:pt x="20277" y="45924"/>
                    <a:pt x="20387" y="45910"/>
                    <a:pt x="20497" y="45881"/>
                  </a:cubicBezTo>
                  <a:cubicBezTo>
                    <a:pt x="21148" y="45708"/>
                    <a:pt x="21757" y="44978"/>
                    <a:pt x="22286" y="44585"/>
                  </a:cubicBezTo>
                  <a:cubicBezTo>
                    <a:pt x="23162" y="43935"/>
                    <a:pt x="24053" y="43304"/>
                    <a:pt x="24965" y="42705"/>
                  </a:cubicBezTo>
                  <a:cubicBezTo>
                    <a:pt x="27366" y="41130"/>
                    <a:pt x="29934" y="39829"/>
                    <a:pt x="32678" y="39174"/>
                  </a:cubicBezTo>
                  <a:cubicBezTo>
                    <a:pt x="32752" y="39177"/>
                    <a:pt x="32826" y="39174"/>
                    <a:pt x="32900" y="39178"/>
                  </a:cubicBezTo>
                  <a:cubicBezTo>
                    <a:pt x="34054" y="39233"/>
                    <a:pt x="35153" y="39648"/>
                    <a:pt x="36288" y="39715"/>
                  </a:cubicBezTo>
                  <a:cubicBezTo>
                    <a:pt x="36337" y="39718"/>
                    <a:pt x="36385" y="39720"/>
                    <a:pt x="36433" y="39720"/>
                  </a:cubicBezTo>
                  <a:cubicBezTo>
                    <a:pt x="37209" y="39720"/>
                    <a:pt x="37750" y="39337"/>
                    <a:pt x="37827" y="38540"/>
                  </a:cubicBezTo>
                  <a:cubicBezTo>
                    <a:pt x="39593" y="36201"/>
                    <a:pt x="41115" y="33792"/>
                    <a:pt x="43273" y="31744"/>
                  </a:cubicBezTo>
                  <a:cubicBezTo>
                    <a:pt x="44449" y="30626"/>
                    <a:pt x="45716" y="29608"/>
                    <a:pt x="47060" y="28698"/>
                  </a:cubicBezTo>
                  <a:cubicBezTo>
                    <a:pt x="47079" y="28686"/>
                    <a:pt x="47099" y="28675"/>
                    <a:pt x="47118" y="28662"/>
                  </a:cubicBezTo>
                  <a:cubicBezTo>
                    <a:pt x="48826" y="27633"/>
                    <a:pt x="50637" y="26785"/>
                    <a:pt x="52524" y="26133"/>
                  </a:cubicBezTo>
                  <a:cubicBezTo>
                    <a:pt x="52902" y="26003"/>
                    <a:pt x="53156" y="25447"/>
                    <a:pt x="52785" y="25145"/>
                  </a:cubicBezTo>
                  <a:cubicBezTo>
                    <a:pt x="52171" y="24648"/>
                    <a:pt x="51613" y="24099"/>
                    <a:pt x="50959" y="23696"/>
                  </a:cubicBezTo>
                  <a:cubicBezTo>
                    <a:pt x="51006" y="23680"/>
                    <a:pt x="51050" y="23660"/>
                    <a:pt x="51097" y="23645"/>
                  </a:cubicBezTo>
                  <a:cubicBezTo>
                    <a:pt x="51251" y="23594"/>
                    <a:pt x="51309" y="23468"/>
                    <a:pt x="51300" y="23347"/>
                  </a:cubicBezTo>
                  <a:cubicBezTo>
                    <a:pt x="51345" y="23292"/>
                    <a:pt x="51376" y="23227"/>
                    <a:pt x="51391" y="23158"/>
                  </a:cubicBezTo>
                  <a:cubicBezTo>
                    <a:pt x="51657" y="23086"/>
                    <a:pt x="51868" y="22805"/>
                    <a:pt x="51676" y="22507"/>
                  </a:cubicBezTo>
                  <a:cubicBezTo>
                    <a:pt x="51561" y="22326"/>
                    <a:pt x="51447" y="22144"/>
                    <a:pt x="51333" y="21962"/>
                  </a:cubicBezTo>
                  <a:cubicBezTo>
                    <a:pt x="51345" y="21962"/>
                    <a:pt x="51359" y="21961"/>
                    <a:pt x="51371" y="21961"/>
                  </a:cubicBezTo>
                  <a:cubicBezTo>
                    <a:pt x="51374" y="21961"/>
                    <a:pt x="51377" y="21961"/>
                    <a:pt x="51379" y="21961"/>
                  </a:cubicBezTo>
                  <a:cubicBezTo>
                    <a:pt x="51539" y="21961"/>
                    <a:pt x="51585" y="21737"/>
                    <a:pt x="51453" y="21658"/>
                  </a:cubicBezTo>
                  <a:cubicBezTo>
                    <a:pt x="51333" y="21585"/>
                    <a:pt x="51198" y="21544"/>
                    <a:pt x="51056" y="21524"/>
                  </a:cubicBezTo>
                  <a:cubicBezTo>
                    <a:pt x="50796" y="21108"/>
                    <a:pt x="50546" y="20689"/>
                    <a:pt x="50290" y="20269"/>
                  </a:cubicBezTo>
                  <a:cubicBezTo>
                    <a:pt x="50030" y="19581"/>
                    <a:pt x="49589" y="18953"/>
                    <a:pt x="49191" y="18312"/>
                  </a:cubicBezTo>
                  <a:cubicBezTo>
                    <a:pt x="48421" y="17077"/>
                    <a:pt x="47572" y="15893"/>
                    <a:pt x="46728" y="14709"/>
                  </a:cubicBezTo>
                  <a:cubicBezTo>
                    <a:pt x="45005" y="12292"/>
                    <a:pt x="43280" y="9876"/>
                    <a:pt x="41551" y="7464"/>
                  </a:cubicBezTo>
                  <a:cubicBezTo>
                    <a:pt x="40019" y="5325"/>
                    <a:pt x="38618" y="2783"/>
                    <a:pt x="36781" y="897"/>
                  </a:cubicBezTo>
                  <a:cubicBezTo>
                    <a:pt x="36255" y="356"/>
                    <a:pt x="35527" y="0"/>
                    <a:pt x="348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34"/>
            <p:cNvSpPr/>
            <p:nvPr/>
          </p:nvSpPr>
          <p:spPr>
            <a:xfrm>
              <a:off x="2990175" y="381350"/>
              <a:ext cx="254450" cy="209600"/>
            </a:xfrm>
            <a:custGeom>
              <a:avLst/>
              <a:gdLst/>
              <a:ahLst/>
              <a:cxnLst/>
              <a:rect l="l" t="t" r="r" b="b"/>
              <a:pathLst>
                <a:path w="10178" h="8384" extrusionOk="0">
                  <a:moveTo>
                    <a:pt x="9489" y="1"/>
                  </a:moveTo>
                  <a:cubicBezTo>
                    <a:pt x="9460" y="1"/>
                    <a:pt x="9430" y="3"/>
                    <a:pt x="9398" y="7"/>
                  </a:cubicBezTo>
                  <a:cubicBezTo>
                    <a:pt x="5315" y="589"/>
                    <a:pt x="1324" y="4315"/>
                    <a:pt x="48" y="8144"/>
                  </a:cubicBezTo>
                  <a:cubicBezTo>
                    <a:pt x="1" y="8286"/>
                    <a:pt x="119" y="8384"/>
                    <a:pt x="239" y="8384"/>
                  </a:cubicBezTo>
                  <a:cubicBezTo>
                    <a:pt x="302" y="8384"/>
                    <a:pt x="366" y="8357"/>
                    <a:pt x="406" y="8294"/>
                  </a:cubicBezTo>
                  <a:cubicBezTo>
                    <a:pt x="1475" y="6637"/>
                    <a:pt x="2632" y="5068"/>
                    <a:pt x="4157" y="3799"/>
                  </a:cubicBezTo>
                  <a:cubicBezTo>
                    <a:pt x="5839" y="2399"/>
                    <a:pt x="7661" y="1727"/>
                    <a:pt x="9647" y="909"/>
                  </a:cubicBezTo>
                  <a:cubicBezTo>
                    <a:pt x="10177" y="691"/>
                    <a:pt x="10017" y="1"/>
                    <a:pt x="948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34"/>
            <p:cNvSpPr/>
            <p:nvPr/>
          </p:nvSpPr>
          <p:spPr>
            <a:xfrm>
              <a:off x="3026350" y="441550"/>
              <a:ext cx="247225" cy="201350"/>
            </a:xfrm>
            <a:custGeom>
              <a:avLst/>
              <a:gdLst/>
              <a:ahLst/>
              <a:cxnLst/>
              <a:rect l="l" t="t" r="r" b="b"/>
              <a:pathLst>
                <a:path w="9889" h="8054" extrusionOk="0">
                  <a:moveTo>
                    <a:pt x="9472" y="1"/>
                  </a:moveTo>
                  <a:cubicBezTo>
                    <a:pt x="9466" y="1"/>
                    <a:pt x="9460" y="1"/>
                    <a:pt x="9454" y="1"/>
                  </a:cubicBezTo>
                  <a:cubicBezTo>
                    <a:pt x="5735" y="204"/>
                    <a:pt x="1142" y="4281"/>
                    <a:pt x="59" y="7752"/>
                  </a:cubicBezTo>
                  <a:cubicBezTo>
                    <a:pt x="0" y="7941"/>
                    <a:pt x="141" y="8053"/>
                    <a:pt x="292" y="8053"/>
                  </a:cubicBezTo>
                  <a:cubicBezTo>
                    <a:pt x="375" y="8053"/>
                    <a:pt x="460" y="8019"/>
                    <a:pt x="517" y="7945"/>
                  </a:cubicBezTo>
                  <a:cubicBezTo>
                    <a:pt x="1756" y="6329"/>
                    <a:pt x="2771" y="4701"/>
                    <a:pt x="4382" y="3401"/>
                  </a:cubicBezTo>
                  <a:cubicBezTo>
                    <a:pt x="6005" y="2092"/>
                    <a:pt x="7844" y="1590"/>
                    <a:pt x="9618" y="609"/>
                  </a:cubicBezTo>
                  <a:cubicBezTo>
                    <a:pt x="9889" y="460"/>
                    <a:pt x="9783" y="1"/>
                    <a:pt x="94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34"/>
            <p:cNvSpPr/>
            <p:nvPr/>
          </p:nvSpPr>
          <p:spPr>
            <a:xfrm>
              <a:off x="3172850" y="661350"/>
              <a:ext cx="224850" cy="198300"/>
            </a:xfrm>
            <a:custGeom>
              <a:avLst/>
              <a:gdLst/>
              <a:ahLst/>
              <a:cxnLst/>
              <a:rect l="l" t="t" r="r" b="b"/>
              <a:pathLst>
                <a:path w="8994" h="7932" extrusionOk="0">
                  <a:moveTo>
                    <a:pt x="8456" y="0"/>
                  </a:moveTo>
                  <a:cubicBezTo>
                    <a:pt x="8425" y="0"/>
                    <a:pt x="8392" y="4"/>
                    <a:pt x="8358" y="11"/>
                  </a:cubicBezTo>
                  <a:cubicBezTo>
                    <a:pt x="5106" y="738"/>
                    <a:pt x="1076" y="4402"/>
                    <a:pt x="60" y="7579"/>
                  </a:cubicBezTo>
                  <a:cubicBezTo>
                    <a:pt x="1" y="7765"/>
                    <a:pt x="174" y="7931"/>
                    <a:pt x="343" y="7931"/>
                  </a:cubicBezTo>
                  <a:cubicBezTo>
                    <a:pt x="409" y="7931"/>
                    <a:pt x="474" y="7907"/>
                    <a:pt x="524" y="7849"/>
                  </a:cubicBezTo>
                  <a:cubicBezTo>
                    <a:pt x="1689" y="6518"/>
                    <a:pt x="2590" y="5030"/>
                    <a:pt x="3913" y="3818"/>
                  </a:cubicBezTo>
                  <a:cubicBezTo>
                    <a:pt x="5371" y="2483"/>
                    <a:pt x="7047" y="1783"/>
                    <a:pt x="8657" y="718"/>
                  </a:cubicBezTo>
                  <a:cubicBezTo>
                    <a:pt x="8993" y="494"/>
                    <a:pt x="8826" y="0"/>
                    <a:pt x="84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34"/>
            <p:cNvSpPr/>
            <p:nvPr/>
          </p:nvSpPr>
          <p:spPr>
            <a:xfrm>
              <a:off x="3219000" y="725650"/>
              <a:ext cx="226500" cy="215375"/>
            </a:xfrm>
            <a:custGeom>
              <a:avLst/>
              <a:gdLst/>
              <a:ahLst/>
              <a:cxnLst/>
              <a:rect l="l" t="t" r="r" b="b"/>
              <a:pathLst>
                <a:path w="9060" h="8615" extrusionOk="0">
                  <a:moveTo>
                    <a:pt x="8466" y="1"/>
                  </a:moveTo>
                  <a:cubicBezTo>
                    <a:pt x="8403" y="1"/>
                    <a:pt x="8336" y="16"/>
                    <a:pt x="8267" y="50"/>
                  </a:cubicBezTo>
                  <a:cubicBezTo>
                    <a:pt x="6348" y="1017"/>
                    <a:pt x="4571" y="2396"/>
                    <a:pt x="3025" y="3882"/>
                  </a:cubicBezTo>
                  <a:cubicBezTo>
                    <a:pt x="1836" y="5024"/>
                    <a:pt x="0" y="6568"/>
                    <a:pt x="62" y="8367"/>
                  </a:cubicBezTo>
                  <a:cubicBezTo>
                    <a:pt x="66" y="8507"/>
                    <a:pt x="206" y="8614"/>
                    <a:pt x="335" y="8614"/>
                  </a:cubicBezTo>
                  <a:cubicBezTo>
                    <a:pt x="409" y="8614"/>
                    <a:pt x="480" y="8578"/>
                    <a:pt x="518" y="8491"/>
                  </a:cubicBezTo>
                  <a:cubicBezTo>
                    <a:pt x="2016" y="5007"/>
                    <a:pt x="5594" y="2708"/>
                    <a:pt x="8679" y="755"/>
                  </a:cubicBezTo>
                  <a:cubicBezTo>
                    <a:pt x="9059" y="514"/>
                    <a:pt x="8832" y="1"/>
                    <a:pt x="84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34"/>
            <p:cNvSpPr/>
            <p:nvPr/>
          </p:nvSpPr>
          <p:spPr>
            <a:xfrm>
              <a:off x="2528200" y="658025"/>
              <a:ext cx="405900" cy="260600"/>
            </a:xfrm>
            <a:custGeom>
              <a:avLst/>
              <a:gdLst/>
              <a:ahLst/>
              <a:cxnLst/>
              <a:rect l="l" t="t" r="r" b="b"/>
              <a:pathLst>
                <a:path w="16236" h="10424" extrusionOk="0">
                  <a:moveTo>
                    <a:pt x="1382" y="2708"/>
                  </a:moveTo>
                  <a:cubicBezTo>
                    <a:pt x="2705" y="4465"/>
                    <a:pt x="4361" y="5818"/>
                    <a:pt x="5564" y="7549"/>
                  </a:cubicBezTo>
                  <a:cubicBezTo>
                    <a:pt x="5049" y="7000"/>
                    <a:pt x="4518" y="6467"/>
                    <a:pt x="3972" y="5947"/>
                  </a:cubicBezTo>
                  <a:cubicBezTo>
                    <a:pt x="3369" y="5370"/>
                    <a:pt x="2751" y="4825"/>
                    <a:pt x="2113" y="4299"/>
                  </a:cubicBezTo>
                  <a:cubicBezTo>
                    <a:pt x="2286" y="4264"/>
                    <a:pt x="2405" y="4031"/>
                    <a:pt x="2251" y="3877"/>
                  </a:cubicBezTo>
                  <a:cubicBezTo>
                    <a:pt x="1869" y="3498"/>
                    <a:pt x="1454" y="3168"/>
                    <a:pt x="1030" y="2840"/>
                  </a:cubicBezTo>
                  <a:lnTo>
                    <a:pt x="1382" y="2708"/>
                  </a:lnTo>
                  <a:close/>
                  <a:moveTo>
                    <a:pt x="9295" y="739"/>
                  </a:moveTo>
                  <a:cubicBezTo>
                    <a:pt x="10900" y="739"/>
                    <a:pt x="11714" y="2042"/>
                    <a:pt x="12738" y="3153"/>
                  </a:cubicBezTo>
                  <a:cubicBezTo>
                    <a:pt x="13607" y="4096"/>
                    <a:pt x="14464" y="5049"/>
                    <a:pt x="15310" y="6013"/>
                  </a:cubicBezTo>
                  <a:cubicBezTo>
                    <a:pt x="13936" y="6363"/>
                    <a:pt x="12589" y="6790"/>
                    <a:pt x="11275" y="7331"/>
                  </a:cubicBezTo>
                  <a:cubicBezTo>
                    <a:pt x="10703" y="7567"/>
                    <a:pt x="10139" y="7820"/>
                    <a:pt x="9583" y="8091"/>
                  </a:cubicBezTo>
                  <a:cubicBezTo>
                    <a:pt x="9104" y="8323"/>
                    <a:pt x="7997" y="9216"/>
                    <a:pt x="7494" y="9216"/>
                  </a:cubicBezTo>
                  <a:cubicBezTo>
                    <a:pt x="7280" y="9214"/>
                    <a:pt x="7087" y="9143"/>
                    <a:pt x="6911" y="9028"/>
                  </a:cubicBezTo>
                  <a:cubicBezTo>
                    <a:pt x="5976" y="6497"/>
                    <a:pt x="3660" y="4237"/>
                    <a:pt x="1564" y="2642"/>
                  </a:cubicBezTo>
                  <a:cubicBezTo>
                    <a:pt x="3992" y="1737"/>
                    <a:pt x="6804" y="749"/>
                    <a:pt x="9284" y="739"/>
                  </a:cubicBezTo>
                  <a:cubicBezTo>
                    <a:pt x="9288" y="739"/>
                    <a:pt x="9291" y="739"/>
                    <a:pt x="9295" y="739"/>
                  </a:cubicBezTo>
                  <a:close/>
                  <a:moveTo>
                    <a:pt x="9522" y="0"/>
                  </a:moveTo>
                  <a:cubicBezTo>
                    <a:pt x="8353" y="0"/>
                    <a:pt x="6970" y="475"/>
                    <a:pt x="5977" y="700"/>
                  </a:cubicBezTo>
                  <a:cubicBezTo>
                    <a:pt x="4041" y="1140"/>
                    <a:pt x="2155" y="1729"/>
                    <a:pt x="300" y="2432"/>
                  </a:cubicBezTo>
                  <a:cubicBezTo>
                    <a:pt x="25" y="2536"/>
                    <a:pt x="1" y="2846"/>
                    <a:pt x="223" y="3018"/>
                  </a:cubicBezTo>
                  <a:cubicBezTo>
                    <a:pt x="702" y="3388"/>
                    <a:pt x="1169" y="3763"/>
                    <a:pt x="1673" y="4093"/>
                  </a:cubicBezTo>
                  <a:cubicBezTo>
                    <a:pt x="3491" y="5760"/>
                    <a:pt x="5144" y="7550"/>
                    <a:pt x="6623" y="9541"/>
                  </a:cubicBezTo>
                  <a:cubicBezTo>
                    <a:pt x="6713" y="9781"/>
                    <a:pt x="6797" y="10028"/>
                    <a:pt x="6867" y="10287"/>
                  </a:cubicBezTo>
                  <a:cubicBezTo>
                    <a:pt x="6892" y="10382"/>
                    <a:pt x="6963" y="10423"/>
                    <a:pt x="7035" y="10423"/>
                  </a:cubicBezTo>
                  <a:cubicBezTo>
                    <a:pt x="7146" y="10423"/>
                    <a:pt x="7261" y="10329"/>
                    <a:pt x="7234" y="10186"/>
                  </a:cubicBezTo>
                  <a:cubicBezTo>
                    <a:pt x="7224" y="10130"/>
                    <a:pt x="7207" y="10076"/>
                    <a:pt x="7196" y="10021"/>
                  </a:cubicBezTo>
                  <a:cubicBezTo>
                    <a:pt x="7219" y="10016"/>
                    <a:pt x="7243" y="10009"/>
                    <a:pt x="7264" y="9998"/>
                  </a:cubicBezTo>
                  <a:cubicBezTo>
                    <a:pt x="9998" y="8390"/>
                    <a:pt x="12869" y="7216"/>
                    <a:pt x="15954" y="6481"/>
                  </a:cubicBezTo>
                  <a:cubicBezTo>
                    <a:pt x="16193" y="6424"/>
                    <a:pt x="16235" y="6133"/>
                    <a:pt x="16091" y="5967"/>
                  </a:cubicBezTo>
                  <a:cubicBezTo>
                    <a:pt x="14926" y="4637"/>
                    <a:pt x="13744" y="3322"/>
                    <a:pt x="12545" y="2023"/>
                  </a:cubicBezTo>
                  <a:cubicBezTo>
                    <a:pt x="11928" y="1357"/>
                    <a:pt x="11266" y="350"/>
                    <a:pt x="10341" y="98"/>
                  </a:cubicBezTo>
                  <a:cubicBezTo>
                    <a:pt x="10087" y="29"/>
                    <a:pt x="9811" y="0"/>
                    <a:pt x="95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34"/>
            <p:cNvSpPr/>
            <p:nvPr/>
          </p:nvSpPr>
          <p:spPr>
            <a:xfrm>
              <a:off x="2739725" y="878000"/>
              <a:ext cx="265375" cy="114400"/>
            </a:xfrm>
            <a:custGeom>
              <a:avLst/>
              <a:gdLst/>
              <a:ahLst/>
              <a:cxnLst/>
              <a:rect l="l" t="t" r="r" b="b"/>
              <a:pathLst>
                <a:path w="10615" h="4576" extrusionOk="0">
                  <a:moveTo>
                    <a:pt x="8807" y="0"/>
                  </a:moveTo>
                  <a:cubicBezTo>
                    <a:pt x="5620" y="0"/>
                    <a:pt x="1581" y="1966"/>
                    <a:pt x="54" y="4386"/>
                  </a:cubicBezTo>
                  <a:cubicBezTo>
                    <a:pt x="1" y="4471"/>
                    <a:pt x="79" y="4576"/>
                    <a:pt x="166" y="4576"/>
                  </a:cubicBezTo>
                  <a:cubicBezTo>
                    <a:pt x="186" y="4576"/>
                    <a:pt x="207" y="4570"/>
                    <a:pt x="226" y="4558"/>
                  </a:cubicBezTo>
                  <a:cubicBezTo>
                    <a:pt x="1875" y="3508"/>
                    <a:pt x="3258" y="2278"/>
                    <a:pt x="5131" y="1591"/>
                  </a:cubicBezTo>
                  <a:cubicBezTo>
                    <a:pt x="6861" y="957"/>
                    <a:pt x="8587" y="1026"/>
                    <a:pt x="10351" y="694"/>
                  </a:cubicBezTo>
                  <a:cubicBezTo>
                    <a:pt x="10615" y="644"/>
                    <a:pt x="10595" y="242"/>
                    <a:pt x="10351" y="180"/>
                  </a:cubicBezTo>
                  <a:cubicBezTo>
                    <a:pt x="9872" y="58"/>
                    <a:pt x="9352" y="0"/>
                    <a:pt x="88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34"/>
            <p:cNvSpPr/>
            <p:nvPr/>
          </p:nvSpPr>
          <p:spPr>
            <a:xfrm>
              <a:off x="2783475" y="946275"/>
              <a:ext cx="254775" cy="113000"/>
            </a:xfrm>
            <a:custGeom>
              <a:avLst/>
              <a:gdLst/>
              <a:ahLst/>
              <a:cxnLst/>
              <a:rect l="l" t="t" r="r" b="b"/>
              <a:pathLst>
                <a:path w="10191" h="4520" extrusionOk="0">
                  <a:moveTo>
                    <a:pt x="9024" y="1"/>
                  </a:moveTo>
                  <a:cubicBezTo>
                    <a:pt x="7296" y="1"/>
                    <a:pt x="5453" y="625"/>
                    <a:pt x="3919" y="1282"/>
                  </a:cubicBezTo>
                  <a:cubicBezTo>
                    <a:pt x="2789" y="1765"/>
                    <a:pt x="261" y="2658"/>
                    <a:pt x="23" y="4060"/>
                  </a:cubicBezTo>
                  <a:cubicBezTo>
                    <a:pt x="1" y="4188"/>
                    <a:pt x="41" y="4285"/>
                    <a:pt x="145" y="4359"/>
                  </a:cubicBezTo>
                  <a:lnTo>
                    <a:pt x="328" y="4490"/>
                  </a:lnTo>
                  <a:cubicBezTo>
                    <a:pt x="356" y="4510"/>
                    <a:pt x="386" y="4519"/>
                    <a:pt x="416" y="4519"/>
                  </a:cubicBezTo>
                  <a:cubicBezTo>
                    <a:pt x="528" y="4519"/>
                    <a:pt x="634" y="4397"/>
                    <a:pt x="599" y="4281"/>
                  </a:cubicBezTo>
                  <a:cubicBezTo>
                    <a:pt x="310" y="3333"/>
                    <a:pt x="4773" y="1735"/>
                    <a:pt x="5289" y="1569"/>
                  </a:cubicBezTo>
                  <a:cubicBezTo>
                    <a:pt x="6773" y="1093"/>
                    <a:pt x="8295" y="1027"/>
                    <a:pt x="9799" y="688"/>
                  </a:cubicBezTo>
                  <a:cubicBezTo>
                    <a:pt x="10190" y="600"/>
                    <a:pt x="10059" y="73"/>
                    <a:pt x="9711" y="36"/>
                  </a:cubicBezTo>
                  <a:cubicBezTo>
                    <a:pt x="9485" y="12"/>
                    <a:pt x="9255" y="1"/>
                    <a:pt x="902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34"/>
            <p:cNvSpPr/>
            <p:nvPr/>
          </p:nvSpPr>
          <p:spPr>
            <a:xfrm>
              <a:off x="2839925" y="1007825"/>
              <a:ext cx="259925" cy="117700"/>
            </a:xfrm>
            <a:custGeom>
              <a:avLst/>
              <a:gdLst/>
              <a:ahLst/>
              <a:cxnLst/>
              <a:rect l="l" t="t" r="r" b="b"/>
              <a:pathLst>
                <a:path w="10397" h="4708" extrusionOk="0">
                  <a:moveTo>
                    <a:pt x="9045" y="1"/>
                  </a:moveTo>
                  <a:cubicBezTo>
                    <a:pt x="5729" y="1"/>
                    <a:pt x="2019" y="2104"/>
                    <a:pt x="58" y="4551"/>
                  </a:cubicBezTo>
                  <a:cubicBezTo>
                    <a:pt x="0" y="4623"/>
                    <a:pt x="54" y="4707"/>
                    <a:pt x="124" y="4707"/>
                  </a:cubicBezTo>
                  <a:cubicBezTo>
                    <a:pt x="145" y="4707"/>
                    <a:pt x="167" y="4700"/>
                    <a:pt x="188" y="4683"/>
                  </a:cubicBezTo>
                  <a:cubicBezTo>
                    <a:pt x="1738" y="3418"/>
                    <a:pt x="3324" y="2289"/>
                    <a:pt x="5224" y="1613"/>
                  </a:cubicBezTo>
                  <a:cubicBezTo>
                    <a:pt x="6821" y="1047"/>
                    <a:pt x="8433" y="1014"/>
                    <a:pt x="10074" y="712"/>
                  </a:cubicBezTo>
                  <a:cubicBezTo>
                    <a:pt x="10385" y="655"/>
                    <a:pt x="10396" y="120"/>
                    <a:pt x="10074" y="73"/>
                  </a:cubicBezTo>
                  <a:cubicBezTo>
                    <a:pt x="9737" y="24"/>
                    <a:pt x="9393" y="1"/>
                    <a:pt x="90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E843CBF7-5B21-41FB-8673-CF9A1BC72C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9715" y="1391997"/>
            <a:ext cx="6780417" cy="2446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440374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4"/>
          <p:cNvSpPr txBox="1">
            <a:spLocks noGrp="1"/>
          </p:cNvSpPr>
          <p:nvPr>
            <p:ph type="title"/>
          </p:nvPr>
        </p:nvSpPr>
        <p:spPr>
          <a:xfrm>
            <a:off x="1307759" y="947437"/>
            <a:ext cx="2939511" cy="4372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u="sng" dirty="0"/>
              <a:t>Heapsort</a:t>
            </a:r>
          </a:p>
        </p:txBody>
      </p:sp>
      <p:sp>
        <p:nvSpPr>
          <p:cNvPr id="234" name="Google Shape;234;p34"/>
          <p:cNvSpPr txBox="1">
            <a:spLocks noGrp="1"/>
          </p:cNvSpPr>
          <p:nvPr>
            <p:ph type="subTitle" idx="1"/>
          </p:nvPr>
        </p:nvSpPr>
        <p:spPr>
          <a:xfrm>
            <a:off x="1307759" y="531752"/>
            <a:ext cx="3439500" cy="53514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Heaps	</a:t>
            </a:r>
          </a:p>
        </p:txBody>
      </p:sp>
      <p:pic>
        <p:nvPicPr>
          <p:cNvPr id="235" name="Google Shape;235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695460">
            <a:off x="7765338" y="3361772"/>
            <a:ext cx="1241024" cy="1610463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grpSp>
        <p:nvGrpSpPr>
          <p:cNvPr id="236" name="Google Shape;236;p34"/>
          <p:cNvGrpSpPr/>
          <p:nvPr/>
        </p:nvGrpSpPr>
        <p:grpSpPr>
          <a:xfrm rot="790859">
            <a:off x="7973758" y="3964891"/>
            <a:ext cx="824184" cy="712067"/>
            <a:chOff x="2341425" y="238100"/>
            <a:chExt cx="1328900" cy="1148125"/>
          </a:xfrm>
        </p:grpSpPr>
        <p:sp>
          <p:nvSpPr>
            <p:cNvPr id="237" name="Google Shape;237;p34"/>
            <p:cNvSpPr/>
            <p:nvPr/>
          </p:nvSpPr>
          <p:spPr>
            <a:xfrm>
              <a:off x="2341425" y="238100"/>
              <a:ext cx="1328900" cy="1148125"/>
            </a:xfrm>
            <a:custGeom>
              <a:avLst/>
              <a:gdLst/>
              <a:ahLst/>
              <a:cxnLst/>
              <a:rect l="l" t="t" r="r" b="b"/>
              <a:pathLst>
                <a:path w="53156" h="45925" extrusionOk="0">
                  <a:moveTo>
                    <a:pt x="49853" y="24103"/>
                  </a:moveTo>
                  <a:cubicBezTo>
                    <a:pt x="50212" y="24609"/>
                    <a:pt x="50681" y="25003"/>
                    <a:pt x="51172" y="25380"/>
                  </a:cubicBezTo>
                  <a:cubicBezTo>
                    <a:pt x="48199" y="26540"/>
                    <a:pt x="45438" y="28144"/>
                    <a:pt x="42987" y="30206"/>
                  </a:cubicBezTo>
                  <a:cubicBezTo>
                    <a:pt x="41727" y="31264"/>
                    <a:pt x="40396" y="32510"/>
                    <a:pt x="39238" y="33887"/>
                  </a:cubicBezTo>
                  <a:cubicBezTo>
                    <a:pt x="39347" y="33688"/>
                    <a:pt x="39460" y="33491"/>
                    <a:pt x="39578" y="33301"/>
                  </a:cubicBezTo>
                  <a:cubicBezTo>
                    <a:pt x="40490" y="31831"/>
                    <a:pt x="41539" y="30449"/>
                    <a:pt x="42711" y="29176"/>
                  </a:cubicBezTo>
                  <a:cubicBezTo>
                    <a:pt x="44775" y="26932"/>
                    <a:pt x="47091" y="25229"/>
                    <a:pt x="49853" y="24103"/>
                  </a:cubicBezTo>
                  <a:close/>
                  <a:moveTo>
                    <a:pt x="35117" y="1053"/>
                  </a:moveTo>
                  <a:lnTo>
                    <a:pt x="35117" y="1053"/>
                  </a:lnTo>
                  <a:cubicBezTo>
                    <a:pt x="36710" y="1715"/>
                    <a:pt x="38294" y="4814"/>
                    <a:pt x="38992" y="5799"/>
                  </a:cubicBezTo>
                  <a:cubicBezTo>
                    <a:pt x="40312" y="7660"/>
                    <a:pt x="41633" y="9523"/>
                    <a:pt x="42954" y="11383"/>
                  </a:cubicBezTo>
                  <a:cubicBezTo>
                    <a:pt x="44182" y="13110"/>
                    <a:pt x="45421" y="14827"/>
                    <a:pt x="46633" y="16564"/>
                  </a:cubicBezTo>
                  <a:cubicBezTo>
                    <a:pt x="46650" y="16588"/>
                    <a:pt x="46667" y="16613"/>
                    <a:pt x="46685" y="16638"/>
                  </a:cubicBezTo>
                  <a:cubicBezTo>
                    <a:pt x="47623" y="18397"/>
                    <a:pt x="48600" y="20134"/>
                    <a:pt x="49618" y="21849"/>
                  </a:cubicBezTo>
                  <a:cubicBezTo>
                    <a:pt x="48693" y="22281"/>
                    <a:pt x="47744" y="23007"/>
                    <a:pt x="47214" y="23343"/>
                  </a:cubicBezTo>
                  <a:cubicBezTo>
                    <a:pt x="45320" y="24544"/>
                    <a:pt x="43587" y="25982"/>
                    <a:pt x="42057" y="27622"/>
                  </a:cubicBezTo>
                  <a:cubicBezTo>
                    <a:pt x="40592" y="29191"/>
                    <a:pt x="39304" y="30938"/>
                    <a:pt x="38281" y="32827"/>
                  </a:cubicBezTo>
                  <a:cubicBezTo>
                    <a:pt x="37877" y="33573"/>
                    <a:pt x="37271" y="34533"/>
                    <a:pt x="36981" y="35496"/>
                  </a:cubicBezTo>
                  <a:cubicBezTo>
                    <a:pt x="36328" y="34434"/>
                    <a:pt x="35635" y="33395"/>
                    <a:pt x="34953" y="32353"/>
                  </a:cubicBezTo>
                  <a:cubicBezTo>
                    <a:pt x="33450" y="30055"/>
                    <a:pt x="31915" y="27777"/>
                    <a:pt x="30347" y="25524"/>
                  </a:cubicBezTo>
                  <a:cubicBezTo>
                    <a:pt x="28841" y="23359"/>
                    <a:pt x="27306" y="21217"/>
                    <a:pt x="25741" y="19095"/>
                  </a:cubicBezTo>
                  <a:cubicBezTo>
                    <a:pt x="24508" y="17421"/>
                    <a:pt x="23256" y="15382"/>
                    <a:pt x="21757" y="13843"/>
                  </a:cubicBezTo>
                  <a:cubicBezTo>
                    <a:pt x="22758" y="10753"/>
                    <a:pt x="24747" y="8361"/>
                    <a:pt x="26903" y="5992"/>
                  </a:cubicBezTo>
                  <a:cubicBezTo>
                    <a:pt x="27357" y="5493"/>
                    <a:pt x="27826" y="4981"/>
                    <a:pt x="28315" y="4481"/>
                  </a:cubicBezTo>
                  <a:cubicBezTo>
                    <a:pt x="29626" y="3498"/>
                    <a:pt x="31045" y="2668"/>
                    <a:pt x="32551" y="2018"/>
                  </a:cubicBezTo>
                  <a:cubicBezTo>
                    <a:pt x="33121" y="1772"/>
                    <a:pt x="33780" y="1496"/>
                    <a:pt x="34476" y="1255"/>
                  </a:cubicBezTo>
                  <a:cubicBezTo>
                    <a:pt x="34702" y="1206"/>
                    <a:pt x="34932" y="1166"/>
                    <a:pt x="35161" y="1125"/>
                  </a:cubicBezTo>
                  <a:cubicBezTo>
                    <a:pt x="35147" y="1101"/>
                    <a:pt x="35132" y="1076"/>
                    <a:pt x="35117" y="1053"/>
                  </a:cubicBezTo>
                  <a:close/>
                  <a:moveTo>
                    <a:pt x="49886" y="22296"/>
                  </a:moveTo>
                  <a:cubicBezTo>
                    <a:pt x="50069" y="22601"/>
                    <a:pt x="50253" y="22905"/>
                    <a:pt x="50437" y="23208"/>
                  </a:cubicBezTo>
                  <a:cubicBezTo>
                    <a:pt x="50328" y="23239"/>
                    <a:pt x="50219" y="23270"/>
                    <a:pt x="50110" y="23305"/>
                  </a:cubicBezTo>
                  <a:cubicBezTo>
                    <a:pt x="50098" y="23304"/>
                    <a:pt x="50086" y="23303"/>
                    <a:pt x="50074" y="23303"/>
                  </a:cubicBezTo>
                  <a:cubicBezTo>
                    <a:pt x="49989" y="23303"/>
                    <a:pt x="49905" y="23334"/>
                    <a:pt x="49839" y="23390"/>
                  </a:cubicBezTo>
                  <a:cubicBezTo>
                    <a:pt x="46983" y="24343"/>
                    <a:pt x="44499" y="26352"/>
                    <a:pt x="42469" y="28520"/>
                  </a:cubicBezTo>
                  <a:cubicBezTo>
                    <a:pt x="40592" y="30525"/>
                    <a:pt x="38254" y="33305"/>
                    <a:pt x="37357" y="36095"/>
                  </a:cubicBezTo>
                  <a:cubicBezTo>
                    <a:pt x="37306" y="36011"/>
                    <a:pt x="37249" y="35923"/>
                    <a:pt x="37190" y="35830"/>
                  </a:cubicBezTo>
                  <a:cubicBezTo>
                    <a:pt x="37565" y="34416"/>
                    <a:pt x="38696" y="32821"/>
                    <a:pt x="39296" y="31878"/>
                  </a:cubicBezTo>
                  <a:cubicBezTo>
                    <a:pt x="40239" y="30393"/>
                    <a:pt x="41330" y="29005"/>
                    <a:pt x="42550" y="27739"/>
                  </a:cubicBezTo>
                  <a:cubicBezTo>
                    <a:pt x="43708" y="26537"/>
                    <a:pt x="44980" y="25451"/>
                    <a:pt x="46348" y="24494"/>
                  </a:cubicBezTo>
                  <a:cubicBezTo>
                    <a:pt x="47234" y="23875"/>
                    <a:pt x="48600" y="22828"/>
                    <a:pt x="49886" y="22296"/>
                  </a:cubicBezTo>
                  <a:close/>
                  <a:moveTo>
                    <a:pt x="20475" y="13918"/>
                  </a:moveTo>
                  <a:cubicBezTo>
                    <a:pt x="20720" y="13985"/>
                    <a:pt x="20968" y="14054"/>
                    <a:pt x="21218" y="14127"/>
                  </a:cubicBezTo>
                  <a:lnTo>
                    <a:pt x="21219" y="14127"/>
                  </a:lnTo>
                  <a:cubicBezTo>
                    <a:pt x="22265" y="15897"/>
                    <a:pt x="23782" y="17534"/>
                    <a:pt x="24979" y="19160"/>
                  </a:cubicBezTo>
                  <a:cubicBezTo>
                    <a:pt x="26409" y="21107"/>
                    <a:pt x="27816" y="23071"/>
                    <a:pt x="29199" y="25052"/>
                  </a:cubicBezTo>
                  <a:cubicBezTo>
                    <a:pt x="30581" y="27035"/>
                    <a:pt x="31937" y="29034"/>
                    <a:pt x="33269" y="31050"/>
                  </a:cubicBezTo>
                  <a:cubicBezTo>
                    <a:pt x="33874" y="31967"/>
                    <a:pt x="34473" y="32886"/>
                    <a:pt x="35069" y="33809"/>
                  </a:cubicBezTo>
                  <a:cubicBezTo>
                    <a:pt x="35425" y="34364"/>
                    <a:pt x="35780" y="34920"/>
                    <a:pt x="36133" y="35475"/>
                  </a:cubicBezTo>
                  <a:lnTo>
                    <a:pt x="36486" y="36032"/>
                  </a:lnTo>
                  <a:cubicBezTo>
                    <a:pt x="36496" y="36074"/>
                    <a:pt x="36508" y="36115"/>
                    <a:pt x="36522" y="36155"/>
                  </a:cubicBezTo>
                  <a:cubicBezTo>
                    <a:pt x="33879" y="32306"/>
                    <a:pt x="31050" y="28568"/>
                    <a:pt x="28325" y="24779"/>
                  </a:cubicBezTo>
                  <a:cubicBezTo>
                    <a:pt x="25722" y="21160"/>
                    <a:pt x="23203" y="17449"/>
                    <a:pt x="20475" y="13918"/>
                  </a:cubicBezTo>
                  <a:close/>
                  <a:moveTo>
                    <a:pt x="37953" y="37630"/>
                  </a:moveTo>
                  <a:cubicBezTo>
                    <a:pt x="37851" y="37834"/>
                    <a:pt x="37753" y="38038"/>
                    <a:pt x="37661" y="38245"/>
                  </a:cubicBezTo>
                  <a:cubicBezTo>
                    <a:pt x="37630" y="38236"/>
                    <a:pt x="37597" y="38231"/>
                    <a:pt x="37565" y="38231"/>
                  </a:cubicBezTo>
                  <a:cubicBezTo>
                    <a:pt x="37533" y="38231"/>
                    <a:pt x="37500" y="38236"/>
                    <a:pt x="37470" y="38245"/>
                  </a:cubicBezTo>
                  <a:cubicBezTo>
                    <a:pt x="37633" y="38041"/>
                    <a:pt x="37793" y="37835"/>
                    <a:pt x="37953" y="37630"/>
                  </a:cubicBezTo>
                  <a:close/>
                  <a:moveTo>
                    <a:pt x="36509" y="38717"/>
                  </a:moveTo>
                  <a:cubicBezTo>
                    <a:pt x="36518" y="38717"/>
                    <a:pt x="36527" y="38717"/>
                    <a:pt x="36536" y="38717"/>
                  </a:cubicBezTo>
                  <a:cubicBezTo>
                    <a:pt x="36609" y="38809"/>
                    <a:pt x="36720" y="38864"/>
                    <a:pt x="36837" y="38865"/>
                  </a:cubicBezTo>
                  <a:cubicBezTo>
                    <a:pt x="36596" y="38971"/>
                    <a:pt x="36282" y="39011"/>
                    <a:pt x="35935" y="39011"/>
                  </a:cubicBezTo>
                  <a:cubicBezTo>
                    <a:pt x="35451" y="39011"/>
                    <a:pt x="34904" y="38934"/>
                    <a:pt x="34409" y="38856"/>
                  </a:cubicBezTo>
                  <a:cubicBezTo>
                    <a:pt x="35105" y="38764"/>
                    <a:pt x="35807" y="38717"/>
                    <a:pt x="36509" y="38717"/>
                  </a:cubicBezTo>
                  <a:close/>
                  <a:moveTo>
                    <a:pt x="15183" y="13113"/>
                  </a:moveTo>
                  <a:cubicBezTo>
                    <a:pt x="16769" y="13113"/>
                    <a:pt x="18319" y="13366"/>
                    <a:pt x="19934" y="13775"/>
                  </a:cubicBezTo>
                  <a:cubicBezTo>
                    <a:pt x="22531" y="17699"/>
                    <a:pt x="25404" y="21460"/>
                    <a:pt x="28149" y="25276"/>
                  </a:cubicBezTo>
                  <a:cubicBezTo>
                    <a:pt x="30879" y="29073"/>
                    <a:pt x="33528" y="32953"/>
                    <a:pt x="36351" y="36684"/>
                  </a:cubicBezTo>
                  <a:cubicBezTo>
                    <a:pt x="34542" y="35843"/>
                    <a:pt x="32568" y="35460"/>
                    <a:pt x="30570" y="35460"/>
                  </a:cubicBezTo>
                  <a:cubicBezTo>
                    <a:pt x="26406" y="35460"/>
                    <a:pt x="22142" y="37123"/>
                    <a:pt x="19074" y="39757"/>
                  </a:cubicBezTo>
                  <a:cubicBezTo>
                    <a:pt x="13793" y="32214"/>
                    <a:pt x="8154" y="24943"/>
                    <a:pt x="2157" y="17945"/>
                  </a:cubicBezTo>
                  <a:lnTo>
                    <a:pt x="2159" y="17945"/>
                  </a:lnTo>
                  <a:cubicBezTo>
                    <a:pt x="5055" y="16227"/>
                    <a:pt x="8015" y="14530"/>
                    <a:pt x="11283" y="13642"/>
                  </a:cubicBezTo>
                  <a:cubicBezTo>
                    <a:pt x="12638" y="13273"/>
                    <a:pt x="13922" y="13113"/>
                    <a:pt x="15183" y="13113"/>
                  </a:cubicBezTo>
                  <a:close/>
                  <a:moveTo>
                    <a:pt x="2578" y="20435"/>
                  </a:moveTo>
                  <a:cubicBezTo>
                    <a:pt x="8168" y="27062"/>
                    <a:pt x="13443" y="33937"/>
                    <a:pt x="18402" y="41058"/>
                  </a:cubicBezTo>
                  <a:cubicBezTo>
                    <a:pt x="18543" y="41262"/>
                    <a:pt x="18758" y="41377"/>
                    <a:pt x="18977" y="41377"/>
                  </a:cubicBezTo>
                  <a:cubicBezTo>
                    <a:pt x="19133" y="41377"/>
                    <a:pt x="19292" y="41318"/>
                    <a:pt x="19427" y="41190"/>
                  </a:cubicBezTo>
                  <a:cubicBezTo>
                    <a:pt x="21632" y="39103"/>
                    <a:pt x="24333" y="37693"/>
                    <a:pt x="27314" y="37090"/>
                  </a:cubicBezTo>
                  <a:cubicBezTo>
                    <a:pt x="28284" y="36894"/>
                    <a:pt x="29226" y="36809"/>
                    <a:pt x="30154" y="36809"/>
                  </a:cubicBezTo>
                  <a:cubicBezTo>
                    <a:pt x="30890" y="36809"/>
                    <a:pt x="31618" y="36863"/>
                    <a:pt x="32345" y="36959"/>
                  </a:cubicBezTo>
                  <a:cubicBezTo>
                    <a:pt x="32139" y="36996"/>
                    <a:pt x="31934" y="37038"/>
                    <a:pt x="31726" y="37085"/>
                  </a:cubicBezTo>
                  <a:cubicBezTo>
                    <a:pt x="29702" y="37535"/>
                    <a:pt x="27672" y="38191"/>
                    <a:pt x="25741" y="38939"/>
                  </a:cubicBezTo>
                  <a:cubicBezTo>
                    <a:pt x="24060" y="39590"/>
                    <a:pt x="22425" y="40379"/>
                    <a:pt x="20975" y="41459"/>
                  </a:cubicBezTo>
                  <a:cubicBezTo>
                    <a:pt x="20335" y="41934"/>
                    <a:pt x="18892" y="42836"/>
                    <a:pt x="18616" y="43758"/>
                  </a:cubicBezTo>
                  <a:cubicBezTo>
                    <a:pt x="15797" y="39642"/>
                    <a:pt x="12269" y="35871"/>
                    <a:pt x="9131" y="31993"/>
                  </a:cubicBezTo>
                  <a:cubicBezTo>
                    <a:pt x="7537" y="30022"/>
                    <a:pt x="5941" y="28055"/>
                    <a:pt x="4343" y="26088"/>
                  </a:cubicBezTo>
                  <a:cubicBezTo>
                    <a:pt x="3509" y="25063"/>
                    <a:pt x="2360" y="24025"/>
                    <a:pt x="1726" y="22872"/>
                  </a:cubicBezTo>
                  <a:lnTo>
                    <a:pt x="1290" y="22336"/>
                  </a:lnTo>
                  <a:cubicBezTo>
                    <a:pt x="1365" y="21812"/>
                    <a:pt x="1612" y="21399"/>
                    <a:pt x="2027" y="21097"/>
                  </a:cubicBezTo>
                  <a:cubicBezTo>
                    <a:pt x="2191" y="20870"/>
                    <a:pt x="2390" y="20654"/>
                    <a:pt x="2578" y="20435"/>
                  </a:cubicBezTo>
                  <a:close/>
                  <a:moveTo>
                    <a:pt x="34214" y="37438"/>
                  </a:moveTo>
                  <a:cubicBezTo>
                    <a:pt x="34480" y="37438"/>
                    <a:pt x="34745" y="37450"/>
                    <a:pt x="35009" y="37476"/>
                  </a:cubicBezTo>
                  <a:cubicBezTo>
                    <a:pt x="35056" y="37488"/>
                    <a:pt x="35104" y="37502"/>
                    <a:pt x="35153" y="37514"/>
                  </a:cubicBezTo>
                  <a:cubicBezTo>
                    <a:pt x="32341" y="37733"/>
                    <a:pt x="29659" y="38637"/>
                    <a:pt x="27141" y="39965"/>
                  </a:cubicBezTo>
                  <a:cubicBezTo>
                    <a:pt x="25564" y="40797"/>
                    <a:pt x="24060" y="41771"/>
                    <a:pt x="22625" y="42823"/>
                  </a:cubicBezTo>
                  <a:cubicBezTo>
                    <a:pt x="22053" y="43241"/>
                    <a:pt x="21266" y="44080"/>
                    <a:pt x="20621" y="44360"/>
                  </a:cubicBezTo>
                  <a:cubicBezTo>
                    <a:pt x="20405" y="44454"/>
                    <a:pt x="20198" y="44493"/>
                    <a:pt x="19997" y="44493"/>
                  </a:cubicBezTo>
                  <a:cubicBezTo>
                    <a:pt x="19802" y="44493"/>
                    <a:pt x="19613" y="44456"/>
                    <a:pt x="19427" y="44400"/>
                  </a:cubicBezTo>
                  <a:cubicBezTo>
                    <a:pt x="19434" y="44391"/>
                    <a:pt x="19440" y="44386"/>
                    <a:pt x="19448" y="44377"/>
                  </a:cubicBezTo>
                  <a:cubicBezTo>
                    <a:pt x="19593" y="44198"/>
                    <a:pt x="19599" y="43995"/>
                    <a:pt x="19448" y="43814"/>
                  </a:cubicBezTo>
                  <a:lnTo>
                    <a:pt x="19430" y="43792"/>
                  </a:lnTo>
                  <a:cubicBezTo>
                    <a:pt x="19697" y="43721"/>
                    <a:pt x="19911" y="43553"/>
                    <a:pt x="20074" y="43287"/>
                  </a:cubicBezTo>
                  <a:cubicBezTo>
                    <a:pt x="20320" y="43038"/>
                    <a:pt x="20576" y="42801"/>
                    <a:pt x="20843" y="42573"/>
                  </a:cubicBezTo>
                  <a:cubicBezTo>
                    <a:pt x="21485" y="42027"/>
                    <a:pt x="22180" y="41552"/>
                    <a:pt x="22907" y="41126"/>
                  </a:cubicBezTo>
                  <a:cubicBezTo>
                    <a:pt x="24188" y="40374"/>
                    <a:pt x="25559" y="39793"/>
                    <a:pt x="26955" y="39291"/>
                  </a:cubicBezTo>
                  <a:cubicBezTo>
                    <a:pt x="29199" y="38484"/>
                    <a:pt x="31750" y="37438"/>
                    <a:pt x="34214" y="37438"/>
                  </a:cubicBezTo>
                  <a:close/>
                  <a:moveTo>
                    <a:pt x="34842" y="0"/>
                  </a:moveTo>
                  <a:cubicBezTo>
                    <a:pt x="34343" y="0"/>
                    <a:pt x="33867" y="188"/>
                    <a:pt x="33507" y="630"/>
                  </a:cubicBezTo>
                  <a:cubicBezTo>
                    <a:pt x="31447" y="1151"/>
                    <a:pt x="29512" y="2015"/>
                    <a:pt x="27862" y="3526"/>
                  </a:cubicBezTo>
                  <a:cubicBezTo>
                    <a:pt x="27217" y="4115"/>
                    <a:pt x="26496" y="4800"/>
                    <a:pt x="25773" y="5555"/>
                  </a:cubicBezTo>
                  <a:cubicBezTo>
                    <a:pt x="23620" y="7604"/>
                    <a:pt x="21769" y="10148"/>
                    <a:pt x="20875" y="12916"/>
                  </a:cubicBezTo>
                  <a:cubicBezTo>
                    <a:pt x="19359" y="12052"/>
                    <a:pt x="17538" y="11727"/>
                    <a:pt x="15721" y="11727"/>
                  </a:cubicBezTo>
                  <a:cubicBezTo>
                    <a:pt x="14356" y="11727"/>
                    <a:pt x="12994" y="11911"/>
                    <a:pt x="11766" y="12185"/>
                  </a:cubicBezTo>
                  <a:cubicBezTo>
                    <a:pt x="7819" y="13067"/>
                    <a:pt x="4277" y="15176"/>
                    <a:pt x="838" y="17217"/>
                  </a:cubicBezTo>
                  <a:cubicBezTo>
                    <a:pt x="458" y="17444"/>
                    <a:pt x="436" y="17923"/>
                    <a:pt x="707" y="18237"/>
                  </a:cubicBezTo>
                  <a:cubicBezTo>
                    <a:pt x="1244" y="18859"/>
                    <a:pt x="1774" y="19488"/>
                    <a:pt x="2305" y="20116"/>
                  </a:cubicBezTo>
                  <a:cubicBezTo>
                    <a:pt x="1441" y="20484"/>
                    <a:pt x="862" y="21064"/>
                    <a:pt x="197" y="21811"/>
                  </a:cubicBezTo>
                  <a:cubicBezTo>
                    <a:pt x="77" y="21947"/>
                    <a:pt x="0" y="22200"/>
                    <a:pt x="127" y="22363"/>
                  </a:cubicBezTo>
                  <a:cubicBezTo>
                    <a:pt x="2951" y="26054"/>
                    <a:pt x="5928" y="29634"/>
                    <a:pt x="8843" y="33254"/>
                  </a:cubicBezTo>
                  <a:cubicBezTo>
                    <a:pt x="11749" y="36861"/>
                    <a:pt x="14485" y="40794"/>
                    <a:pt x="17652" y="44182"/>
                  </a:cubicBezTo>
                  <a:cubicBezTo>
                    <a:pt x="17664" y="44208"/>
                    <a:pt x="17679" y="44232"/>
                    <a:pt x="17699" y="44255"/>
                  </a:cubicBezTo>
                  <a:cubicBezTo>
                    <a:pt x="18282" y="44908"/>
                    <a:pt x="19219" y="45924"/>
                    <a:pt x="20167" y="45924"/>
                  </a:cubicBezTo>
                  <a:cubicBezTo>
                    <a:pt x="20277" y="45924"/>
                    <a:pt x="20387" y="45910"/>
                    <a:pt x="20497" y="45881"/>
                  </a:cubicBezTo>
                  <a:cubicBezTo>
                    <a:pt x="21148" y="45708"/>
                    <a:pt x="21757" y="44978"/>
                    <a:pt x="22286" y="44585"/>
                  </a:cubicBezTo>
                  <a:cubicBezTo>
                    <a:pt x="23162" y="43935"/>
                    <a:pt x="24053" y="43304"/>
                    <a:pt x="24965" y="42705"/>
                  </a:cubicBezTo>
                  <a:cubicBezTo>
                    <a:pt x="27366" y="41130"/>
                    <a:pt x="29934" y="39829"/>
                    <a:pt x="32678" y="39174"/>
                  </a:cubicBezTo>
                  <a:cubicBezTo>
                    <a:pt x="32752" y="39177"/>
                    <a:pt x="32826" y="39174"/>
                    <a:pt x="32900" y="39178"/>
                  </a:cubicBezTo>
                  <a:cubicBezTo>
                    <a:pt x="34054" y="39233"/>
                    <a:pt x="35153" y="39648"/>
                    <a:pt x="36288" y="39715"/>
                  </a:cubicBezTo>
                  <a:cubicBezTo>
                    <a:pt x="36337" y="39718"/>
                    <a:pt x="36385" y="39720"/>
                    <a:pt x="36433" y="39720"/>
                  </a:cubicBezTo>
                  <a:cubicBezTo>
                    <a:pt x="37209" y="39720"/>
                    <a:pt x="37750" y="39337"/>
                    <a:pt x="37827" y="38540"/>
                  </a:cubicBezTo>
                  <a:cubicBezTo>
                    <a:pt x="39593" y="36201"/>
                    <a:pt x="41115" y="33792"/>
                    <a:pt x="43273" y="31744"/>
                  </a:cubicBezTo>
                  <a:cubicBezTo>
                    <a:pt x="44449" y="30626"/>
                    <a:pt x="45716" y="29608"/>
                    <a:pt x="47060" y="28698"/>
                  </a:cubicBezTo>
                  <a:cubicBezTo>
                    <a:pt x="47079" y="28686"/>
                    <a:pt x="47099" y="28675"/>
                    <a:pt x="47118" y="28662"/>
                  </a:cubicBezTo>
                  <a:cubicBezTo>
                    <a:pt x="48826" y="27633"/>
                    <a:pt x="50637" y="26785"/>
                    <a:pt x="52524" y="26133"/>
                  </a:cubicBezTo>
                  <a:cubicBezTo>
                    <a:pt x="52902" y="26003"/>
                    <a:pt x="53156" y="25447"/>
                    <a:pt x="52785" y="25145"/>
                  </a:cubicBezTo>
                  <a:cubicBezTo>
                    <a:pt x="52171" y="24648"/>
                    <a:pt x="51613" y="24099"/>
                    <a:pt x="50959" y="23696"/>
                  </a:cubicBezTo>
                  <a:cubicBezTo>
                    <a:pt x="51006" y="23680"/>
                    <a:pt x="51050" y="23660"/>
                    <a:pt x="51097" y="23645"/>
                  </a:cubicBezTo>
                  <a:cubicBezTo>
                    <a:pt x="51251" y="23594"/>
                    <a:pt x="51309" y="23468"/>
                    <a:pt x="51300" y="23347"/>
                  </a:cubicBezTo>
                  <a:cubicBezTo>
                    <a:pt x="51345" y="23292"/>
                    <a:pt x="51376" y="23227"/>
                    <a:pt x="51391" y="23158"/>
                  </a:cubicBezTo>
                  <a:cubicBezTo>
                    <a:pt x="51657" y="23086"/>
                    <a:pt x="51868" y="22805"/>
                    <a:pt x="51676" y="22507"/>
                  </a:cubicBezTo>
                  <a:cubicBezTo>
                    <a:pt x="51561" y="22326"/>
                    <a:pt x="51447" y="22144"/>
                    <a:pt x="51333" y="21962"/>
                  </a:cubicBezTo>
                  <a:cubicBezTo>
                    <a:pt x="51345" y="21962"/>
                    <a:pt x="51359" y="21961"/>
                    <a:pt x="51371" y="21961"/>
                  </a:cubicBezTo>
                  <a:cubicBezTo>
                    <a:pt x="51374" y="21961"/>
                    <a:pt x="51377" y="21961"/>
                    <a:pt x="51379" y="21961"/>
                  </a:cubicBezTo>
                  <a:cubicBezTo>
                    <a:pt x="51539" y="21961"/>
                    <a:pt x="51585" y="21737"/>
                    <a:pt x="51453" y="21658"/>
                  </a:cubicBezTo>
                  <a:cubicBezTo>
                    <a:pt x="51333" y="21585"/>
                    <a:pt x="51198" y="21544"/>
                    <a:pt x="51056" y="21524"/>
                  </a:cubicBezTo>
                  <a:cubicBezTo>
                    <a:pt x="50796" y="21108"/>
                    <a:pt x="50546" y="20689"/>
                    <a:pt x="50290" y="20269"/>
                  </a:cubicBezTo>
                  <a:cubicBezTo>
                    <a:pt x="50030" y="19581"/>
                    <a:pt x="49589" y="18953"/>
                    <a:pt x="49191" y="18312"/>
                  </a:cubicBezTo>
                  <a:cubicBezTo>
                    <a:pt x="48421" y="17077"/>
                    <a:pt x="47572" y="15893"/>
                    <a:pt x="46728" y="14709"/>
                  </a:cubicBezTo>
                  <a:cubicBezTo>
                    <a:pt x="45005" y="12292"/>
                    <a:pt x="43280" y="9876"/>
                    <a:pt x="41551" y="7464"/>
                  </a:cubicBezTo>
                  <a:cubicBezTo>
                    <a:pt x="40019" y="5325"/>
                    <a:pt x="38618" y="2783"/>
                    <a:pt x="36781" y="897"/>
                  </a:cubicBezTo>
                  <a:cubicBezTo>
                    <a:pt x="36255" y="356"/>
                    <a:pt x="35527" y="0"/>
                    <a:pt x="348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34"/>
            <p:cNvSpPr/>
            <p:nvPr/>
          </p:nvSpPr>
          <p:spPr>
            <a:xfrm>
              <a:off x="2990175" y="381350"/>
              <a:ext cx="254450" cy="209600"/>
            </a:xfrm>
            <a:custGeom>
              <a:avLst/>
              <a:gdLst/>
              <a:ahLst/>
              <a:cxnLst/>
              <a:rect l="l" t="t" r="r" b="b"/>
              <a:pathLst>
                <a:path w="10178" h="8384" extrusionOk="0">
                  <a:moveTo>
                    <a:pt x="9489" y="1"/>
                  </a:moveTo>
                  <a:cubicBezTo>
                    <a:pt x="9460" y="1"/>
                    <a:pt x="9430" y="3"/>
                    <a:pt x="9398" y="7"/>
                  </a:cubicBezTo>
                  <a:cubicBezTo>
                    <a:pt x="5315" y="589"/>
                    <a:pt x="1324" y="4315"/>
                    <a:pt x="48" y="8144"/>
                  </a:cubicBezTo>
                  <a:cubicBezTo>
                    <a:pt x="1" y="8286"/>
                    <a:pt x="119" y="8384"/>
                    <a:pt x="239" y="8384"/>
                  </a:cubicBezTo>
                  <a:cubicBezTo>
                    <a:pt x="302" y="8384"/>
                    <a:pt x="366" y="8357"/>
                    <a:pt x="406" y="8294"/>
                  </a:cubicBezTo>
                  <a:cubicBezTo>
                    <a:pt x="1475" y="6637"/>
                    <a:pt x="2632" y="5068"/>
                    <a:pt x="4157" y="3799"/>
                  </a:cubicBezTo>
                  <a:cubicBezTo>
                    <a:pt x="5839" y="2399"/>
                    <a:pt x="7661" y="1727"/>
                    <a:pt x="9647" y="909"/>
                  </a:cubicBezTo>
                  <a:cubicBezTo>
                    <a:pt x="10177" y="691"/>
                    <a:pt x="10017" y="1"/>
                    <a:pt x="948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34"/>
            <p:cNvSpPr/>
            <p:nvPr/>
          </p:nvSpPr>
          <p:spPr>
            <a:xfrm>
              <a:off x="3026350" y="441550"/>
              <a:ext cx="247225" cy="201350"/>
            </a:xfrm>
            <a:custGeom>
              <a:avLst/>
              <a:gdLst/>
              <a:ahLst/>
              <a:cxnLst/>
              <a:rect l="l" t="t" r="r" b="b"/>
              <a:pathLst>
                <a:path w="9889" h="8054" extrusionOk="0">
                  <a:moveTo>
                    <a:pt x="9472" y="1"/>
                  </a:moveTo>
                  <a:cubicBezTo>
                    <a:pt x="9466" y="1"/>
                    <a:pt x="9460" y="1"/>
                    <a:pt x="9454" y="1"/>
                  </a:cubicBezTo>
                  <a:cubicBezTo>
                    <a:pt x="5735" y="204"/>
                    <a:pt x="1142" y="4281"/>
                    <a:pt x="59" y="7752"/>
                  </a:cubicBezTo>
                  <a:cubicBezTo>
                    <a:pt x="0" y="7941"/>
                    <a:pt x="141" y="8053"/>
                    <a:pt x="292" y="8053"/>
                  </a:cubicBezTo>
                  <a:cubicBezTo>
                    <a:pt x="375" y="8053"/>
                    <a:pt x="460" y="8019"/>
                    <a:pt x="517" y="7945"/>
                  </a:cubicBezTo>
                  <a:cubicBezTo>
                    <a:pt x="1756" y="6329"/>
                    <a:pt x="2771" y="4701"/>
                    <a:pt x="4382" y="3401"/>
                  </a:cubicBezTo>
                  <a:cubicBezTo>
                    <a:pt x="6005" y="2092"/>
                    <a:pt x="7844" y="1590"/>
                    <a:pt x="9618" y="609"/>
                  </a:cubicBezTo>
                  <a:cubicBezTo>
                    <a:pt x="9889" y="460"/>
                    <a:pt x="9783" y="1"/>
                    <a:pt x="94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34"/>
            <p:cNvSpPr/>
            <p:nvPr/>
          </p:nvSpPr>
          <p:spPr>
            <a:xfrm>
              <a:off x="3172850" y="661350"/>
              <a:ext cx="224850" cy="198300"/>
            </a:xfrm>
            <a:custGeom>
              <a:avLst/>
              <a:gdLst/>
              <a:ahLst/>
              <a:cxnLst/>
              <a:rect l="l" t="t" r="r" b="b"/>
              <a:pathLst>
                <a:path w="8994" h="7932" extrusionOk="0">
                  <a:moveTo>
                    <a:pt x="8456" y="0"/>
                  </a:moveTo>
                  <a:cubicBezTo>
                    <a:pt x="8425" y="0"/>
                    <a:pt x="8392" y="4"/>
                    <a:pt x="8358" y="11"/>
                  </a:cubicBezTo>
                  <a:cubicBezTo>
                    <a:pt x="5106" y="738"/>
                    <a:pt x="1076" y="4402"/>
                    <a:pt x="60" y="7579"/>
                  </a:cubicBezTo>
                  <a:cubicBezTo>
                    <a:pt x="1" y="7765"/>
                    <a:pt x="174" y="7931"/>
                    <a:pt x="343" y="7931"/>
                  </a:cubicBezTo>
                  <a:cubicBezTo>
                    <a:pt x="409" y="7931"/>
                    <a:pt x="474" y="7907"/>
                    <a:pt x="524" y="7849"/>
                  </a:cubicBezTo>
                  <a:cubicBezTo>
                    <a:pt x="1689" y="6518"/>
                    <a:pt x="2590" y="5030"/>
                    <a:pt x="3913" y="3818"/>
                  </a:cubicBezTo>
                  <a:cubicBezTo>
                    <a:pt x="5371" y="2483"/>
                    <a:pt x="7047" y="1783"/>
                    <a:pt x="8657" y="718"/>
                  </a:cubicBezTo>
                  <a:cubicBezTo>
                    <a:pt x="8993" y="494"/>
                    <a:pt x="8826" y="0"/>
                    <a:pt x="84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34"/>
            <p:cNvSpPr/>
            <p:nvPr/>
          </p:nvSpPr>
          <p:spPr>
            <a:xfrm>
              <a:off x="3219000" y="725650"/>
              <a:ext cx="226500" cy="215375"/>
            </a:xfrm>
            <a:custGeom>
              <a:avLst/>
              <a:gdLst/>
              <a:ahLst/>
              <a:cxnLst/>
              <a:rect l="l" t="t" r="r" b="b"/>
              <a:pathLst>
                <a:path w="9060" h="8615" extrusionOk="0">
                  <a:moveTo>
                    <a:pt x="8466" y="1"/>
                  </a:moveTo>
                  <a:cubicBezTo>
                    <a:pt x="8403" y="1"/>
                    <a:pt x="8336" y="16"/>
                    <a:pt x="8267" y="50"/>
                  </a:cubicBezTo>
                  <a:cubicBezTo>
                    <a:pt x="6348" y="1017"/>
                    <a:pt x="4571" y="2396"/>
                    <a:pt x="3025" y="3882"/>
                  </a:cubicBezTo>
                  <a:cubicBezTo>
                    <a:pt x="1836" y="5024"/>
                    <a:pt x="0" y="6568"/>
                    <a:pt x="62" y="8367"/>
                  </a:cubicBezTo>
                  <a:cubicBezTo>
                    <a:pt x="66" y="8507"/>
                    <a:pt x="206" y="8614"/>
                    <a:pt x="335" y="8614"/>
                  </a:cubicBezTo>
                  <a:cubicBezTo>
                    <a:pt x="409" y="8614"/>
                    <a:pt x="480" y="8578"/>
                    <a:pt x="518" y="8491"/>
                  </a:cubicBezTo>
                  <a:cubicBezTo>
                    <a:pt x="2016" y="5007"/>
                    <a:pt x="5594" y="2708"/>
                    <a:pt x="8679" y="755"/>
                  </a:cubicBezTo>
                  <a:cubicBezTo>
                    <a:pt x="9059" y="514"/>
                    <a:pt x="8832" y="1"/>
                    <a:pt x="84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34"/>
            <p:cNvSpPr/>
            <p:nvPr/>
          </p:nvSpPr>
          <p:spPr>
            <a:xfrm>
              <a:off x="2528200" y="658025"/>
              <a:ext cx="405900" cy="260600"/>
            </a:xfrm>
            <a:custGeom>
              <a:avLst/>
              <a:gdLst/>
              <a:ahLst/>
              <a:cxnLst/>
              <a:rect l="l" t="t" r="r" b="b"/>
              <a:pathLst>
                <a:path w="16236" h="10424" extrusionOk="0">
                  <a:moveTo>
                    <a:pt x="1382" y="2708"/>
                  </a:moveTo>
                  <a:cubicBezTo>
                    <a:pt x="2705" y="4465"/>
                    <a:pt x="4361" y="5818"/>
                    <a:pt x="5564" y="7549"/>
                  </a:cubicBezTo>
                  <a:cubicBezTo>
                    <a:pt x="5049" y="7000"/>
                    <a:pt x="4518" y="6467"/>
                    <a:pt x="3972" y="5947"/>
                  </a:cubicBezTo>
                  <a:cubicBezTo>
                    <a:pt x="3369" y="5370"/>
                    <a:pt x="2751" y="4825"/>
                    <a:pt x="2113" y="4299"/>
                  </a:cubicBezTo>
                  <a:cubicBezTo>
                    <a:pt x="2286" y="4264"/>
                    <a:pt x="2405" y="4031"/>
                    <a:pt x="2251" y="3877"/>
                  </a:cubicBezTo>
                  <a:cubicBezTo>
                    <a:pt x="1869" y="3498"/>
                    <a:pt x="1454" y="3168"/>
                    <a:pt x="1030" y="2840"/>
                  </a:cubicBezTo>
                  <a:lnTo>
                    <a:pt x="1382" y="2708"/>
                  </a:lnTo>
                  <a:close/>
                  <a:moveTo>
                    <a:pt x="9295" y="739"/>
                  </a:moveTo>
                  <a:cubicBezTo>
                    <a:pt x="10900" y="739"/>
                    <a:pt x="11714" y="2042"/>
                    <a:pt x="12738" y="3153"/>
                  </a:cubicBezTo>
                  <a:cubicBezTo>
                    <a:pt x="13607" y="4096"/>
                    <a:pt x="14464" y="5049"/>
                    <a:pt x="15310" y="6013"/>
                  </a:cubicBezTo>
                  <a:cubicBezTo>
                    <a:pt x="13936" y="6363"/>
                    <a:pt x="12589" y="6790"/>
                    <a:pt x="11275" y="7331"/>
                  </a:cubicBezTo>
                  <a:cubicBezTo>
                    <a:pt x="10703" y="7567"/>
                    <a:pt x="10139" y="7820"/>
                    <a:pt x="9583" y="8091"/>
                  </a:cubicBezTo>
                  <a:cubicBezTo>
                    <a:pt x="9104" y="8323"/>
                    <a:pt x="7997" y="9216"/>
                    <a:pt x="7494" y="9216"/>
                  </a:cubicBezTo>
                  <a:cubicBezTo>
                    <a:pt x="7280" y="9214"/>
                    <a:pt x="7087" y="9143"/>
                    <a:pt x="6911" y="9028"/>
                  </a:cubicBezTo>
                  <a:cubicBezTo>
                    <a:pt x="5976" y="6497"/>
                    <a:pt x="3660" y="4237"/>
                    <a:pt x="1564" y="2642"/>
                  </a:cubicBezTo>
                  <a:cubicBezTo>
                    <a:pt x="3992" y="1737"/>
                    <a:pt x="6804" y="749"/>
                    <a:pt x="9284" y="739"/>
                  </a:cubicBezTo>
                  <a:cubicBezTo>
                    <a:pt x="9288" y="739"/>
                    <a:pt x="9291" y="739"/>
                    <a:pt x="9295" y="739"/>
                  </a:cubicBezTo>
                  <a:close/>
                  <a:moveTo>
                    <a:pt x="9522" y="0"/>
                  </a:moveTo>
                  <a:cubicBezTo>
                    <a:pt x="8353" y="0"/>
                    <a:pt x="6970" y="475"/>
                    <a:pt x="5977" y="700"/>
                  </a:cubicBezTo>
                  <a:cubicBezTo>
                    <a:pt x="4041" y="1140"/>
                    <a:pt x="2155" y="1729"/>
                    <a:pt x="300" y="2432"/>
                  </a:cubicBezTo>
                  <a:cubicBezTo>
                    <a:pt x="25" y="2536"/>
                    <a:pt x="1" y="2846"/>
                    <a:pt x="223" y="3018"/>
                  </a:cubicBezTo>
                  <a:cubicBezTo>
                    <a:pt x="702" y="3388"/>
                    <a:pt x="1169" y="3763"/>
                    <a:pt x="1673" y="4093"/>
                  </a:cubicBezTo>
                  <a:cubicBezTo>
                    <a:pt x="3491" y="5760"/>
                    <a:pt x="5144" y="7550"/>
                    <a:pt x="6623" y="9541"/>
                  </a:cubicBezTo>
                  <a:cubicBezTo>
                    <a:pt x="6713" y="9781"/>
                    <a:pt x="6797" y="10028"/>
                    <a:pt x="6867" y="10287"/>
                  </a:cubicBezTo>
                  <a:cubicBezTo>
                    <a:pt x="6892" y="10382"/>
                    <a:pt x="6963" y="10423"/>
                    <a:pt x="7035" y="10423"/>
                  </a:cubicBezTo>
                  <a:cubicBezTo>
                    <a:pt x="7146" y="10423"/>
                    <a:pt x="7261" y="10329"/>
                    <a:pt x="7234" y="10186"/>
                  </a:cubicBezTo>
                  <a:cubicBezTo>
                    <a:pt x="7224" y="10130"/>
                    <a:pt x="7207" y="10076"/>
                    <a:pt x="7196" y="10021"/>
                  </a:cubicBezTo>
                  <a:cubicBezTo>
                    <a:pt x="7219" y="10016"/>
                    <a:pt x="7243" y="10009"/>
                    <a:pt x="7264" y="9998"/>
                  </a:cubicBezTo>
                  <a:cubicBezTo>
                    <a:pt x="9998" y="8390"/>
                    <a:pt x="12869" y="7216"/>
                    <a:pt x="15954" y="6481"/>
                  </a:cubicBezTo>
                  <a:cubicBezTo>
                    <a:pt x="16193" y="6424"/>
                    <a:pt x="16235" y="6133"/>
                    <a:pt x="16091" y="5967"/>
                  </a:cubicBezTo>
                  <a:cubicBezTo>
                    <a:pt x="14926" y="4637"/>
                    <a:pt x="13744" y="3322"/>
                    <a:pt x="12545" y="2023"/>
                  </a:cubicBezTo>
                  <a:cubicBezTo>
                    <a:pt x="11928" y="1357"/>
                    <a:pt x="11266" y="350"/>
                    <a:pt x="10341" y="98"/>
                  </a:cubicBezTo>
                  <a:cubicBezTo>
                    <a:pt x="10087" y="29"/>
                    <a:pt x="9811" y="0"/>
                    <a:pt x="95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34"/>
            <p:cNvSpPr/>
            <p:nvPr/>
          </p:nvSpPr>
          <p:spPr>
            <a:xfrm>
              <a:off x="2739725" y="878000"/>
              <a:ext cx="265375" cy="114400"/>
            </a:xfrm>
            <a:custGeom>
              <a:avLst/>
              <a:gdLst/>
              <a:ahLst/>
              <a:cxnLst/>
              <a:rect l="l" t="t" r="r" b="b"/>
              <a:pathLst>
                <a:path w="10615" h="4576" extrusionOk="0">
                  <a:moveTo>
                    <a:pt x="8807" y="0"/>
                  </a:moveTo>
                  <a:cubicBezTo>
                    <a:pt x="5620" y="0"/>
                    <a:pt x="1581" y="1966"/>
                    <a:pt x="54" y="4386"/>
                  </a:cubicBezTo>
                  <a:cubicBezTo>
                    <a:pt x="1" y="4471"/>
                    <a:pt x="79" y="4576"/>
                    <a:pt x="166" y="4576"/>
                  </a:cubicBezTo>
                  <a:cubicBezTo>
                    <a:pt x="186" y="4576"/>
                    <a:pt x="207" y="4570"/>
                    <a:pt x="226" y="4558"/>
                  </a:cubicBezTo>
                  <a:cubicBezTo>
                    <a:pt x="1875" y="3508"/>
                    <a:pt x="3258" y="2278"/>
                    <a:pt x="5131" y="1591"/>
                  </a:cubicBezTo>
                  <a:cubicBezTo>
                    <a:pt x="6861" y="957"/>
                    <a:pt x="8587" y="1026"/>
                    <a:pt x="10351" y="694"/>
                  </a:cubicBezTo>
                  <a:cubicBezTo>
                    <a:pt x="10615" y="644"/>
                    <a:pt x="10595" y="242"/>
                    <a:pt x="10351" y="180"/>
                  </a:cubicBezTo>
                  <a:cubicBezTo>
                    <a:pt x="9872" y="58"/>
                    <a:pt x="9352" y="0"/>
                    <a:pt x="88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34"/>
            <p:cNvSpPr/>
            <p:nvPr/>
          </p:nvSpPr>
          <p:spPr>
            <a:xfrm>
              <a:off x="2783475" y="946275"/>
              <a:ext cx="254775" cy="113000"/>
            </a:xfrm>
            <a:custGeom>
              <a:avLst/>
              <a:gdLst/>
              <a:ahLst/>
              <a:cxnLst/>
              <a:rect l="l" t="t" r="r" b="b"/>
              <a:pathLst>
                <a:path w="10191" h="4520" extrusionOk="0">
                  <a:moveTo>
                    <a:pt x="9024" y="1"/>
                  </a:moveTo>
                  <a:cubicBezTo>
                    <a:pt x="7296" y="1"/>
                    <a:pt x="5453" y="625"/>
                    <a:pt x="3919" y="1282"/>
                  </a:cubicBezTo>
                  <a:cubicBezTo>
                    <a:pt x="2789" y="1765"/>
                    <a:pt x="261" y="2658"/>
                    <a:pt x="23" y="4060"/>
                  </a:cubicBezTo>
                  <a:cubicBezTo>
                    <a:pt x="1" y="4188"/>
                    <a:pt x="41" y="4285"/>
                    <a:pt x="145" y="4359"/>
                  </a:cubicBezTo>
                  <a:lnTo>
                    <a:pt x="328" y="4490"/>
                  </a:lnTo>
                  <a:cubicBezTo>
                    <a:pt x="356" y="4510"/>
                    <a:pt x="386" y="4519"/>
                    <a:pt x="416" y="4519"/>
                  </a:cubicBezTo>
                  <a:cubicBezTo>
                    <a:pt x="528" y="4519"/>
                    <a:pt x="634" y="4397"/>
                    <a:pt x="599" y="4281"/>
                  </a:cubicBezTo>
                  <a:cubicBezTo>
                    <a:pt x="310" y="3333"/>
                    <a:pt x="4773" y="1735"/>
                    <a:pt x="5289" y="1569"/>
                  </a:cubicBezTo>
                  <a:cubicBezTo>
                    <a:pt x="6773" y="1093"/>
                    <a:pt x="8295" y="1027"/>
                    <a:pt x="9799" y="688"/>
                  </a:cubicBezTo>
                  <a:cubicBezTo>
                    <a:pt x="10190" y="600"/>
                    <a:pt x="10059" y="73"/>
                    <a:pt x="9711" y="36"/>
                  </a:cubicBezTo>
                  <a:cubicBezTo>
                    <a:pt x="9485" y="12"/>
                    <a:pt x="9255" y="1"/>
                    <a:pt x="902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34"/>
            <p:cNvSpPr/>
            <p:nvPr/>
          </p:nvSpPr>
          <p:spPr>
            <a:xfrm>
              <a:off x="2839925" y="1007825"/>
              <a:ext cx="259925" cy="117700"/>
            </a:xfrm>
            <a:custGeom>
              <a:avLst/>
              <a:gdLst/>
              <a:ahLst/>
              <a:cxnLst/>
              <a:rect l="l" t="t" r="r" b="b"/>
              <a:pathLst>
                <a:path w="10397" h="4708" extrusionOk="0">
                  <a:moveTo>
                    <a:pt x="9045" y="1"/>
                  </a:moveTo>
                  <a:cubicBezTo>
                    <a:pt x="5729" y="1"/>
                    <a:pt x="2019" y="2104"/>
                    <a:pt x="58" y="4551"/>
                  </a:cubicBezTo>
                  <a:cubicBezTo>
                    <a:pt x="0" y="4623"/>
                    <a:pt x="54" y="4707"/>
                    <a:pt x="124" y="4707"/>
                  </a:cubicBezTo>
                  <a:cubicBezTo>
                    <a:pt x="145" y="4707"/>
                    <a:pt x="167" y="4700"/>
                    <a:pt x="188" y="4683"/>
                  </a:cubicBezTo>
                  <a:cubicBezTo>
                    <a:pt x="1738" y="3418"/>
                    <a:pt x="3324" y="2289"/>
                    <a:pt x="5224" y="1613"/>
                  </a:cubicBezTo>
                  <a:cubicBezTo>
                    <a:pt x="6821" y="1047"/>
                    <a:pt x="8433" y="1014"/>
                    <a:pt x="10074" y="712"/>
                  </a:cubicBezTo>
                  <a:cubicBezTo>
                    <a:pt x="10385" y="655"/>
                    <a:pt x="10396" y="120"/>
                    <a:pt x="10074" y="73"/>
                  </a:cubicBezTo>
                  <a:cubicBezTo>
                    <a:pt x="9737" y="24"/>
                    <a:pt x="9393" y="1"/>
                    <a:pt x="90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0B62FFAE-C555-434B-812E-9BD074A5A1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3851" y="1417319"/>
            <a:ext cx="6851949" cy="2450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31903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4"/>
          <p:cNvSpPr txBox="1">
            <a:spLocks noGrp="1"/>
          </p:cNvSpPr>
          <p:nvPr>
            <p:ph type="subTitle" idx="1"/>
          </p:nvPr>
        </p:nvSpPr>
        <p:spPr>
          <a:xfrm>
            <a:off x="1307759" y="531752"/>
            <a:ext cx="3439500" cy="53514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Heaps	</a:t>
            </a:r>
          </a:p>
        </p:txBody>
      </p:sp>
      <p:pic>
        <p:nvPicPr>
          <p:cNvPr id="235" name="Google Shape;235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695460">
            <a:off x="7765338" y="3361772"/>
            <a:ext cx="1241024" cy="1610463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grpSp>
        <p:nvGrpSpPr>
          <p:cNvPr id="236" name="Google Shape;236;p34"/>
          <p:cNvGrpSpPr/>
          <p:nvPr/>
        </p:nvGrpSpPr>
        <p:grpSpPr>
          <a:xfrm rot="790859">
            <a:off x="7973758" y="3964891"/>
            <a:ext cx="824184" cy="712067"/>
            <a:chOff x="2341425" y="238100"/>
            <a:chExt cx="1328900" cy="1148125"/>
          </a:xfrm>
        </p:grpSpPr>
        <p:sp>
          <p:nvSpPr>
            <p:cNvPr id="237" name="Google Shape;237;p34"/>
            <p:cNvSpPr/>
            <p:nvPr/>
          </p:nvSpPr>
          <p:spPr>
            <a:xfrm>
              <a:off x="2341425" y="238100"/>
              <a:ext cx="1328900" cy="1148125"/>
            </a:xfrm>
            <a:custGeom>
              <a:avLst/>
              <a:gdLst/>
              <a:ahLst/>
              <a:cxnLst/>
              <a:rect l="l" t="t" r="r" b="b"/>
              <a:pathLst>
                <a:path w="53156" h="45925" extrusionOk="0">
                  <a:moveTo>
                    <a:pt x="49853" y="24103"/>
                  </a:moveTo>
                  <a:cubicBezTo>
                    <a:pt x="50212" y="24609"/>
                    <a:pt x="50681" y="25003"/>
                    <a:pt x="51172" y="25380"/>
                  </a:cubicBezTo>
                  <a:cubicBezTo>
                    <a:pt x="48199" y="26540"/>
                    <a:pt x="45438" y="28144"/>
                    <a:pt x="42987" y="30206"/>
                  </a:cubicBezTo>
                  <a:cubicBezTo>
                    <a:pt x="41727" y="31264"/>
                    <a:pt x="40396" y="32510"/>
                    <a:pt x="39238" y="33887"/>
                  </a:cubicBezTo>
                  <a:cubicBezTo>
                    <a:pt x="39347" y="33688"/>
                    <a:pt x="39460" y="33491"/>
                    <a:pt x="39578" y="33301"/>
                  </a:cubicBezTo>
                  <a:cubicBezTo>
                    <a:pt x="40490" y="31831"/>
                    <a:pt x="41539" y="30449"/>
                    <a:pt x="42711" y="29176"/>
                  </a:cubicBezTo>
                  <a:cubicBezTo>
                    <a:pt x="44775" y="26932"/>
                    <a:pt x="47091" y="25229"/>
                    <a:pt x="49853" y="24103"/>
                  </a:cubicBezTo>
                  <a:close/>
                  <a:moveTo>
                    <a:pt x="35117" y="1053"/>
                  </a:moveTo>
                  <a:lnTo>
                    <a:pt x="35117" y="1053"/>
                  </a:lnTo>
                  <a:cubicBezTo>
                    <a:pt x="36710" y="1715"/>
                    <a:pt x="38294" y="4814"/>
                    <a:pt x="38992" y="5799"/>
                  </a:cubicBezTo>
                  <a:cubicBezTo>
                    <a:pt x="40312" y="7660"/>
                    <a:pt x="41633" y="9523"/>
                    <a:pt x="42954" y="11383"/>
                  </a:cubicBezTo>
                  <a:cubicBezTo>
                    <a:pt x="44182" y="13110"/>
                    <a:pt x="45421" y="14827"/>
                    <a:pt x="46633" y="16564"/>
                  </a:cubicBezTo>
                  <a:cubicBezTo>
                    <a:pt x="46650" y="16588"/>
                    <a:pt x="46667" y="16613"/>
                    <a:pt x="46685" y="16638"/>
                  </a:cubicBezTo>
                  <a:cubicBezTo>
                    <a:pt x="47623" y="18397"/>
                    <a:pt x="48600" y="20134"/>
                    <a:pt x="49618" y="21849"/>
                  </a:cubicBezTo>
                  <a:cubicBezTo>
                    <a:pt x="48693" y="22281"/>
                    <a:pt x="47744" y="23007"/>
                    <a:pt x="47214" y="23343"/>
                  </a:cubicBezTo>
                  <a:cubicBezTo>
                    <a:pt x="45320" y="24544"/>
                    <a:pt x="43587" y="25982"/>
                    <a:pt x="42057" y="27622"/>
                  </a:cubicBezTo>
                  <a:cubicBezTo>
                    <a:pt x="40592" y="29191"/>
                    <a:pt x="39304" y="30938"/>
                    <a:pt x="38281" y="32827"/>
                  </a:cubicBezTo>
                  <a:cubicBezTo>
                    <a:pt x="37877" y="33573"/>
                    <a:pt x="37271" y="34533"/>
                    <a:pt x="36981" y="35496"/>
                  </a:cubicBezTo>
                  <a:cubicBezTo>
                    <a:pt x="36328" y="34434"/>
                    <a:pt x="35635" y="33395"/>
                    <a:pt x="34953" y="32353"/>
                  </a:cubicBezTo>
                  <a:cubicBezTo>
                    <a:pt x="33450" y="30055"/>
                    <a:pt x="31915" y="27777"/>
                    <a:pt x="30347" y="25524"/>
                  </a:cubicBezTo>
                  <a:cubicBezTo>
                    <a:pt x="28841" y="23359"/>
                    <a:pt x="27306" y="21217"/>
                    <a:pt x="25741" y="19095"/>
                  </a:cubicBezTo>
                  <a:cubicBezTo>
                    <a:pt x="24508" y="17421"/>
                    <a:pt x="23256" y="15382"/>
                    <a:pt x="21757" y="13843"/>
                  </a:cubicBezTo>
                  <a:cubicBezTo>
                    <a:pt x="22758" y="10753"/>
                    <a:pt x="24747" y="8361"/>
                    <a:pt x="26903" y="5992"/>
                  </a:cubicBezTo>
                  <a:cubicBezTo>
                    <a:pt x="27357" y="5493"/>
                    <a:pt x="27826" y="4981"/>
                    <a:pt x="28315" y="4481"/>
                  </a:cubicBezTo>
                  <a:cubicBezTo>
                    <a:pt x="29626" y="3498"/>
                    <a:pt x="31045" y="2668"/>
                    <a:pt x="32551" y="2018"/>
                  </a:cubicBezTo>
                  <a:cubicBezTo>
                    <a:pt x="33121" y="1772"/>
                    <a:pt x="33780" y="1496"/>
                    <a:pt x="34476" y="1255"/>
                  </a:cubicBezTo>
                  <a:cubicBezTo>
                    <a:pt x="34702" y="1206"/>
                    <a:pt x="34932" y="1166"/>
                    <a:pt x="35161" y="1125"/>
                  </a:cubicBezTo>
                  <a:cubicBezTo>
                    <a:pt x="35147" y="1101"/>
                    <a:pt x="35132" y="1076"/>
                    <a:pt x="35117" y="1053"/>
                  </a:cubicBezTo>
                  <a:close/>
                  <a:moveTo>
                    <a:pt x="49886" y="22296"/>
                  </a:moveTo>
                  <a:cubicBezTo>
                    <a:pt x="50069" y="22601"/>
                    <a:pt x="50253" y="22905"/>
                    <a:pt x="50437" y="23208"/>
                  </a:cubicBezTo>
                  <a:cubicBezTo>
                    <a:pt x="50328" y="23239"/>
                    <a:pt x="50219" y="23270"/>
                    <a:pt x="50110" y="23305"/>
                  </a:cubicBezTo>
                  <a:cubicBezTo>
                    <a:pt x="50098" y="23304"/>
                    <a:pt x="50086" y="23303"/>
                    <a:pt x="50074" y="23303"/>
                  </a:cubicBezTo>
                  <a:cubicBezTo>
                    <a:pt x="49989" y="23303"/>
                    <a:pt x="49905" y="23334"/>
                    <a:pt x="49839" y="23390"/>
                  </a:cubicBezTo>
                  <a:cubicBezTo>
                    <a:pt x="46983" y="24343"/>
                    <a:pt x="44499" y="26352"/>
                    <a:pt x="42469" y="28520"/>
                  </a:cubicBezTo>
                  <a:cubicBezTo>
                    <a:pt x="40592" y="30525"/>
                    <a:pt x="38254" y="33305"/>
                    <a:pt x="37357" y="36095"/>
                  </a:cubicBezTo>
                  <a:cubicBezTo>
                    <a:pt x="37306" y="36011"/>
                    <a:pt x="37249" y="35923"/>
                    <a:pt x="37190" y="35830"/>
                  </a:cubicBezTo>
                  <a:cubicBezTo>
                    <a:pt x="37565" y="34416"/>
                    <a:pt x="38696" y="32821"/>
                    <a:pt x="39296" y="31878"/>
                  </a:cubicBezTo>
                  <a:cubicBezTo>
                    <a:pt x="40239" y="30393"/>
                    <a:pt x="41330" y="29005"/>
                    <a:pt x="42550" y="27739"/>
                  </a:cubicBezTo>
                  <a:cubicBezTo>
                    <a:pt x="43708" y="26537"/>
                    <a:pt x="44980" y="25451"/>
                    <a:pt x="46348" y="24494"/>
                  </a:cubicBezTo>
                  <a:cubicBezTo>
                    <a:pt x="47234" y="23875"/>
                    <a:pt x="48600" y="22828"/>
                    <a:pt x="49886" y="22296"/>
                  </a:cubicBezTo>
                  <a:close/>
                  <a:moveTo>
                    <a:pt x="20475" y="13918"/>
                  </a:moveTo>
                  <a:cubicBezTo>
                    <a:pt x="20720" y="13985"/>
                    <a:pt x="20968" y="14054"/>
                    <a:pt x="21218" y="14127"/>
                  </a:cubicBezTo>
                  <a:lnTo>
                    <a:pt x="21219" y="14127"/>
                  </a:lnTo>
                  <a:cubicBezTo>
                    <a:pt x="22265" y="15897"/>
                    <a:pt x="23782" y="17534"/>
                    <a:pt x="24979" y="19160"/>
                  </a:cubicBezTo>
                  <a:cubicBezTo>
                    <a:pt x="26409" y="21107"/>
                    <a:pt x="27816" y="23071"/>
                    <a:pt x="29199" y="25052"/>
                  </a:cubicBezTo>
                  <a:cubicBezTo>
                    <a:pt x="30581" y="27035"/>
                    <a:pt x="31937" y="29034"/>
                    <a:pt x="33269" y="31050"/>
                  </a:cubicBezTo>
                  <a:cubicBezTo>
                    <a:pt x="33874" y="31967"/>
                    <a:pt x="34473" y="32886"/>
                    <a:pt x="35069" y="33809"/>
                  </a:cubicBezTo>
                  <a:cubicBezTo>
                    <a:pt x="35425" y="34364"/>
                    <a:pt x="35780" y="34920"/>
                    <a:pt x="36133" y="35475"/>
                  </a:cubicBezTo>
                  <a:lnTo>
                    <a:pt x="36486" y="36032"/>
                  </a:lnTo>
                  <a:cubicBezTo>
                    <a:pt x="36496" y="36074"/>
                    <a:pt x="36508" y="36115"/>
                    <a:pt x="36522" y="36155"/>
                  </a:cubicBezTo>
                  <a:cubicBezTo>
                    <a:pt x="33879" y="32306"/>
                    <a:pt x="31050" y="28568"/>
                    <a:pt x="28325" y="24779"/>
                  </a:cubicBezTo>
                  <a:cubicBezTo>
                    <a:pt x="25722" y="21160"/>
                    <a:pt x="23203" y="17449"/>
                    <a:pt x="20475" y="13918"/>
                  </a:cubicBezTo>
                  <a:close/>
                  <a:moveTo>
                    <a:pt x="37953" y="37630"/>
                  </a:moveTo>
                  <a:cubicBezTo>
                    <a:pt x="37851" y="37834"/>
                    <a:pt x="37753" y="38038"/>
                    <a:pt x="37661" y="38245"/>
                  </a:cubicBezTo>
                  <a:cubicBezTo>
                    <a:pt x="37630" y="38236"/>
                    <a:pt x="37597" y="38231"/>
                    <a:pt x="37565" y="38231"/>
                  </a:cubicBezTo>
                  <a:cubicBezTo>
                    <a:pt x="37533" y="38231"/>
                    <a:pt x="37500" y="38236"/>
                    <a:pt x="37470" y="38245"/>
                  </a:cubicBezTo>
                  <a:cubicBezTo>
                    <a:pt x="37633" y="38041"/>
                    <a:pt x="37793" y="37835"/>
                    <a:pt x="37953" y="37630"/>
                  </a:cubicBezTo>
                  <a:close/>
                  <a:moveTo>
                    <a:pt x="36509" y="38717"/>
                  </a:moveTo>
                  <a:cubicBezTo>
                    <a:pt x="36518" y="38717"/>
                    <a:pt x="36527" y="38717"/>
                    <a:pt x="36536" y="38717"/>
                  </a:cubicBezTo>
                  <a:cubicBezTo>
                    <a:pt x="36609" y="38809"/>
                    <a:pt x="36720" y="38864"/>
                    <a:pt x="36837" y="38865"/>
                  </a:cubicBezTo>
                  <a:cubicBezTo>
                    <a:pt x="36596" y="38971"/>
                    <a:pt x="36282" y="39011"/>
                    <a:pt x="35935" y="39011"/>
                  </a:cubicBezTo>
                  <a:cubicBezTo>
                    <a:pt x="35451" y="39011"/>
                    <a:pt x="34904" y="38934"/>
                    <a:pt x="34409" y="38856"/>
                  </a:cubicBezTo>
                  <a:cubicBezTo>
                    <a:pt x="35105" y="38764"/>
                    <a:pt x="35807" y="38717"/>
                    <a:pt x="36509" y="38717"/>
                  </a:cubicBezTo>
                  <a:close/>
                  <a:moveTo>
                    <a:pt x="15183" y="13113"/>
                  </a:moveTo>
                  <a:cubicBezTo>
                    <a:pt x="16769" y="13113"/>
                    <a:pt x="18319" y="13366"/>
                    <a:pt x="19934" y="13775"/>
                  </a:cubicBezTo>
                  <a:cubicBezTo>
                    <a:pt x="22531" y="17699"/>
                    <a:pt x="25404" y="21460"/>
                    <a:pt x="28149" y="25276"/>
                  </a:cubicBezTo>
                  <a:cubicBezTo>
                    <a:pt x="30879" y="29073"/>
                    <a:pt x="33528" y="32953"/>
                    <a:pt x="36351" y="36684"/>
                  </a:cubicBezTo>
                  <a:cubicBezTo>
                    <a:pt x="34542" y="35843"/>
                    <a:pt x="32568" y="35460"/>
                    <a:pt x="30570" y="35460"/>
                  </a:cubicBezTo>
                  <a:cubicBezTo>
                    <a:pt x="26406" y="35460"/>
                    <a:pt x="22142" y="37123"/>
                    <a:pt x="19074" y="39757"/>
                  </a:cubicBezTo>
                  <a:cubicBezTo>
                    <a:pt x="13793" y="32214"/>
                    <a:pt x="8154" y="24943"/>
                    <a:pt x="2157" y="17945"/>
                  </a:cubicBezTo>
                  <a:lnTo>
                    <a:pt x="2159" y="17945"/>
                  </a:lnTo>
                  <a:cubicBezTo>
                    <a:pt x="5055" y="16227"/>
                    <a:pt x="8015" y="14530"/>
                    <a:pt x="11283" y="13642"/>
                  </a:cubicBezTo>
                  <a:cubicBezTo>
                    <a:pt x="12638" y="13273"/>
                    <a:pt x="13922" y="13113"/>
                    <a:pt x="15183" y="13113"/>
                  </a:cubicBezTo>
                  <a:close/>
                  <a:moveTo>
                    <a:pt x="2578" y="20435"/>
                  </a:moveTo>
                  <a:cubicBezTo>
                    <a:pt x="8168" y="27062"/>
                    <a:pt x="13443" y="33937"/>
                    <a:pt x="18402" y="41058"/>
                  </a:cubicBezTo>
                  <a:cubicBezTo>
                    <a:pt x="18543" y="41262"/>
                    <a:pt x="18758" y="41377"/>
                    <a:pt x="18977" y="41377"/>
                  </a:cubicBezTo>
                  <a:cubicBezTo>
                    <a:pt x="19133" y="41377"/>
                    <a:pt x="19292" y="41318"/>
                    <a:pt x="19427" y="41190"/>
                  </a:cubicBezTo>
                  <a:cubicBezTo>
                    <a:pt x="21632" y="39103"/>
                    <a:pt x="24333" y="37693"/>
                    <a:pt x="27314" y="37090"/>
                  </a:cubicBezTo>
                  <a:cubicBezTo>
                    <a:pt x="28284" y="36894"/>
                    <a:pt x="29226" y="36809"/>
                    <a:pt x="30154" y="36809"/>
                  </a:cubicBezTo>
                  <a:cubicBezTo>
                    <a:pt x="30890" y="36809"/>
                    <a:pt x="31618" y="36863"/>
                    <a:pt x="32345" y="36959"/>
                  </a:cubicBezTo>
                  <a:cubicBezTo>
                    <a:pt x="32139" y="36996"/>
                    <a:pt x="31934" y="37038"/>
                    <a:pt x="31726" y="37085"/>
                  </a:cubicBezTo>
                  <a:cubicBezTo>
                    <a:pt x="29702" y="37535"/>
                    <a:pt x="27672" y="38191"/>
                    <a:pt x="25741" y="38939"/>
                  </a:cubicBezTo>
                  <a:cubicBezTo>
                    <a:pt x="24060" y="39590"/>
                    <a:pt x="22425" y="40379"/>
                    <a:pt x="20975" y="41459"/>
                  </a:cubicBezTo>
                  <a:cubicBezTo>
                    <a:pt x="20335" y="41934"/>
                    <a:pt x="18892" y="42836"/>
                    <a:pt x="18616" y="43758"/>
                  </a:cubicBezTo>
                  <a:cubicBezTo>
                    <a:pt x="15797" y="39642"/>
                    <a:pt x="12269" y="35871"/>
                    <a:pt x="9131" y="31993"/>
                  </a:cubicBezTo>
                  <a:cubicBezTo>
                    <a:pt x="7537" y="30022"/>
                    <a:pt x="5941" y="28055"/>
                    <a:pt x="4343" y="26088"/>
                  </a:cubicBezTo>
                  <a:cubicBezTo>
                    <a:pt x="3509" y="25063"/>
                    <a:pt x="2360" y="24025"/>
                    <a:pt x="1726" y="22872"/>
                  </a:cubicBezTo>
                  <a:lnTo>
                    <a:pt x="1290" y="22336"/>
                  </a:lnTo>
                  <a:cubicBezTo>
                    <a:pt x="1365" y="21812"/>
                    <a:pt x="1612" y="21399"/>
                    <a:pt x="2027" y="21097"/>
                  </a:cubicBezTo>
                  <a:cubicBezTo>
                    <a:pt x="2191" y="20870"/>
                    <a:pt x="2390" y="20654"/>
                    <a:pt x="2578" y="20435"/>
                  </a:cubicBezTo>
                  <a:close/>
                  <a:moveTo>
                    <a:pt x="34214" y="37438"/>
                  </a:moveTo>
                  <a:cubicBezTo>
                    <a:pt x="34480" y="37438"/>
                    <a:pt x="34745" y="37450"/>
                    <a:pt x="35009" y="37476"/>
                  </a:cubicBezTo>
                  <a:cubicBezTo>
                    <a:pt x="35056" y="37488"/>
                    <a:pt x="35104" y="37502"/>
                    <a:pt x="35153" y="37514"/>
                  </a:cubicBezTo>
                  <a:cubicBezTo>
                    <a:pt x="32341" y="37733"/>
                    <a:pt x="29659" y="38637"/>
                    <a:pt x="27141" y="39965"/>
                  </a:cubicBezTo>
                  <a:cubicBezTo>
                    <a:pt x="25564" y="40797"/>
                    <a:pt x="24060" y="41771"/>
                    <a:pt x="22625" y="42823"/>
                  </a:cubicBezTo>
                  <a:cubicBezTo>
                    <a:pt x="22053" y="43241"/>
                    <a:pt x="21266" y="44080"/>
                    <a:pt x="20621" y="44360"/>
                  </a:cubicBezTo>
                  <a:cubicBezTo>
                    <a:pt x="20405" y="44454"/>
                    <a:pt x="20198" y="44493"/>
                    <a:pt x="19997" y="44493"/>
                  </a:cubicBezTo>
                  <a:cubicBezTo>
                    <a:pt x="19802" y="44493"/>
                    <a:pt x="19613" y="44456"/>
                    <a:pt x="19427" y="44400"/>
                  </a:cubicBezTo>
                  <a:cubicBezTo>
                    <a:pt x="19434" y="44391"/>
                    <a:pt x="19440" y="44386"/>
                    <a:pt x="19448" y="44377"/>
                  </a:cubicBezTo>
                  <a:cubicBezTo>
                    <a:pt x="19593" y="44198"/>
                    <a:pt x="19599" y="43995"/>
                    <a:pt x="19448" y="43814"/>
                  </a:cubicBezTo>
                  <a:lnTo>
                    <a:pt x="19430" y="43792"/>
                  </a:lnTo>
                  <a:cubicBezTo>
                    <a:pt x="19697" y="43721"/>
                    <a:pt x="19911" y="43553"/>
                    <a:pt x="20074" y="43287"/>
                  </a:cubicBezTo>
                  <a:cubicBezTo>
                    <a:pt x="20320" y="43038"/>
                    <a:pt x="20576" y="42801"/>
                    <a:pt x="20843" y="42573"/>
                  </a:cubicBezTo>
                  <a:cubicBezTo>
                    <a:pt x="21485" y="42027"/>
                    <a:pt x="22180" y="41552"/>
                    <a:pt x="22907" y="41126"/>
                  </a:cubicBezTo>
                  <a:cubicBezTo>
                    <a:pt x="24188" y="40374"/>
                    <a:pt x="25559" y="39793"/>
                    <a:pt x="26955" y="39291"/>
                  </a:cubicBezTo>
                  <a:cubicBezTo>
                    <a:pt x="29199" y="38484"/>
                    <a:pt x="31750" y="37438"/>
                    <a:pt x="34214" y="37438"/>
                  </a:cubicBezTo>
                  <a:close/>
                  <a:moveTo>
                    <a:pt x="34842" y="0"/>
                  </a:moveTo>
                  <a:cubicBezTo>
                    <a:pt x="34343" y="0"/>
                    <a:pt x="33867" y="188"/>
                    <a:pt x="33507" y="630"/>
                  </a:cubicBezTo>
                  <a:cubicBezTo>
                    <a:pt x="31447" y="1151"/>
                    <a:pt x="29512" y="2015"/>
                    <a:pt x="27862" y="3526"/>
                  </a:cubicBezTo>
                  <a:cubicBezTo>
                    <a:pt x="27217" y="4115"/>
                    <a:pt x="26496" y="4800"/>
                    <a:pt x="25773" y="5555"/>
                  </a:cubicBezTo>
                  <a:cubicBezTo>
                    <a:pt x="23620" y="7604"/>
                    <a:pt x="21769" y="10148"/>
                    <a:pt x="20875" y="12916"/>
                  </a:cubicBezTo>
                  <a:cubicBezTo>
                    <a:pt x="19359" y="12052"/>
                    <a:pt x="17538" y="11727"/>
                    <a:pt x="15721" y="11727"/>
                  </a:cubicBezTo>
                  <a:cubicBezTo>
                    <a:pt x="14356" y="11727"/>
                    <a:pt x="12994" y="11911"/>
                    <a:pt x="11766" y="12185"/>
                  </a:cubicBezTo>
                  <a:cubicBezTo>
                    <a:pt x="7819" y="13067"/>
                    <a:pt x="4277" y="15176"/>
                    <a:pt x="838" y="17217"/>
                  </a:cubicBezTo>
                  <a:cubicBezTo>
                    <a:pt x="458" y="17444"/>
                    <a:pt x="436" y="17923"/>
                    <a:pt x="707" y="18237"/>
                  </a:cubicBezTo>
                  <a:cubicBezTo>
                    <a:pt x="1244" y="18859"/>
                    <a:pt x="1774" y="19488"/>
                    <a:pt x="2305" y="20116"/>
                  </a:cubicBezTo>
                  <a:cubicBezTo>
                    <a:pt x="1441" y="20484"/>
                    <a:pt x="862" y="21064"/>
                    <a:pt x="197" y="21811"/>
                  </a:cubicBezTo>
                  <a:cubicBezTo>
                    <a:pt x="77" y="21947"/>
                    <a:pt x="0" y="22200"/>
                    <a:pt x="127" y="22363"/>
                  </a:cubicBezTo>
                  <a:cubicBezTo>
                    <a:pt x="2951" y="26054"/>
                    <a:pt x="5928" y="29634"/>
                    <a:pt x="8843" y="33254"/>
                  </a:cubicBezTo>
                  <a:cubicBezTo>
                    <a:pt x="11749" y="36861"/>
                    <a:pt x="14485" y="40794"/>
                    <a:pt x="17652" y="44182"/>
                  </a:cubicBezTo>
                  <a:cubicBezTo>
                    <a:pt x="17664" y="44208"/>
                    <a:pt x="17679" y="44232"/>
                    <a:pt x="17699" y="44255"/>
                  </a:cubicBezTo>
                  <a:cubicBezTo>
                    <a:pt x="18282" y="44908"/>
                    <a:pt x="19219" y="45924"/>
                    <a:pt x="20167" y="45924"/>
                  </a:cubicBezTo>
                  <a:cubicBezTo>
                    <a:pt x="20277" y="45924"/>
                    <a:pt x="20387" y="45910"/>
                    <a:pt x="20497" y="45881"/>
                  </a:cubicBezTo>
                  <a:cubicBezTo>
                    <a:pt x="21148" y="45708"/>
                    <a:pt x="21757" y="44978"/>
                    <a:pt x="22286" y="44585"/>
                  </a:cubicBezTo>
                  <a:cubicBezTo>
                    <a:pt x="23162" y="43935"/>
                    <a:pt x="24053" y="43304"/>
                    <a:pt x="24965" y="42705"/>
                  </a:cubicBezTo>
                  <a:cubicBezTo>
                    <a:pt x="27366" y="41130"/>
                    <a:pt x="29934" y="39829"/>
                    <a:pt x="32678" y="39174"/>
                  </a:cubicBezTo>
                  <a:cubicBezTo>
                    <a:pt x="32752" y="39177"/>
                    <a:pt x="32826" y="39174"/>
                    <a:pt x="32900" y="39178"/>
                  </a:cubicBezTo>
                  <a:cubicBezTo>
                    <a:pt x="34054" y="39233"/>
                    <a:pt x="35153" y="39648"/>
                    <a:pt x="36288" y="39715"/>
                  </a:cubicBezTo>
                  <a:cubicBezTo>
                    <a:pt x="36337" y="39718"/>
                    <a:pt x="36385" y="39720"/>
                    <a:pt x="36433" y="39720"/>
                  </a:cubicBezTo>
                  <a:cubicBezTo>
                    <a:pt x="37209" y="39720"/>
                    <a:pt x="37750" y="39337"/>
                    <a:pt x="37827" y="38540"/>
                  </a:cubicBezTo>
                  <a:cubicBezTo>
                    <a:pt x="39593" y="36201"/>
                    <a:pt x="41115" y="33792"/>
                    <a:pt x="43273" y="31744"/>
                  </a:cubicBezTo>
                  <a:cubicBezTo>
                    <a:pt x="44449" y="30626"/>
                    <a:pt x="45716" y="29608"/>
                    <a:pt x="47060" y="28698"/>
                  </a:cubicBezTo>
                  <a:cubicBezTo>
                    <a:pt x="47079" y="28686"/>
                    <a:pt x="47099" y="28675"/>
                    <a:pt x="47118" y="28662"/>
                  </a:cubicBezTo>
                  <a:cubicBezTo>
                    <a:pt x="48826" y="27633"/>
                    <a:pt x="50637" y="26785"/>
                    <a:pt x="52524" y="26133"/>
                  </a:cubicBezTo>
                  <a:cubicBezTo>
                    <a:pt x="52902" y="26003"/>
                    <a:pt x="53156" y="25447"/>
                    <a:pt x="52785" y="25145"/>
                  </a:cubicBezTo>
                  <a:cubicBezTo>
                    <a:pt x="52171" y="24648"/>
                    <a:pt x="51613" y="24099"/>
                    <a:pt x="50959" y="23696"/>
                  </a:cubicBezTo>
                  <a:cubicBezTo>
                    <a:pt x="51006" y="23680"/>
                    <a:pt x="51050" y="23660"/>
                    <a:pt x="51097" y="23645"/>
                  </a:cubicBezTo>
                  <a:cubicBezTo>
                    <a:pt x="51251" y="23594"/>
                    <a:pt x="51309" y="23468"/>
                    <a:pt x="51300" y="23347"/>
                  </a:cubicBezTo>
                  <a:cubicBezTo>
                    <a:pt x="51345" y="23292"/>
                    <a:pt x="51376" y="23227"/>
                    <a:pt x="51391" y="23158"/>
                  </a:cubicBezTo>
                  <a:cubicBezTo>
                    <a:pt x="51657" y="23086"/>
                    <a:pt x="51868" y="22805"/>
                    <a:pt x="51676" y="22507"/>
                  </a:cubicBezTo>
                  <a:cubicBezTo>
                    <a:pt x="51561" y="22326"/>
                    <a:pt x="51447" y="22144"/>
                    <a:pt x="51333" y="21962"/>
                  </a:cubicBezTo>
                  <a:cubicBezTo>
                    <a:pt x="51345" y="21962"/>
                    <a:pt x="51359" y="21961"/>
                    <a:pt x="51371" y="21961"/>
                  </a:cubicBezTo>
                  <a:cubicBezTo>
                    <a:pt x="51374" y="21961"/>
                    <a:pt x="51377" y="21961"/>
                    <a:pt x="51379" y="21961"/>
                  </a:cubicBezTo>
                  <a:cubicBezTo>
                    <a:pt x="51539" y="21961"/>
                    <a:pt x="51585" y="21737"/>
                    <a:pt x="51453" y="21658"/>
                  </a:cubicBezTo>
                  <a:cubicBezTo>
                    <a:pt x="51333" y="21585"/>
                    <a:pt x="51198" y="21544"/>
                    <a:pt x="51056" y="21524"/>
                  </a:cubicBezTo>
                  <a:cubicBezTo>
                    <a:pt x="50796" y="21108"/>
                    <a:pt x="50546" y="20689"/>
                    <a:pt x="50290" y="20269"/>
                  </a:cubicBezTo>
                  <a:cubicBezTo>
                    <a:pt x="50030" y="19581"/>
                    <a:pt x="49589" y="18953"/>
                    <a:pt x="49191" y="18312"/>
                  </a:cubicBezTo>
                  <a:cubicBezTo>
                    <a:pt x="48421" y="17077"/>
                    <a:pt x="47572" y="15893"/>
                    <a:pt x="46728" y="14709"/>
                  </a:cubicBezTo>
                  <a:cubicBezTo>
                    <a:pt x="45005" y="12292"/>
                    <a:pt x="43280" y="9876"/>
                    <a:pt x="41551" y="7464"/>
                  </a:cubicBezTo>
                  <a:cubicBezTo>
                    <a:pt x="40019" y="5325"/>
                    <a:pt x="38618" y="2783"/>
                    <a:pt x="36781" y="897"/>
                  </a:cubicBezTo>
                  <a:cubicBezTo>
                    <a:pt x="36255" y="356"/>
                    <a:pt x="35527" y="0"/>
                    <a:pt x="348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34"/>
            <p:cNvSpPr/>
            <p:nvPr/>
          </p:nvSpPr>
          <p:spPr>
            <a:xfrm>
              <a:off x="2990175" y="381350"/>
              <a:ext cx="254450" cy="209600"/>
            </a:xfrm>
            <a:custGeom>
              <a:avLst/>
              <a:gdLst/>
              <a:ahLst/>
              <a:cxnLst/>
              <a:rect l="l" t="t" r="r" b="b"/>
              <a:pathLst>
                <a:path w="10178" h="8384" extrusionOk="0">
                  <a:moveTo>
                    <a:pt x="9489" y="1"/>
                  </a:moveTo>
                  <a:cubicBezTo>
                    <a:pt x="9460" y="1"/>
                    <a:pt x="9430" y="3"/>
                    <a:pt x="9398" y="7"/>
                  </a:cubicBezTo>
                  <a:cubicBezTo>
                    <a:pt x="5315" y="589"/>
                    <a:pt x="1324" y="4315"/>
                    <a:pt x="48" y="8144"/>
                  </a:cubicBezTo>
                  <a:cubicBezTo>
                    <a:pt x="1" y="8286"/>
                    <a:pt x="119" y="8384"/>
                    <a:pt x="239" y="8384"/>
                  </a:cubicBezTo>
                  <a:cubicBezTo>
                    <a:pt x="302" y="8384"/>
                    <a:pt x="366" y="8357"/>
                    <a:pt x="406" y="8294"/>
                  </a:cubicBezTo>
                  <a:cubicBezTo>
                    <a:pt x="1475" y="6637"/>
                    <a:pt x="2632" y="5068"/>
                    <a:pt x="4157" y="3799"/>
                  </a:cubicBezTo>
                  <a:cubicBezTo>
                    <a:pt x="5839" y="2399"/>
                    <a:pt x="7661" y="1727"/>
                    <a:pt x="9647" y="909"/>
                  </a:cubicBezTo>
                  <a:cubicBezTo>
                    <a:pt x="10177" y="691"/>
                    <a:pt x="10017" y="1"/>
                    <a:pt x="948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34"/>
            <p:cNvSpPr/>
            <p:nvPr/>
          </p:nvSpPr>
          <p:spPr>
            <a:xfrm>
              <a:off x="3026350" y="441550"/>
              <a:ext cx="247225" cy="201350"/>
            </a:xfrm>
            <a:custGeom>
              <a:avLst/>
              <a:gdLst/>
              <a:ahLst/>
              <a:cxnLst/>
              <a:rect l="l" t="t" r="r" b="b"/>
              <a:pathLst>
                <a:path w="9889" h="8054" extrusionOk="0">
                  <a:moveTo>
                    <a:pt x="9472" y="1"/>
                  </a:moveTo>
                  <a:cubicBezTo>
                    <a:pt x="9466" y="1"/>
                    <a:pt x="9460" y="1"/>
                    <a:pt x="9454" y="1"/>
                  </a:cubicBezTo>
                  <a:cubicBezTo>
                    <a:pt x="5735" y="204"/>
                    <a:pt x="1142" y="4281"/>
                    <a:pt x="59" y="7752"/>
                  </a:cubicBezTo>
                  <a:cubicBezTo>
                    <a:pt x="0" y="7941"/>
                    <a:pt x="141" y="8053"/>
                    <a:pt x="292" y="8053"/>
                  </a:cubicBezTo>
                  <a:cubicBezTo>
                    <a:pt x="375" y="8053"/>
                    <a:pt x="460" y="8019"/>
                    <a:pt x="517" y="7945"/>
                  </a:cubicBezTo>
                  <a:cubicBezTo>
                    <a:pt x="1756" y="6329"/>
                    <a:pt x="2771" y="4701"/>
                    <a:pt x="4382" y="3401"/>
                  </a:cubicBezTo>
                  <a:cubicBezTo>
                    <a:pt x="6005" y="2092"/>
                    <a:pt x="7844" y="1590"/>
                    <a:pt x="9618" y="609"/>
                  </a:cubicBezTo>
                  <a:cubicBezTo>
                    <a:pt x="9889" y="460"/>
                    <a:pt x="9783" y="1"/>
                    <a:pt x="94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34"/>
            <p:cNvSpPr/>
            <p:nvPr/>
          </p:nvSpPr>
          <p:spPr>
            <a:xfrm>
              <a:off x="3172850" y="661350"/>
              <a:ext cx="224850" cy="198300"/>
            </a:xfrm>
            <a:custGeom>
              <a:avLst/>
              <a:gdLst/>
              <a:ahLst/>
              <a:cxnLst/>
              <a:rect l="l" t="t" r="r" b="b"/>
              <a:pathLst>
                <a:path w="8994" h="7932" extrusionOk="0">
                  <a:moveTo>
                    <a:pt x="8456" y="0"/>
                  </a:moveTo>
                  <a:cubicBezTo>
                    <a:pt x="8425" y="0"/>
                    <a:pt x="8392" y="4"/>
                    <a:pt x="8358" y="11"/>
                  </a:cubicBezTo>
                  <a:cubicBezTo>
                    <a:pt x="5106" y="738"/>
                    <a:pt x="1076" y="4402"/>
                    <a:pt x="60" y="7579"/>
                  </a:cubicBezTo>
                  <a:cubicBezTo>
                    <a:pt x="1" y="7765"/>
                    <a:pt x="174" y="7931"/>
                    <a:pt x="343" y="7931"/>
                  </a:cubicBezTo>
                  <a:cubicBezTo>
                    <a:pt x="409" y="7931"/>
                    <a:pt x="474" y="7907"/>
                    <a:pt x="524" y="7849"/>
                  </a:cubicBezTo>
                  <a:cubicBezTo>
                    <a:pt x="1689" y="6518"/>
                    <a:pt x="2590" y="5030"/>
                    <a:pt x="3913" y="3818"/>
                  </a:cubicBezTo>
                  <a:cubicBezTo>
                    <a:pt x="5371" y="2483"/>
                    <a:pt x="7047" y="1783"/>
                    <a:pt x="8657" y="718"/>
                  </a:cubicBezTo>
                  <a:cubicBezTo>
                    <a:pt x="8993" y="494"/>
                    <a:pt x="8826" y="0"/>
                    <a:pt x="84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34"/>
            <p:cNvSpPr/>
            <p:nvPr/>
          </p:nvSpPr>
          <p:spPr>
            <a:xfrm>
              <a:off x="3219000" y="725650"/>
              <a:ext cx="226500" cy="215375"/>
            </a:xfrm>
            <a:custGeom>
              <a:avLst/>
              <a:gdLst/>
              <a:ahLst/>
              <a:cxnLst/>
              <a:rect l="l" t="t" r="r" b="b"/>
              <a:pathLst>
                <a:path w="9060" h="8615" extrusionOk="0">
                  <a:moveTo>
                    <a:pt x="8466" y="1"/>
                  </a:moveTo>
                  <a:cubicBezTo>
                    <a:pt x="8403" y="1"/>
                    <a:pt x="8336" y="16"/>
                    <a:pt x="8267" y="50"/>
                  </a:cubicBezTo>
                  <a:cubicBezTo>
                    <a:pt x="6348" y="1017"/>
                    <a:pt x="4571" y="2396"/>
                    <a:pt x="3025" y="3882"/>
                  </a:cubicBezTo>
                  <a:cubicBezTo>
                    <a:pt x="1836" y="5024"/>
                    <a:pt x="0" y="6568"/>
                    <a:pt x="62" y="8367"/>
                  </a:cubicBezTo>
                  <a:cubicBezTo>
                    <a:pt x="66" y="8507"/>
                    <a:pt x="206" y="8614"/>
                    <a:pt x="335" y="8614"/>
                  </a:cubicBezTo>
                  <a:cubicBezTo>
                    <a:pt x="409" y="8614"/>
                    <a:pt x="480" y="8578"/>
                    <a:pt x="518" y="8491"/>
                  </a:cubicBezTo>
                  <a:cubicBezTo>
                    <a:pt x="2016" y="5007"/>
                    <a:pt x="5594" y="2708"/>
                    <a:pt x="8679" y="755"/>
                  </a:cubicBezTo>
                  <a:cubicBezTo>
                    <a:pt x="9059" y="514"/>
                    <a:pt x="8832" y="1"/>
                    <a:pt x="84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34"/>
            <p:cNvSpPr/>
            <p:nvPr/>
          </p:nvSpPr>
          <p:spPr>
            <a:xfrm>
              <a:off x="2528200" y="658025"/>
              <a:ext cx="405900" cy="260600"/>
            </a:xfrm>
            <a:custGeom>
              <a:avLst/>
              <a:gdLst/>
              <a:ahLst/>
              <a:cxnLst/>
              <a:rect l="l" t="t" r="r" b="b"/>
              <a:pathLst>
                <a:path w="16236" h="10424" extrusionOk="0">
                  <a:moveTo>
                    <a:pt x="1382" y="2708"/>
                  </a:moveTo>
                  <a:cubicBezTo>
                    <a:pt x="2705" y="4465"/>
                    <a:pt x="4361" y="5818"/>
                    <a:pt x="5564" y="7549"/>
                  </a:cubicBezTo>
                  <a:cubicBezTo>
                    <a:pt x="5049" y="7000"/>
                    <a:pt x="4518" y="6467"/>
                    <a:pt x="3972" y="5947"/>
                  </a:cubicBezTo>
                  <a:cubicBezTo>
                    <a:pt x="3369" y="5370"/>
                    <a:pt x="2751" y="4825"/>
                    <a:pt x="2113" y="4299"/>
                  </a:cubicBezTo>
                  <a:cubicBezTo>
                    <a:pt x="2286" y="4264"/>
                    <a:pt x="2405" y="4031"/>
                    <a:pt x="2251" y="3877"/>
                  </a:cubicBezTo>
                  <a:cubicBezTo>
                    <a:pt x="1869" y="3498"/>
                    <a:pt x="1454" y="3168"/>
                    <a:pt x="1030" y="2840"/>
                  </a:cubicBezTo>
                  <a:lnTo>
                    <a:pt x="1382" y="2708"/>
                  </a:lnTo>
                  <a:close/>
                  <a:moveTo>
                    <a:pt x="9295" y="739"/>
                  </a:moveTo>
                  <a:cubicBezTo>
                    <a:pt x="10900" y="739"/>
                    <a:pt x="11714" y="2042"/>
                    <a:pt x="12738" y="3153"/>
                  </a:cubicBezTo>
                  <a:cubicBezTo>
                    <a:pt x="13607" y="4096"/>
                    <a:pt x="14464" y="5049"/>
                    <a:pt x="15310" y="6013"/>
                  </a:cubicBezTo>
                  <a:cubicBezTo>
                    <a:pt x="13936" y="6363"/>
                    <a:pt x="12589" y="6790"/>
                    <a:pt x="11275" y="7331"/>
                  </a:cubicBezTo>
                  <a:cubicBezTo>
                    <a:pt x="10703" y="7567"/>
                    <a:pt x="10139" y="7820"/>
                    <a:pt x="9583" y="8091"/>
                  </a:cubicBezTo>
                  <a:cubicBezTo>
                    <a:pt x="9104" y="8323"/>
                    <a:pt x="7997" y="9216"/>
                    <a:pt x="7494" y="9216"/>
                  </a:cubicBezTo>
                  <a:cubicBezTo>
                    <a:pt x="7280" y="9214"/>
                    <a:pt x="7087" y="9143"/>
                    <a:pt x="6911" y="9028"/>
                  </a:cubicBezTo>
                  <a:cubicBezTo>
                    <a:pt x="5976" y="6497"/>
                    <a:pt x="3660" y="4237"/>
                    <a:pt x="1564" y="2642"/>
                  </a:cubicBezTo>
                  <a:cubicBezTo>
                    <a:pt x="3992" y="1737"/>
                    <a:pt x="6804" y="749"/>
                    <a:pt x="9284" y="739"/>
                  </a:cubicBezTo>
                  <a:cubicBezTo>
                    <a:pt x="9288" y="739"/>
                    <a:pt x="9291" y="739"/>
                    <a:pt x="9295" y="739"/>
                  </a:cubicBezTo>
                  <a:close/>
                  <a:moveTo>
                    <a:pt x="9522" y="0"/>
                  </a:moveTo>
                  <a:cubicBezTo>
                    <a:pt x="8353" y="0"/>
                    <a:pt x="6970" y="475"/>
                    <a:pt x="5977" y="700"/>
                  </a:cubicBezTo>
                  <a:cubicBezTo>
                    <a:pt x="4041" y="1140"/>
                    <a:pt x="2155" y="1729"/>
                    <a:pt x="300" y="2432"/>
                  </a:cubicBezTo>
                  <a:cubicBezTo>
                    <a:pt x="25" y="2536"/>
                    <a:pt x="1" y="2846"/>
                    <a:pt x="223" y="3018"/>
                  </a:cubicBezTo>
                  <a:cubicBezTo>
                    <a:pt x="702" y="3388"/>
                    <a:pt x="1169" y="3763"/>
                    <a:pt x="1673" y="4093"/>
                  </a:cubicBezTo>
                  <a:cubicBezTo>
                    <a:pt x="3491" y="5760"/>
                    <a:pt x="5144" y="7550"/>
                    <a:pt x="6623" y="9541"/>
                  </a:cubicBezTo>
                  <a:cubicBezTo>
                    <a:pt x="6713" y="9781"/>
                    <a:pt x="6797" y="10028"/>
                    <a:pt x="6867" y="10287"/>
                  </a:cubicBezTo>
                  <a:cubicBezTo>
                    <a:pt x="6892" y="10382"/>
                    <a:pt x="6963" y="10423"/>
                    <a:pt x="7035" y="10423"/>
                  </a:cubicBezTo>
                  <a:cubicBezTo>
                    <a:pt x="7146" y="10423"/>
                    <a:pt x="7261" y="10329"/>
                    <a:pt x="7234" y="10186"/>
                  </a:cubicBezTo>
                  <a:cubicBezTo>
                    <a:pt x="7224" y="10130"/>
                    <a:pt x="7207" y="10076"/>
                    <a:pt x="7196" y="10021"/>
                  </a:cubicBezTo>
                  <a:cubicBezTo>
                    <a:pt x="7219" y="10016"/>
                    <a:pt x="7243" y="10009"/>
                    <a:pt x="7264" y="9998"/>
                  </a:cubicBezTo>
                  <a:cubicBezTo>
                    <a:pt x="9998" y="8390"/>
                    <a:pt x="12869" y="7216"/>
                    <a:pt x="15954" y="6481"/>
                  </a:cubicBezTo>
                  <a:cubicBezTo>
                    <a:pt x="16193" y="6424"/>
                    <a:pt x="16235" y="6133"/>
                    <a:pt x="16091" y="5967"/>
                  </a:cubicBezTo>
                  <a:cubicBezTo>
                    <a:pt x="14926" y="4637"/>
                    <a:pt x="13744" y="3322"/>
                    <a:pt x="12545" y="2023"/>
                  </a:cubicBezTo>
                  <a:cubicBezTo>
                    <a:pt x="11928" y="1357"/>
                    <a:pt x="11266" y="350"/>
                    <a:pt x="10341" y="98"/>
                  </a:cubicBezTo>
                  <a:cubicBezTo>
                    <a:pt x="10087" y="29"/>
                    <a:pt x="9811" y="0"/>
                    <a:pt x="95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34"/>
            <p:cNvSpPr/>
            <p:nvPr/>
          </p:nvSpPr>
          <p:spPr>
            <a:xfrm>
              <a:off x="2739725" y="878000"/>
              <a:ext cx="265375" cy="114400"/>
            </a:xfrm>
            <a:custGeom>
              <a:avLst/>
              <a:gdLst/>
              <a:ahLst/>
              <a:cxnLst/>
              <a:rect l="l" t="t" r="r" b="b"/>
              <a:pathLst>
                <a:path w="10615" h="4576" extrusionOk="0">
                  <a:moveTo>
                    <a:pt x="8807" y="0"/>
                  </a:moveTo>
                  <a:cubicBezTo>
                    <a:pt x="5620" y="0"/>
                    <a:pt x="1581" y="1966"/>
                    <a:pt x="54" y="4386"/>
                  </a:cubicBezTo>
                  <a:cubicBezTo>
                    <a:pt x="1" y="4471"/>
                    <a:pt x="79" y="4576"/>
                    <a:pt x="166" y="4576"/>
                  </a:cubicBezTo>
                  <a:cubicBezTo>
                    <a:pt x="186" y="4576"/>
                    <a:pt x="207" y="4570"/>
                    <a:pt x="226" y="4558"/>
                  </a:cubicBezTo>
                  <a:cubicBezTo>
                    <a:pt x="1875" y="3508"/>
                    <a:pt x="3258" y="2278"/>
                    <a:pt x="5131" y="1591"/>
                  </a:cubicBezTo>
                  <a:cubicBezTo>
                    <a:pt x="6861" y="957"/>
                    <a:pt x="8587" y="1026"/>
                    <a:pt x="10351" y="694"/>
                  </a:cubicBezTo>
                  <a:cubicBezTo>
                    <a:pt x="10615" y="644"/>
                    <a:pt x="10595" y="242"/>
                    <a:pt x="10351" y="180"/>
                  </a:cubicBezTo>
                  <a:cubicBezTo>
                    <a:pt x="9872" y="58"/>
                    <a:pt x="9352" y="0"/>
                    <a:pt x="88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34"/>
            <p:cNvSpPr/>
            <p:nvPr/>
          </p:nvSpPr>
          <p:spPr>
            <a:xfrm>
              <a:off x="2783475" y="946275"/>
              <a:ext cx="254775" cy="113000"/>
            </a:xfrm>
            <a:custGeom>
              <a:avLst/>
              <a:gdLst/>
              <a:ahLst/>
              <a:cxnLst/>
              <a:rect l="l" t="t" r="r" b="b"/>
              <a:pathLst>
                <a:path w="10191" h="4520" extrusionOk="0">
                  <a:moveTo>
                    <a:pt x="9024" y="1"/>
                  </a:moveTo>
                  <a:cubicBezTo>
                    <a:pt x="7296" y="1"/>
                    <a:pt x="5453" y="625"/>
                    <a:pt x="3919" y="1282"/>
                  </a:cubicBezTo>
                  <a:cubicBezTo>
                    <a:pt x="2789" y="1765"/>
                    <a:pt x="261" y="2658"/>
                    <a:pt x="23" y="4060"/>
                  </a:cubicBezTo>
                  <a:cubicBezTo>
                    <a:pt x="1" y="4188"/>
                    <a:pt x="41" y="4285"/>
                    <a:pt x="145" y="4359"/>
                  </a:cubicBezTo>
                  <a:lnTo>
                    <a:pt x="328" y="4490"/>
                  </a:lnTo>
                  <a:cubicBezTo>
                    <a:pt x="356" y="4510"/>
                    <a:pt x="386" y="4519"/>
                    <a:pt x="416" y="4519"/>
                  </a:cubicBezTo>
                  <a:cubicBezTo>
                    <a:pt x="528" y="4519"/>
                    <a:pt x="634" y="4397"/>
                    <a:pt x="599" y="4281"/>
                  </a:cubicBezTo>
                  <a:cubicBezTo>
                    <a:pt x="310" y="3333"/>
                    <a:pt x="4773" y="1735"/>
                    <a:pt x="5289" y="1569"/>
                  </a:cubicBezTo>
                  <a:cubicBezTo>
                    <a:pt x="6773" y="1093"/>
                    <a:pt x="8295" y="1027"/>
                    <a:pt x="9799" y="688"/>
                  </a:cubicBezTo>
                  <a:cubicBezTo>
                    <a:pt x="10190" y="600"/>
                    <a:pt x="10059" y="73"/>
                    <a:pt x="9711" y="36"/>
                  </a:cubicBezTo>
                  <a:cubicBezTo>
                    <a:pt x="9485" y="12"/>
                    <a:pt x="9255" y="1"/>
                    <a:pt x="902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34"/>
            <p:cNvSpPr/>
            <p:nvPr/>
          </p:nvSpPr>
          <p:spPr>
            <a:xfrm>
              <a:off x="2839925" y="1007825"/>
              <a:ext cx="259925" cy="117700"/>
            </a:xfrm>
            <a:custGeom>
              <a:avLst/>
              <a:gdLst/>
              <a:ahLst/>
              <a:cxnLst/>
              <a:rect l="l" t="t" r="r" b="b"/>
              <a:pathLst>
                <a:path w="10397" h="4708" extrusionOk="0">
                  <a:moveTo>
                    <a:pt x="9045" y="1"/>
                  </a:moveTo>
                  <a:cubicBezTo>
                    <a:pt x="5729" y="1"/>
                    <a:pt x="2019" y="2104"/>
                    <a:pt x="58" y="4551"/>
                  </a:cubicBezTo>
                  <a:cubicBezTo>
                    <a:pt x="0" y="4623"/>
                    <a:pt x="54" y="4707"/>
                    <a:pt x="124" y="4707"/>
                  </a:cubicBezTo>
                  <a:cubicBezTo>
                    <a:pt x="145" y="4707"/>
                    <a:pt x="167" y="4700"/>
                    <a:pt x="188" y="4683"/>
                  </a:cubicBezTo>
                  <a:cubicBezTo>
                    <a:pt x="1738" y="3418"/>
                    <a:pt x="3324" y="2289"/>
                    <a:pt x="5224" y="1613"/>
                  </a:cubicBezTo>
                  <a:cubicBezTo>
                    <a:pt x="6821" y="1047"/>
                    <a:pt x="8433" y="1014"/>
                    <a:pt x="10074" y="712"/>
                  </a:cubicBezTo>
                  <a:cubicBezTo>
                    <a:pt x="10385" y="655"/>
                    <a:pt x="10396" y="120"/>
                    <a:pt x="10074" y="73"/>
                  </a:cubicBezTo>
                  <a:cubicBezTo>
                    <a:pt x="9737" y="24"/>
                    <a:pt x="9393" y="1"/>
                    <a:pt x="90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86DC68DF-55DF-B35A-55DC-956B69C7FED0}"/>
              </a:ext>
            </a:extLst>
          </p:cNvPr>
          <p:cNvSpPr txBox="1"/>
          <p:nvPr/>
        </p:nvSpPr>
        <p:spPr>
          <a:xfrm>
            <a:off x="3966786" y="666783"/>
            <a:ext cx="14237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Dreaming Outloud Script Pro" panose="020B0604020202020204" pitchFamily="66" charset="0"/>
                <a:cs typeface="Dreaming Outloud Script Pro" panose="020B0604020202020204" pitchFamily="66" charset="0"/>
              </a:rPr>
              <a:t>Let us try!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5C127E-E891-EC5F-8DF7-ACE335AD2612}"/>
              </a:ext>
            </a:extLst>
          </p:cNvPr>
          <p:cNvSpPr txBox="1"/>
          <p:nvPr/>
        </p:nvSpPr>
        <p:spPr>
          <a:xfrm>
            <a:off x="3061047" y="1066893"/>
            <a:ext cx="40157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ar(--bs-font-monospace)"/>
              </a:rPr>
              <a:t>35    33    42    10    14    19    27    44    26     31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1D076E6-BDAD-76F8-0E88-9742B8C0921C}"/>
              </a:ext>
            </a:extLst>
          </p:cNvPr>
          <p:cNvSpPr txBox="1"/>
          <p:nvPr/>
        </p:nvSpPr>
        <p:spPr>
          <a:xfrm>
            <a:off x="1374834" y="1432757"/>
            <a:ext cx="401574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ar(--bs-font-monospace)"/>
              </a:rPr>
              <a:t>1. Create a heap tree.</a:t>
            </a:r>
            <a:endParaRPr lang="en-US" altLang="en-US" sz="2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r>
              <a:rPr lang="en-US" altLang="en-US" sz="1600" dirty="0">
                <a:latin typeface="var(--bs-font-monospace)"/>
              </a:rPr>
              <a:t>2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ar(--bs-font-monospace)"/>
              </a:rPr>
              <a:t>. Create a Maxheap.</a:t>
            </a:r>
          </a:p>
          <a:p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ar(--bs-font-monospace)"/>
              </a:rPr>
              <a:t>3. Delete the largest element in Maxheap.</a:t>
            </a:r>
          </a:p>
          <a:p>
            <a:r>
              <a:rPr lang="en-US" altLang="en-US" sz="1600" dirty="0">
                <a:latin typeface="var(--bs-font-monospace)"/>
              </a:rPr>
              <a:t>4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ar(--bs-font-monospace)"/>
              </a:rPr>
              <a:t>. Sort using heapsort (maxheap).</a:t>
            </a:r>
          </a:p>
        </p:txBody>
      </p:sp>
    </p:spTree>
    <p:extLst>
      <p:ext uri="{BB962C8B-B14F-4D97-AF65-F5344CB8AC3E}">
        <p14:creationId xmlns:p14="http://schemas.microsoft.com/office/powerpoint/2010/main" val="2979317070"/>
      </p:ext>
    </p:extLst>
  </p:cSld>
  <p:clrMapOvr>
    <a:masterClrMapping/>
  </p:clrMapOvr>
</p:sld>
</file>

<file path=ppt/theme/theme1.xml><?xml version="1.0" encoding="utf-8"?>
<a:theme xmlns:a="http://schemas.openxmlformats.org/drawingml/2006/main" name="Notebook Lesson by Slidesgo">
  <a:themeElements>
    <a:clrScheme name="Simple Light">
      <a:dk1>
        <a:srgbClr val="595959"/>
      </a:dk1>
      <a:lt1>
        <a:srgbClr val="F1C232"/>
      </a:lt1>
      <a:dk2>
        <a:srgbClr val="595959"/>
      </a:dk2>
      <a:lt2>
        <a:srgbClr val="A8D68C"/>
      </a:lt2>
      <a:accent1>
        <a:srgbClr val="F1C232"/>
      </a:accent1>
      <a:accent2>
        <a:srgbClr val="B44141"/>
      </a:accent2>
      <a:accent3>
        <a:srgbClr val="F1C232"/>
      </a:accent3>
      <a:accent4>
        <a:srgbClr val="DF7070"/>
      </a:accent4>
      <a:accent5>
        <a:srgbClr val="7A9E64"/>
      </a:accent5>
      <a:accent6>
        <a:srgbClr val="595959"/>
      </a:accent6>
      <a:hlink>
        <a:srgbClr val="59595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1848</TotalTime>
  <Words>1051</Words>
  <Application>Microsoft Office PowerPoint</Application>
  <PresentationFormat>On-screen Show (16:9)</PresentationFormat>
  <Paragraphs>172</Paragraphs>
  <Slides>47</Slides>
  <Notes>47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6" baseType="lpstr">
      <vt:lpstr>Anonymous Pro</vt:lpstr>
      <vt:lpstr>Oxygen</vt:lpstr>
      <vt:lpstr>Coming Soon</vt:lpstr>
      <vt:lpstr>Concert One</vt:lpstr>
      <vt:lpstr>var(--bs-font-monospace)</vt:lpstr>
      <vt:lpstr>Dreaming Outloud Script Pro</vt:lpstr>
      <vt:lpstr>Roboto Mono Medium</vt:lpstr>
      <vt:lpstr>Arial</vt:lpstr>
      <vt:lpstr>Notebook Lesson by Slidesgo</vt:lpstr>
      <vt:lpstr>DATA STRUCTURES  AND ALGORITHMS</vt:lpstr>
      <vt:lpstr>01</vt:lpstr>
      <vt:lpstr>A heap is a binary tree with these characteristics:  - It’s complete.   This means it’s completely filled in, reading from left to right across each row, although the last row need not be full.   - It’s (usually) implemented as an array.   - Each node in a heap satisfies the heap condition, which states that every node’s key is larger/smaller than the keys of its children.   </vt:lpstr>
      <vt:lpstr> Heaps are mostly used to implement priority queues. However, there’s a very close relationship between a priority queue and the heap used to implement it.   Maxheap: key(v) &lt;= key(parent(v)) Minheap: key(v) &gt;= key(parent(v)) </vt:lpstr>
      <vt:lpstr> </vt:lpstr>
      <vt:lpstr>Completeness Property</vt:lpstr>
      <vt:lpstr>Completeness Property</vt:lpstr>
      <vt:lpstr>Order Property </vt:lpstr>
      <vt:lpstr>Order Property </vt:lpstr>
      <vt:lpstr>Order Property </vt:lpstr>
      <vt:lpstr>Insertion </vt:lpstr>
      <vt:lpstr>Insertion </vt:lpstr>
      <vt:lpstr>Insertion </vt:lpstr>
      <vt:lpstr>Insertion   Maxheap  </vt:lpstr>
      <vt:lpstr>Insertion   Maxheap  </vt:lpstr>
      <vt:lpstr>Insertion   Minheap  </vt:lpstr>
      <vt:lpstr>Insertion   Minheap  </vt:lpstr>
      <vt:lpstr>Insertion   Minheap  </vt:lpstr>
      <vt:lpstr>Insertion   Minheap  </vt:lpstr>
      <vt:lpstr>Insertion   Minheap  </vt:lpstr>
      <vt:lpstr>Insertion   Minheap  </vt:lpstr>
      <vt:lpstr>Insertion   Minheap  </vt:lpstr>
      <vt:lpstr>Insertion   Minheap  </vt:lpstr>
      <vt:lpstr>Insertion   Minheap  </vt:lpstr>
      <vt:lpstr>Insertion   Minheap  </vt:lpstr>
      <vt:lpstr>Insertion   Minheap  </vt:lpstr>
      <vt:lpstr>Insertion   Minheap  </vt:lpstr>
      <vt:lpstr>Removal</vt:lpstr>
      <vt:lpstr>Removal</vt:lpstr>
      <vt:lpstr>Removal</vt:lpstr>
      <vt:lpstr>Removal</vt:lpstr>
      <vt:lpstr>Removal</vt:lpstr>
      <vt:lpstr>Removal</vt:lpstr>
      <vt:lpstr>Removal</vt:lpstr>
      <vt:lpstr>Removal</vt:lpstr>
      <vt:lpstr>Removal</vt:lpstr>
      <vt:lpstr>Removal</vt:lpstr>
      <vt:lpstr>Heapsort</vt:lpstr>
      <vt:lpstr>Heapsort</vt:lpstr>
      <vt:lpstr>Heapsort</vt:lpstr>
      <vt:lpstr>Heapsort</vt:lpstr>
      <vt:lpstr>Heapsort</vt:lpstr>
      <vt:lpstr>Heapsort</vt:lpstr>
      <vt:lpstr>Heapsort</vt:lpstr>
      <vt:lpstr>Heapsort</vt:lpstr>
      <vt:lpstr>Heapsort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NOTEBOOK LESSON</dc:title>
  <dc:creator>Mish</dc:creator>
  <cp:lastModifiedBy>ORCULLO Lowell Jay C.</cp:lastModifiedBy>
  <cp:revision>215</cp:revision>
  <dcterms:modified xsi:type="dcterms:W3CDTF">2025-10-28T04:38:26Z</dcterms:modified>
</cp:coreProperties>
</file>