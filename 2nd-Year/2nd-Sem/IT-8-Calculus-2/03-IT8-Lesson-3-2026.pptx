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Arvo" charset="0"/>
      <p:regular r:id="rId6"/>
      <p:bold r:id="rId7"/>
      <p:italic r:id="rId8"/>
      <p:boldItalic r:id="rId9"/>
    </p:embeddedFont>
    <p:embeddedFont>
      <p:font typeface="Roboto Condensed Light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76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0" y="1107079"/>
            <a:ext cx="7511143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/>
              <a:t>  </a:t>
            </a:r>
            <a:r>
              <a:rPr lang="en" sz="4000" dirty="0" smtClean="0">
                <a:solidFill>
                  <a:schemeClr val="bg1"/>
                </a:solidFill>
              </a:rPr>
              <a:t>IT8 </a:t>
            </a:r>
            <a:r>
              <a:rPr lang="en" sz="4400" dirty="0" smtClean="0">
                <a:solidFill>
                  <a:schemeClr val="bg1"/>
                </a:solidFill>
              </a:rPr>
              <a:t>CALCULUS 2</a:t>
            </a:r>
            <a:br>
              <a:rPr lang="en" sz="4400" dirty="0" smtClean="0">
                <a:solidFill>
                  <a:schemeClr val="bg1"/>
                </a:solidFill>
              </a:rPr>
            </a:br>
            <a:r>
              <a:rPr lang="en" sz="4400" dirty="0">
                <a:solidFill>
                  <a:schemeClr val="bg1"/>
                </a:solidFill>
              </a:rPr>
              <a:t> </a:t>
            </a:r>
            <a:r>
              <a:rPr lang="en" sz="4400" dirty="0" smtClean="0">
                <a:solidFill>
                  <a:schemeClr val="bg1"/>
                </a:solidFill>
              </a:rPr>
              <a:t> </a:t>
            </a:r>
            <a:r>
              <a:rPr lang="en" sz="2800" dirty="0" smtClean="0">
                <a:solidFill>
                  <a:srgbClr val="FFC000"/>
                </a:solidFill>
              </a:rPr>
              <a:t>LESSON </a:t>
            </a:r>
            <a:r>
              <a:rPr lang="en" sz="2800" dirty="0" smtClean="0">
                <a:solidFill>
                  <a:srgbClr val="FFC000"/>
                </a:solidFill>
              </a:rPr>
              <a:t>3</a:t>
            </a:r>
            <a:endParaRPr sz="2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LOGARITHMIC FUNCTIONS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00" y="1545756"/>
            <a:ext cx="4187653" cy="30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053" y="1371669"/>
            <a:ext cx="244792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00" y="2338363"/>
            <a:ext cx="1242294" cy="643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00" y="2071688"/>
            <a:ext cx="2704843" cy="26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97" y="3031526"/>
            <a:ext cx="1010279" cy="267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89" y="3267120"/>
            <a:ext cx="1040986" cy="293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99" y="3560138"/>
            <a:ext cx="978172" cy="3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250" y="2898327"/>
            <a:ext cx="527350" cy="656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512" y="2983568"/>
            <a:ext cx="1066800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217" y="3469343"/>
            <a:ext cx="1729946" cy="45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053" y="2445917"/>
            <a:ext cx="947352" cy="463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641" y="2943270"/>
            <a:ext cx="957832" cy="283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32" y="3181503"/>
            <a:ext cx="1096332" cy="329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459" y="3487364"/>
            <a:ext cx="920361" cy="41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330" y="2366908"/>
            <a:ext cx="897794" cy="576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4" y="2388767"/>
            <a:ext cx="11430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431" y="2860847"/>
            <a:ext cx="13335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431" y="3356147"/>
            <a:ext cx="201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IT8 CALCULUS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LOGARITHMIC FUNCTIONS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97" y="1387948"/>
            <a:ext cx="2704843" cy="26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97" y="2340448"/>
            <a:ext cx="3489868" cy="245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97" y="1700213"/>
            <a:ext cx="9810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1" y="2585481"/>
            <a:ext cx="8001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97" y="2649582"/>
            <a:ext cx="8096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97" y="3306462"/>
            <a:ext cx="779619" cy="23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07" y="3544312"/>
            <a:ext cx="140970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3620512"/>
            <a:ext cx="19431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4163437"/>
            <a:ext cx="15906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796" y="1443709"/>
            <a:ext cx="1273593" cy="421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54" y="1443709"/>
            <a:ext cx="869480" cy="421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796" y="2049507"/>
            <a:ext cx="1780598" cy="572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610" y="2611482"/>
            <a:ext cx="260985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182" y="3137931"/>
            <a:ext cx="26670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89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12</Words>
  <Application>Microsoft Office PowerPoint</Application>
  <PresentationFormat>On-screen Show (16:9)</PresentationFormat>
  <Paragraphs>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Arvo</vt:lpstr>
      <vt:lpstr>Roboto Condensed</vt:lpstr>
      <vt:lpstr>Roboto Condensed Light</vt:lpstr>
      <vt:lpstr>Salerio template</vt:lpstr>
      <vt:lpstr>  IT8 CALCULUS 2   LESSON 3</vt:lpstr>
      <vt:lpstr>IT8 CALCULUS 2 LOGARITHMIC FUNCTIONS</vt:lpstr>
      <vt:lpstr>IT8 CALCULUS 2 LOGARITHMIC FUNCTIONS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Ando Ariel V</cp:lastModifiedBy>
  <cp:revision>176</cp:revision>
  <dcterms:modified xsi:type="dcterms:W3CDTF">2026-01-30T08:59:44Z</dcterms:modified>
</cp:coreProperties>
</file>