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6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cx="9144000" cy="5143500" type="screen16x9"/>
  <p:notesSz cx="6858000" cy="9144000"/>
  <p:embeddedFontLst>
    <p:embeddedFont>
      <p:font typeface="Arvo" charset="0"/>
      <p:regular r:id="rId17"/>
      <p:bold r:id="rId18"/>
      <p:italic r:id="rId19"/>
      <p:boldItalic r:id="rId20"/>
    </p:embeddedFont>
    <p:embeddedFont>
      <p:font typeface="Roboto Condensed Light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>
        <p:scale>
          <a:sx n="100" d="100"/>
          <a:sy n="100" d="100"/>
        </p:scale>
        <p:origin x="-1254" y="-3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IT4 CALCULUS 1</a:t>
            </a:r>
            <a:r>
              <a:rPr lang="en" dirty="0" smtClean="0">
                <a:solidFill>
                  <a:srgbClr val="FFC000"/>
                </a:solidFill>
              </a:rPr>
              <a:t/>
            </a:r>
            <a:br>
              <a:rPr lang="en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LESSON 4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DEFINITION OF DERIVATIVE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08" y="1367225"/>
            <a:ext cx="7397578" cy="38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465" y="1668951"/>
            <a:ext cx="1350874" cy="6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55" y="2400280"/>
            <a:ext cx="6648214" cy="310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86" y="2671484"/>
            <a:ext cx="3720571" cy="356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02" y="2974126"/>
            <a:ext cx="1717143" cy="382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0" y="3356581"/>
            <a:ext cx="2693182" cy="29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81" y="3659600"/>
            <a:ext cx="5337175" cy="3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18" y="3962559"/>
            <a:ext cx="4224338" cy="26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957" y="3968911"/>
            <a:ext cx="7874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53" y="4271298"/>
            <a:ext cx="2868609" cy="31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6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DEFINITION OF DERIVATIVE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34" y="1362333"/>
            <a:ext cx="6308510" cy="29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4" y="1633283"/>
            <a:ext cx="2613233" cy="2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209" y="1663162"/>
            <a:ext cx="1830732" cy="22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11" y="2198603"/>
            <a:ext cx="2107212" cy="228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758" y="2023885"/>
            <a:ext cx="2197571" cy="578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34" y="2747963"/>
            <a:ext cx="3845396" cy="282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107" y="3314555"/>
            <a:ext cx="3338833" cy="56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342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EXAMPLE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4" y="1408286"/>
            <a:ext cx="1172218" cy="271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098" y="1377254"/>
            <a:ext cx="1243704" cy="331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73" y="1817603"/>
            <a:ext cx="2863550" cy="28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14" y="2078254"/>
            <a:ext cx="5954925" cy="285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06" y="2367605"/>
            <a:ext cx="3773445" cy="286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31" y="2654388"/>
            <a:ext cx="2899719" cy="53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14" y="3249957"/>
            <a:ext cx="2140294" cy="57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060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EXAMPLE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77" y="1488410"/>
            <a:ext cx="718281" cy="57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74" y="2048454"/>
            <a:ext cx="1588203" cy="65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64" y="2673324"/>
            <a:ext cx="1563327" cy="5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03" y="3243198"/>
            <a:ext cx="1761986" cy="603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83" y="3851336"/>
            <a:ext cx="1608508" cy="60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649" y="2061325"/>
            <a:ext cx="1601879" cy="676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649" y="2860578"/>
            <a:ext cx="2142740" cy="613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– DIFFERENTATION RULES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44" y="1435508"/>
            <a:ext cx="8198875" cy="575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85" y="2069372"/>
            <a:ext cx="2300674" cy="64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823448"/>
            <a:ext cx="8097636" cy="797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86" y="3721312"/>
            <a:ext cx="2174790" cy="862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809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– DIFFERENTATION RULES</a:t>
            </a:r>
            <a:br>
              <a:rPr lang="en-US" dirty="0" smtClean="0"/>
            </a:br>
            <a:r>
              <a:rPr lang="en-US" dirty="0" smtClean="0">
                <a:solidFill>
                  <a:srgbClr val="92D050"/>
                </a:solidFill>
              </a:rPr>
              <a:t>EXAMPLE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1409700"/>
            <a:ext cx="2582867" cy="41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24" y="1827517"/>
            <a:ext cx="2416701" cy="37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74" y="2197917"/>
            <a:ext cx="2140476" cy="320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190751"/>
            <a:ext cx="2057400" cy="295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74" y="2486425"/>
            <a:ext cx="2035701" cy="666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686189"/>
            <a:ext cx="1793478" cy="314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00" y="3181230"/>
            <a:ext cx="2750075" cy="597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00" y="3867150"/>
            <a:ext cx="3130153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5" y="3867150"/>
            <a:ext cx="2714625" cy="63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65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– DIFFERENTATION RULES</a:t>
            </a:r>
            <a:br>
              <a:rPr lang="en-US" dirty="0" smtClean="0"/>
            </a:br>
            <a:r>
              <a:rPr lang="en-US" dirty="0" smtClean="0">
                <a:solidFill>
                  <a:srgbClr val="92D050"/>
                </a:solidFill>
              </a:rPr>
              <a:t>EXAMPLE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1457325"/>
            <a:ext cx="1085111" cy="53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62" y="2093112"/>
            <a:ext cx="2914263" cy="57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5" y="2767013"/>
            <a:ext cx="2167710" cy="577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6" y="3581400"/>
            <a:ext cx="1520010" cy="58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42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– DIFFERENTATION RULES</a:t>
            </a:r>
            <a:br>
              <a:rPr lang="en-US" dirty="0" smtClean="0"/>
            </a:br>
            <a:r>
              <a:rPr lang="en-US" dirty="0" smtClean="0">
                <a:solidFill>
                  <a:srgbClr val="92D050"/>
                </a:solidFill>
              </a:rPr>
              <a:t>EXAMPLE - EXERCISE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496828"/>
            <a:ext cx="1639892" cy="250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380572"/>
            <a:ext cx="586382" cy="61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4" y="1404452"/>
            <a:ext cx="1909762" cy="28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595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92D050"/>
                </a:solidFill>
              </a:rPr>
              <a:t>CHAIN RULE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419225"/>
            <a:ext cx="80105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124075"/>
            <a:ext cx="26479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2952750"/>
            <a:ext cx="84486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3524250"/>
            <a:ext cx="22383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782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</a:t>
            </a:r>
            <a:br>
              <a:rPr lang="en-US" dirty="0" smtClean="0"/>
            </a:br>
            <a:r>
              <a:rPr lang="en-US" dirty="0" smtClean="0">
                <a:solidFill>
                  <a:srgbClr val="92D050"/>
                </a:solidFill>
              </a:rPr>
              <a:t>CHAIN RULE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471614"/>
            <a:ext cx="8543925" cy="545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7" y="2071688"/>
            <a:ext cx="2981325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5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- </a:t>
            </a:r>
            <a:r>
              <a:rPr lang="en-US" dirty="0" smtClean="0">
                <a:solidFill>
                  <a:schemeClr val="bg1"/>
                </a:solidFill>
              </a:rPr>
              <a:t>CHAIN RULE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EXAMPLE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57314"/>
            <a:ext cx="2182817" cy="398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70" y="2000250"/>
            <a:ext cx="954092" cy="45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08" y="2595661"/>
            <a:ext cx="2182817" cy="505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74" y="3176589"/>
            <a:ext cx="1135639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76" y="2026308"/>
            <a:ext cx="990599" cy="399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6" y="2540795"/>
            <a:ext cx="2434811" cy="59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303" y="3167359"/>
            <a:ext cx="1068635" cy="604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1357314"/>
            <a:ext cx="1334407" cy="565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64" y="2005816"/>
            <a:ext cx="2309361" cy="56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64" y="2605186"/>
            <a:ext cx="2712585" cy="757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64" y="3429001"/>
            <a:ext cx="2204586" cy="55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045" y="3993880"/>
            <a:ext cx="1261156" cy="62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15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- </a:t>
            </a:r>
            <a:r>
              <a:rPr lang="en-US" dirty="0" smtClean="0">
                <a:solidFill>
                  <a:schemeClr val="bg1"/>
                </a:solidFill>
              </a:rPr>
              <a:t>CHAIN RULE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EXAMPLE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95413"/>
            <a:ext cx="1249367" cy="34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885950"/>
            <a:ext cx="2275999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58" y="2743199"/>
            <a:ext cx="1296767" cy="753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9" y="1856849"/>
            <a:ext cx="997958" cy="91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872" y="2762724"/>
            <a:ext cx="1292803" cy="102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9" y="2649468"/>
            <a:ext cx="1444710" cy="84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82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CALCULUS - </a:t>
            </a:r>
            <a:r>
              <a:rPr lang="en-US" dirty="0" smtClean="0">
                <a:solidFill>
                  <a:schemeClr val="bg1"/>
                </a:solidFill>
              </a:rPr>
              <a:t>CHAIN RULE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rgbClr val="92D050"/>
                </a:solidFill>
              </a:rPr>
              <a:t>EXAMPLE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19226"/>
            <a:ext cx="2268542" cy="46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58" y="2185988"/>
            <a:ext cx="954092" cy="449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4" y="2743200"/>
            <a:ext cx="2576512" cy="583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4" y="3355370"/>
            <a:ext cx="1045634" cy="59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2182043"/>
            <a:ext cx="1123950" cy="449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2702907"/>
            <a:ext cx="2636670" cy="57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3" y="3345845"/>
            <a:ext cx="1196206" cy="60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1165715"/>
            <a:ext cx="800100" cy="91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6" y="1073064"/>
            <a:ext cx="1219200" cy="1113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2263253"/>
            <a:ext cx="2410256" cy="67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485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2596</TotalTime>
  <Words>50</Words>
  <Application>Microsoft Office PowerPoint</Application>
  <PresentationFormat>On-screen Show (16:9)</PresentationFormat>
  <Paragraphs>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Arvo</vt:lpstr>
      <vt:lpstr>Roboto Condensed</vt:lpstr>
      <vt:lpstr>Roboto Condensed Light</vt:lpstr>
      <vt:lpstr>Salerio template</vt:lpstr>
      <vt:lpstr>IT4 CALCULUS 1 LESSON 4</vt:lpstr>
      <vt:lpstr>CALCULUS DEFINITION OF DERIVATIVE</vt:lpstr>
      <vt:lpstr>CALCULUS DEFINITION OF DERIVATIVE</vt:lpstr>
      <vt:lpstr>CALCULUS EXAMPLE</vt:lpstr>
      <vt:lpstr>CALCULUS EXAMPLE</vt:lpstr>
      <vt:lpstr>CALCULUS – DIFFERENTATION RULES</vt:lpstr>
      <vt:lpstr>CALCULUS – DIFFERENTATION RULES EXAMPLE</vt:lpstr>
      <vt:lpstr>CALCULUS – DIFFERENTATION RULES EXAMPLE</vt:lpstr>
      <vt:lpstr>CALCULUS – DIFFERENTATION RULES EXAMPLE - EXERCISE</vt:lpstr>
      <vt:lpstr>CALCULUS CHAIN RULE</vt:lpstr>
      <vt:lpstr>CALCULUS CHAIN RULE</vt:lpstr>
      <vt:lpstr>CALCULUS - CHAIN RULE EXAMPLE</vt:lpstr>
      <vt:lpstr>CALCULUS - CHAIN RULE EXAMPLE</vt:lpstr>
      <vt:lpstr>CALCULUS - CHAIN RULE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500</cp:revision>
  <dcterms:modified xsi:type="dcterms:W3CDTF">2025-09-17T05:39:35Z</dcterms:modified>
</cp:coreProperties>
</file>