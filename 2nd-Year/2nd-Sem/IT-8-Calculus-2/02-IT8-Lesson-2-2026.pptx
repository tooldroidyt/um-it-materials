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Arvo" panose="020B0604020202020204" charset="0"/>
      <p:regular r:id="rId7"/>
      <p:bold r:id="rId8"/>
      <p:italic r:id="rId9"/>
      <p:boldItalic r:id="rId10"/>
    </p:embeddedFont>
    <p:embeddedFont>
      <p:font typeface="Roboto Condensed" panose="02000000000000000000" pitchFamily="2" charset="0"/>
      <p:regular r:id="rId11"/>
      <p:bold r:id="rId12"/>
      <p:italic r:id="rId13"/>
      <p:boldItalic r:id="rId14"/>
    </p:embeddedFont>
    <p:embeddedFont>
      <p:font typeface="Roboto Condensed Light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5" autoAdjust="0"/>
    <p:restoredTop sz="76209" autoAdjust="0"/>
  </p:normalViewPr>
  <p:slideViewPr>
    <p:cSldViewPr snapToGrid="0">
      <p:cViewPr varScale="1">
        <p:scale>
          <a:sx n="83" d="100"/>
          <a:sy n="83" d="100"/>
        </p:scale>
        <p:origin x="155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1. Integrate Sine Function</a:t>
            </a:r>
            <a:endParaRPr lang="en-US" dirty="0"/>
          </a:p>
          <a:p>
            <a:pPr marL="13970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2. Integrate Exponential Cotangent Function</a:t>
            </a:r>
          </a:p>
          <a:p>
            <a:pPr marL="139700" indent="0">
              <a:buNone/>
            </a:pP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12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0" y="1107079"/>
            <a:ext cx="7511143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  </a:t>
            </a:r>
            <a:r>
              <a:rPr lang="en" sz="4000" dirty="0">
                <a:solidFill>
                  <a:schemeClr val="bg1"/>
                </a:solidFill>
              </a:rPr>
              <a:t>IT8 </a:t>
            </a:r>
            <a:r>
              <a:rPr lang="en" sz="4400" dirty="0">
                <a:solidFill>
                  <a:schemeClr val="bg1"/>
                </a:solidFill>
              </a:rPr>
              <a:t>CALCULUS 2</a:t>
            </a:r>
            <a:br>
              <a:rPr lang="en" sz="4400" dirty="0">
                <a:solidFill>
                  <a:schemeClr val="bg1"/>
                </a:solidFill>
              </a:rPr>
            </a:br>
            <a:r>
              <a:rPr lang="en" sz="4400" dirty="0">
                <a:solidFill>
                  <a:schemeClr val="bg1"/>
                </a:solidFill>
              </a:rPr>
              <a:t>  </a:t>
            </a:r>
            <a:r>
              <a:rPr lang="en" sz="2800" dirty="0">
                <a:solidFill>
                  <a:srgbClr val="FFC000"/>
                </a:solidFill>
              </a:rPr>
              <a:t>LESSON 2</a:t>
            </a:r>
            <a:endParaRPr sz="2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IT8 CALCULUS 2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SIMPLE TRIGONOMETRIC FUNCTIONS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08" y="1372759"/>
            <a:ext cx="6742927" cy="318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08" y="1806918"/>
            <a:ext cx="2179165" cy="515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39" y="2361427"/>
            <a:ext cx="2026766" cy="496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40" y="2886977"/>
            <a:ext cx="2026766" cy="488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54" y="3435436"/>
            <a:ext cx="2216234" cy="556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08" y="4008077"/>
            <a:ext cx="2360397" cy="49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158" y="1773966"/>
            <a:ext cx="2533006" cy="528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682" y="2303762"/>
            <a:ext cx="3512670" cy="496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920" y="2818886"/>
            <a:ext cx="2104637" cy="522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551" y="3372476"/>
            <a:ext cx="2990979" cy="550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837" y="3901466"/>
            <a:ext cx="2850936" cy="508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IT8 CALCULUS 2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SIMPLE TRIGONOMETRIC FUNCTIONS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4" y="1408284"/>
            <a:ext cx="2680176" cy="25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1743075"/>
            <a:ext cx="1476375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53" y="2375329"/>
            <a:ext cx="874064" cy="447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02" y="2856214"/>
            <a:ext cx="761181" cy="397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29" y="3320750"/>
            <a:ext cx="830268" cy="249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54" y="3720671"/>
            <a:ext cx="1026029" cy="527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183" y="3796100"/>
            <a:ext cx="1090581" cy="40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183" y="4191119"/>
            <a:ext cx="1263575" cy="338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183" y="4552748"/>
            <a:ext cx="1403619" cy="46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758" y="1786323"/>
            <a:ext cx="16478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159" y="2272806"/>
            <a:ext cx="887096" cy="250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475" y="2494265"/>
            <a:ext cx="976584" cy="306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680" y="2835779"/>
            <a:ext cx="1023293" cy="366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3" name="Picture 1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026" y="2817110"/>
            <a:ext cx="993804" cy="425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233" y="3250324"/>
            <a:ext cx="1049022" cy="266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870" y="3516494"/>
            <a:ext cx="1167141" cy="2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357" y="3854204"/>
            <a:ext cx="514350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934" y="3957306"/>
            <a:ext cx="498887" cy="29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934" y="4264858"/>
            <a:ext cx="1304896" cy="239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9" name="Picture 21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934" y="4547597"/>
            <a:ext cx="1495666" cy="310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0" name="Picture 22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802" y="1767273"/>
            <a:ext cx="148590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1" name="Picture 23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680" y="2105025"/>
            <a:ext cx="980817" cy="3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2" name="Picture 24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479" y="2410286"/>
            <a:ext cx="1040414" cy="279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3" name="Picture 25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447" y="2705898"/>
            <a:ext cx="878363" cy="329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4" name="Picture 26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977" y="3095815"/>
            <a:ext cx="9715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5" name="Picture 27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810" y="3056626"/>
            <a:ext cx="137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6" name="Picture 28"/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000" y="3520402"/>
            <a:ext cx="16287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7" name="Picture 29"/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999" y="4034277"/>
            <a:ext cx="185737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777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IT8 CALCULUS 2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SIMPLE TRIGONOMETRIC FUNCTIONS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4" y="1408284"/>
            <a:ext cx="2680176" cy="25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89" y="1796363"/>
            <a:ext cx="13525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13" y="2509097"/>
            <a:ext cx="1500338" cy="218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10" y="2280594"/>
            <a:ext cx="1962441" cy="228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94" y="2829570"/>
            <a:ext cx="1379945" cy="33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004" y="2817117"/>
            <a:ext cx="1487875" cy="384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53" y="3201624"/>
            <a:ext cx="1445002" cy="294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522" y="1769075"/>
            <a:ext cx="17335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172" y="2411116"/>
            <a:ext cx="981590" cy="369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172" y="2865485"/>
            <a:ext cx="1319342" cy="434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514" y="2866937"/>
            <a:ext cx="1001179" cy="449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172" y="3424345"/>
            <a:ext cx="1733550" cy="212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172" y="2187858"/>
            <a:ext cx="1733550" cy="212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409" y="3636889"/>
            <a:ext cx="1419997" cy="241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459" y="3877148"/>
            <a:ext cx="2087649" cy="249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216" y="1921158"/>
            <a:ext cx="1371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8" name="Picture 16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508" y="2524946"/>
            <a:ext cx="1990725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9" name="Picture 17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508" y="3010721"/>
            <a:ext cx="20574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90" name="Picture 18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937" y="3429139"/>
            <a:ext cx="2741784" cy="306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528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44</Words>
  <Application>Microsoft Office PowerPoint</Application>
  <PresentationFormat>On-screen Show (16:9)</PresentationFormat>
  <Paragraphs>10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Arvo</vt:lpstr>
      <vt:lpstr>Roboto Condensed</vt:lpstr>
      <vt:lpstr>Arial</vt:lpstr>
      <vt:lpstr>Roboto Condensed Light</vt:lpstr>
      <vt:lpstr>Salerio template</vt:lpstr>
      <vt:lpstr>  IT8 CALCULUS 2   LESSON 2</vt:lpstr>
      <vt:lpstr>IT8 CALCULUS 2 SIMPLE TRIGONOMETRIC FUNCTIONS</vt:lpstr>
      <vt:lpstr>IT8 CALCULUS 2 SIMPLE TRIGONOMETRIC FUNCTIONS</vt:lpstr>
      <vt:lpstr>IT8 CALCULUS 2 SIMPLE TRIGONOMETRIC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Xian Rhel Cadiogan</cp:lastModifiedBy>
  <cp:revision>167</cp:revision>
  <dcterms:modified xsi:type="dcterms:W3CDTF">2026-01-28T10:29:42Z</dcterms:modified>
</cp:coreProperties>
</file>