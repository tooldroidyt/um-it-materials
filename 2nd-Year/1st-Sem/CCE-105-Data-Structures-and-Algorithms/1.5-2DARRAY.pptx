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9" r:id="rId16"/>
    <p:sldId id="270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2/1/2024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If fixed array length</a:t>
            </a:r>
            <a:r>
              <a:rPr lang="en-US" baseline="0" dirty="0" smtClean="0"/>
              <a:t> then do not use .length()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725628-3A68-42F4-BA86-98181795314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524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anchor="b">
            <a:normAutofit/>
          </a:bodyPr>
          <a:lstStyle/>
          <a:p>
            <a:pPr algn="l"/>
            <a:r>
              <a:rPr lang="en-US" dirty="0" smtClean="0">
                <a:solidFill>
                  <a:srgbClr val="FFFFFF"/>
                </a:solidFill>
              </a:rPr>
              <a:t>MULTI-DIMENSIONAL (2d) ARRAY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anchor="t">
            <a:normAutofit/>
          </a:bodyPr>
          <a:lstStyle/>
          <a:p>
            <a:r>
              <a:rPr lang="en-US" dirty="0" smtClean="0">
                <a:solidFill>
                  <a:srgbClr val="FFFFFF"/>
                </a:solidFill>
              </a:rPr>
              <a:t>CCE 103/L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To understand the concept of multi-dimensional array.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Learn how to declare and initialize multi-dimensional array.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Write Java program implementing multi-dimensional array.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Learn the concept of Nested For Loop and to access element of a 2D array.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4873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Multi-dimensional array (2d </a:t>
            </a:r>
            <a:r>
              <a:rPr lang="en-US" dirty="0" err="1" smtClean="0"/>
              <a:t>aRRAY</a:t>
            </a:r>
            <a:r>
              <a:rPr lang="en-US" dirty="0" smtClean="0"/>
              <a:t>)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An array of arrays. Basically looks like a table with rows and columns.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It can only store one datatype at a time.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It useful </a:t>
            </a:r>
            <a:r>
              <a:rPr lang="en-US" dirty="0"/>
              <a:t>when you want to store data as a tabular form, like a table with rows and columns.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2780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SYNTAX 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 Add </a:t>
            </a:r>
            <a:r>
              <a:rPr lang="en-US" dirty="0"/>
              <a:t>each array within its own set of </a:t>
            </a:r>
            <a:r>
              <a:rPr lang="en-US" b="1" dirty="0"/>
              <a:t>curly </a:t>
            </a:r>
            <a:r>
              <a:rPr lang="en-US" b="1" dirty="0" smtClean="0"/>
              <a:t>brace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          </a:t>
            </a:r>
            <a:r>
              <a:rPr lang="en-US" dirty="0" err="1" smtClean="0"/>
              <a:t>data_type</a:t>
            </a:r>
            <a:r>
              <a:rPr lang="en-US" dirty="0" smtClean="0"/>
              <a:t> [][] </a:t>
            </a:r>
            <a:r>
              <a:rPr lang="en-US" dirty="0" err="1" smtClean="0"/>
              <a:t>array_name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/>
              <a:t>	datatype identifier [][] = new datatype [row][cols</a:t>
            </a:r>
            <a:r>
              <a:rPr lang="en-US" dirty="0" smtClean="0"/>
              <a:t>];</a:t>
            </a:r>
          </a:p>
          <a:p>
            <a:pPr marL="0" indent="0">
              <a:buNone/>
            </a:pPr>
            <a:r>
              <a:rPr lang="en-US" dirty="0" smtClean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058" y="4040372"/>
            <a:ext cx="10480564" cy="226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3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1026" name="Picture 2" descr="2-dimensional array in Jav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765" y="773835"/>
            <a:ext cx="8040798" cy="5541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2980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Accessing 2d array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750423"/>
            <a:ext cx="9720073" cy="4558937"/>
          </a:xfrm>
        </p:spPr>
        <p:txBody>
          <a:bodyPr/>
          <a:lstStyle/>
          <a:p>
            <a:r>
              <a:rPr lang="en-US" dirty="0" smtClean="0"/>
              <a:t>To access the elements of 2D-Array, specify two indexes: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One for the array.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One for the element inside that array.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698" y="3059321"/>
            <a:ext cx="7898798" cy="32604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698" y="5191125"/>
            <a:ext cx="8658225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383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ASSIGNing</a:t>
            </a:r>
            <a:r>
              <a:rPr lang="en-US" dirty="0" smtClean="0"/>
              <a:t> VALUE IN 2D ARRAY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Syntax:</a:t>
            </a:r>
          </a:p>
          <a:p>
            <a:r>
              <a:rPr lang="en-US" dirty="0" smtClean="0"/>
              <a:t>Identifier [row][col] = value;</a:t>
            </a:r>
          </a:p>
          <a:p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523" y="3161213"/>
            <a:ext cx="7958797" cy="14894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24" y="4493693"/>
            <a:ext cx="10000476" cy="179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78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for loop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for loop inside another for loop.</a:t>
            </a:r>
          </a:p>
          <a:p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906" y="2714439"/>
            <a:ext cx="6932026" cy="31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19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FOR LOOP SYNTAX IN ITERATING 2D ARRAY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or (</a:t>
            </a:r>
            <a:r>
              <a:rPr lang="en-US" dirty="0" err="1" smtClean="0"/>
              <a:t>int</a:t>
            </a:r>
            <a:r>
              <a:rPr lang="en-US" dirty="0" smtClean="0"/>
              <a:t> row =0; row&lt;</a:t>
            </a:r>
            <a:r>
              <a:rPr lang="en-US" dirty="0" err="1" smtClean="0"/>
              <a:t>identifier.length;row</a:t>
            </a:r>
            <a:r>
              <a:rPr lang="en-US" dirty="0" smtClean="0"/>
              <a:t>++){</a:t>
            </a:r>
          </a:p>
          <a:p>
            <a:r>
              <a:rPr lang="en-US" dirty="0"/>
              <a:t>f</a:t>
            </a:r>
            <a:r>
              <a:rPr lang="en-US" dirty="0" smtClean="0"/>
              <a:t>or 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smtClean="0"/>
              <a:t>col </a:t>
            </a:r>
            <a:r>
              <a:rPr lang="en-US" dirty="0"/>
              <a:t>=0; </a:t>
            </a:r>
            <a:r>
              <a:rPr lang="en-US" dirty="0" smtClean="0"/>
              <a:t>col&lt;identifier[row].length; col++){</a:t>
            </a:r>
          </a:p>
          <a:p>
            <a:r>
              <a:rPr lang="en-US" dirty="0" err="1" smtClean="0"/>
              <a:t>System.out.println</a:t>
            </a:r>
            <a:r>
              <a:rPr lang="en-US" dirty="0" smtClean="0"/>
              <a:t>(identifier[row][col]);</a:t>
            </a:r>
            <a:endParaRPr lang="en-US" dirty="0"/>
          </a:p>
          <a:p>
            <a:r>
              <a:rPr lang="en-US" dirty="0" smtClean="0"/>
              <a:t>}</a:t>
            </a:r>
          </a:p>
          <a:p>
            <a:r>
              <a:rPr lang="en-US" dirty="0"/>
              <a:t>}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9090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8813" y="0"/>
            <a:ext cx="9720072" cy="1499616"/>
          </a:xfrm>
        </p:spPr>
        <p:txBody>
          <a:bodyPr/>
          <a:lstStyle/>
          <a:p>
            <a:r>
              <a:rPr lang="en-US" dirty="0"/>
              <a:t>ITERATING 2D </a:t>
            </a:r>
            <a:r>
              <a:rPr lang="en-US" dirty="0" smtClean="0"/>
              <a:t>ARRAY using nested for loop</a:t>
            </a:r>
            <a:endParaRPr lang="en-PH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8882" y="1051176"/>
            <a:ext cx="7757917" cy="387415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8482" y="3823743"/>
            <a:ext cx="7461723" cy="268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12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each loop in iterating 2d array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Are used to iterate through collections like arrays easily without knowing the size of the collection.</a:t>
            </a:r>
          </a:p>
          <a:p>
            <a:endParaRPr lang="en-US" dirty="0"/>
          </a:p>
          <a:p>
            <a:r>
              <a:rPr lang="en-US" dirty="0" smtClean="0"/>
              <a:t>SYNTAX:</a:t>
            </a:r>
          </a:p>
          <a:p>
            <a:r>
              <a:rPr lang="en-US" dirty="0" smtClean="0"/>
              <a:t>For(datatype </a:t>
            </a:r>
            <a:r>
              <a:rPr lang="en-US" dirty="0" err="1" smtClean="0"/>
              <a:t>identifier:collection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//to do code</a:t>
            </a:r>
          </a:p>
          <a:p>
            <a:r>
              <a:rPr lang="en-US" dirty="0"/>
              <a:t>}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864736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each loop iterating array</a:t>
            </a:r>
            <a:endParaRPr lang="en-PH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2750" y="1931295"/>
            <a:ext cx="8082828" cy="40116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318" y="4793674"/>
            <a:ext cx="7831847" cy="192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317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each loop iterating array</a:t>
            </a:r>
            <a:endParaRPr lang="en-PH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8168" y="2084832"/>
            <a:ext cx="7971992" cy="422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2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FOR each LOOP SYNTAX IN ITERATING 2D ARRAY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For(String [] </a:t>
            </a:r>
            <a:r>
              <a:rPr lang="en-US" dirty="0" err="1" smtClean="0"/>
              <a:t>Var_name</a:t>
            </a:r>
            <a:r>
              <a:rPr lang="en-US" dirty="0" smtClean="0"/>
              <a:t> :</a:t>
            </a:r>
            <a:r>
              <a:rPr lang="en-US" dirty="0" err="1" smtClean="0"/>
              <a:t>Array_identifier</a:t>
            </a:r>
            <a:r>
              <a:rPr lang="en-US" dirty="0" smtClean="0"/>
              <a:t>){ - holds the array</a:t>
            </a:r>
          </a:p>
          <a:p>
            <a:r>
              <a:rPr lang="en-US" dirty="0" smtClean="0"/>
              <a:t>For(String </a:t>
            </a:r>
            <a:r>
              <a:rPr lang="en-US" dirty="0" err="1" smtClean="0"/>
              <a:t>NewVar_name</a:t>
            </a:r>
            <a:r>
              <a:rPr lang="en-US" dirty="0" smtClean="0"/>
              <a:t>: </a:t>
            </a:r>
            <a:r>
              <a:rPr lang="en-US" dirty="0" err="1" smtClean="0"/>
              <a:t>Var_name</a:t>
            </a:r>
            <a:r>
              <a:rPr lang="en-US" dirty="0" smtClean="0"/>
              <a:t>){ - holds the value of each array</a:t>
            </a:r>
          </a:p>
          <a:p>
            <a:r>
              <a:rPr lang="en-US" dirty="0"/>
              <a:t>}</a:t>
            </a:r>
            <a:endParaRPr lang="en-US" dirty="0" smtClean="0"/>
          </a:p>
          <a:p>
            <a:r>
              <a:rPr lang="en-US" dirty="0"/>
              <a:t>}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660562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ITERATING 2D </a:t>
            </a:r>
            <a:r>
              <a:rPr lang="en-US" dirty="0" smtClean="0"/>
              <a:t>ARRAY using nested for each loop</a:t>
            </a:r>
            <a:endParaRPr lang="en-PH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9" y="2133736"/>
            <a:ext cx="8466236" cy="3769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842" y="4610291"/>
            <a:ext cx="7461723" cy="268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062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terms/"/>
    <ds:schemaRef ds:uri="71af3243-3dd4-4a8d-8c0d-dd76da1f02a5"/>
    <ds:schemaRef ds:uri="http://schemas.microsoft.com/office/infopath/2007/PartnerControls"/>
    <ds:schemaRef ds:uri="http://purl.org/dc/elements/1.1/"/>
    <ds:schemaRef ds:uri="16c05727-aa75-4e4a-9b5f-8a80a1165891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0</TotalTime>
  <Words>332</Words>
  <Application>Microsoft Office PowerPoint</Application>
  <PresentationFormat>Widescreen</PresentationFormat>
  <Paragraphs>49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Tw Cen MT</vt:lpstr>
      <vt:lpstr>Tw Cen MT Condensed</vt:lpstr>
      <vt:lpstr>Wingdings</vt:lpstr>
      <vt:lpstr>Wingdings 3</vt:lpstr>
      <vt:lpstr>Integral</vt:lpstr>
      <vt:lpstr>MULTI-DIMENSIONAL (2d) ARRAY</vt:lpstr>
      <vt:lpstr>objective</vt:lpstr>
      <vt:lpstr>Multi-dimensional array (2d aRRAY)</vt:lpstr>
      <vt:lpstr>SYNTAX </vt:lpstr>
      <vt:lpstr>PowerPoint Presentation</vt:lpstr>
      <vt:lpstr>Accessing 2d array</vt:lpstr>
      <vt:lpstr>ASSIGNing VALUE IN 2D ARRAY</vt:lpstr>
      <vt:lpstr>Nested for loop</vt:lpstr>
      <vt:lpstr>Nested FOR LOOP SYNTAX IN ITERATING 2D ARRAY</vt:lpstr>
      <vt:lpstr>ITERATING 2D ARRAY using nested for loop</vt:lpstr>
      <vt:lpstr>For each loop in iterating 2d array</vt:lpstr>
      <vt:lpstr>For each loop iterating array</vt:lpstr>
      <vt:lpstr>For each loop iterating array</vt:lpstr>
      <vt:lpstr>Nested FOR each LOOP SYNTAX IN ITERATING 2D ARRAY</vt:lpstr>
      <vt:lpstr>IN ITERATING 2D ARRAY using nested for each loop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2024-02-01T01:33:31Z</dcterms:created>
  <dcterms:modified xsi:type="dcterms:W3CDTF">2024-02-01T09:28:45Z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