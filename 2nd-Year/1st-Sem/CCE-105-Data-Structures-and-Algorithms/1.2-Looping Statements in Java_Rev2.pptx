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11124"/>
            <a:ext cx="395859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9371"/>
            <a:ext cx="10006330" cy="1293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16532"/>
            <a:ext cx="10041255" cy="4237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30.png"/><Relationship Id="rId20" Type="http://schemas.openxmlformats.org/officeDocument/2006/relationships/image" Target="../media/image31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Relationship Id="rId16" Type="http://schemas.openxmlformats.org/officeDocument/2006/relationships/image" Target="../media/image56.png"/><Relationship Id="rId17" Type="http://schemas.openxmlformats.org/officeDocument/2006/relationships/image" Target="../media/image57.png"/><Relationship Id="rId18" Type="http://schemas.openxmlformats.org/officeDocument/2006/relationships/image" Target="../media/image58.png"/><Relationship Id="rId19" Type="http://schemas.openxmlformats.org/officeDocument/2006/relationships/image" Target="../media/image59.png"/><Relationship Id="rId20" Type="http://schemas.openxmlformats.org/officeDocument/2006/relationships/image" Target="../media/image60.png"/><Relationship Id="rId21" Type="http://schemas.openxmlformats.org/officeDocument/2006/relationships/image" Target="../media/image61.png"/><Relationship Id="rId22" Type="http://schemas.openxmlformats.org/officeDocument/2006/relationships/image" Target="../media/image62.png"/><Relationship Id="rId23" Type="http://schemas.openxmlformats.org/officeDocument/2006/relationships/image" Target="../media/image63.png"/><Relationship Id="rId24" Type="http://schemas.openxmlformats.org/officeDocument/2006/relationships/image" Target="../media/image64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5.jpg"/><Relationship Id="rId3" Type="http://schemas.openxmlformats.org/officeDocument/2006/relationships/image" Target="../media/image66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jpg"/><Relationship Id="rId3" Type="http://schemas.openxmlformats.org/officeDocument/2006/relationships/image" Target="../media/image70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9" y="10"/>
            <a:ext cx="12192000" cy="6858000"/>
            <a:chOff x="19" y="1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" y="10"/>
              <a:ext cx="12191979" cy="685798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488621" y="2277612"/>
              <a:ext cx="4703445" cy="4580890"/>
            </a:xfrm>
            <a:custGeom>
              <a:avLst/>
              <a:gdLst/>
              <a:ahLst/>
              <a:cxnLst/>
              <a:rect l="l" t="t" r="r" b="b"/>
              <a:pathLst>
                <a:path w="4703445" h="4580890">
                  <a:moveTo>
                    <a:pt x="2491061" y="0"/>
                  </a:moveTo>
                  <a:lnTo>
                    <a:pt x="2442725" y="461"/>
                  </a:lnTo>
                  <a:lnTo>
                    <a:pt x="2394608" y="1840"/>
                  </a:lnTo>
                  <a:lnTo>
                    <a:pt x="2346719" y="4129"/>
                  </a:lnTo>
                  <a:lnTo>
                    <a:pt x="2299067" y="7319"/>
                  </a:lnTo>
                  <a:lnTo>
                    <a:pt x="2251659" y="11401"/>
                  </a:lnTo>
                  <a:lnTo>
                    <a:pt x="2204504" y="16368"/>
                  </a:lnTo>
                  <a:lnTo>
                    <a:pt x="2157611" y="22210"/>
                  </a:lnTo>
                  <a:lnTo>
                    <a:pt x="2110989" y="28921"/>
                  </a:lnTo>
                  <a:lnTo>
                    <a:pt x="2064644" y="36490"/>
                  </a:lnTo>
                  <a:lnTo>
                    <a:pt x="2018587" y="44911"/>
                  </a:lnTo>
                  <a:lnTo>
                    <a:pt x="1972825" y="54174"/>
                  </a:lnTo>
                  <a:lnTo>
                    <a:pt x="1927367" y="64271"/>
                  </a:lnTo>
                  <a:lnTo>
                    <a:pt x="1882221" y="75195"/>
                  </a:lnTo>
                  <a:lnTo>
                    <a:pt x="1837396" y="86935"/>
                  </a:lnTo>
                  <a:lnTo>
                    <a:pt x="1792900" y="99485"/>
                  </a:lnTo>
                  <a:lnTo>
                    <a:pt x="1748742" y="112836"/>
                  </a:lnTo>
                  <a:lnTo>
                    <a:pt x="1704930" y="126980"/>
                  </a:lnTo>
                  <a:lnTo>
                    <a:pt x="1661473" y="141908"/>
                  </a:lnTo>
                  <a:lnTo>
                    <a:pt x="1618378" y="157611"/>
                  </a:lnTo>
                  <a:lnTo>
                    <a:pt x="1575655" y="174082"/>
                  </a:lnTo>
                  <a:lnTo>
                    <a:pt x="1533312" y="191313"/>
                  </a:lnTo>
                  <a:lnTo>
                    <a:pt x="1491357" y="209294"/>
                  </a:lnTo>
                  <a:lnTo>
                    <a:pt x="1449799" y="228017"/>
                  </a:lnTo>
                  <a:lnTo>
                    <a:pt x="1408647" y="247475"/>
                  </a:lnTo>
                  <a:lnTo>
                    <a:pt x="1367908" y="267658"/>
                  </a:lnTo>
                  <a:lnTo>
                    <a:pt x="1327591" y="288559"/>
                  </a:lnTo>
                  <a:lnTo>
                    <a:pt x="1287704" y="310170"/>
                  </a:lnTo>
                  <a:lnTo>
                    <a:pt x="1248257" y="332480"/>
                  </a:lnTo>
                  <a:lnTo>
                    <a:pt x="1209257" y="355484"/>
                  </a:lnTo>
                  <a:lnTo>
                    <a:pt x="1170713" y="379171"/>
                  </a:lnTo>
                  <a:lnTo>
                    <a:pt x="1132633" y="403534"/>
                  </a:lnTo>
                  <a:lnTo>
                    <a:pt x="1095026" y="428565"/>
                  </a:lnTo>
                  <a:lnTo>
                    <a:pt x="1057900" y="454254"/>
                  </a:lnTo>
                  <a:lnTo>
                    <a:pt x="1021264" y="480594"/>
                  </a:lnTo>
                  <a:lnTo>
                    <a:pt x="985126" y="507577"/>
                  </a:lnTo>
                  <a:lnTo>
                    <a:pt x="949495" y="535193"/>
                  </a:lnTo>
                  <a:lnTo>
                    <a:pt x="914379" y="563436"/>
                  </a:lnTo>
                  <a:lnTo>
                    <a:pt x="879786" y="592295"/>
                  </a:lnTo>
                  <a:lnTo>
                    <a:pt x="845725" y="621764"/>
                  </a:lnTo>
                  <a:lnTo>
                    <a:pt x="812205" y="651833"/>
                  </a:lnTo>
                  <a:lnTo>
                    <a:pt x="779233" y="682495"/>
                  </a:lnTo>
                  <a:lnTo>
                    <a:pt x="746818" y="713740"/>
                  </a:lnTo>
                  <a:lnTo>
                    <a:pt x="714970" y="745562"/>
                  </a:lnTo>
                  <a:lnTo>
                    <a:pt x="683695" y="777950"/>
                  </a:lnTo>
                  <a:lnTo>
                    <a:pt x="653003" y="810897"/>
                  </a:lnTo>
                  <a:lnTo>
                    <a:pt x="622902" y="844395"/>
                  </a:lnTo>
                  <a:lnTo>
                    <a:pt x="593400" y="878436"/>
                  </a:lnTo>
                  <a:lnTo>
                    <a:pt x="564507" y="913010"/>
                  </a:lnTo>
                  <a:lnTo>
                    <a:pt x="536229" y="948109"/>
                  </a:lnTo>
                  <a:lnTo>
                    <a:pt x="508577" y="983726"/>
                  </a:lnTo>
                  <a:lnTo>
                    <a:pt x="481558" y="1019852"/>
                  </a:lnTo>
                  <a:lnTo>
                    <a:pt x="455180" y="1056478"/>
                  </a:lnTo>
                  <a:lnTo>
                    <a:pt x="429453" y="1093597"/>
                  </a:lnTo>
                  <a:lnTo>
                    <a:pt x="404384" y="1131199"/>
                  </a:lnTo>
                  <a:lnTo>
                    <a:pt x="379983" y="1169277"/>
                  </a:lnTo>
                  <a:lnTo>
                    <a:pt x="356256" y="1207822"/>
                  </a:lnTo>
                  <a:lnTo>
                    <a:pt x="333214" y="1246825"/>
                  </a:lnTo>
                  <a:lnTo>
                    <a:pt x="310864" y="1286280"/>
                  </a:lnTo>
                  <a:lnTo>
                    <a:pt x="289215" y="1326176"/>
                  </a:lnTo>
                  <a:lnTo>
                    <a:pt x="268275" y="1366506"/>
                  </a:lnTo>
                  <a:lnTo>
                    <a:pt x="248053" y="1407262"/>
                  </a:lnTo>
                  <a:lnTo>
                    <a:pt x="228558" y="1448434"/>
                  </a:lnTo>
                  <a:lnTo>
                    <a:pt x="209796" y="1490016"/>
                  </a:lnTo>
                  <a:lnTo>
                    <a:pt x="191778" y="1531998"/>
                  </a:lnTo>
                  <a:lnTo>
                    <a:pt x="174511" y="1574371"/>
                  </a:lnTo>
                  <a:lnTo>
                    <a:pt x="158005" y="1617129"/>
                  </a:lnTo>
                  <a:lnTo>
                    <a:pt x="142266" y="1660262"/>
                  </a:lnTo>
                  <a:lnTo>
                    <a:pt x="127305" y="1703762"/>
                  </a:lnTo>
                  <a:lnTo>
                    <a:pt x="113129" y="1747621"/>
                  </a:lnTo>
                  <a:lnTo>
                    <a:pt x="99746" y="1791830"/>
                  </a:lnTo>
                  <a:lnTo>
                    <a:pt x="87166" y="1836381"/>
                  </a:lnTo>
                  <a:lnTo>
                    <a:pt x="75396" y="1881266"/>
                  </a:lnTo>
                  <a:lnTo>
                    <a:pt x="64445" y="1926476"/>
                  </a:lnTo>
                  <a:lnTo>
                    <a:pt x="54322" y="1972003"/>
                  </a:lnTo>
                  <a:lnTo>
                    <a:pt x="45035" y="2017838"/>
                  </a:lnTo>
                  <a:lnTo>
                    <a:pt x="36592" y="2063974"/>
                  </a:lnTo>
                  <a:lnTo>
                    <a:pt x="29002" y="2110402"/>
                  </a:lnTo>
                  <a:lnTo>
                    <a:pt x="22274" y="2157114"/>
                  </a:lnTo>
                  <a:lnTo>
                    <a:pt x="16415" y="2204101"/>
                  </a:lnTo>
                  <a:lnTo>
                    <a:pt x="11434" y="2251354"/>
                  </a:lnTo>
                  <a:lnTo>
                    <a:pt x="7340" y="2298867"/>
                  </a:lnTo>
                  <a:lnTo>
                    <a:pt x="4141" y="2346629"/>
                  </a:lnTo>
                  <a:lnTo>
                    <a:pt x="1846" y="2394633"/>
                  </a:lnTo>
                  <a:lnTo>
                    <a:pt x="463" y="2442871"/>
                  </a:lnTo>
                  <a:lnTo>
                    <a:pt x="0" y="2491334"/>
                  </a:lnTo>
                  <a:lnTo>
                    <a:pt x="523" y="2542690"/>
                  </a:lnTo>
                  <a:lnTo>
                    <a:pt x="2086" y="2593791"/>
                  </a:lnTo>
                  <a:lnTo>
                    <a:pt x="4678" y="2644628"/>
                  </a:lnTo>
                  <a:lnTo>
                    <a:pt x="8290" y="2695191"/>
                  </a:lnTo>
                  <a:lnTo>
                    <a:pt x="12911" y="2745471"/>
                  </a:lnTo>
                  <a:lnTo>
                    <a:pt x="18531" y="2795457"/>
                  </a:lnTo>
                  <a:lnTo>
                    <a:pt x="25140" y="2845139"/>
                  </a:lnTo>
                  <a:lnTo>
                    <a:pt x="32727" y="2894508"/>
                  </a:lnTo>
                  <a:lnTo>
                    <a:pt x="41283" y="2943553"/>
                  </a:lnTo>
                  <a:lnTo>
                    <a:pt x="50796" y="2992265"/>
                  </a:lnTo>
                  <a:lnTo>
                    <a:pt x="61257" y="3040634"/>
                  </a:lnTo>
                  <a:lnTo>
                    <a:pt x="72656" y="3088650"/>
                  </a:lnTo>
                  <a:lnTo>
                    <a:pt x="84983" y="3136303"/>
                  </a:lnTo>
                  <a:lnTo>
                    <a:pt x="98226" y="3183583"/>
                  </a:lnTo>
                  <a:lnTo>
                    <a:pt x="112377" y="3230480"/>
                  </a:lnTo>
                  <a:lnTo>
                    <a:pt x="127424" y="3276985"/>
                  </a:lnTo>
                  <a:lnTo>
                    <a:pt x="143358" y="3323087"/>
                  </a:lnTo>
                  <a:lnTo>
                    <a:pt x="160168" y="3368776"/>
                  </a:lnTo>
                  <a:lnTo>
                    <a:pt x="177844" y="3414044"/>
                  </a:lnTo>
                  <a:lnTo>
                    <a:pt x="196376" y="3458879"/>
                  </a:lnTo>
                  <a:lnTo>
                    <a:pt x="215754" y="3503272"/>
                  </a:lnTo>
                  <a:lnTo>
                    <a:pt x="235968" y="3547213"/>
                  </a:lnTo>
                  <a:lnTo>
                    <a:pt x="257006" y="3590692"/>
                  </a:lnTo>
                  <a:lnTo>
                    <a:pt x="278860" y="3633699"/>
                  </a:lnTo>
                  <a:lnTo>
                    <a:pt x="301519" y="3676224"/>
                  </a:lnTo>
                  <a:lnTo>
                    <a:pt x="324972" y="3718258"/>
                  </a:lnTo>
                  <a:lnTo>
                    <a:pt x="349209" y="3759790"/>
                  </a:lnTo>
                  <a:lnTo>
                    <a:pt x="374221" y="3800811"/>
                  </a:lnTo>
                  <a:lnTo>
                    <a:pt x="399997" y="3841311"/>
                  </a:lnTo>
                  <a:lnTo>
                    <a:pt x="426526" y="3881280"/>
                  </a:lnTo>
                  <a:lnTo>
                    <a:pt x="453799" y="3920707"/>
                  </a:lnTo>
                  <a:lnTo>
                    <a:pt x="481806" y="3959583"/>
                  </a:lnTo>
                  <a:lnTo>
                    <a:pt x="510535" y="3997899"/>
                  </a:lnTo>
                  <a:lnTo>
                    <a:pt x="539978" y="4035644"/>
                  </a:lnTo>
                  <a:lnTo>
                    <a:pt x="570123" y="4072808"/>
                  </a:lnTo>
                  <a:lnTo>
                    <a:pt x="600961" y="4109381"/>
                  </a:lnTo>
                  <a:lnTo>
                    <a:pt x="632481" y="4145354"/>
                  </a:lnTo>
                  <a:lnTo>
                    <a:pt x="664673" y="4180717"/>
                  </a:lnTo>
                  <a:lnTo>
                    <a:pt x="697527" y="4215459"/>
                  </a:lnTo>
                  <a:lnTo>
                    <a:pt x="731032" y="4249572"/>
                  </a:lnTo>
                  <a:lnTo>
                    <a:pt x="765179" y="4283044"/>
                  </a:lnTo>
                  <a:lnTo>
                    <a:pt x="799957" y="4315866"/>
                  </a:lnTo>
                  <a:lnTo>
                    <a:pt x="835356" y="4348029"/>
                  </a:lnTo>
                  <a:lnTo>
                    <a:pt x="871366" y="4379521"/>
                  </a:lnTo>
                  <a:lnTo>
                    <a:pt x="907976" y="4410334"/>
                  </a:lnTo>
                  <a:lnTo>
                    <a:pt x="945177" y="4440458"/>
                  </a:lnTo>
                  <a:lnTo>
                    <a:pt x="982958" y="4469882"/>
                  </a:lnTo>
                  <a:lnTo>
                    <a:pt x="1021309" y="4498597"/>
                  </a:lnTo>
                  <a:lnTo>
                    <a:pt x="1060219" y="4526592"/>
                  </a:lnTo>
                  <a:lnTo>
                    <a:pt x="1099679" y="4553859"/>
                  </a:lnTo>
                  <a:lnTo>
                    <a:pt x="1139678" y="4580386"/>
                  </a:lnTo>
                  <a:lnTo>
                    <a:pt x="3845974" y="4580386"/>
                  </a:lnTo>
                  <a:lnTo>
                    <a:pt x="3887593" y="4553108"/>
                  </a:lnTo>
                  <a:lnTo>
                    <a:pt x="3928579" y="4525026"/>
                  </a:lnTo>
                  <a:lnTo>
                    <a:pt x="3968924" y="4496151"/>
                  </a:lnTo>
                  <a:lnTo>
                    <a:pt x="4008621" y="4466495"/>
                  </a:lnTo>
                  <a:lnTo>
                    <a:pt x="4047663" y="4436067"/>
                  </a:lnTo>
                  <a:lnTo>
                    <a:pt x="4086042" y="4404879"/>
                  </a:lnTo>
                  <a:lnTo>
                    <a:pt x="4123752" y="4372942"/>
                  </a:lnTo>
                  <a:lnTo>
                    <a:pt x="4160785" y="4340267"/>
                  </a:lnTo>
                  <a:lnTo>
                    <a:pt x="4197133" y="4306864"/>
                  </a:lnTo>
                  <a:lnTo>
                    <a:pt x="4232790" y="4272744"/>
                  </a:lnTo>
                  <a:lnTo>
                    <a:pt x="4267749" y="4237919"/>
                  </a:lnTo>
                  <a:lnTo>
                    <a:pt x="4302002" y="4202398"/>
                  </a:lnTo>
                  <a:lnTo>
                    <a:pt x="4335541" y="4166193"/>
                  </a:lnTo>
                  <a:lnTo>
                    <a:pt x="4368361" y="4129315"/>
                  </a:lnTo>
                  <a:lnTo>
                    <a:pt x="4400452" y="4091774"/>
                  </a:lnTo>
                  <a:lnTo>
                    <a:pt x="4431809" y="4053581"/>
                  </a:lnTo>
                  <a:lnTo>
                    <a:pt x="4462424" y="4014748"/>
                  </a:lnTo>
                  <a:lnTo>
                    <a:pt x="4492290" y="3975284"/>
                  </a:lnTo>
                  <a:lnTo>
                    <a:pt x="4521400" y="3935201"/>
                  </a:lnTo>
                  <a:lnTo>
                    <a:pt x="4549745" y="3894510"/>
                  </a:lnTo>
                  <a:lnTo>
                    <a:pt x="4577320" y="3853222"/>
                  </a:lnTo>
                  <a:lnTo>
                    <a:pt x="4604117" y="3811347"/>
                  </a:lnTo>
                  <a:lnTo>
                    <a:pt x="4630128" y="3768896"/>
                  </a:lnTo>
                  <a:lnTo>
                    <a:pt x="4655347" y="3725880"/>
                  </a:lnTo>
                  <a:lnTo>
                    <a:pt x="4679766" y="3682309"/>
                  </a:lnTo>
                  <a:lnTo>
                    <a:pt x="4703378" y="3638196"/>
                  </a:lnTo>
                  <a:lnTo>
                    <a:pt x="4703378" y="1340944"/>
                  </a:lnTo>
                  <a:lnTo>
                    <a:pt x="4680677" y="1298465"/>
                  </a:lnTo>
                  <a:lnTo>
                    <a:pt x="4657189" y="1256482"/>
                  </a:lnTo>
                  <a:lnTo>
                    <a:pt x="4632924" y="1215005"/>
                  </a:lnTo>
                  <a:lnTo>
                    <a:pt x="4607891" y="1174044"/>
                  </a:lnTo>
                  <a:lnTo>
                    <a:pt x="4582101" y="1133608"/>
                  </a:lnTo>
                  <a:lnTo>
                    <a:pt x="4555564" y="1093708"/>
                  </a:lnTo>
                  <a:lnTo>
                    <a:pt x="4528288" y="1054353"/>
                  </a:lnTo>
                  <a:lnTo>
                    <a:pt x="4500284" y="1015554"/>
                  </a:lnTo>
                  <a:lnTo>
                    <a:pt x="4471561" y="977320"/>
                  </a:lnTo>
                  <a:lnTo>
                    <a:pt x="4442130" y="939660"/>
                  </a:lnTo>
                  <a:lnTo>
                    <a:pt x="4412000" y="902586"/>
                  </a:lnTo>
                  <a:lnTo>
                    <a:pt x="4381180" y="866107"/>
                  </a:lnTo>
                  <a:lnTo>
                    <a:pt x="4349682" y="830232"/>
                  </a:lnTo>
                  <a:lnTo>
                    <a:pt x="4317513" y="794972"/>
                  </a:lnTo>
                  <a:lnTo>
                    <a:pt x="4284685" y="760337"/>
                  </a:lnTo>
                  <a:lnTo>
                    <a:pt x="4251206" y="726336"/>
                  </a:lnTo>
                  <a:lnTo>
                    <a:pt x="4217088" y="692979"/>
                  </a:lnTo>
                  <a:lnTo>
                    <a:pt x="4182338" y="660277"/>
                  </a:lnTo>
                  <a:lnTo>
                    <a:pt x="4146968" y="628238"/>
                  </a:lnTo>
                  <a:lnTo>
                    <a:pt x="4110987" y="596874"/>
                  </a:lnTo>
                  <a:lnTo>
                    <a:pt x="4074404" y="566193"/>
                  </a:lnTo>
                  <a:lnTo>
                    <a:pt x="4037230" y="536206"/>
                  </a:lnTo>
                  <a:lnTo>
                    <a:pt x="3999474" y="506923"/>
                  </a:lnTo>
                  <a:lnTo>
                    <a:pt x="3961146" y="478353"/>
                  </a:lnTo>
                  <a:lnTo>
                    <a:pt x="3922256" y="450506"/>
                  </a:lnTo>
                  <a:lnTo>
                    <a:pt x="3882813" y="423393"/>
                  </a:lnTo>
                  <a:lnTo>
                    <a:pt x="3842828" y="397023"/>
                  </a:lnTo>
                  <a:lnTo>
                    <a:pt x="3802309" y="371406"/>
                  </a:lnTo>
                  <a:lnTo>
                    <a:pt x="3761268" y="346552"/>
                  </a:lnTo>
                  <a:lnTo>
                    <a:pt x="3719713" y="322470"/>
                  </a:lnTo>
                  <a:lnTo>
                    <a:pt x="3677654" y="299172"/>
                  </a:lnTo>
                  <a:lnTo>
                    <a:pt x="3635102" y="276666"/>
                  </a:lnTo>
                  <a:lnTo>
                    <a:pt x="3592065" y="254962"/>
                  </a:lnTo>
                  <a:lnTo>
                    <a:pt x="3548554" y="234071"/>
                  </a:lnTo>
                  <a:lnTo>
                    <a:pt x="3504579" y="214002"/>
                  </a:lnTo>
                  <a:lnTo>
                    <a:pt x="3460148" y="194765"/>
                  </a:lnTo>
                  <a:lnTo>
                    <a:pt x="3415273" y="176370"/>
                  </a:lnTo>
                  <a:lnTo>
                    <a:pt x="3369962" y="158827"/>
                  </a:lnTo>
                  <a:lnTo>
                    <a:pt x="3324225" y="142146"/>
                  </a:lnTo>
                  <a:lnTo>
                    <a:pt x="3278073" y="126337"/>
                  </a:lnTo>
                  <a:lnTo>
                    <a:pt x="3231515" y="111409"/>
                  </a:lnTo>
                  <a:lnTo>
                    <a:pt x="3184561" y="97372"/>
                  </a:lnTo>
                  <a:lnTo>
                    <a:pt x="3137220" y="84237"/>
                  </a:lnTo>
                  <a:lnTo>
                    <a:pt x="3089502" y="72013"/>
                  </a:lnTo>
                  <a:lnTo>
                    <a:pt x="3041418" y="60710"/>
                  </a:lnTo>
                  <a:lnTo>
                    <a:pt x="2992976" y="50339"/>
                  </a:lnTo>
                  <a:lnTo>
                    <a:pt x="2944187" y="40908"/>
                  </a:lnTo>
                  <a:lnTo>
                    <a:pt x="2895060" y="32427"/>
                  </a:lnTo>
                  <a:lnTo>
                    <a:pt x="2845605" y="24908"/>
                  </a:lnTo>
                  <a:lnTo>
                    <a:pt x="2795832" y="18359"/>
                  </a:lnTo>
                  <a:lnTo>
                    <a:pt x="2745751" y="12790"/>
                  </a:lnTo>
                  <a:lnTo>
                    <a:pt x="2695371" y="8212"/>
                  </a:lnTo>
                  <a:lnTo>
                    <a:pt x="2644703" y="4634"/>
                  </a:lnTo>
                  <a:lnTo>
                    <a:pt x="2593755" y="2066"/>
                  </a:lnTo>
                  <a:lnTo>
                    <a:pt x="2542538" y="518"/>
                  </a:lnTo>
                  <a:lnTo>
                    <a:pt x="2491061" y="0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534403" y="3274059"/>
            <a:ext cx="2828290" cy="1726564"/>
          </a:xfrm>
          <a:prstGeom prst="rect"/>
        </p:spPr>
        <p:txBody>
          <a:bodyPr wrap="square" lIns="0" tIns="83820" rIns="0" bIns="0" rtlCol="0" vert="horz">
            <a:spAutoFit/>
          </a:bodyPr>
          <a:lstStyle/>
          <a:p>
            <a:pPr algn="ctr" marL="12700" marR="5080" indent="-1270">
              <a:lnSpc>
                <a:spcPts val="4300"/>
              </a:lnSpc>
              <a:spcBef>
                <a:spcPts val="660"/>
              </a:spcBef>
            </a:pPr>
            <a:r>
              <a:rPr dirty="0" sz="4000" spc="-10"/>
              <a:t>Looping </a:t>
            </a:r>
            <a:r>
              <a:rPr dirty="0" sz="4000"/>
              <a:t>Statements</a:t>
            </a:r>
            <a:r>
              <a:rPr dirty="0" sz="4000" spc="-204"/>
              <a:t> </a:t>
            </a:r>
            <a:r>
              <a:rPr dirty="0" sz="4000" spc="-25"/>
              <a:t>in </a:t>
            </a:r>
            <a:r>
              <a:rPr dirty="0" sz="4000" spc="-20"/>
              <a:t>Java</a:t>
            </a:r>
            <a:endParaRPr sz="4000"/>
          </a:p>
        </p:txBody>
      </p:sp>
      <p:sp>
        <p:nvSpPr>
          <p:cNvPr id="6" name="object 6" descr=""/>
          <p:cNvSpPr/>
          <p:nvPr/>
        </p:nvSpPr>
        <p:spPr>
          <a:xfrm>
            <a:off x="9480330" y="5123793"/>
            <a:ext cx="935990" cy="0"/>
          </a:xfrm>
          <a:custGeom>
            <a:avLst/>
            <a:gdLst/>
            <a:ahLst/>
            <a:cxnLst/>
            <a:rect l="l" t="t" r="r" b="b"/>
            <a:pathLst>
              <a:path w="935990" h="0">
                <a:moveTo>
                  <a:pt x="0" y="0"/>
                </a:moveTo>
                <a:lnTo>
                  <a:pt x="935420" y="1"/>
                </a:lnTo>
              </a:path>
            </a:pathLst>
          </a:custGeom>
          <a:ln w="25400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799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787081" y="3051555"/>
            <a:ext cx="228473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0">
                <a:solidFill>
                  <a:srgbClr val="FFFFFF"/>
                </a:solidFill>
                <a:latin typeface="Calibri Light"/>
                <a:cs typeface="Calibri Light"/>
              </a:rPr>
              <a:t>Objectives: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653371" y="2286000"/>
            <a:ext cx="0" cy="2286000"/>
          </a:xfrm>
          <a:custGeom>
            <a:avLst/>
            <a:gdLst/>
            <a:ahLst/>
            <a:cxnLst/>
            <a:rect l="l" t="t" r="r" b="b"/>
            <a:pathLst>
              <a:path w="0" h="2286000">
                <a:moveTo>
                  <a:pt x="0" y="0"/>
                </a:moveTo>
                <a:lnTo>
                  <a:pt x="1" y="22860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234119" y="2525268"/>
            <a:ext cx="5438775" cy="163830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looping</a:t>
            </a:r>
            <a:r>
              <a:rPr dirty="0" sz="2000" spc="40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statements</a:t>
            </a:r>
            <a:r>
              <a:rPr dirty="0" sz="2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Java.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Discuss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looping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statements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worked.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Demonstrate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looping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statements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work.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Applying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looping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statements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creating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programs.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" y="0"/>
            <a:ext cx="4167504" cy="6858000"/>
          </a:xfrm>
          <a:custGeom>
            <a:avLst/>
            <a:gdLst/>
            <a:ahLst/>
            <a:cxnLst/>
            <a:rect l="l" t="t" r="r" b="b"/>
            <a:pathLst>
              <a:path w="4167504" h="6858000">
                <a:moveTo>
                  <a:pt x="2259549" y="0"/>
                </a:moveTo>
                <a:lnTo>
                  <a:pt x="0" y="0"/>
                </a:lnTo>
                <a:lnTo>
                  <a:pt x="0" y="6857999"/>
                </a:lnTo>
                <a:lnTo>
                  <a:pt x="2259549" y="6857999"/>
                </a:lnTo>
                <a:lnTo>
                  <a:pt x="2387803" y="6775778"/>
                </a:lnTo>
                <a:lnTo>
                  <a:pt x="2427397" y="6748686"/>
                </a:lnTo>
                <a:lnTo>
                  <a:pt x="2466651" y="6721137"/>
                </a:lnTo>
                <a:lnTo>
                  <a:pt x="2505562" y="6693135"/>
                </a:lnTo>
                <a:lnTo>
                  <a:pt x="2544124" y="6664686"/>
                </a:lnTo>
                <a:lnTo>
                  <a:pt x="2582335" y="6635791"/>
                </a:lnTo>
                <a:lnTo>
                  <a:pt x="2620191" y="6606456"/>
                </a:lnTo>
                <a:lnTo>
                  <a:pt x="2657687" y="6576683"/>
                </a:lnTo>
                <a:lnTo>
                  <a:pt x="2694820" y="6546477"/>
                </a:lnTo>
                <a:lnTo>
                  <a:pt x="2731587" y="6515842"/>
                </a:lnTo>
                <a:lnTo>
                  <a:pt x="2767983" y="6484781"/>
                </a:lnTo>
                <a:lnTo>
                  <a:pt x="2804004" y="6453299"/>
                </a:lnTo>
                <a:lnTo>
                  <a:pt x="2839647" y="6421398"/>
                </a:lnTo>
                <a:lnTo>
                  <a:pt x="2874908" y="6389083"/>
                </a:lnTo>
                <a:lnTo>
                  <a:pt x="2909783" y="6356358"/>
                </a:lnTo>
                <a:lnTo>
                  <a:pt x="2944269" y="6323227"/>
                </a:lnTo>
                <a:lnTo>
                  <a:pt x="2978360" y="6289692"/>
                </a:lnTo>
                <a:lnTo>
                  <a:pt x="3012055" y="6255759"/>
                </a:lnTo>
                <a:lnTo>
                  <a:pt x="3045348" y="6221431"/>
                </a:lnTo>
                <a:lnTo>
                  <a:pt x="3078236" y="6186711"/>
                </a:lnTo>
                <a:lnTo>
                  <a:pt x="3110716" y="6151604"/>
                </a:lnTo>
                <a:lnTo>
                  <a:pt x="3142782" y="6116113"/>
                </a:lnTo>
                <a:lnTo>
                  <a:pt x="3174433" y="6080242"/>
                </a:lnTo>
                <a:lnTo>
                  <a:pt x="3205663" y="6043996"/>
                </a:lnTo>
                <a:lnTo>
                  <a:pt x="3236468" y="6007377"/>
                </a:lnTo>
                <a:lnTo>
                  <a:pt x="3266846" y="5970390"/>
                </a:lnTo>
                <a:lnTo>
                  <a:pt x="3296793" y="5933039"/>
                </a:lnTo>
                <a:lnTo>
                  <a:pt x="3326303" y="5895326"/>
                </a:lnTo>
                <a:lnTo>
                  <a:pt x="3355375" y="5857257"/>
                </a:lnTo>
                <a:lnTo>
                  <a:pt x="3384003" y="5818835"/>
                </a:lnTo>
                <a:lnTo>
                  <a:pt x="3412184" y="5780063"/>
                </a:lnTo>
                <a:lnTo>
                  <a:pt x="3439914" y="5740946"/>
                </a:lnTo>
                <a:lnTo>
                  <a:pt x="3467190" y="5701487"/>
                </a:lnTo>
                <a:lnTo>
                  <a:pt x="3494007" y="5661691"/>
                </a:lnTo>
                <a:lnTo>
                  <a:pt x="3520362" y="5621560"/>
                </a:lnTo>
                <a:lnTo>
                  <a:pt x="3546251" y="5581099"/>
                </a:lnTo>
                <a:lnTo>
                  <a:pt x="3571670" y="5540312"/>
                </a:lnTo>
                <a:lnTo>
                  <a:pt x="3596615" y="5499202"/>
                </a:lnTo>
                <a:lnTo>
                  <a:pt x="3621083" y="5457774"/>
                </a:lnTo>
                <a:lnTo>
                  <a:pt x="3645069" y="5416031"/>
                </a:lnTo>
                <a:lnTo>
                  <a:pt x="3668570" y="5373976"/>
                </a:lnTo>
                <a:lnTo>
                  <a:pt x="3691582" y="5331615"/>
                </a:lnTo>
                <a:lnTo>
                  <a:pt x="3714102" y="5288949"/>
                </a:lnTo>
                <a:lnTo>
                  <a:pt x="3736124" y="5245985"/>
                </a:lnTo>
                <a:lnTo>
                  <a:pt x="3757647" y="5202724"/>
                </a:lnTo>
                <a:lnTo>
                  <a:pt x="3778665" y="5159171"/>
                </a:lnTo>
                <a:lnTo>
                  <a:pt x="3799175" y="5115330"/>
                </a:lnTo>
                <a:lnTo>
                  <a:pt x="3819173" y="5071205"/>
                </a:lnTo>
                <a:lnTo>
                  <a:pt x="3838655" y="5026799"/>
                </a:lnTo>
                <a:lnTo>
                  <a:pt x="3857618" y="4982117"/>
                </a:lnTo>
                <a:lnTo>
                  <a:pt x="3876057" y="4937161"/>
                </a:lnTo>
                <a:lnTo>
                  <a:pt x="3893969" y="4891937"/>
                </a:lnTo>
                <a:lnTo>
                  <a:pt x="3911351" y="4846447"/>
                </a:lnTo>
                <a:lnTo>
                  <a:pt x="3928197" y="4800696"/>
                </a:lnTo>
                <a:lnTo>
                  <a:pt x="3944505" y="4754687"/>
                </a:lnTo>
                <a:lnTo>
                  <a:pt x="3960271" y="4708424"/>
                </a:lnTo>
                <a:lnTo>
                  <a:pt x="3975490" y="4661911"/>
                </a:lnTo>
                <a:lnTo>
                  <a:pt x="3990159" y="4615152"/>
                </a:lnTo>
                <a:lnTo>
                  <a:pt x="4004274" y="4568151"/>
                </a:lnTo>
                <a:lnTo>
                  <a:pt x="4017831" y="4520911"/>
                </a:lnTo>
                <a:lnTo>
                  <a:pt x="4030827" y="4473436"/>
                </a:lnTo>
                <a:lnTo>
                  <a:pt x="4043258" y="4425730"/>
                </a:lnTo>
                <a:lnTo>
                  <a:pt x="4055120" y="4377797"/>
                </a:lnTo>
                <a:lnTo>
                  <a:pt x="4066408" y="4329641"/>
                </a:lnTo>
                <a:lnTo>
                  <a:pt x="4077120" y="4281266"/>
                </a:lnTo>
                <a:lnTo>
                  <a:pt x="4087251" y="4232674"/>
                </a:lnTo>
                <a:lnTo>
                  <a:pt x="4096797" y="4183871"/>
                </a:lnTo>
                <a:lnTo>
                  <a:pt x="4105756" y="4134860"/>
                </a:lnTo>
                <a:lnTo>
                  <a:pt x="4114122" y="4085645"/>
                </a:lnTo>
                <a:lnTo>
                  <a:pt x="4121893" y="4036229"/>
                </a:lnTo>
                <a:lnTo>
                  <a:pt x="4129063" y="3986617"/>
                </a:lnTo>
                <a:lnTo>
                  <a:pt x="4135631" y="3936812"/>
                </a:lnTo>
                <a:lnTo>
                  <a:pt x="4141591" y="3886818"/>
                </a:lnTo>
                <a:lnTo>
                  <a:pt x="4146939" y="3836639"/>
                </a:lnTo>
                <a:lnTo>
                  <a:pt x="4151673" y="3786278"/>
                </a:lnTo>
                <a:lnTo>
                  <a:pt x="4155788" y="3735740"/>
                </a:lnTo>
                <a:lnTo>
                  <a:pt x="4159280" y="3685029"/>
                </a:lnTo>
                <a:lnTo>
                  <a:pt x="4162146" y="3634147"/>
                </a:lnTo>
                <a:lnTo>
                  <a:pt x="4164382" y="3583100"/>
                </a:lnTo>
                <a:lnTo>
                  <a:pt x="4165984" y="3531890"/>
                </a:lnTo>
                <a:lnTo>
                  <a:pt x="4166948" y="3480522"/>
                </a:lnTo>
                <a:lnTo>
                  <a:pt x="4167270" y="3429000"/>
                </a:lnTo>
                <a:lnTo>
                  <a:pt x="4166948" y="3377477"/>
                </a:lnTo>
                <a:lnTo>
                  <a:pt x="4165984" y="3326109"/>
                </a:lnTo>
                <a:lnTo>
                  <a:pt x="4164382" y="3274899"/>
                </a:lnTo>
                <a:lnTo>
                  <a:pt x="4162146" y="3223852"/>
                </a:lnTo>
                <a:lnTo>
                  <a:pt x="4159280" y="3172970"/>
                </a:lnTo>
                <a:lnTo>
                  <a:pt x="4155788" y="3122259"/>
                </a:lnTo>
                <a:lnTo>
                  <a:pt x="4151673" y="3071721"/>
                </a:lnTo>
                <a:lnTo>
                  <a:pt x="4146939" y="3021360"/>
                </a:lnTo>
                <a:lnTo>
                  <a:pt x="4141591" y="2971181"/>
                </a:lnTo>
                <a:lnTo>
                  <a:pt x="4135631" y="2921187"/>
                </a:lnTo>
                <a:lnTo>
                  <a:pt x="4129063" y="2871382"/>
                </a:lnTo>
                <a:lnTo>
                  <a:pt x="4121893" y="2821770"/>
                </a:lnTo>
                <a:lnTo>
                  <a:pt x="4114122" y="2772354"/>
                </a:lnTo>
                <a:lnTo>
                  <a:pt x="4105756" y="2723139"/>
                </a:lnTo>
                <a:lnTo>
                  <a:pt x="4096797" y="2674128"/>
                </a:lnTo>
                <a:lnTo>
                  <a:pt x="4087251" y="2625325"/>
                </a:lnTo>
                <a:lnTo>
                  <a:pt x="4077120" y="2576733"/>
                </a:lnTo>
                <a:lnTo>
                  <a:pt x="4066408" y="2528358"/>
                </a:lnTo>
                <a:lnTo>
                  <a:pt x="4055120" y="2480202"/>
                </a:lnTo>
                <a:lnTo>
                  <a:pt x="4043258" y="2432269"/>
                </a:lnTo>
                <a:lnTo>
                  <a:pt x="4030827" y="2384563"/>
                </a:lnTo>
                <a:lnTo>
                  <a:pt x="4017831" y="2337089"/>
                </a:lnTo>
                <a:lnTo>
                  <a:pt x="4004274" y="2289849"/>
                </a:lnTo>
                <a:lnTo>
                  <a:pt x="3990159" y="2242847"/>
                </a:lnTo>
                <a:lnTo>
                  <a:pt x="3975490" y="2196088"/>
                </a:lnTo>
                <a:lnTo>
                  <a:pt x="3960271" y="2149575"/>
                </a:lnTo>
                <a:lnTo>
                  <a:pt x="3944505" y="2103313"/>
                </a:lnTo>
                <a:lnTo>
                  <a:pt x="3928197" y="2057304"/>
                </a:lnTo>
                <a:lnTo>
                  <a:pt x="3911351" y="2011552"/>
                </a:lnTo>
                <a:lnTo>
                  <a:pt x="3893969" y="1966063"/>
                </a:lnTo>
                <a:lnTo>
                  <a:pt x="3876057" y="1920838"/>
                </a:lnTo>
                <a:lnTo>
                  <a:pt x="3857618" y="1875883"/>
                </a:lnTo>
                <a:lnTo>
                  <a:pt x="3838655" y="1831200"/>
                </a:lnTo>
                <a:lnTo>
                  <a:pt x="3819173" y="1786794"/>
                </a:lnTo>
                <a:lnTo>
                  <a:pt x="3799175" y="1742669"/>
                </a:lnTo>
                <a:lnTo>
                  <a:pt x="3778665" y="1698828"/>
                </a:lnTo>
                <a:lnTo>
                  <a:pt x="3757647" y="1655276"/>
                </a:lnTo>
                <a:lnTo>
                  <a:pt x="3736124" y="1612015"/>
                </a:lnTo>
                <a:lnTo>
                  <a:pt x="3714102" y="1569050"/>
                </a:lnTo>
                <a:lnTo>
                  <a:pt x="3691582" y="1526385"/>
                </a:lnTo>
                <a:lnTo>
                  <a:pt x="3668570" y="1484023"/>
                </a:lnTo>
                <a:lnTo>
                  <a:pt x="3645069" y="1441969"/>
                </a:lnTo>
                <a:lnTo>
                  <a:pt x="3621083" y="1400226"/>
                </a:lnTo>
                <a:lnTo>
                  <a:pt x="3596615" y="1358797"/>
                </a:lnTo>
                <a:lnTo>
                  <a:pt x="3571670" y="1317688"/>
                </a:lnTo>
                <a:lnTo>
                  <a:pt x="3546251" y="1276901"/>
                </a:lnTo>
                <a:lnTo>
                  <a:pt x="3520362" y="1236440"/>
                </a:lnTo>
                <a:lnTo>
                  <a:pt x="3494007" y="1196309"/>
                </a:lnTo>
                <a:lnTo>
                  <a:pt x="3467190" y="1156513"/>
                </a:lnTo>
                <a:lnTo>
                  <a:pt x="3439914" y="1117054"/>
                </a:lnTo>
                <a:lnTo>
                  <a:pt x="3412184" y="1077937"/>
                </a:lnTo>
                <a:lnTo>
                  <a:pt x="3384003" y="1039165"/>
                </a:lnTo>
                <a:lnTo>
                  <a:pt x="3355375" y="1000743"/>
                </a:lnTo>
                <a:lnTo>
                  <a:pt x="3326303" y="962674"/>
                </a:lnTo>
                <a:lnTo>
                  <a:pt x="3296793" y="924961"/>
                </a:lnTo>
                <a:lnTo>
                  <a:pt x="3266846" y="887610"/>
                </a:lnTo>
                <a:lnTo>
                  <a:pt x="3236468" y="850623"/>
                </a:lnTo>
                <a:lnTo>
                  <a:pt x="3205663" y="814004"/>
                </a:lnTo>
                <a:lnTo>
                  <a:pt x="3174433" y="777758"/>
                </a:lnTo>
                <a:lnTo>
                  <a:pt x="3142782" y="741887"/>
                </a:lnTo>
                <a:lnTo>
                  <a:pt x="3110716" y="706396"/>
                </a:lnTo>
                <a:lnTo>
                  <a:pt x="3078236" y="671289"/>
                </a:lnTo>
                <a:lnTo>
                  <a:pt x="3045348" y="636570"/>
                </a:lnTo>
                <a:lnTo>
                  <a:pt x="3012055" y="602241"/>
                </a:lnTo>
                <a:lnTo>
                  <a:pt x="2978360" y="568308"/>
                </a:lnTo>
                <a:lnTo>
                  <a:pt x="2944269" y="534774"/>
                </a:lnTo>
                <a:lnTo>
                  <a:pt x="2909783" y="501642"/>
                </a:lnTo>
                <a:lnTo>
                  <a:pt x="2874908" y="468917"/>
                </a:lnTo>
                <a:lnTo>
                  <a:pt x="2839647" y="436602"/>
                </a:lnTo>
                <a:lnTo>
                  <a:pt x="2804004" y="404701"/>
                </a:lnTo>
                <a:lnTo>
                  <a:pt x="2767983" y="373219"/>
                </a:lnTo>
                <a:lnTo>
                  <a:pt x="2731587" y="342158"/>
                </a:lnTo>
                <a:lnTo>
                  <a:pt x="2694820" y="311523"/>
                </a:lnTo>
                <a:lnTo>
                  <a:pt x="2657687" y="281317"/>
                </a:lnTo>
                <a:lnTo>
                  <a:pt x="2620191" y="251545"/>
                </a:lnTo>
                <a:lnTo>
                  <a:pt x="2582335" y="222209"/>
                </a:lnTo>
                <a:lnTo>
                  <a:pt x="2544124" y="193315"/>
                </a:lnTo>
                <a:lnTo>
                  <a:pt x="2505562" y="164865"/>
                </a:lnTo>
                <a:lnTo>
                  <a:pt x="2466651" y="136864"/>
                </a:lnTo>
                <a:lnTo>
                  <a:pt x="2427397" y="109315"/>
                </a:lnTo>
                <a:lnTo>
                  <a:pt x="2387803" y="82222"/>
                </a:lnTo>
                <a:lnTo>
                  <a:pt x="2259549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65573" y="2363724"/>
            <a:ext cx="2569845" cy="190309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625"/>
              </a:spcBef>
            </a:pPr>
            <a:r>
              <a:rPr dirty="0" sz="4400">
                <a:solidFill>
                  <a:srgbClr val="FFFFFF"/>
                </a:solidFill>
                <a:latin typeface="Calibri Light"/>
                <a:cs typeface="Calibri Light"/>
              </a:rPr>
              <a:t>What</a:t>
            </a:r>
            <a:r>
              <a:rPr dirty="0" sz="4400" spc="-1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dirty="0" sz="4400" spc="-1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 spc="-5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dirty="0" sz="4400" spc="-10">
                <a:solidFill>
                  <a:srgbClr val="FFFFFF"/>
                </a:solidFill>
                <a:latin typeface="Calibri Light"/>
                <a:cs typeface="Calibri Light"/>
              </a:rPr>
              <a:t>looping </a:t>
            </a:r>
            <a:r>
              <a:rPr dirty="0" sz="4400" spc="-35">
                <a:solidFill>
                  <a:srgbClr val="FFFFFF"/>
                </a:solidFill>
                <a:latin typeface="Calibri Light"/>
                <a:cs typeface="Calibri Light"/>
              </a:rPr>
              <a:t>statement?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28623" y="4593150"/>
            <a:ext cx="2162810" cy="2009775"/>
          </a:xfrm>
          <a:custGeom>
            <a:avLst/>
            <a:gdLst/>
            <a:ahLst/>
            <a:cxnLst/>
            <a:rect l="l" t="t" r="r" b="b"/>
            <a:pathLst>
              <a:path w="2162809" h="2009775">
                <a:moveTo>
                  <a:pt x="114587" y="1881609"/>
                </a:moveTo>
                <a:lnTo>
                  <a:pt x="62691" y="1882266"/>
                </a:lnTo>
                <a:lnTo>
                  <a:pt x="18029" y="1901431"/>
                </a:lnTo>
                <a:lnTo>
                  <a:pt x="0" y="1946564"/>
                </a:lnTo>
                <a:lnTo>
                  <a:pt x="5302" y="1971216"/>
                </a:lnTo>
                <a:lnTo>
                  <a:pt x="19165" y="1991226"/>
                </a:lnTo>
                <a:lnTo>
                  <a:pt x="39520" y="2004578"/>
                </a:lnTo>
                <a:lnTo>
                  <a:pt x="64298" y="2009255"/>
                </a:lnTo>
                <a:lnTo>
                  <a:pt x="117800" y="2008578"/>
                </a:lnTo>
                <a:lnTo>
                  <a:pt x="171775" y="2006528"/>
                </a:lnTo>
                <a:lnTo>
                  <a:pt x="225402" y="2003129"/>
                </a:lnTo>
                <a:lnTo>
                  <a:pt x="278664" y="1998400"/>
                </a:lnTo>
                <a:lnTo>
                  <a:pt x="331542" y="1992355"/>
                </a:lnTo>
                <a:lnTo>
                  <a:pt x="384018" y="1985012"/>
                </a:lnTo>
                <a:lnTo>
                  <a:pt x="436078" y="1976387"/>
                </a:lnTo>
                <a:lnTo>
                  <a:pt x="477596" y="1963351"/>
                </a:lnTo>
                <a:lnTo>
                  <a:pt x="504426" y="1923803"/>
                </a:lnTo>
                <a:lnTo>
                  <a:pt x="504676" y="1898589"/>
                </a:lnTo>
                <a:lnTo>
                  <a:pt x="497738" y="1881640"/>
                </a:lnTo>
                <a:lnTo>
                  <a:pt x="113781" y="1881640"/>
                </a:lnTo>
                <a:lnTo>
                  <a:pt x="114587" y="1881609"/>
                </a:lnTo>
                <a:close/>
              </a:path>
              <a:path w="2162809" h="2009775">
                <a:moveTo>
                  <a:pt x="497722" y="1881599"/>
                </a:moveTo>
                <a:lnTo>
                  <a:pt x="115389" y="1881599"/>
                </a:lnTo>
                <a:lnTo>
                  <a:pt x="113781" y="1881640"/>
                </a:lnTo>
                <a:lnTo>
                  <a:pt x="497738" y="1881640"/>
                </a:lnTo>
                <a:close/>
              </a:path>
              <a:path w="2162809" h="2009775">
                <a:moveTo>
                  <a:pt x="165344" y="1879680"/>
                </a:moveTo>
                <a:lnTo>
                  <a:pt x="114587" y="1881609"/>
                </a:lnTo>
                <a:lnTo>
                  <a:pt x="115389" y="1881599"/>
                </a:lnTo>
                <a:lnTo>
                  <a:pt x="497722" y="1881599"/>
                </a:lnTo>
                <a:lnTo>
                  <a:pt x="496957" y="1879731"/>
                </a:lnTo>
                <a:lnTo>
                  <a:pt x="164545" y="1879731"/>
                </a:lnTo>
                <a:lnTo>
                  <a:pt x="165344" y="1879680"/>
                </a:lnTo>
                <a:close/>
              </a:path>
              <a:path w="2162809" h="2009775">
                <a:moveTo>
                  <a:pt x="496924" y="1879650"/>
                </a:moveTo>
                <a:lnTo>
                  <a:pt x="166150" y="1879650"/>
                </a:lnTo>
                <a:lnTo>
                  <a:pt x="164545" y="1879731"/>
                </a:lnTo>
                <a:lnTo>
                  <a:pt x="496957" y="1879731"/>
                </a:lnTo>
                <a:close/>
              </a:path>
              <a:path w="2162809" h="2009775">
                <a:moveTo>
                  <a:pt x="215770" y="1876485"/>
                </a:moveTo>
                <a:lnTo>
                  <a:pt x="165344" y="1879680"/>
                </a:lnTo>
                <a:lnTo>
                  <a:pt x="166150" y="1879650"/>
                </a:lnTo>
                <a:lnTo>
                  <a:pt x="496924" y="1879650"/>
                </a:lnTo>
                <a:lnTo>
                  <a:pt x="495658" y="1876556"/>
                </a:lnTo>
                <a:lnTo>
                  <a:pt x="214969" y="1876556"/>
                </a:lnTo>
                <a:lnTo>
                  <a:pt x="215770" y="1876485"/>
                </a:lnTo>
                <a:close/>
              </a:path>
              <a:path w="2162809" h="2009775">
                <a:moveTo>
                  <a:pt x="495608" y="1876434"/>
                </a:moveTo>
                <a:lnTo>
                  <a:pt x="216569" y="1876434"/>
                </a:lnTo>
                <a:lnTo>
                  <a:pt x="214969" y="1876556"/>
                </a:lnTo>
                <a:lnTo>
                  <a:pt x="495658" y="1876556"/>
                </a:lnTo>
                <a:close/>
              </a:path>
              <a:path w="2162809" h="2009775">
                <a:moveTo>
                  <a:pt x="265836" y="1872039"/>
                </a:moveTo>
                <a:lnTo>
                  <a:pt x="215770" y="1876485"/>
                </a:lnTo>
                <a:lnTo>
                  <a:pt x="216569" y="1876434"/>
                </a:lnTo>
                <a:lnTo>
                  <a:pt x="495608" y="1876434"/>
                </a:lnTo>
                <a:lnTo>
                  <a:pt x="495124" y="1875252"/>
                </a:lnTo>
                <a:lnTo>
                  <a:pt x="492020" y="1872130"/>
                </a:lnTo>
                <a:lnTo>
                  <a:pt x="265037" y="1872130"/>
                </a:lnTo>
                <a:lnTo>
                  <a:pt x="265836" y="1872039"/>
                </a:lnTo>
                <a:close/>
              </a:path>
              <a:path w="2162809" h="2009775">
                <a:moveTo>
                  <a:pt x="491859" y="1871968"/>
                </a:moveTo>
                <a:lnTo>
                  <a:pt x="266631" y="1871968"/>
                </a:lnTo>
                <a:lnTo>
                  <a:pt x="265037" y="1872130"/>
                </a:lnTo>
                <a:lnTo>
                  <a:pt x="492020" y="1872130"/>
                </a:lnTo>
                <a:lnTo>
                  <a:pt x="491859" y="1871968"/>
                </a:lnTo>
                <a:close/>
              </a:path>
              <a:path w="2162809" h="2009775">
                <a:moveTo>
                  <a:pt x="315528" y="1866358"/>
                </a:moveTo>
                <a:lnTo>
                  <a:pt x="265836" y="1872039"/>
                </a:lnTo>
                <a:lnTo>
                  <a:pt x="266631" y="1871968"/>
                </a:lnTo>
                <a:lnTo>
                  <a:pt x="491859" y="1871968"/>
                </a:lnTo>
                <a:lnTo>
                  <a:pt x="486392" y="1866469"/>
                </a:lnTo>
                <a:lnTo>
                  <a:pt x="314735" y="1866469"/>
                </a:lnTo>
                <a:lnTo>
                  <a:pt x="315528" y="1866358"/>
                </a:lnTo>
                <a:close/>
              </a:path>
              <a:path w="2162809" h="2009775">
                <a:moveTo>
                  <a:pt x="486191" y="1866268"/>
                </a:moveTo>
                <a:lnTo>
                  <a:pt x="316322" y="1866268"/>
                </a:lnTo>
                <a:lnTo>
                  <a:pt x="314735" y="1866469"/>
                </a:lnTo>
                <a:lnTo>
                  <a:pt x="486392" y="1866469"/>
                </a:lnTo>
                <a:lnTo>
                  <a:pt x="486191" y="1866268"/>
                </a:lnTo>
                <a:close/>
              </a:path>
              <a:path w="2162809" h="2009775">
                <a:moveTo>
                  <a:pt x="364841" y="1859458"/>
                </a:moveTo>
                <a:lnTo>
                  <a:pt x="315528" y="1866358"/>
                </a:lnTo>
                <a:lnTo>
                  <a:pt x="316322" y="1866268"/>
                </a:lnTo>
                <a:lnTo>
                  <a:pt x="486191" y="1866268"/>
                </a:lnTo>
                <a:lnTo>
                  <a:pt x="479551" y="1859589"/>
                </a:lnTo>
                <a:lnTo>
                  <a:pt x="364049" y="1859589"/>
                </a:lnTo>
                <a:lnTo>
                  <a:pt x="364841" y="1859458"/>
                </a:lnTo>
                <a:close/>
              </a:path>
              <a:path w="2162809" h="2009775">
                <a:moveTo>
                  <a:pt x="479311" y="1859348"/>
                </a:moveTo>
                <a:lnTo>
                  <a:pt x="365627" y="1859348"/>
                </a:lnTo>
                <a:lnTo>
                  <a:pt x="364049" y="1859589"/>
                </a:lnTo>
                <a:lnTo>
                  <a:pt x="479551" y="1859589"/>
                </a:lnTo>
                <a:lnTo>
                  <a:pt x="479311" y="1859348"/>
                </a:lnTo>
                <a:close/>
              </a:path>
              <a:path w="2162809" h="2009775">
                <a:moveTo>
                  <a:pt x="462134" y="1851225"/>
                </a:moveTo>
                <a:lnTo>
                  <a:pt x="414533" y="1851225"/>
                </a:lnTo>
                <a:lnTo>
                  <a:pt x="412963" y="1851505"/>
                </a:lnTo>
                <a:lnTo>
                  <a:pt x="364841" y="1859458"/>
                </a:lnTo>
                <a:lnTo>
                  <a:pt x="365627" y="1859348"/>
                </a:lnTo>
                <a:lnTo>
                  <a:pt x="479311" y="1859348"/>
                </a:lnTo>
                <a:lnTo>
                  <a:pt x="477961" y="1857989"/>
                </a:lnTo>
                <a:lnTo>
                  <a:pt x="462134" y="1851225"/>
                </a:lnTo>
                <a:close/>
              </a:path>
              <a:path w="2162809" h="2009775">
                <a:moveTo>
                  <a:pt x="413743" y="1851356"/>
                </a:moveTo>
                <a:lnTo>
                  <a:pt x="412841" y="1851505"/>
                </a:lnTo>
                <a:lnTo>
                  <a:pt x="413743" y="1851356"/>
                </a:lnTo>
                <a:close/>
              </a:path>
              <a:path w="2162809" h="2009775">
                <a:moveTo>
                  <a:pt x="430361" y="1848172"/>
                </a:moveTo>
                <a:lnTo>
                  <a:pt x="413743" y="1851356"/>
                </a:lnTo>
                <a:lnTo>
                  <a:pt x="414533" y="1851225"/>
                </a:lnTo>
                <a:lnTo>
                  <a:pt x="462134" y="1851225"/>
                </a:lnTo>
                <a:lnTo>
                  <a:pt x="455576" y="1848422"/>
                </a:lnTo>
                <a:lnTo>
                  <a:pt x="430361" y="1848172"/>
                </a:lnTo>
                <a:close/>
              </a:path>
              <a:path w="2162809" h="2009775">
                <a:moveTo>
                  <a:pt x="921090" y="1687203"/>
                </a:moveTo>
                <a:lnTo>
                  <a:pt x="898411" y="1697456"/>
                </a:lnTo>
                <a:lnTo>
                  <a:pt x="877945" y="1712185"/>
                </a:lnTo>
                <a:lnTo>
                  <a:pt x="865159" y="1732900"/>
                </a:lnTo>
                <a:lnTo>
                  <a:pt x="861073" y="1756898"/>
                </a:lnTo>
                <a:lnTo>
                  <a:pt x="866708" y="1781476"/>
                </a:lnTo>
                <a:lnTo>
                  <a:pt x="881438" y="1801943"/>
                </a:lnTo>
                <a:lnTo>
                  <a:pt x="902153" y="1814729"/>
                </a:lnTo>
                <a:lnTo>
                  <a:pt x="926151" y="1818814"/>
                </a:lnTo>
                <a:lnTo>
                  <a:pt x="950729" y="1813179"/>
                </a:lnTo>
                <a:lnTo>
                  <a:pt x="976232" y="1801649"/>
                </a:lnTo>
                <a:lnTo>
                  <a:pt x="1067015" y="1755153"/>
                </a:lnTo>
                <a:lnTo>
                  <a:pt x="1155180" y="1704459"/>
                </a:lnTo>
                <a:lnTo>
                  <a:pt x="1180999" y="1687907"/>
                </a:lnTo>
                <a:lnTo>
                  <a:pt x="919716" y="1687907"/>
                </a:lnTo>
                <a:lnTo>
                  <a:pt x="921090" y="1687203"/>
                </a:lnTo>
                <a:close/>
              </a:path>
              <a:path w="2162809" h="2009775">
                <a:moveTo>
                  <a:pt x="922505" y="1686563"/>
                </a:moveTo>
                <a:lnTo>
                  <a:pt x="921090" y="1687203"/>
                </a:lnTo>
                <a:lnTo>
                  <a:pt x="919716" y="1687907"/>
                </a:lnTo>
                <a:lnTo>
                  <a:pt x="922505" y="1686563"/>
                </a:lnTo>
                <a:close/>
              </a:path>
              <a:path w="2162809" h="2009775">
                <a:moveTo>
                  <a:pt x="1183095" y="1686563"/>
                </a:moveTo>
                <a:lnTo>
                  <a:pt x="922505" y="1686563"/>
                </a:lnTo>
                <a:lnTo>
                  <a:pt x="919716" y="1687907"/>
                </a:lnTo>
                <a:lnTo>
                  <a:pt x="1180999" y="1687907"/>
                </a:lnTo>
                <a:lnTo>
                  <a:pt x="1183095" y="1686563"/>
                </a:lnTo>
                <a:close/>
              </a:path>
              <a:path w="2162809" h="2009775">
                <a:moveTo>
                  <a:pt x="1006384" y="1643518"/>
                </a:moveTo>
                <a:lnTo>
                  <a:pt x="921090" y="1687203"/>
                </a:lnTo>
                <a:lnTo>
                  <a:pt x="922505" y="1686563"/>
                </a:lnTo>
                <a:lnTo>
                  <a:pt x="1183095" y="1686563"/>
                </a:lnTo>
                <a:lnTo>
                  <a:pt x="1240594" y="1649702"/>
                </a:lnTo>
                <a:lnTo>
                  <a:pt x="1248207" y="1644288"/>
                </a:lnTo>
                <a:lnTo>
                  <a:pt x="1005046" y="1644288"/>
                </a:lnTo>
                <a:lnTo>
                  <a:pt x="1006384" y="1643518"/>
                </a:lnTo>
                <a:close/>
              </a:path>
              <a:path w="2162809" h="2009775">
                <a:moveTo>
                  <a:pt x="1007751" y="1642818"/>
                </a:moveTo>
                <a:lnTo>
                  <a:pt x="1006384" y="1643518"/>
                </a:lnTo>
                <a:lnTo>
                  <a:pt x="1005046" y="1644288"/>
                </a:lnTo>
                <a:lnTo>
                  <a:pt x="1007751" y="1642818"/>
                </a:lnTo>
                <a:close/>
              </a:path>
              <a:path w="2162809" h="2009775">
                <a:moveTo>
                  <a:pt x="1250274" y="1642818"/>
                </a:moveTo>
                <a:lnTo>
                  <a:pt x="1007751" y="1642818"/>
                </a:lnTo>
                <a:lnTo>
                  <a:pt x="1005046" y="1644288"/>
                </a:lnTo>
                <a:lnTo>
                  <a:pt x="1248207" y="1644288"/>
                </a:lnTo>
                <a:lnTo>
                  <a:pt x="1250274" y="1642818"/>
                </a:lnTo>
                <a:close/>
              </a:path>
              <a:path w="2162809" h="2009775">
                <a:moveTo>
                  <a:pt x="1089218" y="1595889"/>
                </a:moveTo>
                <a:lnTo>
                  <a:pt x="1006384" y="1643518"/>
                </a:lnTo>
                <a:lnTo>
                  <a:pt x="1007751" y="1642818"/>
                </a:lnTo>
                <a:lnTo>
                  <a:pt x="1250274" y="1642818"/>
                </a:lnTo>
                <a:lnTo>
                  <a:pt x="1289612" y="1614844"/>
                </a:lnTo>
                <a:lnTo>
                  <a:pt x="1306616" y="1596717"/>
                </a:lnTo>
                <a:lnTo>
                  <a:pt x="1087927" y="1596717"/>
                </a:lnTo>
                <a:lnTo>
                  <a:pt x="1089218" y="1595889"/>
                </a:lnTo>
                <a:close/>
              </a:path>
              <a:path w="2162809" h="2009775">
                <a:moveTo>
                  <a:pt x="1090546" y="1595126"/>
                </a:moveTo>
                <a:lnTo>
                  <a:pt x="1089218" y="1595889"/>
                </a:lnTo>
                <a:lnTo>
                  <a:pt x="1087927" y="1596717"/>
                </a:lnTo>
                <a:lnTo>
                  <a:pt x="1090546" y="1595126"/>
                </a:lnTo>
                <a:close/>
              </a:path>
              <a:path w="2162809" h="2009775">
                <a:moveTo>
                  <a:pt x="1307362" y="1595126"/>
                </a:moveTo>
                <a:lnTo>
                  <a:pt x="1090546" y="1595126"/>
                </a:lnTo>
                <a:lnTo>
                  <a:pt x="1087927" y="1596717"/>
                </a:lnTo>
                <a:lnTo>
                  <a:pt x="1306616" y="1596717"/>
                </a:lnTo>
                <a:lnTo>
                  <a:pt x="1306863" y="1596453"/>
                </a:lnTo>
                <a:lnTo>
                  <a:pt x="1307362" y="1595126"/>
                </a:lnTo>
                <a:close/>
              </a:path>
              <a:path w="2162809" h="2009775">
                <a:moveTo>
                  <a:pt x="1169482" y="1544433"/>
                </a:moveTo>
                <a:lnTo>
                  <a:pt x="1089218" y="1595889"/>
                </a:lnTo>
                <a:lnTo>
                  <a:pt x="1090546" y="1595126"/>
                </a:lnTo>
                <a:lnTo>
                  <a:pt x="1307362" y="1595126"/>
                </a:lnTo>
                <a:lnTo>
                  <a:pt x="1315426" y="1573665"/>
                </a:lnTo>
                <a:lnTo>
                  <a:pt x="1314819" y="1549330"/>
                </a:lnTo>
                <a:lnTo>
                  <a:pt x="1313032" y="1545318"/>
                </a:lnTo>
                <a:lnTo>
                  <a:pt x="1168238" y="1545318"/>
                </a:lnTo>
                <a:lnTo>
                  <a:pt x="1169482" y="1544433"/>
                </a:lnTo>
                <a:close/>
              </a:path>
              <a:path w="2162809" h="2009775">
                <a:moveTo>
                  <a:pt x="1170767" y="1543610"/>
                </a:moveTo>
                <a:lnTo>
                  <a:pt x="1169482" y="1544433"/>
                </a:lnTo>
                <a:lnTo>
                  <a:pt x="1168238" y="1545318"/>
                </a:lnTo>
                <a:lnTo>
                  <a:pt x="1170767" y="1543610"/>
                </a:lnTo>
                <a:close/>
              </a:path>
              <a:path w="2162809" h="2009775">
                <a:moveTo>
                  <a:pt x="1312272" y="1543610"/>
                </a:moveTo>
                <a:lnTo>
                  <a:pt x="1170767" y="1543610"/>
                </a:lnTo>
                <a:lnTo>
                  <a:pt x="1168238" y="1545318"/>
                </a:lnTo>
                <a:lnTo>
                  <a:pt x="1313032" y="1545318"/>
                </a:lnTo>
                <a:lnTo>
                  <a:pt x="1312272" y="1543610"/>
                </a:lnTo>
                <a:close/>
              </a:path>
              <a:path w="2162809" h="2009775">
                <a:moveTo>
                  <a:pt x="1263383" y="1500480"/>
                </a:moveTo>
                <a:lnTo>
                  <a:pt x="1239047" y="1501087"/>
                </a:lnTo>
                <a:lnTo>
                  <a:pt x="1216012" y="1511345"/>
                </a:lnTo>
                <a:lnTo>
                  <a:pt x="1169482" y="1544433"/>
                </a:lnTo>
                <a:lnTo>
                  <a:pt x="1170767" y="1543610"/>
                </a:lnTo>
                <a:lnTo>
                  <a:pt x="1312272" y="1543610"/>
                </a:lnTo>
                <a:lnTo>
                  <a:pt x="1304561" y="1526295"/>
                </a:lnTo>
                <a:lnTo>
                  <a:pt x="1286171" y="1509043"/>
                </a:lnTo>
                <a:lnTo>
                  <a:pt x="1263383" y="1500480"/>
                </a:lnTo>
                <a:close/>
              </a:path>
              <a:path w="2162809" h="2009775">
                <a:moveTo>
                  <a:pt x="1752230" y="1161190"/>
                </a:moveTo>
                <a:lnTo>
                  <a:pt x="1590986" y="1161190"/>
                </a:lnTo>
                <a:lnTo>
                  <a:pt x="1589054" y="1163530"/>
                </a:lnTo>
                <a:lnTo>
                  <a:pt x="1576802" y="1177563"/>
                </a:lnTo>
                <a:lnTo>
                  <a:pt x="1564391" y="1199513"/>
                </a:lnTo>
                <a:lnTo>
                  <a:pt x="1561461" y="1223680"/>
                </a:lnTo>
                <a:lnTo>
                  <a:pt x="1567808" y="1247181"/>
                </a:lnTo>
                <a:lnTo>
                  <a:pt x="1583223" y="1267136"/>
                </a:lnTo>
                <a:lnTo>
                  <a:pt x="1605173" y="1279547"/>
                </a:lnTo>
                <a:lnTo>
                  <a:pt x="1629339" y="1282477"/>
                </a:lnTo>
                <a:lnTo>
                  <a:pt x="1652841" y="1276130"/>
                </a:lnTo>
                <a:lnTo>
                  <a:pt x="1672797" y="1260715"/>
                </a:lnTo>
                <a:lnTo>
                  <a:pt x="1687973" y="1243194"/>
                </a:lnTo>
                <a:lnTo>
                  <a:pt x="1750566" y="1163530"/>
                </a:lnTo>
                <a:lnTo>
                  <a:pt x="1752230" y="1161190"/>
                </a:lnTo>
                <a:close/>
              </a:path>
              <a:path w="2162809" h="2009775">
                <a:moveTo>
                  <a:pt x="1589987" y="1162343"/>
                </a:moveTo>
                <a:lnTo>
                  <a:pt x="1588959" y="1163530"/>
                </a:lnTo>
                <a:lnTo>
                  <a:pt x="1589987" y="1162343"/>
                </a:lnTo>
                <a:close/>
              </a:path>
              <a:path w="2162809" h="2009775">
                <a:moveTo>
                  <a:pt x="1590986" y="1161190"/>
                </a:moveTo>
                <a:lnTo>
                  <a:pt x="1589987" y="1162343"/>
                </a:lnTo>
                <a:lnTo>
                  <a:pt x="1589054" y="1163530"/>
                </a:lnTo>
                <a:lnTo>
                  <a:pt x="1590986" y="1161190"/>
                </a:lnTo>
                <a:close/>
              </a:path>
              <a:path w="2162809" h="2009775">
                <a:moveTo>
                  <a:pt x="1805413" y="1086400"/>
                </a:moveTo>
                <a:lnTo>
                  <a:pt x="1649666" y="1086400"/>
                </a:lnTo>
                <a:lnTo>
                  <a:pt x="1647845" y="1088836"/>
                </a:lnTo>
                <a:lnTo>
                  <a:pt x="1589987" y="1162343"/>
                </a:lnTo>
                <a:lnTo>
                  <a:pt x="1590986" y="1161190"/>
                </a:lnTo>
                <a:lnTo>
                  <a:pt x="1752230" y="1161190"/>
                </a:lnTo>
                <a:lnTo>
                  <a:pt x="1805413" y="1086400"/>
                </a:lnTo>
                <a:close/>
              </a:path>
              <a:path w="2162809" h="2009775">
                <a:moveTo>
                  <a:pt x="1648730" y="1087591"/>
                </a:moveTo>
                <a:lnTo>
                  <a:pt x="1647752" y="1088836"/>
                </a:lnTo>
                <a:lnTo>
                  <a:pt x="1648730" y="1087591"/>
                </a:lnTo>
                <a:close/>
              </a:path>
              <a:path w="2162809" h="2009775">
                <a:moveTo>
                  <a:pt x="1649666" y="1086400"/>
                </a:moveTo>
                <a:lnTo>
                  <a:pt x="1648730" y="1087591"/>
                </a:lnTo>
                <a:lnTo>
                  <a:pt x="1647845" y="1088836"/>
                </a:lnTo>
                <a:lnTo>
                  <a:pt x="1649666" y="1086400"/>
                </a:lnTo>
                <a:close/>
              </a:path>
              <a:path w="2162809" h="2009775">
                <a:moveTo>
                  <a:pt x="1855538" y="1008787"/>
                </a:moveTo>
                <a:lnTo>
                  <a:pt x="1704769" y="1008787"/>
                </a:lnTo>
                <a:lnTo>
                  <a:pt x="1703059" y="1011316"/>
                </a:lnTo>
                <a:lnTo>
                  <a:pt x="1648730" y="1087591"/>
                </a:lnTo>
                <a:lnTo>
                  <a:pt x="1649666" y="1086400"/>
                </a:lnTo>
                <a:lnTo>
                  <a:pt x="1805413" y="1086400"/>
                </a:lnTo>
                <a:lnTo>
                  <a:pt x="1809151" y="1081143"/>
                </a:lnTo>
                <a:lnTo>
                  <a:pt x="1855538" y="1008787"/>
                </a:lnTo>
                <a:close/>
              </a:path>
              <a:path w="2162809" h="2009775">
                <a:moveTo>
                  <a:pt x="1703871" y="1010049"/>
                </a:moveTo>
                <a:lnTo>
                  <a:pt x="1702971" y="1011316"/>
                </a:lnTo>
                <a:lnTo>
                  <a:pt x="1703871" y="1010049"/>
                </a:lnTo>
                <a:close/>
              </a:path>
              <a:path w="2162809" h="2009775">
                <a:moveTo>
                  <a:pt x="1704769" y="1008787"/>
                </a:moveTo>
                <a:lnTo>
                  <a:pt x="1703871" y="1010049"/>
                </a:lnTo>
                <a:lnTo>
                  <a:pt x="1703059" y="1011316"/>
                </a:lnTo>
                <a:lnTo>
                  <a:pt x="1704769" y="1008787"/>
                </a:lnTo>
                <a:close/>
              </a:path>
              <a:path w="2162809" h="2009775">
                <a:moveTo>
                  <a:pt x="1900194" y="928477"/>
                </a:moveTo>
                <a:lnTo>
                  <a:pt x="1756167" y="928477"/>
                </a:lnTo>
                <a:lnTo>
                  <a:pt x="1754576" y="931096"/>
                </a:lnTo>
                <a:lnTo>
                  <a:pt x="1703871" y="1010049"/>
                </a:lnTo>
                <a:lnTo>
                  <a:pt x="1704769" y="1008787"/>
                </a:lnTo>
                <a:lnTo>
                  <a:pt x="1855538" y="1008787"/>
                </a:lnTo>
                <a:lnTo>
                  <a:pt x="1863910" y="995729"/>
                </a:lnTo>
                <a:lnTo>
                  <a:pt x="1896883" y="938383"/>
                </a:lnTo>
                <a:lnTo>
                  <a:pt x="1900194" y="928477"/>
                </a:lnTo>
                <a:close/>
              </a:path>
              <a:path w="2162809" h="2009775">
                <a:moveTo>
                  <a:pt x="1755337" y="929772"/>
                </a:moveTo>
                <a:lnTo>
                  <a:pt x="1754488" y="931096"/>
                </a:lnTo>
                <a:lnTo>
                  <a:pt x="1755337" y="929772"/>
                </a:lnTo>
                <a:close/>
              </a:path>
              <a:path w="2162809" h="2009775">
                <a:moveTo>
                  <a:pt x="1756167" y="928477"/>
                </a:moveTo>
                <a:lnTo>
                  <a:pt x="1755337" y="929772"/>
                </a:lnTo>
                <a:lnTo>
                  <a:pt x="1754576" y="931096"/>
                </a:lnTo>
                <a:lnTo>
                  <a:pt x="1756167" y="928477"/>
                </a:lnTo>
                <a:close/>
              </a:path>
              <a:path w="2162809" h="2009775">
                <a:moveTo>
                  <a:pt x="1849571" y="843688"/>
                </a:moveTo>
                <a:lnTo>
                  <a:pt x="1825290" y="845425"/>
                </a:lnTo>
                <a:lnTo>
                  <a:pt x="1803431" y="856139"/>
                </a:lnTo>
                <a:lnTo>
                  <a:pt x="1786785" y="875079"/>
                </a:lnTo>
                <a:lnTo>
                  <a:pt x="1755337" y="929772"/>
                </a:lnTo>
                <a:lnTo>
                  <a:pt x="1756167" y="928477"/>
                </a:lnTo>
                <a:lnTo>
                  <a:pt x="1900194" y="928477"/>
                </a:lnTo>
                <a:lnTo>
                  <a:pt x="1904877" y="914469"/>
                </a:lnTo>
                <a:lnTo>
                  <a:pt x="1903140" y="890187"/>
                </a:lnTo>
                <a:lnTo>
                  <a:pt x="1892426" y="868329"/>
                </a:lnTo>
                <a:lnTo>
                  <a:pt x="1873486" y="851683"/>
                </a:lnTo>
                <a:lnTo>
                  <a:pt x="1849571" y="843688"/>
                </a:lnTo>
                <a:close/>
              </a:path>
              <a:path w="2162809" h="2009775">
                <a:moveTo>
                  <a:pt x="2110344" y="397714"/>
                </a:moveTo>
                <a:lnTo>
                  <a:pt x="1979636" y="397714"/>
                </a:lnTo>
                <a:lnTo>
                  <a:pt x="1979242" y="399247"/>
                </a:lnTo>
                <a:lnTo>
                  <a:pt x="1973179" y="421577"/>
                </a:lnTo>
                <a:lnTo>
                  <a:pt x="1971540" y="446740"/>
                </a:lnTo>
                <a:lnTo>
                  <a:pt x="1979404" y="469778"/>
                </a:lnTo>
                <a:lnTo>
                  <a:pt x="1995333" y="488186"/>
                </a:lnTo>
                <a:lnTo>
                  <a:pt x="2017889" y="499459"/>
                </a:lnTo>
                <a:lnTo>
                  <a:pt x="2043051" y="501098"/>
                </a:lnTo>
                <a:lnTo>
                  <a:pt x="2066089" y="493234"/>
                </a:lnTo>
                <a:lnTo>
                  <a:pt x="2084498" y="477305"/>
                </a:lnTo>
                <a:lnTo>
                  <a:pt x="2095770" y="454750"/>
                </a:lnTo>
                <a:lnTo>
                  <a:pt x="2102435" y="430123"/>
                </a:lnTo>
                <a:lnTo>
                  <a:pt x="2110344" y="397714"/>
                </a:lnTo>
                <a:close/>
              </a:path>
              <a:path w="2162809" h="2009775">
                <a:moveTo>
                  <a:pt x="1979436" y="398454"/>
                </a:moveTo>
                <a:lnTo>
                  <a:pt x="1979221" y="399247"/>
                </a:lnTo>
                <a:lnTo>
                  <a:pt x="1979436" y="398454"/>
                </a:lnTo>
                <a:close/>
              </a:path>
              <a:path w="2162809" h="2009775">
                <a:moveTo>
                  <a:pt x="2121193" y="350086"/>
                </a:moveTo>
                <a:lnTo>
                  <a:pt x="1991239" y="350086"/>
                </a:lnTo>
                <a:lnTo>
                  <a:pt x="1990882" y="351632"/>
                </a:lnTo>
                <a:lnTo>
                  <a:pt x="1979436" y="398454"/>
                </a:lnTo>
                <a:lnTo>
                  <a:pt x="1979636" y="397714"/>
                </a:lnTo>
                <a:lnTo>
                  <a:pt x="2110344" y="397714"/>
                </a:lnTo>
                <a:lnTo>
                  <a:pt x="2114807" y="379422"/>
                </a:lnTo>
                <a:lnTo>
                  <a:pt x="2121193" y="350086"/>
                </a:lnTo>
                <a:close/>
              </a:path>
              <a:path w="2162809" h="2009775">
                <a:moveTo>
                  <a:pt x="1991050" y="350861"/>
                </a:moveTo>
                <a:lnTo>
                  <a:pt x="1990862" y="351632"/>
                </a:lnTo>
                <a:lnTo>
                  <a:pt x="1991050" y="350861"/>
                </a:lnTo>
                <a:close/>
              </a:path>
              <a:path w="2162809" h="2009775">
                <a:moveTo>
                  <a:pt x="2130973" y="302014"/>
                </a:moveTo>
                <a:lnTo>
                  <a:pt x="2001683" y="302014"/>
                </a:lnTo>
                <a:lnTo>
                  <a:pt x="2001365" y="303573"/>
                </a:lnTo>
                <a:lnTo>
                  <a:pt x="1991050" y="350861"/>
                </a:lnTo>
                <a:lnTo>
                  <a:pt x="1991239" y="350086"/>
                </a:lnTo>
                <a:lnTo>
                  <a:pt x="2121193" y="350086"/>
                </a:lnTo>
                <a:lnTo>
                  <a:pt x="2125946" y="328251"/>
                </a:lnTo>
                <a:lnTo>
                  <a:pt x="2130973" y="302014"/>
                </a:lnTo>
                <a:close/>
              </a:path>
              <a:path w="2162809" h="2009775">
                <a:moveTo>
                  <a:pt x="2001515" y="302789"/>
                </a:moveTo>
                <a:lnTo>
                  <a:pt x="2001344" y="303573"/>
                </a:lnTo>
                <a:lnTo>
                  <a:pt x="2001515" y="302789"/>
                </a:lnTo>
                <a:close/>
              </a:path>
              <a:path w="2162809" h="2009775">
                <a:moveTo>
                  <a:pt x="2139667" y="253513"/>
                </a:moveTo>
                <a:lnTo>
                  <a:pt x="2010956" y="253513"/>
                </a:lnTo>
                <a:lnTo>
                  <a:pt x="2010675" y="255083"/>
                </a:lnTo>
                <a:lnTo>
                  <a:pt x="2001515" y="302789"/>
                </a:lnTo>
                <a:lnTo>
                  <a:pt x="2001683" y="302014"/>
                </a:lnTo>
                <a:lnTo>
                  <a:pt x="2130973" y="302014"/>
                </a:lnTo>
                <a:lnTo>
                  <a:pt x="2135837" y="276627"/>
                </a:lnTo>
                <a:lnTo>
                  <a:pt x="2139667" y="253513"/>
                </a:lnTo>
                <a:close/>
              </a:path>
              <a:path w="2162809" h="2009775">
                <a:moveTo>
                  <a:pt x="2010803" y="254308"/>
                </a:moveTo>
                <a:lnTo>
                  <a:pt x="2010655" y="255083"/>
                </a:lnTo>
                <a:lnTo>
                  <a:pt x="2010803" y="254308"/>
                </a:lnTo>
                <a:close/>
              </a:path>
              <a:path w="2162809" h="2009775">
                <a:moveTo>
                  <a:pt x="2147256" y="204598"/>
                </a:moveTo>
                <a:lnTo>
                  <a:pt x="2019039" y="204598"/>
                </a:lnTo>
                <a:lnTo>
                  <a:pt x="2018798" y="206178"/>
                </a:lnTo>
                <a:lnTo>
                  <a:pt x="2010803" y="254308"/>
                </a:lnTo>
                <a:lnTo>
                  <a:pt x="2010956" y="253513"/>
                </a:lnTo>
                <a:lnTo>
                  <a:pt x="2139667" y="253513"/>
                </a:lnTo>
                <a:lnTo>
                  <a:pt x="2144462" y="224569"/>
                </a:lnTo>
                <a:lnTo>
                  <a:pt x="2147256" y="204598"/>
                </a:lnTo>
                <a:close/>
              </a:path>
              <a:path w="2162809" h="2009775">
                <a:moveTo>
                  <a:pt x="2018909" y="205383"/>
                </a:moveTo>
                <a:lnTo>
                  <a:pt x="2018777" y="206178"/>
                </a:lnTo>
                <a:lnTo>
                  <a:pt x="2018909" y="205383"/>
                </a:lnTo>
                <a:close/>
              </a:path>
              <a:path w="2162809" h="2009775">
                <a:moveTo>
                  <a:pt x="2153726" y="155284"/>
                </a:moveTo>
                <a:lnTo>
                  <a:pt x="2025920" y="155284"/>
                </a:lnTo>
                <a:lnTo>
                  <a:pt x="2025718" y="156872"/>
                </a:lnTo>
                <a:lnTo>
                  <a:pt x="2018909" y="205383"/>
                </a:lnTo>
                <a:lnTo>
                  <a:pt x="2019039" y="204598"/>
                </a:lnTo>
                <a:lnTo>
                  <a:pt x="2147256" y="204598"/>
                </a:lnTo>
                <a:lnTo>
                  <a:pt x="2151805" y="172091"/>
                </a:lnTo>
                <a:lnTo>
                  <a:pt x="2153726" y="155284"/>
                </a:lnTo>
                <a:close/>
              </a:path>
              <a:path w="2162809" h="2009775">
                <a:moveTo>
                  <a:pt x="2025809" y="156077"/>
                </a:moveTo>
                <a:lnTo>
                  <a:pt x="2025698" y="156872"/>
                </a:lnTo>
                <a:lnTo>
                  <a:pt x="2025809" y="156077"/>
                </a:lnTo>
                <a:close/>
              </a:path>
              <a:path w="2162809" h="2009775">
                <a:moveTo>
                  <a:pt x="2159060" y="105586"/>
                </a:moveTo>
                <a:lnTo>
                  <a:pt x="2031580" y="105586"/>
                </a:lnTo>
                <a:lnTo>
                  <a:pt x="2031419" y="107181"/>
                </a:lnTo>
                <a:lnTo>
                  <a:pt x="2025809" y="156077"/>
                </a:lnTo>
                <a:lnTo>
                  <a:pt x="2025920" y="155284"/>
                </a:lnTo>
                <a:lnTo>
                  <a:pt x="2153726" y="155284"/>
                </a:lnTo>
                <a:lnTo>
                  <a:pt x="2157850" y="119213"/>
                </a:lnTo>
                <a:lnTo>
                  <a:pt x="2159060" y="105586"/>
                </a:lnTo>
                <a:close/>
              </a:path>
              <a:path w="2162809" h="2009775">
                <a:moveTo>
                  <a:pt x="2031492" y="106357"/>
                </a:moveTo>
                <a:lnTo>
                  <a:pt x="2031398" y="107181"/>
                </a:lnTo>
                <a:lnTo>
                  <a:pt x="2031492" y="106357"/>
                </a:lnTo>
                <a:close/>
              </a:path>
              <a:path w="2162809" h="2009775">
                <a:moveTo>
                  <a:pt x="2104687" y="0"/>
                </a:moveTo>
                <a:lnTo>
                  <a:pt x="2058316" y="14553"/>
                </a:lnTo>
                <a:lnTo>
                  <a:pt x="2035818" y="57633"/>
                </a:lnTo>
                <a:lnTo>
                  <a:pt x="2031492" y="106357"/>
                </a:lnTo>
                <a:lnTo>
                  <a:pt x="2031580" y="105586"/>
                </a:lnTo>
                <a:lnTo>
                  <a:pt x="2159060" y="105586"/>
                </a:lnTo>
                <a:lnTo>
                  <a:pt x="2162321" y="68867"/>
                </a:lnTo>
                <a:lnTo>
                  <a:pt x="2159536" y="43805"/>
                </a:lnTo>
                <a:lnTo>
                  <a:pt x="2147766" y="22496"/>
                </a:lnTo>
                <a:lnTo>
                  <a:pt x="2128865" y="7156"/>
                </a:lnTo>
                <a:lnTo>
                  <a:pt x="210468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526047" y="1198371"/>
            <a:ext cx="6724015" cy="377761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241300" marR="5080" indent="-228600">
              <a:lnSpc>
                <a:spcPct val="902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loop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statement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series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steps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or </a:t>
            </a:r>
            <a:r>
              <a:rPr dirty="0" sz="2800">
                <a:latin typeface="Calibri"/>
                <a:cs typeface="Calibri"/>
              </a:rPr>
              <a:t>sequence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statements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executed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repeatedly </a:t>
            </a:r>
            <a:r>
              <a:rPr dirty="0" sz="2800">
                <a:latin typeface="Calibri"/>
                <a:cs typeface="Calibri"/>
              </a:rPr>
              <a:t>zero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more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satisfying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given </a:t>
            </a:r>
            <a:r>
              <a:rPr dirty="0" sz="2800">
                <a:latin typeface="Calibri"/>
                <a:cs typeface="Calibri"/>
              </a:rPr>
              <a:t>condition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satisfied.</a:t>
            </a:r>
            <a:endParaRPr sz="2800">
              <a:latin typeface="Calibri"/>
              <a:cs typeface="Calibri"/>
            </a:endParaRPr>
          </a:p>
          <a:p>
            <a:pPr marL="241300" marR="98425" indent="-228600">
              <a:lnSpc>
                <a:spcPts val="300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Loops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execute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block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code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long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as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specified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condition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reached.</a:t>
            </a:r>
            <a:endParaRPr sz="2800">
              <a:latin typeface="Calibri"/>
              <a:cs typeface="Calibri"/>
            </a:endParaRPr>
          </a:p>
          <a:p>
            <a:pPr algn="just" marL="241300" marR="570865" indent="-228600">
              <a:lnSpc>
                <a:spcPct val="90700"/>
              </a:lnSpc>
              <a:spcBef>
                <a:spcPts val="91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Loops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handy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because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they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save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time, </a:t>
            </a:r>
            <a:r>
              <a:rPr dirty="0" sz="2800">
                <a:latin typeface="Calibri"/>
                <a:cs typeface="Calibri"/>
              </a:rPr>
              <a:t>reduce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errors,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they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make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code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more </a:t>
            </a:r>
            <a:r>
              <a:rPr dirty="0" sz="2800" spc="-10">
                <a:latin typeface="Calibri"/>
                <a:cs typeface="Calibri"/>
              </a:rPr>
              <a:t>readable.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9602" y="2906268"/>
            <a:ext cx="294449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>
                <a:latin typeface="Calibri Light"/>
                <a:cs typeface="Calibri Light"/>
              </a:rPr>
              <a:t>Loops</a:t>
            </a:r>
            <a:r>
              <a:rPr dirty="0" sz="4400" spc="-15">
                <a:latin typeface="Calibri Light"/>
                <a:cs typeface="Calibri Light"/>
              </a:rPr>
              <a:t> </a:t>
            </a:r>
            <a:r>
              <a:rPr dirty="0" sz="4400">
                <a:latin typeface="Calibri Light"/>
                <a:cs typeface="Calibri Light"/>
              </a:rPr>
              <a:t>in</a:t>
            </a:r>
            <a:r>
              <a:rPr dirty="0" sz="4400" spc="-10">
                <a:latin typeface="Calibri Light"/>
                <a:cs typeface="Calibri Light"/>
              </a:rPr>
              <a:t> </a:t>
            </a:r>
            <a:r>
              <a:rPr dirty="0" sz="4400" spc="-20">
                <a:latin typeface="Calibri Light"/>
                <a:cs typeface="Calibri Light"/>
              </a:rPr>
              <a:t>Java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267325" y="903262"/>
            <a:ext cx="6374130" cy="1559560"/>
          </a:xfrm>
          <a:custGeom>
            <a:avLst/>
            <a:gdLst/>
            <a:ahLst/>
            <a:cxnLst/>
            <a:rect l="l" t="t" r="r" b="b"/>
            <a:pathLst>
              <a:path w="6374130" h="1559560">
                <a:moveTo>
                  <a:pt x="6113974" y="0"/>
                </a:moveTo>
                <a:lnTo>
                  <a:pt x="259838" y="0"/>
                </a:lnTo>
                <a:lnTo>
                  <a:pt x="213131" y="4186"/>
                </a:lnTo>
                <a:lnTo>
                  <a:pt x="169172" y="16256"/>
                </a:lnTo>
                <a:lnTo>
                  <a:pt x="128692" y="35475"/>
                </a:lnTo>
                <a:lnTo>
                  <a:pt x="92427" y="61111"/>
                </a:lnTo>
                <a:lnTo>
                  <a:pt x="61110" y="92428"/>
                </a:lnTo>
                <a:lnTo>
                  <a:pt x="35475" y="128693"/>
                </a:lnTo>
                <a:lnTo>
                  <a:pt x="16256" y="169173"/>
                </a:lnTo>
                <a:lnTo>
                  <a:pt x="4186" y="213133"/>
                </a:lnTo>
                <a:lnTo>
                  <a:pt x="0" y="259839"/>
                </a:lnTo>
                <a:lnTo>
                  <a:pt x="0" y="1299184"/>
                </a:lnTo>
                <a:lnTo>
                  <a:pt x="4186" y="1345891"/>
                </a:lnTo>
                <a:lnTo>
                  <a:pt x="16256" y="1389851"/>
                </a:lnTo>
                <a:lnTo>
                  <a:pt x="35475" y="1430331"/>
                </a:lnTo>
                <a:lnTo>
                  <a:pt x="61110" y="1466596"/>
                </a:lnTo>
                <a:lnTo>
                  <a:pt x="92427" y="1497914"/>
                </a:lnTo>
                <a:lnTo>
                  <a:pt x="128692" y="1523549"/>
                </a:lnTo>
                <a:lnTo>
                  <a:pt x="169172" y="1542769"/>
                </a:lnTo>
                <a:lnTo>
                  <a:pt x="213131" y="1554838"/>
                </a:lnTo>
                <a:lnTo>
                  <a:pt x="259838" y="1559025"/>
                </a:lnTo>
                <a:lnTo>
                  <a:pt x="6113974" y="1559025"/>
                </a:lnTo>
                <a:lnTo>
                  <a:pt x="6160680" y="1554838"/>
                </a:lnTo>
                <a:lnTo>
                  <a:pt x="6204640" y="1542769"/>
                </a:lnTo>
                <a:lnTo>
                  <a:pt x="6245119" y="1523549"/>
                </a:lnTo>
                <a:lnTo>
                  <a:pt x="6281384" y="1497914"/>
                </a:lnTo>
                <a:lnTo>
                  <a:pt x="6312701" y="1466596"/>
                </a:lnTo>
                <a:lnTo>
                  <a:pt x="6338337" y="1430331"/>
                </a:lnTo>
                <a:lnTo>
                  <a:pt x="6357556" y="1389851"/>
                </a:lnTo>
                <a:lnTo>
                  <a:pt x="6369626" y="1345891"/>
                </a:lnTo>
                <a:lnTo>
                  <a:pt x="6373812" y="1299184"/>
                </a:lnTo>
                <a:lnTo>
                  <a:pt x="6373812" y="259839"/>
                </a:lnTo>
                <a:lnTo>
                  <a:pt x="6369626" y="213133"/>
                </a:lnTo>
                <a:lnTo>
                  <a:pt x="6357556" y="169173"/>
                </a:lnTo>
                <a:lnTo>
                  <a:pt x="6338337" y="128693"/>
                </a:lnTo>
                <a:lnTo>
                  <a:pt x="6312701" y="92428"/>
                </a:lnTo>
                <a:lnTo>
                  <a:pt x="6281384" y="61111"/>
                </a:lnTo>
                <a:lnTo>
                  <a:pt x="6245119" y="35475"/>
                </a:lnTo>
                <a:lnTo>
                  <a:pt x="6204640" y="16256"/>
                </a:lnTo>
                <a:lnTo>
                  <a:pt x="6160680" y="4186"/>
                </a:lnTo>
                <a:lnTo>
                  <a:pt x="6113974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267325" y="2649486"/>
            <a:ext cx="6374130" cy="1559560"/>
          </a:xfrm>
          <a:custGeom>
            <a:avLst/>
            <a:gdLst/>
            <a:ahLst/>
            <a:cxnLst/>
            <a:rect l="l" t="t" r="r" b="b"/>
            <a:pathLst>
              <a:path w="6374130" h="1559560">
                <a:moveTo>
                  <a:pt x="6113974" y="0"/>
                </a:moveTo>
                <a:lnTo>
                  <a:pt x="259838" y="0"/>
                </a:lnTo>
                <a:lnTo>
                  <a:pt x="213131" y="4186"/>
                </a:lnTo>
                <a:lnTo>
                  <a:pt x="169172" y="16256"/>
                </a:lnTo>
                <a:lnTo>
                  <a:pt x="128692" y="35475"/>
                </a:lnTo>
                <a:lnTo>
                  <a:pt x="92427" y="61111"/>
                </a:lnTo>
                <a:lnTo>
                  <a:pt x="61110" y="92428"/>
                </a:lnTo>
                <a:lnTo>
                  <a:pt x="35475" y="128693"/>
                </a:lnTo>
                <a:lnTo>
                  <a:pt x="16256" y="169173"/>
                </a:lnTo>
                <a:lnTo>
                  <a:pt x="4186" y="213133"/>
                </a:lnTo>
                <a:lnTo>
                  <a:pt x="0" y="259839"/>
                </a:lnTo>
                <a:lnTo>
                  <a:pt x="0" y="1299185"/>
                </a:lnTo>
                <a:lnTo>
                  <a:pt x="4186" y="1345892"/>
                </a:lnTo>
                <a:lnTo>
                  <a:pt x="16256" y="1389852"/>
                </a:lnTo>
                <a:lnTo>
                  <a:pt x="35475" y="1430331"/>
                </a:lnTo>
                <a:lnTo>
                  <a:pt x="61110" y="1466596"/>
                </a:lnTo>
                <a:lnTo>
                  <a:pt x="92427" y="1497914"/>
                </a:lnTo>
                <a:lnTo>
                  <a:pt x="128692" y="1523549"/>
                </a:lnTo>
                <a:lnTo>
                  <a:pt x="169172" y="1542769"/>
                </a:lnTo>
                <a:lnTo>
                  <a:pt x="213131" y="1554838"/>
                </a:lnTo>
                <a:lnTo>
                  <a:pt x="259838" y="1559025"/>
                </a:lnTo>
                <a:lnTo>
                  <a:pt x="6113974" y="1559025"/>
                </a:lnTo>
                <a:lnTo>
                  <a:pt x="6160680" y="1554838"/>
                </a:lnTo>
                <a:lnTo>
                  <a:pt x="6204640" y="1542769"/>
                </a:lnTo>
                <a:lnTo>
                  <a:pt x="6245119" y="1523549"/>
                </a:lnTo>
                <a:lnTo>
                  <a:pt x="6281384" y="1497914"/>
                </a:lnTo>
                <a:lnTo>
                  <a:pt x="6312701" y="1466596"/>
                </a:lnTo>
                <a:lnTo>
                  <a:pt x="6338337" y="1430331"/>
                </a:lnTo>
                <a:lnTo>
                  <a:pt x="6357556" y="1389852"/>
                </a:lnTo>
                <a:lnTo>
                  <a:pt x="6369626" y="1345892"/>
                </a:lnTo>
                <a:lnTo>
                  <a:pt x="6373812" y="1299185"/>
                </a:lnTo>
                <a:lnTo>
                  <a:pt x="6373812" y="259839"/>
                </a:lnTo>
                <a:lnTo>
                  <a:pt x="6369626" y="213133"/>
                </a:lnTo>
                <a:lnTo>
                  <a:pt x="6357556" y="169173"/>
                </a:lnTo>
                <a:lnTo>
                  <a:pt x="6338337" y="128693"/>
                </a:lnTo>
                <a:lnTo>
                  <a:pt x="6312701" y="92428"/>
                </a:lnTo>
                <a:lnTo>
                  <a:pt x="6281384" y="61111"/>
                </a:lnTo>
                <a:lnTo>
                  <a:pt x="6245119" y="35475"/>
                </a:lnTo>
                <a:lnTo>
                  <a:pt x="6204640" y="16256"/>
                </a:lnTo>
                <a:lnTo>
                  <a:pt x="6160680" y="4186"/>
                </a:lnTo>
                <a:lnTo>
                  <a:pt x="6113974" y="0"/>
                </a:lnTo>
                <a:close/>
              </a:path>
            </a:pathLst>
          </a:custGeom>
          <a:solidFill>
            <a:srgbClr val="C481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267325" y="4395711"/>
            <a:ext cx="6374130" cy="1559560"/>
          </a:xfrm>
          <a:custGeom>
            <a:avLst/>
            <a:gdLst/>
            <a:ahLst/>
            <a:cxnLst/>
            <a:rect l="l" t="t" r="r" b="b"/>
            <a:pathLst>
              <a:path w="6374130" h="1559560">
                <a:moveTo>
                  <a:pt x="6113974" y="0"/>
                </a:moveTo>
                <a:lnTo>
                  <a:pt x="259838" y="0"/>
                </a:lnTo>
                <a:lnTo>
                  <a:pt x="213131" y="4186"/>
                </a:lnTo>
                <a:lnTo>
                  <a:pt x="169172" y="16256"/>
                </a:lnTo>
                <a:lnTo>
                  <a:pt x="128692" y="35475"/>
                </a:lnTo>
                <a:lnTo>
                  <a:pt x="92427" y="61111"/>
                </a:lnTo>
                <a:lnTo>
                  <a:pt x="61110" y="92428"/>
                </a:lnTo>
                <a:lnTo>
                  <a:pt x="35475" y="128694"/>
                </a:lnTo>
                <a:lnTo>
                  <a:pt x="16256" y="169173"/>
                </a:lnTo>
                <a:lnTo>
                  <a:pt x="4186" y="213133"/>
                </a:lnTo>
                <a:lnTo>
                  <a:pt x="0" y="259840"/>
                </a:lnTo>
                <a:lnTo>
                  <a:pt x="0" y="1299185"/>
                </a:lnTo>
                <a:lnTo>
                  <a:pt x="4186" y="1345892"/>
                </a:lnTo>
                <a:lnTo>
                  <a:pt x="16256" y="1389852"/>
                </a:lnTo>
                <a:lnTo>
                  <a:pt x="35475" y="1430331"/>
                </a:lnTo>
                <a:lnTo>
                  <a:pt x="61110" y="1466597"/>
                </a:lnTo>
                <a:lnTo>
                  <a:pt x="92427" y="1497914"/>
                </a:lnTo>
                <a:lnTo>
                  <a:pt x="128692" y="1523549"/>
                </a:lnTo>
                <a:lnTo>
                  <a:pt x="169172" y="1542769"/>
                </a:lnTo>
                <a:lnTo>
                  <a:pt x="213131" y="1554839"/>
                </a:lnTo>
                <a:lnTo>
                  <a:pt x="259838" y="1559025"/>
                </a:lnTo>
                <a:lnTo>
                  <a:pt x="6113974" y="1559025"/>
                </a:lnTo>
                <a:lnTo>
                  <a:pt x="6160680" y="1554839"/>
                </a:lnTo>
                <a:lnTo>
                  <a:pt x="6204640" y="1542769"/>
                </a:lnTo>
                <a:lnTo>
                  <a:pt x="6245119" y="1523549"/>
                </a:lnTo>
                <a:lnTo>
                  <a:pt x="6281384" y="1497914"/>
                </a:lnTo>
                <a:lnTo>
                  <a:pt x="6312701" y="1466597"/>
                </a:lnTo>
                <a:lnTo>
                  <a:pt x="6338337" y="1430331"/>
                </a:lnTo>
                <a:lnTo>
                  <a:pt x="6357556" y="1389852"/>
                </a:lnTo>
                <a:lnTo>
                  <a:pt x="6369626" y="1345892"/>
                </a:lnTo>
                <a:lnTo>
                  <a:pt x="6373812" y="1299185"/>
                </a:lnTo>
                <a:lnTo>
                  <a:pt x="6373812" y="259840"/>
                </a:lnTo>
                <a:lnTo>
                  <a:pt x="6369626" y="213133"/>
                </a:lnTo>
                <a:lnTo>
                  <a:pt x="6357556" y="169173"/>
                </a:lnTo>
                <a:lnTo>
                  <a:pt x="6338337" y="128694"/>
                </a:lnTo>
                <a:lnTo>
                  <a:pt x="6312701" y="92428"/>
                </a:lnTo>
                <a:lnTo>
                  <a:pt x="6281384" y="61111"/>
                </a:lnTo>
                <a:lnTo>
                  <a:pt x="6245119" y="35475"/>
                </a:lnTo>
                <a:lnTo>
                  <a:pt x="6204640" y="16256"/>
                </a:lnTo>
                <a:lnTo>
                  <a:pt x="6160680" y="4186"/>
                </a:lnTo>
                <a:lnTo>
                  <a:pt x="6113974" y="0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78379" y="1075944"/>
            <a:ext cx="5085080" cy="45091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dirty="0" sz="65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00" spc="-20">
                <a:solidFill>
                  <a:srgbClr val="FFFFFF"/>
                </a:solidFill>
                <a:latin typeface="Calibri"/>
                <a:cs typeface="Calibri"/>
              </a:rPr>
              <a:t>Loop</a:t>
            </a:r>
            <a:endParaRPr sz="6500">
              <a:latin typeface="Calibri"/>
              <a:cs typeface="Calibri"/>
            </a:endParaRPr>
          </a:p>
          <a:p>
            <a:pPr marL="12700" marR="5080">
              <a:lnSpc>
                <a:spcPct val="176300"/>
              </a:lnSpc>
            </a:pPr>
            <a:r>
              <a:rPr dirty="0" sz="6500">
                <a:solidFill>
                  <a:srgbClr val="FFFFFF"/>
                </a:solidFill>
                <a:latin typeface="Calibri"/>
                <a:cs typeface="Calibri"/>
              </a:rPr>
              <a:t>Do/While</a:t>
            </a:r>
            <a:r>
              <a:rPr dirty="0" sz="65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00" spc="-20">
                <a:solidFill>
                  <a:srgbClr val="FFFFFF"/>
                </a:solidFill>
                <a:latin typeface="Calibri"/>
                <a:cs typeface="Calibri"/>
              </a:rPr>
              <a:t>Loop </a:t>
            </a:r>
            <a:r>
              <a:rPr dirty="0" sz="65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65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00" spc="-20">
                <a:solidFill>
                  <a:srgbClr val="FFFFFF"/>
                </a:solidFill>
                <a:latin typeface="Calibri"/>
                <a:cs typeface="Calibri"/>
              </a:rPr>
              <a:t>Loop</a:t>
            </a:r>
            <a:endParaRPr sz="6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Java</a:t>
            </a:r>
            <a:r>
              <a:rPr dirty="0" spc="-75"/>
              <a:t> </a:t>
            </a:r>
            <a:r>
              <a:rPr dirty="0"/>
              <a:t>While</a:t>
            </a:r>
            <a:r>
              <a:rPr dirty="0" spc="-70"/>
              <a:t> </a:t>
            </a:r>
            <a:r>
              <a:rPr dirty="0" spc="-20"/>
              <a:t>Loop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557527" y="1725167"/>
            <a:ext cx="2048510" cy="744220"/>
            <a:chOff x="1557527" y="1725167"/>
            <a:chExt cx="2048510" cy="7442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7527" y="1725167"/>
              <a:ext cx="1237487" cy="74371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1447" y="1725167"/>
              <a:ext cx="1164336" cy="743712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916939" y="1795779"/>
            <a:ext cx="9859010" cy="133921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  <a:tab pos="2471420" algn="l"/>
              </a:tabLst>
            </a:pPr>
            <a:r>
              <a:rPr dirty="0" sz="2800">
                <a:latin typeface="Calibri"/>
                <a:cs typeface="Calibri"/>
              </a:rPr>
              <a:t>The </a:t>
            </a:r>
            <a:r>
              <a:rPr dirty="0" u="heavy" sz="280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800">
                <a:latin typeface="Calibri"/>
                <a:cs typeface="Calibri"/>
              </a:rPr>
              <a:t>loops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through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block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code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long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specified </a:t>
            </a:r>
            <a:r>
              <a:rPr dirty="0" sz="2800">
                <a:latin typeface="Calibri"/>
                <a:cs typeface="Calibri"/>
              </a:rPr>
              <a:t>condition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20">
                <a:latin typeface="Calibri"/>
                <a:cs typeface="Calibri"/>
              </a:rPr>
              <a:t> true: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800" spc="-10">
                <a:latin typeface="Calibri"/>
                <a:cs typeface="Calibri"/>
              </a:rPr>
              <a:t>SYNTAX: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80550" y="3712971"/>
            <a:ext cx="53435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ourier New"/>
                <a:cs typeface="Courier New"/>
              </a:rPr>
              <a:t>code</a:t>
            </a:r>
            <a:r>
              <a:rPr dirty="0" sz="2800" spc="-4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block</a:t>
            </a:r>
            <a:r>
              <a:rPr dirty="0" sz="2800" spc="-3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to</a:t>
            </a:r>
            <a:r>
              <a:rPr dirty="0" sz="2800" spc="-4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be</a:t>
            </a:r>
            <a:r>
              <a:rPr dirty="0" sz="2800" spc="-35">
                <a:latin typeface="Courier New"/>
                <a:cs typeface="Courier New"/>
              </a:rPr>
              <a:t> </a:t>
            </a:r>
            <a:r>
              <a:rPr dirty="0" sz="2800" spc="-10">
                <a:latin typeface="Courier New"/>
                <a:cs typeface="Courier New"/>
              </a:rPr>
              <a:t>executed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16939" y="3097276"/>
            <a:ext cx="4067810" cy="157734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>
                <a:latin typeface="Courier New"/>
                <a:cs typeface="Courier New"/>
              </a:rPr>
              <a:t>while</a:t>
            </a:r>
            <a:r>
              <a:rPr dirty="0" sz="2800" spc="-8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(condition)</a:t>
            </a:r>
            <a:r>
              <a:rPr dirty="0" sz="2800" spc="-85">
                <a:latin typeface="Courier New"/>
                <a:cs typeface="Courier New"/>
              </a:rPr>
              <a:t> </a:t>
            </a:r>
            <a:r>
              <a:rPr dirty="0" sz="2800" spc="-5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438150">
              <a:lnSpc>
                <a:spcPct val="100000"/>
              </a:lnSpc>
              <a:spcBef>
                <a:spcPts val="745"/>
              </a:spcBef>
            </a:pPr>
            <a:r>
              <a:rPr dirty="0" sz="2800" spc="-25">
                <a:latin typeface="Courier New"/>
                <a:cs typeface="Courier New"/>
              </a:rPr>
              <a:t>//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80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91579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9602" y="1366011"/>
            <a:ext cx="10814050" cy="338455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500"/>
              </a:spcBef>
            </a:pP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example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below,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code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loop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run,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over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over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again,</a:t>
            </a:r>
            <a:r>
              <a:rPr dirty="0" sz="2800" spc="-25">
                <a:latin typeface="Calibri"/>
                <a:cs typeface="Calibri"/>
              </a:rPr>
              <a:t> as </a:t>
            </a:r>
            <a:r>
              <a:rPr dirty="0" sz="2800">
                <a:latin typeface="Calibri"/>
                <a:cs typeface="Calibri"/>
              </a:rPr>
              <a:t>long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variable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(i)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less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than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5:</a:t>
            </a:r>
            <a:endParaRPr sz="2800">
              <a:latin typeface="Calibri"/>
              <a:cs typeface="Calibri"/>
            </a:endParaRPr>
          </a:p>
          <a:p>
            <a:pPr marL="12700" marR="7601584">
              <a:lnSpc>
                <a:spcPts val="4010"/>
              </a:lnSpc>
              <a:spcBef>
                <a:spcPts val="175"/>
              </a:spcBef>
            </a:pPr>
            <a:r>
              <a:rPr dirty="0" sz="2800">
                <a:latin typeface="Courier New"/>
                <a:cs typeface="Courier New"/>
              </a:rPr>
              <a:t>int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i</a:t>
            </a:r>
            <a:r>
              <a:rPr dirty="0" sz="2800" spc="-2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=</a:t>
            </a:r>
            <a:r>
              <a:rPr dirty="0" sz="2800" spc="-20">
                <a:latin typeface="Courier New"/>
                <a:cs typeface="Courier New"/>
              </a:rPr>
              <a:t> </a:t>
            </a:r>
            <a:r>
              <a:rPr dirty="0" sz="2800" spc="-25">
                <a:latin typeface="Courier New"/>
                <a:cs typeface="Courier New"/>
              </a:rPr>
              <a:t>0; </a:t>
            </a:r>
            <a:r>
              <a:rPr dirty="0" sz="2800">
                <a:latin typeface="Courier New"/>
                <a:cs typeface="Courier New"/>
              </a:rPr>
              <a:t>while</a:t>
            </a:r>
            <a:r>
              <a:rPr dirty="0" sz="2800" spc="-3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(i</a:t>
            </a:r>
            <a:r>
              <a:rPr dirty="0" sz="2800" spc="-3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&lt;</a:t>
            </a:r>
            <a:r>
              <a:rPr dirty="0" sz="2800" spc="-3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5)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 spc="-5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225425" marR="6113145" indent="-212725">
              <a:lnSpc>
                <a:spcPts val="4010"/>
              </a:lnSpc>
              <a:spcBef>
                <a:spcPts val="90"/>
              </a:spcBef>
            </a:pPr>
            <a:r>
              <a:rPr dirty="0" sz="2800" spc="-10">
                <a:latin typeface="Courier New"/>
                <a:cs typeface="Courier New"/>
              </a:rPr>
              <a:t>System.out.println(i); </a:t>
            </a:r>
            <a:r>
              <a:rPr dirty="0" sz="2800" spc="-20">
                <a:latin typeface="Courier New"/>
                <a:cs typeface="Courier New"/>
              </a:rPr>
              <a:t>i++;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80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5"/>
              <a:t> </a:t>
            </a:r>
            <a:r>
              <a:rPr dirty="0"/>
              <a:t>Do/While</a:t>
            </a:r>
            <a:r>
              <a:rPr dirty="0" spc="10"/>
              <a:t> </a:t>
            </a:r>
            <a:r>
              <a:rPr dirty="0" spc="-20"/>
              <a:t>Loop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557527" y="1725167"/>
            <a:ext cx="2578735" cy="744220"/>
            <a:chOff x="1557527" y="1725167"/>
            <a:chExt cx="2578735" cy="7442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7527" y="1725167"/>
              <a:ext cx="1764792" cy="74371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8752" y="1725167"/>
              <a:ext cx="1167384" cy="743712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916939" y="1716532"/>
            <a:ext cx="10114280" cy="436626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665" algn="l"/>
                <a:tab pos="2996565" algn="l"/>
              </a:tabLst>
            </a:pPr>
            <a:r>
              <a:rPr dirty="0" sz="2800">
                <a:latin typeface="Calibri"/>
                <a:cs typeface="Calibri"/>
              </a:rPr>
              <a:t>The </a:t>
            </a:r>
            <a:r>
              <a:rPr dirty="0" u="heavy" sz="280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variant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while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loop.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91100"/>
              </a:lnSpc>
              <a:spcBef>
                <a:spcPts val="9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loop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execute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code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block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once,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before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checking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condition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true,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then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repeat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loop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long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condition </a:t>
            </a:r>
            <a:r>
              <a:rPr dirty="0" sz="2800">
                <a:latin typeface="Calibri"/>
                <a:cs typeface="Calibri"/>
              </a:rPr>
              <a:t>is </a:t>
            </a:r>
            <a:r>
              <a:rPr dirty="0" sz="2800" spc="-20">
                <a:latin typeface="Calibri"/>
                <a:cs typeface="Calibri"/>
              </a:rPr>
              <a:t>true.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800" spc="-10">
                <a:latin typeface="Calibri"/>
                <a:cs typeface="Calibri"/>
              </a:rPr>
              <a:t>SYNTAX: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800">
                <a:latin typeface="Courier New"/>
                <a:cs typeface="Courier New"/>
              </a:rPr>
              <a:t>do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 spc="-5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438150">
              <a:lnSpc>
                <a:spcPct val="100000"/>
              </a:lnSpc>
              <a:spcBef>
                <a:spcPts val="645"/>
              </a:spcBef>
            </a:pPr>
            <a:r>
              <a:rPr dirty="0" sz="2800">
                <a:latin typeface="Courier New"/>
                <a:cs typeface="Courier New"/>
              </a:rPr>
              <a:t>//</a:t>
            </a:r>
            <a:r>
              <a:rPr dirty="0" sz="2800" spc="-3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code</a:t>
            </a:r>
            <a:r>
              <a:rPr dirty="0" sz="2800" spc="-3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block</a:t>
            </a:r>
            <a:r>
              <a:rPr dirty="0" sz="2800" spc="-3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to</a:t>
            </a:r>
            <a:r>
              <a:rPr dirty="0" sz="2800" spc="-3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be</a:t>
            </a:r>
            <a:r>
              <a:rPr dirty="0" sz="2800" spc="-35">
                <a:latin typeface="Courier New"/>
                <a:cs typeface="Courier New"/>
              </a:rPr>
              <a:t> </a:t>
            </a:r>
            <a:r>
              <a:rPr dirty="0" sz="2800" spc="-10">
                <a:latin typeface="Courier New"/>
                <a:cs typeface="Courier New"/>
              </a:rPr>
              <a:t>executed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80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2800">
                <a:latin typeface="Courier New"/>
                <a:cs typeface="Courier New"/>
              </a:rPr>
              <a:t>while</a:t>
            </a:r>
            <a:r>
              <a:rPr dirty="0" sz="2800" spc="-55">
                <a:latin typeface="Courier New"/>
                <a:cs typeface="Courier New"/>
              </a:rPr>
              <a:t> </a:t>
            </a:r>
            <a:r>
              <a:rPr dirty="0" sz="2800" spc="-10">
                <a:latin typeface="Courier New"/>
                <a:cs typeface="Courier New"/>
              </a:rPr>
              <a:t>(condition);</a:t>
            </a:r>
            <a:endParaRPr sz="2800">
              <a:latin typeface="Courier New"/>
              <a:cs typeface="Courier New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24705" y="2760840"/>
            <a:ext cx="644720" cy="674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20940" y="2700246"/>
            <a:ext cx="642303" cy="95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1558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9602" y="1460499"/>
            <a:ext cx="10368280" cy="429006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example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below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do/while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loop.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loop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always</a:t>
            </a:r>
            <a:r>
              <a:rPr dirty="0" sz="2800" spc="-25">
                <a:latin typeface="Calibri"/>
                <a:cs typeface="Calibri"/>
              </a:rPr>
              <a:t> be </a:t>
            </a:r>
            <a:r>
              <a:rPr dirty="0" sz="2800" spc="-10">
                <a:latin typeface="Calibri"/>
                <a:cs typeface="Calibri"/>
              </a:rPr>
              <a:t>executed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least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once,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condition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false,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because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code </a:t>
            </a:r>
            <a:r>
              <a:rPr dirty="0" sz="2800">
                <a:latin typeface="Calibri"/>
                <a:cs typeface="Calibri"/>
              </a:rPr>
              <a:t>block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executed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before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condition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tested:</a:t>
            </a:r>
            <a:endParaRPr sz="2800">
              <a:latin typeface="Calibri"/>
              <a:cs typeface="Calibri"/>
            </a:endParaRPr>
          </a:p>
          <a:p>
            <a:pPr marL="12700" marR="8220075">
              <a:lnSpc>
                <a:spcPts val="4100"/>
              </a:lnSpc>
              <a:spcBef>
                <a:spcPts val="125"/>
              </a:spcBef>
            </a:pPr>
            <a:r>
              <a:rPr dirty="0" sz="2800">
                <a:latin typeface="Courier New"/>
                <a:cs typeface="Courier New"/>
              </a:rPr>
              <a:t>int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i</a:t>
            </a:r>
            <a:r>
              <a:rPr dirty="0" sz="2800" spc="-2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=</a:t>
            </a:r>
            <a:r>
              <a:rPr dirty="0" sz="2800" spc="-20">
                <a:latin typeface="Courier New"/>
                <a:cs typeface="Courier New"/>
              </a:rPr>
              <a:t> </a:t>
            </a:r>
            <a:r>
              <a:rPr dirty="0" sz="2800" spc="-25">
                <a:latin typeface="Courier New"/>
                <a:cs typeface="Courier New"/>
              </a:rPr>
              <a:t>0; </a:t>
            </a:r>
            <a:r>
              <a:rPr dirty="0" sz="2800">
                <a:latin typeface="Courier New"/>
                <a:cs typeface="Courier New"/>
              </a:rPr>
              <a:t>do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 spc="-5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225425">
              <a:lnSpc>
                <a:spcPct val="100000"/>
              </a:lnSpc>
              <a:spcBef>
                <a:spcPts val="370"/>
              </a:spcBef>
            </a:pPr>
            <a:r>
              <a:rPr dirty="0" sz="2800" spc="-10">
                <a:latin typeface="Courier New"/>
                <a:cs typeface="Courier New"/>
              </a:rPr>
              <a:t>System.out.println(i);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800" spc="-20">
                <a:latin typeface="Courier New"/>
                <a:cs typeface="Courier New"/>
              </a:rPr>
              <a:t>i++;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80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2800">
                <a:latin typeface="Courier New"/>
                <a:cs typeface="Courier New"/>
              </a:rPr>
              <a:t>while</a:t>
            </a:r>
            <a:r>
              <a:rPr dirty="0" sz="2800" spc="-3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(i</a:t>
            </a:r>
            <a:r>
              <a:rPr dirty="0" sz="2800" spc="-3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&lt;</a:t>
            </a:r>
            <a:r>
              <a:rPr dirty="0" sz="2800" spc="-30">
                <a:latin typeface="Courier New"/>
                <a:cs typeface="Courier New"/>
              </a:rPr>
              <a:t> </a:t>
            </a:r>
            <a:r>
              <a:rPr dirty="0" sz="2800" spc="-25">
                <a:latin typeface="Courier New"/>
                <a:cs typeface="Courier New"/>
              </a:rPr>
              <a:t>5);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dirty="0" spc="-110"/>
              <a:t> </a:t>
            </a:r>
            <a:r>
              <a:rPr dirty="0" spc="-25"/>
              <a:t>2: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56155"/>
            <a:ext cx="10349230" cy="407352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241300" marR="5080" indent="-228600">
              <a:lnSpc>
                <a:spcPts val="2710"/>
              </a:lnSpc>
              <a:spcBef>
                <a:spcPts val="7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program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using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do/while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displays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numbers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from </a:t>
            </a:r>
            <a:r>
              <a:rPr dirty="0" sz="2800">
                <a:latin typeface="Calibri"/>
                <a:cs typeface="Calibri"/>
              </a:rPr>
              <a:t>1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10.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800">
                <a:latin typeface="Calibri"/>
                <a:cs typeface="Calibri"/>
              </a:rPr>
              <a:t>Sample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code:</a:t>
            </a:r>
            <a:endParaRPr sz="2800">
              <a:latin typeface="Calibri"/>
              <a:cs typeface="Calibri"/>
            </a:endParaRPr>
          </a:p>
          <a:p>
            <a:pPr marL="417195">
              <a:lnSpc>
                <a:spcPct val="100000"/>
              </a:lnSpc>
              <a:spcBef>
                <a:spcPts val="340"/>
              </a:spcBef>
            </a:pPr>
            <a:r>
              <a:rPr dirty="0" sz="2800">
                <a:latin typeface="Courier New"/>
                <a:cs typeface="Courier New"/>
              </a:rPr>
              <a:t>int</a:t>
            </a:r>
            <a:r>
              <a:rPr dirty="0" sz="2800" spc="-45">
                <a:latin typeface="Courier New"/>
                <a:cs typeface="Courier New"/>
              </a:rPr>
              <a:t> </a:t>
            </a:r>
            <a:r>
              <a:rPr dirty="0" sz="2800" spc="-20">
                <a:latin typeface="Courier New"/>
                <a:cs typeface="Courier New"/>
              </a:rPr>
              <a:t>i=2;</a:t>
            </a:r>
            <a:endParaRPr sz="2800">
              <a:latin typeface="Courier New"/>
              <a:cs typeface="Courier New"/>
            </a:endParaRPr>
          </a:p>
          <a:p>
            <a:pPr marL="1927225" marR="3733800" indent="-850900">
              <a:lnSpc>
                <a:spcPct val="108600"/>
              </a:lnSpc>
              <a:spcBef>
                <a:spcPts val="45"/>
              </a:spcBef>
            </a:pPr>
            <a:r>
              <a:rPr dirty="0" sz="2800">
                <a:latin typeface="Courier New"/>
                <a:cs typeface="Courier New"/>
              </a:rPr>
              <a:t>do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 spc="-50">
                <a:latin typeface="Courier New"/>
                <a:cs typeface="Courier New"/>
              </a:rPr>
              <a:t>{ </a:t>
            </a:r>
            <a:r>
              <a:rPr dirty="0" sz="2800" spc="-10">
                <a:latin typeface="Courier New"/>
                <a:cs typeface="Courier New"/>
              </a:rPr>
              <a:t>System.out.println(i); i=i+2;</a:t>
            </a:r>
            <a:endParaRPr sz="2800">
              <a:latin typeface="Courier New"/>
              <a:cs typeface="Courier New"/>
            </a:endParaRPr>
          </a:p>
          <a:p>
            <a:pPr marL="1075690">
              <a:lnSpc>
                <a:spcPct val="100000"/>
              </a:lnSpc>
              <a:spcBef>
                <a:spcPts val="360"/>
              </a:spcBef>
            </a:pPr>
            <a:r>
              <a:rPr dirty="0" sz="280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  <a:p>
            <a:pPr marL="1075690">
              <a:lnSpc>
                <a:spcPct val="100000"/>
              </a:lnSpc>
              <a:spcBef>
                <a:spcPts val="335"/>
              </a:spcBef>
            </a:pPr>
            <a:r>
              <a:rPr dirty="0" sz="2800">
                <a:latin typeface="Courier New"/>
                <a:cs typeface="Courier New"/>
              </a:rPr>
              <a:t>while</a:t>
            </a:r>
            <a:r>
              <a:rPr dirty="0" sz="2800" spc="-65">
                <a:latin typeface="Courier New"/>
                <a:cs typeface="Courier New"/>
              </a:rPr>
              <a:t> </a:t>
            </a:r>
            <a:r>
              <a:rPr dirty="0" sz="2800" spc="-10">
                <a:latin typeface="Courier New"/>
                <a:cs typeface="Courier New"/>
              </a:rPr>
              <a:t>(i&lt;=10);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Your</a:t>
            </a:r>
            <a:r>
              <a:rPr dirty="0" spc="-105"/>
              <a:t> </a:t>
            </a:r>
            <a:r>
              <a:rPr dirty="0"/>
              <a:t>turn:</a:t>
            </a:r>
            <a:r>
              <a:rPr dirty="0" spc="-100"/>
              <a:t> </a:t>
            </a:r>
            <a:r>
              <a:rPr dirty="0" spc="-30"/>
              <a:t>Try</a:t>
            </a:r>
            <a:r>
              <a:rPr dirty="0" spc="-100"/>
              <a:t> </a:t>
            </a:r>
            <a:r>
              <a:rPr dirty="0"/>
              <a:t>this</a:t>
            </a:r>
            <a:r>
              <a:rPr dirty="0" spc="-100"/>
              <a:t> </a:t>
            </a:r>
            <a:r>
              <a:rPr dirty="0" spc="-20"/>
              <a:t>code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167" y="1789168"/>
            <a:ext cx="3840750" cy="195554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5396" y="1793843"/>
            <a:ext cx="3681330" cy="219203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8577" y="4378266"/>
            <a:ext cx="4830159" cy="2113194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4242815" y="1690687"/>
            <a:ext cx="0" cy="2442845"/>
          </a:xfrm>
          <a:custGeom>
            <a:avLst/>
            <a:gdLst/>
            <a:ahLst/>
            <a:cxnLst/>
            <a:rect l="l" t="t" r="r" b="b"/>
            <a:pathLst>
              <a:path w="0" h="2442845">
                <a:moveTo>
                  <a:pt x="0" y="0"/>
                </a:moveTo>
                <a:lnTo>
                  <a:pt x="1" y="2442400"/>
                </a:lnTo>
              </a:path>
            </a:pathLst>
          </a:custGeom>
          <a:ln w="6350">
            <a:solidFill>
              <a:srgbClr val="4472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25552" y="4250212"/>
            <a:ext cx="8735695" cy="54610"/>
          </a:xfrm>
          <a:custGeom>
            <a:avLst/>
            <a:gdLst/>
            <a:ahLst/>
            <a:cxnLst/>
            <a:rect l="l" t="t" r="r" b="b"/>
            <a:pathLst>
              <a:path w="8735695" h="54610">
                <a:moveTo>
                  <a:pt x="0" y="0"/>
                </a:moveTo>
                <a:lnTo>
                  <a:pt x="8735568" y="54260"/>
                </a:lnTo>
              </a:path>
            </a:pathLst>
          </a:custGeom>
          <a:ln w="6350">
            <a:solidFill>
              <a:srgbClr val="4472C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900804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Sample</a:t>
            </a:r>
            <a:r>
              <a:rPr dirty="0" spc="-5"/>
              <a:t> </a:t>
            </a:r>
            <a:r>
              <a:rPr dirty="0" spc="-10"/>
              <a:t>Problems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13484"/>
            <a:ext cx="9784080" cy="411607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program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displays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numbers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10.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program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displays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numbers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divisible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5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1-</a:t>
            </a:r>
            <a:r>
              <a:rPr dirty="0" sz="2800" spc="-25">
                <a:latin typeface="Calibri"/>
                <a:cs typeface="Calibri"/>
              </a:rPr>
              <a:t>50.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program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displays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odd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numbers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20.</a:t>
            </a:r>
            <a:endParaRPr sz="2800">
              <a:latin typeface="Calibri"/>
              <a:cs typeface="Calibri"/>
            </a:endParaRPr>
          </a:p>
          <a:p>
            <a:pPr marL="469900" marR="143510" indent="-457200">
              <a:lnSpc>
                <a:spcPts val="2690"/>
              </a:lnSpc>
              <a:spcBef>
                <a:spcPts val="985"/>
              </a:spcBef>
              <a:buAutoNum type="arabicPeriod"/>
              <a:tabLst>
                <a:tab pos="469900" algn="l"/>
              </a:tabLst>
            </a:pP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program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accepts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input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>
                <a:latin typeface="Calibri"/>
                <a:cs typeface="Calibri"/>
              </a:rPr>
              <a:t>displays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sum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up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0.</a:t>
            </a:r>
            <a:endParaRPr sz="2800">
              <a:latin typeface="Calibri"/>
              <a:cs typeface="Calibri"/>
            </a:endParaRPr>
          </a:p>
          <a:p>
            <a:pPr marL="1841500" marR="5266690">
              <a:lnSpc>
                <a:spcPct val="109300"/>
              </a:lnSpc>
              <a:spcBef>
                <a:spcPts val="45"/>
              </a:spcBef>
            </a:pPr>
            <a:r>
              <a:rPr dirty="0" sz="2800">
                <a:latin typeface="Calibri"/>
                <a:cs typeface="Calibri"/>
              </a:rPr>
              <a:t>Sample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Input </a:t>
            </a:r>
            <a:r>
              <a:rPr dirty="0" sz="2800">
                <a:latin typeface="Calibri"/>
                <a:cs typeface="Calibri"/>
              </a:rPr>
              <a:t>Enter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integer: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5 </a:t>
            </a:r>
            <a:r>
              <a:rPr dirty="0" sz="2800">
                <a:latin typeface="Calibri"/>
                <a:cs typeface="Calibri"/>
              </a:rPr>
              <a:t>Sample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output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sum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15.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Assignment: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2951" y="611643"/>
            <a:ext cx="6278709" cy="60320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Java</a:t>
            </a:r>
            <a:r>
              <a:rPr dirty="0" spc="-105"/>
              <a:t> </a:t>
            </a:r>
            <a:r>
              <a:rPr dirty="0"/>
              <a:t>For</a:t>
            </a:r>
            <a:r>
              <a:rPr dirty="0" spc="-100"/>
              <a:t> </a:t>
            </a:r>
            <a:r>
              <a:rPr dirty="0" spc="-20"/>
              <a:t>Loop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25855" y="2155443"/>
            <a:ext cx="10154285" cy="287845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When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know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exactly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how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want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loop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through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>
                <a:latin typeface="Calibri"/>
                <a:cs typeface="Calibri"/>
              </a:rPr>
              <a:t>block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code,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loop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instead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while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loop: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10">
                <a:latin typeface="Calibri"/>
                <a:cs typeface="Calibri"/>
              </a:rPr>
              <a:t>SYNTAX: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800">
                <a:latin typeface="Courier New"/>
                <a:cs typeface="Courier New"/>
              </a:rPr>
              <a:t>for</a:t>
            </a:r>
            <a:r>
              <a:rPr dirty="0" sz="2800" spc="-6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(statement</a:t>
            </a:r>
            <a:r>
              <a:rPr dirty="0" sz="2800" spc="-6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1;</a:t>
            </a:r>
            <a:r>
              <a:rPr dirty="0" sz="2800" spc="-5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statement</a:t>
            </a:r>
            <a:r>
              <a:rPr dirty="0" sz="2800" spc="-6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2;</a:t>
            </a:r>
            <a:r>
              <a:rPr dirty="0" sz="2800" spc="-5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statement</a:t>
            </a:r>
            <a:r>
              <a:rPr dirty="0" sz="2800" spc="-6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3)</a:t>
            </a:r>
            <a:r>
              <a:rPr dirty="0" sz="2800" spc="-55">
                <a:latin typeface="Courier New"/>
                <a:cs typeface="Courier New"/>
              </a:rPr>
              <a:t> </a:t>
            </a:r>
            <a:r>
              <a:rPr dirty="0" sz="2800" spc="-5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437515">
              <a:lnSpc>
                <a:spcPct val="100000"/>
              </a:lnSpc>
              <a:spcBef>
                <a:spcPts val="745"/>
              </a:spcBef>
            </a:pPr>
            <a:r>
              <a:rPr dirty="0" sz="2800">
                <a:latin typeface="Courier New"/>
                <a:cs typeface="Courier New"/>
              </a:rPr>
              <a:t>//</a:t>
            </a:r>
            <a:r>
              <a:rPr dirty="0" sz="2800" spc="-3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code</a:t>
            </a:r>
            <a:r>
              <a:rPr dirty="0" sz="2800" spc="-3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block</a:t>
            </a:r>
            <a:r>
              <a:rPr dirty="0" sz="2800" spc="-3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to</a:t>
            </a:r>
            <a:r>
              <a:rPr dirty="0" sz="2800" spc="-3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be</a:t>
            </a:r>
            <a:r>
              <a:rPr dirty="0" sz="2800" spc="-35">
                <a:latin typeface="Courier New"/>
                <a:cs typeface="Courier New"/>
              </a:rPr>
              <a:t> </a:t>
            </a:r>
            <a:r>
              <a:rPr dirty="0" sz="2800" spc="-10">
                <a:latin typeface="Courier New"/>
                <a:cs typeface="Courier New"/>
              </a:rPr>
              <a:t>executed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80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0463" y="3343223"/>
            <a:ext cx="456918" cy="308381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987215" y="3207517"/>
            <a:ext cx="1444625" cy="257810"/>
            <a:chOff x="2987215" y="3207517"/>
            <a:chExt cx="1444625" cy="25781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3626" y="3207517"/>
              <a:ext cx="40166" cy="4633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7215" y="3225611"/>
              <a:ext cx="1444021" cy="239454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8293" y="3393165"/>
            <a:ext cx="345423" cy="1589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66086" y="3418295"/>
            <a:ext cx="351189" cy="17602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87641" y="3316328"/>
            <a:ext cx="684919" cy="191762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2573727" y="2954943"/>
            <a:ext cx="43815" cy="34925"/>
          </a:xfrm>
          <a:custGeom>
            <a:avLst/>
            <a:gdLst/>
            <a:ahLst/>
            <a:cxnLst/>
            <a:rect l="l" t="t" r="r" b="b"/>
            <a:pathLst>
              <a:path w="43814" h="34925">
                <a:moveTo>
                  <a:pt x="22086" y="29693"/>
                </a:moveTo>
                <a:lnTo>
                  <a:pt x="24653" y="33327"/>
                </a:lnTo>
                <a:lnTo>
                  <a:pt x="27543" y="34762"/>
                </a:lnTo>
                <a:lnTo>
                  <a:pt x="39457" y="34357"/>
                </a:lnTo>
                <a:lnTo>
                  <a:pt x="43126" y="30433"/>
                </a:lnTo>
                <a:lnTo>
                  <a:pt x="25500" y="30433"/>
                </a:lnTo>
                <a:lnTo>
                  <a:pt x="22086" y="29693"/>
                </a:lnTo>
                <a:close/>
              </a:path>
              <a:path w="43814" h="34925">
                <a:moveTo>
                  <a:pt x="20072" y="26841"/>
                </a:moveTo>
                <a:lnTo>
                  <a:pt x="22086" y="29693"/>
                </a:lnTo>
                <a:lnTo>
                  <a:pt x="25500" y="30433"/>
                </a:lnTo>
                <a:lnTo>
                  <a:pt x="20072" y="26841"/>
                </a:lnTo>
                <a:close/>
              </a:path>
              <a:path w="43814" h="34925">
                <a:moveTo>
                  <a:pt x="43193" y="26841"/>
                </a:moveTo>
                <a:lnTo>
                  <a:pt x="20072" y="26841"/>
                </a:lnTo>
                <a:lnTo>
                  <a:pt x="25500" y="30433"/>
                </a:lnTo>
                <a:lnTo>
                  <a:pt x="43126" y="30433"/>
                </a:lnTo>
                <a:lnTo>
                  <a:pt x="43308" y="30238"/>
                </a:lnTo>
                <a:lnTo>
                  <a:pt x="43193" y="26841"/>
                </a:lnTo>
                <a:close/>
              </a:path>
              <a:path w="43814" h="34925">
                <a:moveTo>
                  <a:pt x="14787" y="22846"/>
                </a:moveTo>
                <a:lnTo>
                  <a:pt x="15233" y="25874"/>
                </a:lnTo>
                <a:lnTo>
                  <a:pt x="17971" y="28802"/>
                </a:lnTo>
                <a:lnTo>
                  <a:pt x="22086" y="29693"/>
                </a:lnTo>
                <a:lnTo>
                  <a:pt x="20072" y="26841"/>
                </a:lnTo>
                <a:lnTo>
                  <a:pt x="43193" y="26841"/>
                </a:lnTo>
                <a:lnTo>
                  <a:pt x="43125" y="24842"/>
                </a:lnTo>
                <a:lnTo>
                  <a:pt x="18977" y="24842"/>
                </a:lnTo>
                <a:lnTo>
                  <a:pt x="14787" y="22846"/>
                </a:lnTo>
                <a:close/>
              </a:path>
              <a:path w="43814" h="34925">
                <a:moveTo>
                  <a:pt x="14109" y="18253"/>
                </a:moveTo>
                <a:lnTo>
                  <a:pt x="14787" y="22846"/>
                </a:lnTo>
                <a:lnTo>
                  <a:pt x="18977" y="24842"/>
                </a:lnTo>
                <a:lnTo>
                  <a:pt x="14109" y="18253"/>
                </a:lnTo>
                <a:close/>
              </a:path>
              <a:path w="43814" h="34925">
                <a:moveTo>
                  <a:pt x="31201" y="18253"/>
                </a:moveTo>
                <a:lnTo>
                  <a:pt x="14109" y="18253"/>
                </a:lnTo>
                <a:lnTo>
                  <a:pt x="18977" y="24842"/>
                </a:lnTo>
                <a:lnTo>
                  <a:pt x="43125" y="24842"/>
                </a:lnTo>
                <a:lnTo>
                  <a:pt x="42983" y="20641"/>
                </a:lnTo>
                <a:lnTo>
                  <a:pt x="42548" y="20206"/>
                </a:lnTo>
                <a:lnTo>
                  <a:pt x="37517" y="20206"/>
                </a:lnTo>
                <a:lnTo>
                  <a:pt x="35344" y="19072"/>
                </a:lnTo>
                <a:lnTo>
                  <a:pt x="32077" y="19072"/>
                </a:lnTo>
                <a:lnTo>
                  <a:pt x="31201" y="18253"/>
                </a:lnTo>
                <a:close/>
              </a:path>
              <a:path w="43814" h="34925">
                <a:moveTo>
                  <a:pt x="14139" y="18458"/>
                </a:moveTo>
                <a:lnTo>
                  <a:pt x="7926" y="18458"/>
                </a:lnTo>
                <a:lnTo>
                  <a:pt x="8507" y="18990"/>
                </a:lnTo>
                <a:lnTo>
                  <a:pt x="9005" y="19537"/>
                </a:lnTo>
                <a:lnTo>
                  <a:pt x="11418" y="21242"/>
                </a:lnTo>
                <a:lnTo>
                  <a:pt x="14787" y="22846"/>
                </a:lnTo>
                <a:lnTo>
                  <a:pt x="14139" y="18458"/>
                </a:lnTo>
                <a:close/>
              </a:path>
              <a:path w="43814" h="34925">
                <a:moveTo>
                  <a:pt x="31546" y="16622"/>
                </a:moveTo>
                <a:lnTo>
                  <a:pt x="31661" y="17150"/>
                </a:lnTo>
                <a:lnTo>
                  <a:pt x="37517" y="20206"/>
                </a:lnTo>
                <a:lnTo>
                  <a:pt x="34918" y="16736"/>
                </a:lnTo>
                <a:lnTo>
                  <a:pt x="31546" y="16622"/>
                </a:lnTo>
                <a:close/>
              </a:path>
              <a:path w="43814" h="34925">
                <a:moveTo>
                  <a:pt x="34918" y="16736"/>
                </a:moveTo>
                <a:lnTo>
                  <a:pt x="37517" y="20206"/>
                </a:lnTo>
                <a:lnTo>
                  <a:pt x="42548" y="20206"/>
                </a:lnTo>
                <a:lnTo>
                  <a:pt x="39225" y="16882"/>
                </a:lnTo>
                <a:lnTo>
                  <a:pt x="34918" y="16736"/>
                </a:lnTo>
                <a:close/>
              </a:path>
              <a:path w="43814" h="34925">
                <a:moveTo>
                  <a:pt x="24729" y="12200"/>
                </a:moveTo>
                <a:lnTo>
                  <a:pt x="32077" y="19072"/>
                </a:lnTo>
                <a:lnTo>
                  <a:pt x="31661" y="17150"/>
                </a:lnTo>
                <a:lnTo>
                  <a:pt x="30586" y="16590"/>
                </a:lnTo>
                <a:lnTo>
                  <a:pt x="31539" y="16590"/>
                </a:lnTo>
                <a:lnTo>
                  <a:pt x="30782" y="13093"/>
                </a:lnTo>
                <a:lnTo>
                  <a:pt x="24729" y="12200"/>
                </a:lnTo>
                <a:close/>
              </a:path>
              <a:path w="43814" h="34925">
                <a:moveTo>
                  <a:pt x="31661" y="17150"/>
                </a:moveTo>
                <a:lnTo>
                  <a:pt x="32077" y="19072"/>
                </a:lnTo>
                <a:lnTo>
                  <a:pt x="35344" y="19072"/>
                </a:lnTo>
                <a:lnTo>
                  <a:pt x="31661" y="17150"/>
                </a:lnTo>
                <a:close/>
              </a:path>
              <a:path w="43814" h="34925">
                <a:moveTo>
                  <a:pt x="8210" y="18742"/>
                </a:moveTo>
                <a:lnTo>
                  <a:pt x="8458" y="18990"/>
                </a:lnTo>
                <a:lnTo>
                  <a:pt x="8210" y="18742"/>
                </a:lnTo>
                <a:close/>
              </a:path>
              <a:path w="43814" h="34925">
                <a:moveTo>
                  <a:pt x="7926" y="18458"/>
                </a:moveTo>
                <a:lnTo>
                  <a:pt x="8210" y="18742"/>
                </a:lnTo>
                <a:lnTo>
                  <a:pt x="8507" y="18990"/>
                </a:lnTo>
                <a:lnTo>
                  <a:pt x="7926" y="18458"/>
                </a:lnTo>
                <a:close/>
              </a:path>
              <a:path w="43814" h="34925">
                <a:moveTo>
                  <a:pt x="28139" y="15389"/>
                </a:moveTo>
                <a:lnTo>
                  <a:pt x="4188" y="15389"/>
                </a:lnTo>
                <a:lnTo>
                  <a:pt x="9759" y="17407"/>
                </a:lnTo>
                <a:lnTo>
                  <a:pt x="6609" y="17407"/>
                </a:lnTo>
                <a:lnTo>
                  <a:pt x="8210" y="18742"/>
                </a:lnTo>
                <a:lnTo>
                  <a:pt x="7926" y="18458"/>
                </a:lnTo>
                <a:lnTo>
                  <a:pt x="14139" y="18458"/>
                </a:lnTo>
                <a:lnTo>
                  <a:pt x="14109" y="18253"/>
                </a:lnTo>
                <a:lnTo>
                  <a:pt x="31201" y="18253"/>
                </a:lnTo>
                <a:lnTo>
                  <a:pt x="30297" y="17407"/>
                </a:lnTo>
                <a:lnTo>
                  <a:pt x="8680" y="17407"/>
                </a:lnTo>
                <a:lnTo>
                  <a:pt x="30283" y="17395"/>
                </a:lnTo>
                <a:lnTo>
                  <a:pt x="28139" y="15389"/>
                </a:lnTo>
                <a:close/>
              </a:path>
              <a:path w="43814" h="34925">
                <a:moveTo>
                  <a:pt x="4188" y="15389"/>
                </a:moveTo>
                <a:lnTo>
                  <a:pt x="6594" y="17395"/>
                </a:lnTo>
                <a:lnTo>
                  <a:pt x="8680" y="17407"/>
                </a:lnTo>
                <a:lnTo>
                  <a:pt x="9759" y="17407"/>
                </a:lnTo>
                <a:lnTo>
                  <a:pt x="4188" y="15389"/>
                </a:lnTo>
                <a:close/>
              </a:path>
              <a:path w="43814" h="34925">
                <a:moveTo>
                  <a:pt x="11795" y="0"/>
                </a:moveTo>
                <a:lnTo>
                  <a:pt x="3873" y="29"/>
                </a:lnTo>
                <a:lnTo>
                  <a:pt x="0" y="3948"/>
                </a:lnTo>
                <a:lnTo>
                  <a:pt x="55" y="13521"/>
                </a:lnTo>
                <a:lnTo>
                  <a:pt x="3914" y="17378"/>
                </a:lnTo>
                <a:lnTo>
                  <a:pt x="6594" y="17395"/>
                </a:lnTo>
                <a:lnTo>
                  <a:pt x="4188" y="15389"/>
                </a:lnTo>
                <a:lnTo>
                  <a:pt x="28139" y="15389"/>
                </a:lnTo>
                <a:lnTo>
                  <a:pt x="24729" y="12200"/>
                </a:lnTo>
                <a:lnTo>
                  <a:pt x="30412" y="12200"/>
                </a:lnTo>
                <a:lnTo>
                  <a:pt x="28896" y="10285"/>
                </a:lnTo>
                <a:lnTo>
                  <a:pt x="22480" y="7230"/>
                </a:lnTo>
                <a:lnTo>
                  <a:pt x="21314" y="7230"/>
                </a:lnTo>
                <a:lnTo>
                  <a:pt x="18901" y="5525"/>
                </a:lnTo>
                <a:lnTo>
                  <a:pt x="19540" y="5525"/>
                </a:lnTo>
                <a:lnTo>
                  <a:pt x="13768" y="713"/>
                </a:lnTo>
                <a:lnTo>
                  <a:pt x="11795" y="0"/>
                </a:lnTo>
                <a:close/>
              </a:path>
              <a:path w="43814" h="34925">
                <a:moveTo>
                  <a:pt x="30586" y="16590"/>
                </a:moveTo>
                <a:lnTo>
                  <a:pt x="31661" y="17150"/>
                </a:lnTo>
                <a:lnTo>
                  <a:pt x="31546" y="16622"/>
                </a:lnTo>
                <a:lnTo>
                  <a:pt x="30586" y="16590"/>
                </a:lnTo>
                <a:close/>
              </a:path>
              <a:path w="43814" h="34925">
                <a:moveTo>
                  <a:pt x="30782" y="13093"/>
                </a:moveTo>
                <a:lnTo>
                  <a:pt x="31546" y="16622"/>
                </a:lnTo>
                <a:lnTo>
                  <a:pt x="34918" y="16736"/>
                </a:lnTo>
                <a:lnTo>
                  <a:pt x="33163" y="14391"/>
                </a:lnTo>
                <a:lnTo>
                  <a:pt x="31052" y="13133"/>
                </a:lnTo>
                <a:lnTo>
                  <a:pt x="30782" y="13093"/>
                </a:lnTo>
                <a:close/>
              </a:path>
              <a:path w="43814" h="34925">
                <a:moveTo>
                  <a:pt x="31539" y="16590"/>
                </a:moveTo>
                <a:lnTo>
                  <a:pt x="30586" y="16590"/>
                </a:lnTo>
                <a:lnTo>
                  <a:pt x="31546" y="16622"/>
                </a:lnTo>
                <a:close/>
              </a:path>
              <a:path w="43814" h="34925">
                <a:moveTo>
                  <a:pt x="30412" y="12200"/>
                </a:moveTo>
                <a:lnTo>
                  <a:pt x="24729" y="12200"/>
                </a:lnTo>
                <a:lnTo>
                  <a:pt x="30782" y="13093"/>
                </a:lnTo>
                <a:lnTo>
                  <a:pt x="30655" y="12506"/>
                </a:lnTo>
                <a:lnTo>
                  <a:pt x="30412" y="12200"/>
                </a:lnTo>
                <a:close/>
              </a:path>
              <a:path w="43814" h="34925">
                <a:moveTo>
                  <a:pt x="18901" y="5525"/>
                </a:moveTo>
                <a:lnTo>
                  <a:pt x="21314" y="7230"/>
                </a:lnTo>
                <a:lnTo>
                  <a:pt x="20256" y="6171"/>
                </a:lnTo>
                <a:lnTo>
                  <a:pt x="18901" y="5525"/>
                </a:lnTo>
                <a:close/>
              </a:path>
              <a:path w="43814" h="34925">
                <a:moveTo>
                  <a:pt x="20256" y="6171"/>
                </a:moveTo>
                <a:lnTo>
                  <a:pt x="21314" y="7230"/>
                </a:lnTo>
                <a:lnTo>
                  <a:pt x="22480" y="7230"/>
                </a:lnTo>
                <a:lnTo>
                  <a:pt x="20256" y="6171"/>
                </a:lnTo>
                <a:close/>
              </a:path>
              <a:path w="43814" h="34925">
                <a:moveTo>
                  <a:pt x="19540" y="5525"/>
                </a:moveTo>
                <a:lnTo>
                  <a:pt x="18901" y="5525"/>
                </a:lnTo>
                <a:lnTo>
                  <a:pt x="20256" y="6171"/>
                </a:lnTo>
                <a:lnTo>
                  <a:pt x="19540" y="55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39416" y="3064363"/>
            <a:ext cx="150552" cy="15182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85341" y="3020561"/>
            <a:ext cx="98014" cy="148301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37549" y="3122794"/>
            <a:ext cx="45147" cy="128729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5002428" y="2987506"/>
            <a:ext cx="22860" cy="30480"/>
          </a:xfrm>
          <a:custGeom>
            <a:avLst/>
            <a:gdLst/>
            <a:ahLst/>
            <a:cxnLst/>
            <a:rect l="l" t="t" r="r" b="b"/>
            <a:pathLst>
              <a:path w="22860" h="30480">
                <a:moveTo>
                  <a:pt x="18252" y="27706"/>
                </a:moveTo>
                <a:lnTo>
                  <a:pt x="7287" y="27706"/>
                </a:lnTo>
                <a:lnTo>
                  <a:pt x="12305" y="29988"/>
                </a:lnTo>
                <a:lnTo>
                  <a:pt x="18223" y="27769"/>
                </a:lnTo>
                <a:close/>
              </a:path>
              <a:path w="22860" h="30480">
                <a:moveTo>
                  <a:pt x="397" y="15888"/>
                </a:moveTo>
                <a:lnTo>
                  <a:pt x="139" y="19960"/>
                </a:lnTo>
                <a:lnTo>
                  <a:pt x="86" y="21762"/>
                </a:lnTo>
                <a:lnTo>
                  <a:pt x="2288" y="25434"/>
                </a:lnTo>
                <a:lnTo>
                  <a:pt x="7287" y="27707"/>
                </a:lnTo>
                <a:lnTo>
                  <a:pt x="18252" y="27706"/>
                </a:lnTo>
                <a:lnTo>
                  <a:pt x="20726" y="22265"/>
                </a:lnTo>
                <a:lnTo>
                  <a:pt x="20932" y="21671"/>
                </a:lnTo>
                <a:lnTo>
                  <a:pt x="21399" y="19961"/>
                </a:lnTo>
                <a:lnTo>
                  <a:pt x="4469" y="19960"/>
                </a:lnTo>
                <a:lnTo>
                  <a:pt x="397" y="15888"/>
                </a:lnTo>
                <a:close/>
              </a:path>
              <a:path w="22860" h="30480">
                <a:moveTo>
                  <a:pt x="5238" y="8229"/>
                </a:moveTo>
                <a:lnTo>
                  <a:pt x="624" y="12294"/>
                </a:lnTo>
                <a:lnTo>
                  <a:pt x="502" y="15994"/>
                </a:lnTo>
                <a:lnTo>
                  <a:pt x="4469" y="19960"/>
                </a:lnTo>
                <a:lnTo>
                  <a:pt x="9978" y="19961"/>
                </a:lnTo>
                <a:lnTo>
                  <a:pt x="11418" y="19961"/>
                </a:lnTo>
                <a:lnTo>
                  <a:pt x="6973" y="16567"/>
                </a:lnTo>
                <a:lnTo>
                  <a:pt x="2870" y="16567"/>
                </a:lnTo>
                <a:lnTo>
                  <a:pt x="2713" y="15994"/>
                </a:lnTo>
                <a:lnTo>
                  <a:pt x="1789" y="15994"/>
                </a:lnTo>
                <a:lnTo>
                  <a:pt x="2153" y="14660"/>
                </a:lnTo>
                <a:lnTo>
                  <a:pt x="2153" y="13940"/>
                </a:lnTo>
                <a:lnTo>
                  <a:pt x="1789" y="12607"/>
                </a:lnTo>
                <a:lnTo>
                  <a:pt x="2713" y="12607"/>
                </a:lnTo>
                <a:lnTo>
                  <a:pt x="2870" y="12034"/>
                </a:lnTo>
                <a:lnTo>
                  <a:pt x="7329" y="12034"/>
                </a:lnTo>
                <a:lnTo>
                  <a:pt x="12049" y="8660"/>
                </a:lnTo>
                <a:lnTo>
                  <a:pt x="5238" y="8229"/>
                </a:lnTo>
                <a:close/>
              </a:path>
              <a:path w="22860" h="30480">
                <a:moveTo>
                  <a:pt x="21287" y="8229"/>
                </a:moveTo>
                <a:lnTo>
                  <a:pt x="5238" y="8229"/>
                </a:lnTo>
                <a:lnTo>
                  <a:pt x="12049" y="8660"/>
                </a:lnTo>
                <a:lnTo>
                  <a:pt x="4080" y="14356"/>
                </a:lnTo>
                <a:lnTo>
                  <a:pt x="11418" y="19961"/>
                </a:lnTo>
                <a:lnTo>
                  <a:pt x="21399" y="19960"/>
                </a:lnTo>
                <a:lnTo>
                  <a:pt x="22128" y="17287"/>
                </a:lnTo>
                <a:lnTo>
                  <a:pt x="22389" y="15339"/>
                </a:lnTo>
                <a:lnTo>
                  <a:pt x="22301" y="12607"/>
                </a:lnTo>
                <a:lnTo>
                  <a:pt x="22128" y="11314"/>
                </a:lnTo>
                <a:lnTo>
                  <a:pt x="21287" y="8229"/>
                </a:lnTo>
                <a:close/>
              </a:path>
              <a:path w="22860" h="30480">
                <a:moveTo>
                  <a:pt x="2705" y="15339"/>
                </a:moveTo>
                <a:lnTo>
                  <a:pt x="2685" y="15888"/>
                </a:lnTo>
                <a:lnTo>
                  <a:pt x="2870" y="16567"/>
                </a:lnTo>
                <a:lnTo>
                  <a:pt x="2705" y="15339"/>
                </a:lnTo>
                <a:close/>
              </a:path>
              <a:path w="22860" h="30480">
                <a:moveTo>
                  <a:pt x="4080" y="14356"/>
                </a:moveTo>
                <a:lnTo>
                  <a:pt x="2705" y="15339"/>
                </a:lnTo>
                <a:lnTo>
                  <a:pt x="2870" y="16567"/>
                </a:lnTo>
                <a:lnTo>
                  <a:pt x="6973" y="16567"/>
                </a:lnTo>
                <a:lnTo>
                  <a:pt x="4080" y="14356"/>
                </a:lnTo>
                <a:close/>
              </a:path>
              <a:path w="22860" h="30480">
                <a:moveTo>
                  <a:pt x="2251" y="14300"/>
                </a:moveTo>
                <a:lnTo>
                  <a:pt x="1789" y="15994"/>
                </a:lnTo>
                <a:lnTo>
                  <a:pt x="2489" y="15494"/>
                </a:lnTo>
                <a:lnTo>
                  <a:pt x="2535" y="15339"/>
                </a:lnTo>
                <a:lnTo>
                  <a:pt x="2251" y="14300"/>
                </a:lnTo>
                <a:close/>
              </a:path>
              <a:path w="22860" h="30480">
                <a:moveTo>
                  <a:pt x="2562" y="15441"/>
                </a:moveTo>
                <a:lnTo>
                  <a:pt x="1789" y="15994"/>
                </a:lnTo>
                <a:lnTo>
                  <a:pt x="2713" y="15994"/>
                </a:lnTo>
                <a:lnTo>
                  <a:pt x="2562" y="15441"/>
                </a:lnTo>
                <a:close/>
              </a:path>
              <a:path w="22860" h="30480">
                <a:moveTo>
                  <a:pt x="15919" y="0"/>
                </a:moveTo>
                <a:lnTo>
                  <a:pt x="4466" y="2"/>
                </a:lnTo>
                <a:lnTo>
                  <a:pt x="0" y="4471"/>
                </a:lnTo>
                <a:lnTo>
                  <a:pt x="2" y="15494"/>
                </a:lnTo>
                <a:lnTo>
                  <a:pt x="397" y="15888"/>
                </a:lnTo>
                <a:lnTo>
                  <a:pt x="624" y="12294"/>
                </a:lnTo>
                <a:lnTo>
                  <a:pt x="5238" y="8229"/>
                </a:lnTo>
                <a:lnTo>
                  <a:pt x="21287" y="8229"/>
                </a:lnTo>
                <a:lnTo>
                  <a:pt x="19864" y="3012"/>
                </a:lnTo>
                <a:lnTo>
                  <a:pt x="15919" y="0"/>
                </a:lnTo>
                <a:close/>
              </a:path>
              <a:path w="22860" h="30480">
                <a:moveTo>
                  <a:pt x="2554" y="13191"/>
                </a:moveTo>
                <a:lnTo>
                  <a:pt x="2349" y="13940"/>
                </a:lnTo>
                <a:lnTo>
                  <a:pt x="2349" y="14660"/>
                </a:lnTo>
                <a:lnTo>
                  <a:pt x="2562" y="15441"/>
                </a:lnTo>
                <a:lnTo>
                  <a:pt x="2518" y="14660"/>
                </a:lnTo>
                <a:lnTo>
                  <a:pt x="2700" y="13302"/>
                </a:lnTo>
                <a:lnTo>
                  <a:pt x="2554" y="13191"/>
                </a:lnTo>
                <a:close/>
              </a:path>
              <a:path w="22860" h="30480">
                <a:moveTo>
                  <a:pt x="2700" y="13302"/>
                </a:moveTo>
                <a:lnTo>
                  <a:pt x="2614" y="14660"/>
                </a:lnTo>
                <a:lnTo>
                  <a:pt x="2705" y="15339"/>
                </a:lnTo>
                <a:lnTo>
                  <a:pt x="4080" y="14356"/>
                </a:lnTo>
                <a:lnTo>
                  <a:pt x="2700" y="13302"/>
                </a:lnTo>
                <a:close/>
              </a:path>
              <a:path w="22860" h="30480">
                <a:moveTo>
                  <a:pt x="2566" y="14300"/>
                </a:moveTo>
                <a:lnTo>
                  <a:pt x="2518" y="14660"/>
                </a:lnTo>
                <a:lnTo>
                  <a:pt x="2566" y="14300"/>
                </a:lnTo>
                <a:close/>
              </a:path>
              <a:path w="22860" h="30480">
                <a:moveTo>
                  <a:pt x="7329" y="12034"/>
                </a:moveTo>
                <a:lnTo>
                  <a:pt x="2870" y="12034"/>
                </a:lnTo>
                <a:lnTo>
                  <a:pt x="2700" y="13302"/>
                </a:lnTo>
                <a:lnTo>
                  <a:pt x="4080" y="14356"/>
                </a:lnTo>
                <a:lnTo>
                  <a:pt x="7329" y="12034"/>
                </a:lnTo>
                <a:close/>
              </a:path>
              <a:path w="22860" h="30480">
                <a:moveTo>
                  <a:pt x="1789" y="12607"/>
                </a:moveTo>
                <a:lnTo>
                  <a:pt x="2251" y="14300"/>
                </a:lnTo>
                <a:lnTo>
                  <a:pt x="2554" y="13191"/>
                </a:lnTo>
                <a:lnTo>
                  <a:pt x="1789" y="12607"/>
                </a:lnTo>
                <a:close/>
              </a:path>
              <a:path w="22860" h="30480">
                <a:moveTo>
                  <a:pt x="2614" y="13940"/>
                </a:moveTo>
                <a:lnTo>
                  <a:pt x="2566" y="14300"/>
                </a:lnTo>
                <a:lnTo>
                  <a:pt x="2614" y="13940"/>
                </a:lnTo>
                <a:close/>
              </a:path>
              <a:path w="22860" h="30480">
                <a:moveTo>
                  <a:pt x="2870" y="12034"/>
                </a:moveTo>
                <a:lnTo>
                  <a:pt x="2554" y="13191"/>
                </a:lnTo>
                <a:lnTo>
                  <a:pt x="2700" y="13302"/>
                </a:lnTo>
                <a:lnTo>
                  <a:pt x="2870" y="12034"/>
                </a:lnTo>
                <a:close/>
              </a:path>
              <a:path w="22860" h="30480">
                <a:moveTo>
                  <a:pt x="2713" y="12607"/>
                </a:moveTo>
                <a:lnTo>
                  <a:pt x="1789" y="12607"/>
                </a:lnTo>
                <a:lnTo>
                  <a:pt x="2554" y="13191"/>
                </a:lnTo>
                <a:lnTo>
                  <a:pt x="2713" y="126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46955" y="3114530"/>
            <a:ext cx="119820" cy="153967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5234693" y="3130967"/>
            <a:ext cx="1177925" cy="368935"/>
            <a:chOff x="5234693" y="3130967"/>
            <a:chExt cx="1177925" cy="368935"/>
          </a:xfrm>
        </p:grpSpPr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11983" y="3131282"/>
              <a:ext cx="1100357" cy="368503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34693" y="3130967"/>
              <a:ext cx="116453" cy="79014"/>
            </a:xfrm>
            <a:prstGeom prst="rect">
              <a:avLst/>
            </a:prstGeom>
          </p:spPr>
        </p:pic>
      </p:grpSp>
      <p:pic>
        <p:nvPicPr>
          <p:cNvPr id="20" name="object 2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643319" y="2928773"/>
            <a:ext cx="172083" cy="244081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896147" y="3011923"/>
            <a:ext cx="79383" cy="17217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389388" y="2953061"/>
            <a:ext cx="441210" cy="22262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127731" y="2962481"/>
            <a:ext cx="234358" cy="152923"/>
          </a:xfrm>
          <a:prstGeom prst="rect">
            <a:avLst/>
          </a:prstGeom>
        </p:spPr>
      </p:pic>
      <p:sp>
        <p:nvSpPr>
          <p:cNvPr id="24" name="object 24" descr=""/>
          <p:cNvSpPr/>
          <p:nvPr/>
        </p:nvSpPr>
        <p:spPr>
          <a:xfrm>
            <a:off x="9252568" y="2801185"/>
            <a:ext cx="21590" cy="45720"/>
          </a:xfrm>
          <a:custGeom>
            <a:avLst/>
            <a:gdLst/>
            <a:ahLst/>
            <a:cxnLst/>
            <a:rect l="l" t="t" r="r" b="b"/>
            <a:pathLst>
              <a:path w="21590" h="45719">
                <a:moveTo>
                  <a:pt x="3815" y="27678"/>
                </a:moveTo>
                <a:lnTo>
                  <a:pt x="3115" y="28618"/>
                </a:lnTo>
                <a:lnTo>
                  <a:pt x="0" y="36803"/>
                </a:lnTo>
                <a:lnTo>
                  <a:pt x="2288" y="41909"/>
                </a:lnTo>
                <a:lnTo>
                  <a:pt x="11304" y="45345"/>
                </a:lnTo>
                <a:lnTo>
                  <a:pt x="16302" y="43202"/>
                </a:lnTo>
                <a:lnTo>
                  <a:pt x="18825" y="37190"/>
                </a:lnTo>
                <a:lnTo>
                  <a:pt x="18512" y="37190"/>
                </a:lnTo>
                <a:lnTo>
                  <a:pt x="19648" y="35232"/>
                </a:lnTo>
                <a:lnTo>
                  <a:pt x="20010" y="35232"/>
                </a:lnTo>
                <a:lnTo>
                  <a:pt x="20593" y="34470"/>
                </a:lnTo>
                <a:lnTo>
                  <a:pt x="21222" y="32612"/>
                </a:lnTo>
                <a:lnTo>
                  <a:pt x="21222" y="30700"/>
                </a:lnTo>
                <a:lnTo>
                  <a:pt x="3815" y="30700"/>
                </a:lnTo>
                <a:lnTo>
                  <a:pt x="3815" y="27678"/>
                </a:lnTo>
                <a:close/>
              </a:path>
              <a:path w="21590" h="45719">
                <a:moveTo>
                  <a:pt x="19648" y="35232"/>
                </a:moveTo>
                <a:lnTo>
                  <a:pt x="18512" y="37190"/>
                </a:lnTo>
                <a:lnTo>
                  <a:pt x="19206" y="36283"/>
                </a:lnTo>
                <a:lnTo>
                  <a:pt x="19648" y="35232"/>
                </a:lnTo>
                <a:close/>
              </a:path>
              <a:path w="21590" h="45719">
                <a:moveTo>
                  <a:pt x="19206" y="36283"/>
                </a:moveTo>
                <a:lnTo>
                  <a:pt x="18512" y="37190"/>
                </a:lnTo>
                <a:lnTo>
                  <a:pt x="18825" y="37190"/>
                </a:lnTo>
                <a:lnTo>
                  <a:pt x="19206" y="36283"/>
                </a:lnTo>
                <a:close/>
              </a:path>
              <a:path w="21590" h="45719">
                <a:moveTo>
                  <a:pt x="20010" y="35232"/>
                </a:moveTo>
                <a:lnTo>
                  <a:pt x="19648" y="35232"/>
                </a:lnTo>
                <a:lnTo>
                  <a:pt x="19206" y="36283"/>
                </a:lnTo>
                <a:lnTo>
                  <a:pt x="20010" y="35232"/>
                </a:lnTo>
                <a:close/>
              </a:path>
              <a:path w="21590" h="45719">
                <a:moveTo>
                  <a:pt x="7232" y="23788"/>
                </a:moveTo>
                <a:lnTo>
                  <a:pt x="6028" y="24707"/>
                </a:lnTo>
                <a:lnTo>
                  <a:pt x="3815" y="27678"/>
                </a:lnTo>
                <a:lnTo>
                  <a:pt x="3815" y="30700"/>
                </a:lnTo>
                <a:lnTo>
                  <a:pt x="7232" y="23788"/>
                </a:lnTo>
                <a:close/>
              </a:path>
              <a:path w="21590" h="45719">
                <a:moveTo>
                  <a:pt x="21221" y="23788"/>
                </a:moveTo>
                <a:lnTo>
                  <a:pt x="7232" y="23788"/>
                </a:lnTo>
                <a:lnTo>
                  <a:pt x="3815" y="30700"/>
                </a:lnTo>
                <a:lnTo>
                  <a:pt x="21222" y="30700"/>
                </a:lnTo>
                <a:lnTo>
                  <a:pt x="21221" y="23788"/>
                </a:lnTo>
                <a:close/>
              </a:path>
              <a:path w="21590" h="45719">
                <a:moveTo>
                  <a:pt x="3815" y="19450"/>
                </a:moveTo>
                <a:lnTo>
                  <a:pt x="3815" y="27678"/>
                </a:lnTo>
                <a:lnTo>
                  <a:pt x="6028" y="24707"/>
                </a:lnTo>
                <a:lnTo>
                  <a:pt x="7232" y="23788"/>
                </a:lnTo>
                <a:lnTo>
                  <a:pt x="21221" y="23788"/>
                </a:lnTo>
                <a:lnTo>
                  <a:pt x="21221" y="20419"/>
                </a:lnTo>
                <a:lnTo>
                  <a:pt x="4038" y="20419"/>
                </a:lnTo>
                <a:lnTo>
                  <a:pt x="3815" y="19450"/>
                </a:lnTo>
                <a:close/>
              </a:path>
              <a:path w="21590" h="45719">
                <a:moveTo>
                  <a:pt x="3815" y="18461"/>
                </a:moveTo>
                <a:lnTo>
                  <a:pt x="3815" y="19450"/>
                </a:lnTo>
                <a:lnTo>
                  <a:pt x="4038" y="20419"/>
                </a:lnTo>
                <a:lnTo>
                  <a:pt x="3815" y="18461"/>
                </a:lnTo>
                <a:close/>
              </a:path>
              <a:path w="21590" h="45719">
                <a:moveTo>
                  <a:pt x="21221" y="18461"/>
                </a:moveTo>
                <a:lnTo>
                  <a:pt x="3815" y="18461"/>
                </a:lnTo>
                <a:lnTo>
                  <a:pt x="4038" y="20419"/>
                </a:lnTo>
                <a:lnTo>
                  <a:pt x="21221" y="20419"/>
                </a:lnTo>
                <a:lnTo>
                  <a:pt x="21221" y="18461"/>
                </a:lnTo>
                <a:close/>
              </a:path>
              <a:path w="21590" h="45719">
                <a:moveTo>
                  <a:pt x="20822" y="15739"/>
                </a:moveTo>
                <a:lnTo>
                  <a:pt x="2959" y="15739"/>
                </a:lnTo>
                <a:lnTo>
                  <a:pt x="3260" y="16756"/>
                </a:lnTo>
                <a:lnTo>
                  <a:pt x="3815" y="19450"/>
                </a:lnTo>
                <a:lnTo>
                  <a:pt x="3815" y="18461"/>
                </a:lnTo>
                <a:lnTo>
                  <a:pt x="21221" y="18461"/>
                </a:lnTo>
                <a:lnTo>
                  <a:pt x="21028" y="16756"/>
                </a:lnTo>
                <a:lnTo>
                  <a:pt x="20942" y="16257"/>
                </a:lnTo>
                <a:lnTo>
                  <a:pt x="20822" y="15739"/>
                </a:lnTo>
                <a:close/>
              </a:path>
              <a:path w="21590" h="45719">
                <a:moveTo>
                  <a:pt x="3078" y="16257"/>
                </a:moveTo>
                <a:lnTo>
                  <a:pt x="3193" y="16756"/>
                </a:lnTo>
                <a:lnTo>
                  <a:pt x="3078" y="16257"/>
                </a:lnTo>
                <a:close/>
              </a:path>
              <a:path w="21590" h="45719">
                <a:moveTo>
                  <a:pt x="2959" y="15739"/>
                </a:moveTo>
                <a:lnTo>
                  <a:pt x="3078" y="16257"/>
                </a:lnTo>
                <a:lnTo>
                  <a:pt x="3260" y="16756"/>
                </a:lnTo>
                <a:lnTo>
                  <a:pt x="2959" y="15739"/>
                </a:lnTo>
                <a:close/>
              </a:path>
              <a:path w="21590" h="45719">
                <a:moveTo>
                  <a:pt x="11541" y="0"/>
                </a:moveTo>
                <a:lnTo>
                  <a:pt x="2506" y="3285"/>
                </a:lnTo>
                <a:lnTo>
                  <a:pt x="176" y="8279"/>
                </a:lnTo>
                <a:lnTo>
                  <a:pt x="3078" y="16257"/>
                </a:lnTo>
                <a:lnTo>
                  <a:pt x="2959" y="15739"/>
                </a:lnTo>
                <a:lnTo>
                  <a:pt x="20822" y="15739"/>
                </a:lnTo>
                <a:lnTo>
                  <a:pt x="19919" y="11824"/>
                </a:lnTo>
                <a:lnTo>
                  <a:pt x="19618" y="10807"/>
                </a:lnTo>
                <a:lnTo>
                  <a:pt x="16535" y="2330"/>
                </a:lnTo>
                <a:lnTo>
                  <a:pt x="115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489643" y="2995230"/>
            <a:ext cx="41110" cy="104682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9581049" y="2834948"/>
            <a:ext cx="34925" cy="64135"/>
          </a:xfrm>
          <a:custGeom>
            <a:avLst/>
            <a:gdLst/>
            <a:ahLst/>
            <a:cxnLst/>
            <a:rect l="l" t="t" r="r" b="b"/>
            <a:pathLst>
              <a:path w="34925" h="64135">
                <a:moveTo>
                  <a:pt x="13926" y="31494"/>
                </a:moveTo>
                <a:lnTo>
                  <a:pt x="9933" y="37000"/>
                </a:lnTo>
                <a:lnTo>
                  <a:pt x="0" y="51104"/>
                </a:lnTo>
                <a:lnTo>
                  <a:pt x="1111" y="57499"/>
                </a:lnTo>
                <a:lnTo>
                  <a:pt x="10252" y="63935"/>
                </a:lnTo>
                <a:lnTo>
                  <a:pt x="16471" y="62967"/>
                </a:lnTo>
                <a:lnTo>
                  <a:pt x="19808" y="58569"/>
                </a:lnTo>
                <a:lnTo>
                  <a:pt x="27026" y="49032"/>
                </a:lnTo>
                <a:lnTo>
                  <a:pt x="33870" y="39302"/>
                </a:lnTo>
                <a:lnTo>
                  <a:pt x="34514" y="36685"/>
                </a:lnTo>
                <a:lnTo>
                  <a:pt x="34174" y="34102"/>
                </a:lnTo>
                <a:lnTo>
                  <a:pt x="13582" y="34102"/>
                </a:lnTo>
                <a:lnTo>
                  <a:pt x="13926" y="31494"/>
                </a:lnTo>
                <a:close/>
              </a:path>
              <a:path w="34925" h="64135">
                <a:moveTo>
                  <a:pt x="15472" y="29362"/>
                </a:moveTo>
                <a:lnTo>
                  <a:pt x="13926" y="31494"/>
                </a:lnTo>
                <a:lnTo>
                  <a:pt x="13582" y="34102"/>
                </a:lnTo>
                <a:lnTo>
                  <a:pt x="15472" y="29362"/>
                </a:lnTo>
                <a:close/>
              </a:path>
              <a:path w="34925" h="64135">
                <a:moveTo>
                  <a:pt x="33188" y="29362"/>
                </a:moveTo>
                <a:lnTo>
                  <a:pt x="15472" y="29362"/>
                </a:lnTo>
                <a:lnTo>
                  <a:pt x="13582" y="34102"/>
                </a:lnTo>
                <a:lnTo>
                  <a:pt x="34174" y="34102"/>
                </a:lnTo>
                <a:lnTo>
                  <a:pt x="33708" y="30563"/>
                </a:lnTo>
                <a:lnTo>
                  <a:pt x="33601" y="30156"/>
                </a:lnTo>
                <a:lnTo>
                  <a:pt x="33369" y="30156"/>
                </a:lnTo>
                <a:lnTo>
                  <a:pt x="33188" y="29362"/>
                </a:lnTo>
                <a:close/>
              </a:path>
              <a:path w="34925" h="64135">
                <a:moveTo>
                  <a:pt x="14466" y="28975"/>
                </a:moveTo>
                <a:lnTo>
                  <a:pt x="14048" y="30563"/>
                </a:lnTo>
                <a:lnTo>
                  <a:pt x="13926" y="31494"/>
                </a:lnTo>
                <a:lnTo>
                  <a:pt x="14896" y="30156"/>
                </a:lnTo>
                <a:lnTo>
                  <a:pt x="14389" y="30156"/>
                </a:lnTo>
                <a:lnTo>
                  <a:pt x="14466" y="28975"/>
                </a:lnTo>
                <a:close/>
              </a:path>
              <a:path w="34925" h="64135">
                <a:moveTo>
                  <a:pt x="15057" y="27224"/>
                </a:moveTo>
                <a:lnTo>
                  <a:pt x="14682" y="28153"/>
                </a:lnTo>
                <a:lnTo>
                  <a:pt x="14466" y="28975"/>
                </a:lnTo>
                <a:lnTo>
                  <a:pt x="14389" y="30156"/>
                </a:lnTo>
                <a:lnTo>
                  <a:pt x="15057" y="27224"/>
                </a:lnTo>
                <a:close/>
              </a:path>
              <a:path w="34925" h="64135">
                <a:moveTo>
                  <a:pt x="32699" y="27224"/>
                </a:moveTo>
                <a:lnTo>
                  <a:pt x="15057" y="27224"/>
                </a:lnTo>
                <a:lnTo>
                  <a:pt x="14389" y="30156"/>
                </a:lnTo>
                <a:lnTo>
                  <a:pt x="14896" y="30156"/>
                </a:lnTo>
                <a:lnTo>
                  <a:pt x="15472" y="29362"/>
                </a:lnTo>
                <a:lnTo>
                  <a:pt x="33188" y="29362"/>
                </a:lnTo>
                <a:lnTo>
                  <a:pt x="32699" y="27224"/>
                </a:lnTo>
                <a:close/>
              </a:path>
              <a:path w="34925" h="64135">
                <a:moveTo>
                  <a:pt x="32699" y="27224"/>
                </a:moveTo>
                <a:lnTo>
                  <a:pt x="33369" y="30156"/>
                </a:lnTo>
                <a:lnTo>
                  <a:pt x="33290" y="28975"/>
                </a:lnTo>
                <a:lnTo>
                  <a:pt x="33074" y="28153"/>
                </a:lnTo>
                <a:lnTo>
                  <a:pt x="32699" y="27224"/>
                </a:lnTo>
                <a:close/>
              </a:path>
              <a:path w="34925" h="64135">
                <a:moveTo>
                  <a:pt x="33292" y="28981"/>
                </a:moveTo>
                <a:lnTo>
                  <a:pt x="33369" y="30156"/>
                </a:lnTo>
                <a:lnTo>
                  <a:pt x="33601" y="30156"/>
                </a:lnTo>
                <a:lnTo>
                  <a:pt x="33292" y="28981"/>
                </a:lnTo>
                <a:close/>
              </a:path>
              <a:path w="34925" h="64135">
                <a:moveTo>
                  <a:pt x="33177" y="27224"/>
                </a:moveTo>
                <a:lnTo>
                  <a:pt x="32699" y="27224"/>
                </a:lnTo>
                <a:lnTo>
                  <a:pt x="33074" y="28153"/>
                </a:lnTo>
                <a:lnTo>
                  <a:pt x="33292" y="28981"/>
                </a:lnTo>
                <a:lnTo>
                  <a:pt x="33177" y="27224"/>
                </a:lnTo>
                <a:close/>
              </a:path>
              <a:path w="34925" h="64135">
                <a:moveTo>
                  <a:pt x="32938" y="23578"/>
                </a:moveTo>
                <a:lnTo>
                  <a:pt x="14819" y="23578"/>
                </a:lnTo>
                <a:lnTo>
                  <a:pt x="14466" y="28975"/>
                </a:lnTo>
                <a:lnTo>
                  <a:pt x="14682" y="28153"/>
                </a:lnTo>
                <a:lnTo>
                  <a:pt x="15057" y="27224"/>
                </a:lnTo>
                <a:lnTo>
                  <a:pt x="33177" y="27224"/>
                </a:lnTo>
                <a:lnTo>
                  <a:pt x="32938" y="23578"/>
                </a:lnTo>
                <a:close/>
              </a:path>
              <a:path w="34925" h="64135">
                <a:moveTo>
                  <a:pt x="14838" y="23278"/>
                </a:moveTo>
                <a:lnTo>
                  <a:pt x="14819" y="23578"/>
                </a:lnTo>
                <a:lnTo>
                  <a:pt x="14838" y="23278"/>
                </a:lnTo>
                <a:close/>
              </a:path>
              <a:path w="34925" h="64135">
                <a:moveTo>
                  <a:pt x="32899" y="22986"/>
                </a:moveTo>
                <a:lnTo>
                  <a:pt x="14857" y="22986"/>
                </a:lnTo>
                <a:lnTo>
                  <a:pt x="14838" y="23578"/>
                </a:lnTo>
                <a:lnTo>
                  <a:pt x="32918" y="23578"/>
                </a:lnTo>
                <a:lnTo>
                  <a:pt x="32899" y="22986"/>
                </a:lnTo>
                <a:close/>
              </a:path>
              <a:path w="34925" h="64135">
                <a:moveTo>
                  <a:pt x="32918" y="23277"/>
                </a:moveTo>
                <a:lnTo>
                  <a:pt x="32918" y="23578"/>
                </a:lnTo>
                <a:lnTo>
                  <a:pt x="32918" y="23277"/>
                </a:lnTo>
                <a:close/>
              </a:path>
              <a:path w="34925" h="64135">
                <a:moveTo>
                  <a:pt x="14838" y="20279"/>
                </a:moveTo>
                <a:lnTo>
                  <a:pt x="14838" y="23278"/>
                </a:lnTo>
                <a:lnTo>
                  <a:pt x="14857" y="22986"/>
                </a:lnTo>
                <a:lnTo>
                  <a:pt x="32918" y="22986"/>
                </a:lnTo>
                <a:lnTo>
                  <a:pt x="32918" y="21896"/>
                </a:lnTo>
                <a:lnTo>
                  <a:pt x="15485" y="21896"/>
                </a:lnTo>
                <a:lnTo>
                  <a:pt x="14838" y="20279"/>
                </a:lnTo>
                <a:close/>
              </a:path>
              <a:path w="34925" h="64135">
                <a:moveTo>
                  <a:pt x="32918" y="22986"/>
                </a:moveTo>
                <a:lnTo>
                  <a:pt x="32918" y="23277"/>
                </a:lnTo>
                <a:lnTo>
                  <a:pt x="32918" y="22986"/>
                </a:lnTo>
                <a:close/>
              </a:path>
              <a:path w="34925" h="64135">
                <a:moveTo>
                  <a:pt x="14838" y="18538"/>
                </a:moveTo>
                <a:lnTo>
                  <a:pt x="14838" y="20279"/>
                </a:lnTo>
                <a:lnTo>
                  <a:pt x="15485" y="21896"/>
                </a:lnTo>
                <a:lnTo>
                  <a:pt x="14838" y="18538"/>
                </a:lnTo>
                <a:close/>
              </a:path>
              <a:path w="34925" h="64135">
                <a:moveTo>
                  <a:pt x="32918" y="18538"/>
                </a:moveTo>
                <a:lnTo>
                  <a:pt x="14838" y="18538"/>
                </a:lnTo>
                <a:lnTo>
                  <a:pt x="15485" y="21896"/>
                </a:lnTo>
                <a:lnTo>
                  <a:pt x="32918" y="21896"/>
                </a:lnTo>
                <a:lnTo>
                  <a:pt x="32918" y="18538"/>
                </a:lnTo>
                <a:close/>
              </a:path>
              <a:path w="34925" h="64135">
                <a:moveTo>
                  <a:pt x="32871" y="18295"/>
                </a:moveTo>
                <a:lnTo>
                  <a:pt x="14044" y="18295"/>
                </a:lnTo>
                <a:lnTo>
                  <a:pt x="14231" y="18727"/>
                </a:lnTo>
                <a:lnTo>
                  <a:pt x="14838" y="20279"/>
                </a:lnTo>
                <a:lnTo>
                  <a:pt x="14838" y="18538"/>
                </a:lnTo>
                <a:lnTo>
                  <a:pt x="32918" y="18538"/>
                </a:lnTo>
                <a:lnTo>
                  <a:pt x="32871" y="18295"/>
                </a:lnTo>
                <a:close/>
              </a:path>
              <a:path w="34925" h="64135">
                <a:moveTo>
                  <a:pt x="14126" y="18500"/>
                </a:moveTo>
                <a:lnTo>
                  <a:pt x="14217" y="18727"/>
                </a:lnTo>
                <a:lnTo>
                  <a:pt x="14126" y="18500"/>
                </a:lnTo>
                <a:close/>
              </a:path>
              <a:path w="34925" h="64135">
                <a:moveTo>
                  <a:pt x="20988" y="0"/>
                </a:moveTo>
                <a:lnTo>
                  <a:pt x="11979" y="4217"/>
                </a:lnTo>
                <a:lnTo>
                  <a:pt x="10020" y="9537"/>
                </a:lnTo>
                <a:lnTo>
                  <a:pt x="12071" y="14047"/>
                </a:lnTo>
                <a:lnTo>
                  <a:pt x="14126" y="18500"/>
                </a:lnTo>
                <a:lnTo>
                  <a:pt x="14044" y="18295"/>
                </a:lnTo>
                <a:lnTo>
                  <a:pt x="32871" y="18295"/>
                </a:lnTo>
                <a:lnTo>
                  <a:pt x="32271" y="15181"/>
                </a:lnTo>
                <a:lnTo>
                  <a:pt x="30646" y="11150"/>
                </a:lnTo>
                <a:lnTo>
                  <a:pt x="28486" y="6470"/>
                </a:lnTo>
                <a:lnTo>
                  <a:pt x="26369" y="1949"/>
                </a:lnTo>
                <a:lnTo>
                  <a:pt x="2098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606728" y="2969525"/>
            <a:ext cx="64237" cy="164953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786532" y="2989497"/>
            <a:ext cx="133760" cy="1349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SYNTAX</a:t>
            </a:r>
            <a:r>
              <a:rPr dirty="0" spc="-200"/>
              <a:t> </a:t>
            </a:r>
            <a:r>
              <a:rPr dirty="0" spc="-10"/>
              <a:t>EXPLAINED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95779"/>
            <a:ext cx="10130155" cy="275082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latin typeface="Calibri"/>
                <a:cs typeface="Calibri"/>
              </a:rPr>
              <a:t>Statement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1</a:t>
            </a:r>
            <a:r>
              <a:rPr dirty="0" sz="2800" spc="-4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executed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(one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time)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before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execution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code </a:t>
            </a:r>
            <a:r>
              <a:rPr dirty="0" sz="2800" spc="-10">
                <a:latin typeface="Calibri"/>
                <a:cs typeface="Calibri"/>
              </a:rPr>
              <a:t>block.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b="1">
                <a:latin typeface="Calibri"/>
                <a:cs typeface="Calibri"/>
              </a:rPr>
              <a:t>Statement</a:t>
            </a:r>
            <a:r>
              <a:rPr dirty="0" sz="2800" spc="-4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2</a:t>
            </a:r>
            <a:r>
              <a:rPr dirty="0" sz="2800" spc="-35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defines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condition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executing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code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block.</a:t>
            </a:r>
            <a:endParaRPr sz="2800">
              <a:latin typeface="Calibri"/>
              <a:cs typeface="Calibri"/>
            </a:endParaRPr>
          </a:p>
          <a:p>
            <a:pPr marL="241300" marR="205740" indent="-228600">
              <a:lnSpc>
                <a:spcPts val="3000"/>
              </a:lnSpc>
              <a:spcBef>
                <a:spcPts val="11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latin typeface="Calibri"/>
                <a:cs typeface="Calibri"/>
              </a:rPr>
              <a:t>Statement</a:t>
            </a:r>
            <a:r>
              <a:rPr dirty="0" sz="2800" spc="-4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3</a:t>
            </a:r>
            <a:r>
              <a:rPr dirty="0" sz="2800" spc="-3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executed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(every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time)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after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code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block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been </a:t>
            </a:r>
            <a:r>
              <a:rPr dirty="0" sz="2800" spc="-10">
                <a:latin typeface="Calibri"/>
                <a:cs typeface="Calibri"/>
              </a:rPr>
              <a:t>executed.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80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6589" y="2250760"/>
            <a:ext cx="1339427" cy="1207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EXAMPLE: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38150" marR="3850640" indent="-425450">
              <a:lnSpc>
                <a:spcPct val="118600"/>
              </a:lnSpc>
              <a:spcBef>
                <a:spcPts val="100"/>
              </a:spcBef>
            </a:pPr>
            <a:r>
              <a:rPr dirty="0"/>
              <a:t>for</a:t>
            </a:r>
            <a:r>
              <a:rPr dirty="0" spc="-30"/>
              <a:t> </a:t>
            </a:r>
            <a:r>
              <a:rPr dirty="0"/>
              <a:t>(int</a:t>
            </a:r>
            <a:r>
              <a:rPr dirty="0" spc="-25"/>
              <a:t> </a:t>
            </a:r>
            <a:r>
              <a:rPr dirty="0"/>
              <a:t>i</a:t>
            </a:r>
            <a:r>
              <a:rPr dirty="0" spc="-25"/>
              <a:t> </a:t>
            </a:r>
            <a:r>
              <a:rPr dirty="0"/>
              <a:t>=</a:t>
            </a:r>
            <a:r>
              <a:rPr dirty="0" spc="-25"/>
              <a:t> </a:t>
            </a:r>
            <a:r>
              <a:rPr dirty="0"/>
              <a:t>0;</a:t>
            </a:r>
            <a:r>
              <a:rPr dirty="0" spc="-30"/>
              <a:t> </a:t>
            </a:r>
            <a:r>
              <a:rPr dirty="0"/>
              <a:t>i</a:t>
            </a:r>
            <a:r>
              <a:rPr dirty="0" spc="-25"/>
              <a:t> </a:t>
            </a:r>
            <a:r>
              <a:rPr dirty="0"/>
              <a:t>&lt;</a:t>
            </a:r>
            <a:r>
              <a:rPr dirty="0" spc="-25"/>
              <a:t> </a:t>
            </a:r>
            <a:r>
              <a:rPr dirty="0"/>
              <a:t>5;</a:t>
            </a:r>
            <a:r>
              <a:rPr dirty="0" spc="-25"/>
              <a:t> </a:t>
            </a:r>
            <a:r>
              <a:rPr dirty="0"/>
              <a:t>i++)</a:t>
            </a:r>
            <a:r>
              <a:rPr dirty="0" spc="-25"/>
              <a:t> </a:t>
            </a:r>
            <a:r>
              <a:rPr dirty="0" spc="-50"/>
              <a:t>{ </a:t>
            </a:r>
            <a:r>
              <a:rPr dirty="0" spc="-10"/>
              <a:t>System.out.println(i);</a:t>
            </a: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/>
              <a:t>}</a:t>
            </a: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>
                <a:latin typeface="Calibri"/>
                <a:cs typeface="Calibri"/>
              </a:rPr>
              <a:t>Statement</a:t>
            </a:r>
            <a:r>
              <a:rPr dirty="0" spc="-5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</a:t>
            </a:r>
            <a:r>
              <a:rPr dirty="0" spc="-3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sets</a:t>
            </a:r>
            <a:r>
              <a:rPr dirty="0" spc="-3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variable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before</a:t>
            </a:r>
            <a:r>
              <a:rPr dirty="0" spc="-5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loop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starts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(int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</a:t>
            </a:r>
            <a:r>
              <a:rPr dirty="0" spc="-5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 spc="-25">
                <a:latin typeface="Calibri"/>
                <a:cs typeface="Calibri"/>
              </a:rPr>
              <a:t>0).</a:t>
            </a:r>
          </a:p>
          <a:p>
            <a:pPr marL="241300" marR="5080" indent="-228600">
              <a:lnSpc>
                <a:spcPts val="300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Calibri"/>
                <a:cs typeface="Calibri"/>
              </a:rPr>
              <a:t>Statement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</a:t>
            </a:r>
            <a:r>
              <a:rPr dirty="0" spc="-2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defines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dirty="0" spc="-3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condition</a:t>
            </a:r>
            <a:r>
              <a:rPr dirty="0" spc="-2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loop</a:t>
            </a:r>
            <a:r>
              <a:rPr dirty="0" spc="-2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run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(i</a:t>
            </a:r>
            <a:r>
              <a:rPr dirty="0" spc="-3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must</a:t>
            </a:r>
            <a:r>
              <a:rPr dirty="0" spc="-2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dirty="0" spc="-35">
                <a:latin typeface="Calibri"/>
                <a:cs typeface="Calibri"/>
              </a:rPr>
              <a:t> </a:t>
            </a:r>
            <a:r>
              <a:rPr dirty="0" spc="-20">
                <a:latin typeface="Calibri"/>
                <a:cs typeface="Calibri"/>
              </a:rPr>
              <a:t>less </a:t>
            </a:r>
            <a:r>
              <a:rPr dirty="0">
                <a:latin typeface="Calibri"/>
                <a:cs typeface="Calibri"/>
              </a:rPr>
              <a:t>than</a:t>
            </a:r>
            <a:r>
              <a:rPr dirty="0" spc="-2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5).</a:t>
            </a:r>
            <a:r>
              <a:rPr dirty="0" spc="-1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If</a:t>
            </a:r>
            <a:r>
              <a:rPr dirty="0" spc="-2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condition</a:t>
            </a:r>
            <a:r>
              <a:rPr dirty="0" spc="-1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dirty="0" spc="-2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true,</a:t>
            </a:r>
            <a:r>
              <a:rPr dirty="0" spc="-1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loop</a:t>
            </a:r>
            <a:r>
              <a:rPr dirty="0" spc="-1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will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start</a:t>
            </a:r>
            <a:r>
              <a:rPr dirty="0" spc="-2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over</a:t>
            </a:r>
            <a:r>
              <a:rPr dirty="0" spc="-2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again,</a:t>
            </a:r>
            <a:r>
              <a:rPr dirty="0" spc="-1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if</a:t>
            </a:r>
            <a:r>
              <a:rPr dirty="0" spc="-2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</a:t>
            </a:r>
            <a:r>
              <a:rPr dirty="0" spc="-20">
                <a:latin typeface="Calibri"/>
                <a:cs typeface="Calibri"/>
              </a:rPr>
              <a:t> </a:t>
            </a:r>
            <a:r>
              <a:rPr dirty="0" spc="-25">
                <a:latin typeface="Calibri"/>
                <a:cs typeface="Calibri"/>
              </a:rPr>
              <a:t>is </a:t>
            </a:r>
            <a:r>
              <a:rPr dirty="0">
                <a:latin typeface="Calibri"/>
                <a:cs typeface="Calibri"/>
              </a:rPr>
              <a:t>false,</a:t>
            </a:r>
            <a:r>
              <a:rPr dirty="0" spc="-2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loop</a:t>
            </a:r>
            <a:r>
              <a:rPr dirty="0" spc="-2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will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 spc="-20">
                <a:latin typeface="Calibri"/>
                <a:cs typeface="Calibri"/>
              </a:rPr>
              <a:t>end.</a:t>
            </a:r>
          </a:p>
          <a:p>
            <a:pPr marL="241300" marR="163195" indent="-228600">
              <a:lnSpc>
                <a:spcPts val="3000"/>
              </a:lnSpc>
              <a:spcBef>
                <a:spcPts val="10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Calibri"/>
                <a:cs typeface="Calibri"/>
              </a:rPr>
              <a:t>Statement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dirty="0" spc="-2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increases</a:t>
            </a:r>
            <a:r>
              <a:rPr dirty="0" spc="-2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value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(i++)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each</a:t>
            </a:r>
            <a:r>
              <a:rPr dirty="0" spc="-2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time</a:t>
            </a:r>
            <a:r>
              <a:rPr dirty="0" spc="-3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code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block</a:t>
            </a:r>
            <a:r>
              <a:rPr dirty="0" spc="-2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dirty="0" spc="-20">
                <a:latin typeface="Calibri"/>
                <a:cs typeface="Calibri"/>
              </a:rPr>
              <a:t> </a:t>
            </a:r>
            <a:r>
              <a:rPr dirty="0" spc="-25">
                <a:latin typeface="Calibri"/>
                <a:cs typeface="Calibri"/>
              </a:rPr>
              <a:t>the </a:t>
            </a:r>
            <a:r>
              <a:rPr dirty="0">
                <a:latin typeface="Calibri"/>
                <a:cs typeface="Calibri"/>
              </a:rPr>
              <a:t>loop</a:t>
            </a:r>
            <a:r>
              <a:rPr dirty="0" spc="-1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dirty="0" spc="-1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been</a:t>
            </a:r>
            <a:r>
              <a:rPr dirty="0" spc="-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executed.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826" y="3792082"/>
            <a:ext cx="830384" cy="5306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7431" y="1302813"/>
            <a:ext cx="507565" cy="47725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2155" y="1166737"/>
            <a:ext cx="855441" cy="25766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00542" y="1177104"/>
            <a:ext cx="795978" cy="361802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7593332" y="1125912"/>
            <a:ext cx="24130" cy="36195"/>
          </a:xfrm>
          <a:custGeom>
            <a:avLst/>
            <a:gdLst/>
            <a:ahLst/>
            <a:cxnLst/>
            <a:rect l="l" t="t" r="r" b="b"/>
            <a:pathLst>
              <a:path w="24129" h="36194">
                <a:moveTo>
                  <a:pt x="3270" y="15736"/>
                </a:moveTo>
                <a:lnTo>
                  <a:pt x="0" y="28432"/>
                </a:lnTo>
                <a:lnTo>
                  <a:pt x="2914" y="33359"/>
                </a:lnTo>
                <a:lnTo>
                  <a:pt x="12586" y="35839"/>
                </a:lnTo>
                <a:lnTo>
                  <a:pt x="17513" y="32924"/>
                </a:lnTo>
                <a:lnTo>
                  <a:pt x="18780" y="27981"/>
                </a:lnTo>
                <a:lnTo>
                  <a:pt x="20441" y="21116"/>
                </a:lnTo>
                <a:lnTo>
                  <a:pt x="20234" y="21116"/>
                </a:lnTo>
                <a:lnTo>
                  <a:pt x="20874" y="19325"/>
                </a:lnTo>
                <a:lnTo>
                  <a:pt x="21099" y="19325"/>
                </a:lnTo>
                <a:lnTo>
                  <a:pt x="21850" y="17768"/>
                </a:lnTo>
                <a:lnTo>
                  <a:pt x="11879" y="17768"/>
                </a:lnTo>
                <a:lnTo>
                  <a:pt x="5091" y="17557"/>
                </a:lnTo>
                <a:lnTo>
                  <a:pt x="3270" y="15736"/>
                </a:lnTo>
                <a:close/>
              </a:path>
              <a:path w="24129" h="36194">
                <a:moveTo>
                  <a:pt x="20874" y="19325"/>
                </a:moveTo>
                <a:lnTo>
                  <a:pt x="20234" y="21116"/>
                </a:lnTo>
                <a:lnTo>
                  <a:pt x="20649" y="20257"/>
                </a:lnTo>
                <a:lnTo>
                  <a:pt x="20874" y="19325"/>
                </a:lnTo>
                <a:close/>
              </a:path>
              <a:path w="24129" h="36194">
                <a:moveTo>
                  <a:pt x="20649" y="20257"/>
                </a:moveTo>
                <a:lnTo>
                  <a:pt x="20234" y="21116"/>
                </a:lnTo>
                <a:lnTo>
                  <a:pt x="20441" y="21116"/>
                </a:lnTo>
                <a:lnTo>
                  <a:pt x="20649" y="20257"/>
                </a:lnTo>
                <a:close/>
              </a:path>
              <a:path w="24129" h="36194">
                <a:moveTo>
                  <a:pt x="21099" y="19325"/>
                </a:moveTo>
                <a:lnTo>
                  <a:pt x="20874" y="19325"/>
                </a:lnTo>
                <a:lnTo>
                  <a:pt x="20649" y="20257"/>
                </a:lnTo>
                <a:lnTo>
                  <a:pt x="21099" y="19325"/>
                </a:lnTo>
                <a:close/>
              </a:path>
              <a:path w="24129" h="36194">
                <a:moveTo>
                  <a:pt x="6405" y="8802"/>
                </a:moveTo>
                <a:lnTo>
                  <a:pt x="4185" y="13091"/>
                </a:lnTo>
                <a:lnTo>
                  <a:pt x="3467" y="14973"/>
                </a:lnTo>
                <a:lnTo>
                  <a:pt x="3270" y="15736"/>
                </a:lnTo>
                <a:lnTo>
                  <a:pt x="5091" y="17557"/>
                </a:lnTo>
                <a:lnTo>
                  <a:pt x="11879" y="17768"/>
                </a:lnTo>
                <a:lnTo>
                  <a:pt x="10717" y="17042"/>
                </a:lnTo>
                <a:lnTo>
                  <a:pt x="6433" y="17042"/>
                </a:lnTo>
                <a:lnTo>
                  <a:pt x="4333" y="13051"/>
                </a:lnTo>
                <a:lnTo>
                  <a:pt x="6420" y="13051"/>
                </a:lnTo>
                <a:lnTo>
                  <a:pt x="6405" y="8802"/>
                </a:lnTo>
                <a:close/>
              </a:path>
              <a:path w="24129" h="36194">
                <a:moveTo>
                  <a:pt x="22229" y="8802"/>
                </a:moveTo>
                <a:lnTo>
                  <a:pt x="6405" y="8802"/>
                </a:lnTo>
                <a:lnTo>
                  <a:pt x="6424" y="14359"/>
                </a:lnTo>
                <a:lnTo>
                  <a:pt x="11879" y="17768"/>
                </a:lnTo>
                <a:lnTo>
                  <a:pt x="21850" y="17768"/>
                </a:lnTo>
                <a:lnTo>
                  <a:pt x="23496" y="14359"/>
                </a:lnTo>
                <a:lnTo>
                  <a:pt x="23502" y="11055"/>
                </a:lnTo>
                <a:lnTo>
                  <a:pt x="22229" y="8802"/>
                </a:lnTo>
                <a:close/>
              </a:path>
              <a:path w="24129" h="36194">
                <a:moveTo>
                  <a:pt x="4333" y="13051"/>
                </a:moveTo>
                <a:lnTo>
                  <a:pt x="6433" y="17042"/>
                </a:lnTo>
                <a:lnTo>
                  <a:pt x="6424" y="14359"/>
                </a:lnTo>
                <a:lnTo>
                  <a:pt x="4333" y="13051"/>
                </a:lnTo>
                <a:close/>
              </a:path>
              <a:path w="24129" h="36194">
                <a:moveTo>
                  <a:pt x="6424" y="14359"/>
                </a:moveTo>
                <a:lnTo>
                  <a:pt x="6433" y="17042"/>
                </a:lnTo>
                <a:lnTo>
                  <a:pt x="10717" y="17042"/>
                </a:lnTo>
                <a:lnTo>
                  <a:pt x="6424" y="14359"/>
                </a:lnTo>
                <a:close/>
              </a:path>
              <a:path w="24129" h="36194">
                <a:moveTo>
                  <a:pt x="15163" y="0"/>
                </a:moveTo>
                <a:lnTo>
                  <a:pt x="4879" y="318"/>
                </a:lnTo>
                <a:lnTo>
                  <a:pt x="1076" y="4366"/>
                </a:lnTo>
                <a:lnTo>
                  <a:pt x="1371" y="13837"/>
                </a:lnTo>
                <a:lnTo>
                  <a:pt x="3270" y="15736"/>
                </a:lnTo>
                <a:lnTo>
                  <a:pt x="3467" y="14973"/>
                </a:lnTo>
                <a:lnTo>
                  <a:pt x="4206" y="13051"/>
                </a:lnTo>
                <a:lnTo>
                  <a:pt x="6405" y="8802"/>
                </a:lnTo>
                <a:lnTo>
                  <a:pt x="22229" y="8802"/>
                </a:lnTo>
                <a:lnTo>
                  <a:pt x="18233" y="1727"/>
                </a:lnTo>
                <a:lnTo>
                  <a:pt x="15163" y="0"/>
                </a:lnTo>
                <a:close/>
              </a:path>
              <a:path w="24129" h="36194">
                <a:moveTo>
                  <a:pt x="6420" y="13051"/>
                </a:moveTo>
                <a:lnTo>
                  <a:pt x="4333" y="13051"/>
                </a:lnTo>
                <a:lnTo>
                  <a:pt x="6424" y="14359"/>
                </a:lnTo>
                <a:lnTo>
                  <a:pt x="6420" y="1305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75823" y="1261031"/>
            <a:ext cx="384290" cy="1206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980" rIns="0" bIns="0" rtlCol="0" vert="horz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dirty="0"/>
              <a:t>This</a:t>
            </a:r>
            <a:r>
              <a:rPr dirty="0" spc="-60"/>
              <a:t> </a:t>
            </a:r>
            <a:r>
              <a:rPr dirty="0"/>
              <a:t>example</a:t>
            </a:r>
            <a:r>
              <a:rPr dirty="0" spc="-40"/>
              <a:t> </a:t>
            </a:r>
            <a:r>
              <a:rPr dirty="0"/>
              <a:t>will</a:t>
            </a:r>
            <a:r>
              <a:rPr dirty="0" spc="-40"/>
              <a:t> </a:t>
            </a:r>
            <a:r>
              <a:rPr dirty="0"/>
              <a:t>only</a:t>
            </a:r>
            <a:r>
              <a:rPr dirty="0" spc="-50"/>
              <a:t> </a:t>
            </a:r>
            <a:r>
              <a:rPr dirty="0"/>
              <a:t>print</a:t>
            </a:r>
            <a:r>
              <a:rPr dirty="0" spc="-40"/>
              <a:t> </a:t>
            </a:r>
            <a:r>
              <a:rPr dirty="0"/>
              <a:t>even</a:t>
            </a:r>
            <a:r>
              <a:rPr dirty="0" spc="-40"/>
              <a:t> </a:t>
            </a:r>
            <a:r>
              <a:rPr dirty="0" spc="-10"/>
              <a:t>values </a:t>
            </a:r>
            <a:r>
              <a:rPr dirty="0"/>
              <a:t>between</a:t>
            </a:r>
            <a:r>
              <a:rPr dirty="0" spc="-20"/>
              <a:t> </a:t>
            </a:r>
            <a:r>
              <a:rPr dirty="0"/>
              <a:t>0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25"/>
              <a:t>10: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38150" marR="5080" indent="-425450">
              <a:lnSpc>
                <a:spcPct val="118600"/>
              </a:lnSpc>
              <a:spcBef>
                <a:spcPts val="100"/>
              </a:spcBef>
            </a:pPr>
            <a:r>
              <a:rPr dirty="0"/>
              <a:t>for</a:t>
            </a:r>
            <a:r>
              <a:rPr dirty="0" spc="-25"/>
              <a:t> </a:t>
            </a:r>
            <a:r>
              <a:rPr dirty="0"/>
              <a:t>(int</a:t>
            </a:r>
            <a:r>
              <a:rPr dirty="0" spc="-25"/>
              <a:t> </a:t>
            </a:r>
            <a:r>
              <a:rPr dirty="0"/>
              <a:t>i</a:t>
            </a:r>
            <a:r>
              <a:rPr dirty="0" spc="-20"/>
              <a:t> </a:t>
            </a:r>
            <a:r>
              <a:rPr dirty="0"/>
              <a:t>=</a:t>
            </a:r>
            <a:r>
              <a:rPr dirty="0" spc="-25"/>
              <a:t> </a:t>
            </a:r>
            <a:r>
              <a:rPr dirty="0"/>
              <a:t>0;</a:t>
            </a:r>
            <a:r>
              <a:rPr dirty="0" spc="-20"/>
              <a:t> </a:t>
            </a:r>
            <a:r>
              <a:rPr dirty="0"/>
              <a:t>i</a:t>
            </a:r>
            <a:r>
              <a:rPr dirty="0" spc="-25"/>
              <a:t> </a:t>
            </a:r>
            <a:r>
              <a:rPr dirty="0"/>
              <a:t>&lt;=</a:t>
            </a:r>
            <a:r>
              <a:rPr dirty="0" spc="-20"/>
              <a:t> </a:t>
            </a:r>
            <a:r>
              <a:rPr dirty="0"/>
              <a:t>10;</a:t>
            </a:r>
            <a:r>
              <a:rPr dirty="0" spc="-25"/>
              <a:t> </a:t>
            </a:r>
            <a:r>
              <a:rPr dirty="0"/>
              <a:t>i</a:t>
            </a:r>
            <a:r>
              <a:rPr dirty="0" spc="-20"/>
              <a:t> </a:t>
            </a:r>
            <a:r>
              <a:rPr dirty="0"/>
              <a:t>=</a:t>
            </a:r>
            <a:r>
              <a:rPr dirty="0" spc="-25"/>
              <a:t> </a:t>
            </a:r>
            <a:r>
              <a:rPr dirty="0"/>
              <a:t>i</a:t>
            </a:r>
            <a:r>
              <a:rPr dirty="0" spc="-20"/>
              <a:t> </a:t>
            </a:r>
            <a:r>
              <a:rPr dirty="0"/>
              <a:t>+</a:t>
            </a:r>
            <a:r>
              <a:rPr dirty="0" spc="-25"/>
              <a:t> </a:t>
            </a:r>
            <a:r>
              <a:rPr dirty="0"/>
              <a:t>2)</a:t>
            </a:r>
            <a:r>
              <a:rPr dirty="0" spc="-20"/>
              <a:t> </a:t>
            </a:r>
            <a:r>
              <a:rPr dirty="0" spc="-50"/>
              <a:t>{ </a:t>
            </a:r>
            <a:r>
              <a:rPr dirty="0" spc="-10"/>
              <a:t>System.out.println(i);</a:t>
            </a: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Java</a:t>
            </a:r>
            <a:r>
              <a:rPr dirty="0" spc="-85"/>
              <a:t> </a:t>
            </a:r>
            <a:r>
              <a:rPr dirty="0"/>
              <a:t>Break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 spc="-10"/>
              <a:t>Continue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696211"/>
            <a:ext cx="10189210" cy="117157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  <a:tab pos="1363345" algn="l"/>
              </a:tabLst>
            </a:pPr>
            <a:r>
              <a:rPr dirty="0" sz="3200" spc="-10">
                <a:latin typeface="Calibri"/>
                <a:cs typeface="Calibri"/>
              </a:rPr>
              <a:t>Break</a:t>
            </a:r>
            <a:r>
              <a:rPr dirty="0" sz="3200">
                <a:latin typeface="Calibri"/>
                <a:cs typeface="Calibri"/>
              </a:rPr>
              <a:t>	is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used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"jump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out"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switch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statement.</a:t>
            </a:r>
            <a:endParaRPr sz="3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break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statement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can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also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used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jump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out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loop</a:t>
            </a:r>
            <a:r>
              <a:rPr dirty="0" sz="3200" spc="-1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980" rIns="0" bIns="0" rtlCol="0" vert="horz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dirty="0"/>
              <a:t>This</a:t>
            </a:r>
            <a:r>
              <a:rPr dirty="0" spc="-30"/>
              <a:t> </a:t>
            </a:r>
            <a:r>
              <a:rPr dirty="0"/>
              <a:t>example</a:t>
            </a:r>
            <a:r>
              <a:rPr dirty="0" spc="-15"/>
              <a:t> </a:t>
            </a:r>
            <a:r>
              <a:rPr dirty="0"/>
              <a:t>jumps</a:t>
            </a:r>
            <a:r>
              <a:rPr dirty="0" spc="-20"/>
              <a:t> </a:t>
            </a:r>
            <a:r>
              <a:rPr dirty="0"/>
              <a:t>out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loop</a:t>
            </a:r>
            <a:r>
              <a:rPr dirty="0" spc="-15"/>
              <a:t> </a:t>
            </a:r>
            <a:r>
              <a:rPr dirty="0"/>
              <a:t>when</a:t>
            </a:r>
            <a:r>
              <a:rPr dirty="0" spc="-15"/>
              <a:t> </a:t>
            </a:r>
            <a:r>
              <a:rPr dirty="0"/>
              <a:t>i</a:t>
            </a:r>
            <a:r>
              <a:rPr dirty="0" spc="-10"/>
              <a:t> </a:t>
            </a:r>
            <a:r>
              <a:rPr dirty="0" spc="-25"/>
              <a:t>is </a:t>
            </a:r>
            <a:r>
              <a:rPr dirty="0"/>
              <a:t>equal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 spc="-25"/>
              <a:t>4: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16532"/>
            <a:ext cx="6408420" cy="3591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8150" marR="5080" indent="-425450">
              <a:lnSpc>
                <a:spcPct val="118600"/>
              </a:lnSpc>
              <a:spcBef>
                <a:spcPts val="100"/>
              </a:spcBef>
            </a:pPr>
            <a:r>
              <a:rPr dirty="0" sz="2800">
                <a:latin typeface="Courier New"/>
                <a:cs typeface="Courier New"/>
              </a:rPr>
              <a:t>for</a:t>
            </a:r>
            <a:r>
              <a:rPr dirty="0" sz="2800" spc="-3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(int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i</a:t>
            </a:r>
            <a:r>
              <a:rPr dirty="0" sz="2800" spc="-3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=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0;</a:t>
            </a:r>
            <a:r>
              <a:rPr dirty="0" sz="2800" spc="-3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i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&lt;</a:t>
            </a:r>
            <a:r>
              <a:rPr dirty="0" sz="2800" spc="-3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10;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i++)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 spc="-50">
                <a:latin typeface="Courier New"/>
                <a:cs typeface="Courier New"/>
              </a:rPr>
              <a:t>{ </a:t>
            </a:r>
            <a:r>
              <a:rPr dirty="0" sz="2800">
                <a:latin typeface="Courier New"/>
                <a:cs typeface="Courier New"/>
              </a:rPr>
              <a:t>if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(i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==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4)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 spc="-5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862965">
              <a:lnSpc>
                <a:spcPct val="100000"/>
              </a:lnSpc>
              <a:spcBef>
                <a:spcPts val="645"/>
              </a:spcBef>
            </a:pPr>
            <a:r>
              <a:rPr dirty="0" sz="2800" spc="-10">
                <a:latin typeface="Courier New"/>
                <a:cs typeface="Courier New"/>
              </a:rPr>
              <a:t>break;</a:t>
            </a:r>
            <a:endParaRPr sz="2800">
              <a:latin typeface="Courier New"/>
              <a:cs typeface="Courier New"/>
            </a:endParaRPr>
          </a:p>
          <a:p>
            <a:pPr marL="438150">
              <a:lnSpc>
                <a:spcPct val="100000"/>
              </a:lnSpc>
              <a:spcBef>
                <a:spcPts val="650"/>
              </a:spcBef>
            </a:pPr>
            <a:r>
              <a:rPr dirty="0" sz="280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  <a:p>
            <a:pPr marL="438150">
              <a:lnSpc>
                <a:spcPct val="100000"/>
              </a:lnSpc>
              <a:spcBef>
                <a:spcPts val="745"/>
              </a:spcBef>
            </a:pPr>
            <a:r>
              <a:rPr dirty="0" sz="2800" spc="-10">
                <a:latin typeface="Courier New"/>
                <a:cs typeface="Courier New"/>
              </a:rPr>
              <a:t>System.out.println(i);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80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800">
                <a:latin typeface="Courier New"/>
                <a:cs typeface="Courier New"/>
              </a:rPr>
              <a:t>Expected</a:t>
            </a:r>
            <a:r>
              <a:rPr dirty="0" sz="2800" spc="-5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output:</a:t>
            </a:r>
            <a:r>
              <a:rPr dirty="0" sz="2800" spc="-4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0,</a:t>
            </a:r>
            <a:r>
              <a:rPr dirty="0" sz="2800" spc="-5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1,</a:t>
            </a:r>
            <a:r>
              <a:rPr dirty="0" sz="2800" spc="-4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2,</a:t>
            </a:r>
            <a:r>
              <a:rPr dirty="0" sz="2800" spc="-45">
                <a:latin typeface="Courier New"/>
                <a:cs typeface="Courier New"/>
              </a:rPr>
              <a:t> </a:t>
            </a:r>
            <a:r>
              <a:rPr dirty="0" sz="2800" spc="-50">
                <a:latin typeface="Courier New"/>
                <a:cs typeface="Courier New"/>
              </a:rPr>
              <a:t>3</a:t>
            </a:r>
            <a:endParaRPr sz="2800">
              <a:latin typeface="Courier New"/>
              <a:cs typeface="Courier New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8230" y="1784025"/>
            <a:ext cx="5102905" cy="39796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Java</a:t>
            </a:r>
            <a:r>
              <a:rPr dirty="0" spc="-140"/>
              <a:t> </a:t>
            </a:r>
            <a:r>
              <a:rPr dirty="0" spc="-10"/>
              <a:t>Continue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81556"/>
            <a:ext cx="10126980" cy="139128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continue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statement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breaks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one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iteration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(in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loop),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if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specified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condition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occurs,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continues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with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next </a:t>
            </a:r>
            <a:r>
              <a:rPr dirty="0" sz="3200">
                <a:latin typeface="Calibri"/>
                <a:cs typeface="Calibri"/>
              </a:rPr>
              <a:t>iteration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loop.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0624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Example: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9602" y="1997964"/>
            <a:ext cx="4788535" cy="377190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example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skips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value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4:</a:t>
            </a:r>
            <a:endParaRPr sz="2600">
              <a:latin typeface="Calibri"/>
              <a:cs typeface="Calibri"/>
            </a:endParaRPr>
          </a:p>
          <a:p>
            <a:pPr marL="12700" marR="203200">
              <a:lnSpc>
                <a:spcPts val="2810"/>
              </a:lnSpc>
              <a:spcBef>
                <a:spcPts val="1025"/>
              </a:spcBef>
            </a:pPr>
            <a:r>
              <a:rPr dirty="0" sz="2600">
                <a:latin typeface="Courier New"/>
                <a:cs typeface="Courier New"/>
              </a:rPr>
              <a:t>for (int i = 0; i &lt; </a:t>
            </a:r>
            <a:r>
              <a:rPr dirty="0" sz="2600" spc="-25">
                <a:latin typeface="Courier New"/>
                <a:cs typeface="Courier New"/>
              </a:rPr>
              <a:t>10; </a:t>
            </a:r>
            <a:r>
              <a:rPr dirty="0" sz="2600">
                <a:latin typeface="Courier New"/>
                <a:cs typeface="Courier New"/>
              </a:rPr>
              <a:t>i++) </a:t>
            </a:r>
            <a:r>
              <a:rPr dirty="0" sz="2600" spc="-50">
                <a:latin typeface="Courier New"/>
                <a:cs typeface="Courier New"/>
              </a:rPr>
              <a:t>{</a:t>
            </a:r>
            <a:endParaRPr sz="2600">
              <a:latin typeface="Courier New"/>
              <a:cs typeface="Courier New"/>
            </a:endParaRPr>
          </a:p>
          <a:p>
            <a:pPr marL="805815" marR="1790700" indent="-396875">
              <a:lnSpc>
                <a:spcPts val="3790"/>
              </a:lnSpc>
              <a:spcBef>
                <a:spcPts val="195"/>
              </a:spcBef>
            </a:pPr>
            <a:r>
              <a:rPr dirty="0" sz="2600">
                <a:latin typeface="Courier New"/>
                <a:cs typeface="Courier New"/>
              </a:rPr>
              <a:t>if (i == 4) </a:t>
            </a:r>
            <a:r>
              <a:rPr dirty="0" sz="2600" spc="-50">
                <a:latin typeface="Courier New"/>
                <a:cs typeface="Courier New"/>
              </a:rPr>
              <a:t>{ </a:t>
            </a:r>
            <a:r>
              <a:rPr dirty="0" sz="2600" spc="-10">
                <a:latin typeface="Courier New"/>
                <a:cs typeface="Courier New"/>
              </a:rPr>
              <a:t>continue;</a:t>
            </a:r>
            <a:endParaRPr sz="2600">
              <a:latin typeface="Courier New"/>
              <a:cs typeface="Courier New"/>
            </a:endParaRPr>
          </a:p>
          <a:p>
            <a:pPr marL="408940">
              <a:lnSpc>
                <a:spcPct val="100000"/>
              </a:lnSpc>
              <a:spcBef>
                <a:spcPts val="459"/>
              </a:spcBef>
            </a:pPr>
            <a:r>
              <a:rPr dirty="0" sz="2600">
                <a:latin typeface="Courier New"/>
                <a:cs typeface="Courier New"/>
              </a:rPr>
              <a:t>}</a:t>
            </a:r>
            <a:endParaRPr sz="2600">
              <a:latin typeface="Courier New"/>
              <a:cs typeface="Courier New"/>
            </a:endParaRPr>
          </a:p>
          <a:p>
            <a:pPr marL="408940">
              <a:lnSpc>
                <a:spcPct val="100000"/>
              </a:lnSpc>
              <a:spcBef>
                <a:spcPts val="770"/>
              </a:spcBef>
            </a:pPr>
            <a:r>
              <a:rPr dirty="0" sz="2600" spc="-10">
                <a:latin typeface="Courier New"/>
                <a:cs typeface="Courier New"/>
              </a:rPr>
              <a:t>System.out.println(i);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2600">
                <a:latin typeface="Courier New"/>
                <a:cs typeface="Courier New"/>
              </a:rPr>
              <a:t>}</a:t>
            </a:r>
            <a:endParaRPr sz="2600">
              <a:latin typeface="Courier New"/>
              <a:cs typeface="Courier New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5069" y="1215274"/>
            <a:ext cx="4292598" cy="4635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64476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Break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Continue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While</a:t>
            </a:r>
            <a:r>
              <a:rPr dirty="0" spc="-20"/>
              <a:t> Loop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9604" y="1186179"/>
            <a:ext cx="8337550" cy="833119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40665" marR="5080" indent="-228600">
              <a:lnSpc>
                <a:spcPts val="3000"/>
              </a:lnSpc>
              <a:spcBef>
                <a:spcPts val="5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ourier New"/>
                <a:cs typeface="Courier New"/>
              </a:rPr>
              <a:t>You</a:t>
            </a:r>
            <a:r>
              <a:rPr dirty="0" sz="2800" spc="-5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can</a:t>
            </a:r>
            <a:r>
              <a:rPr dirty="0" sz="2800" spc="-4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also</a:t>
            </a:r>
            <a:r>
              <a:rPr dirty="0" sz="2800" spc="-4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use</a:t>
            </a:r>
            <a:r>
              <a:rPr dirty="0" sz="2800" spc="-4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break</a:t>
            </a:r>
            <a:r>
              <a:rPr dirty="0" sz="2800" spc="-4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and</a:t>
            </a:r>
            <a:r>
              <a:rPr dirty="0" sz="2800" spc="-4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continue</a:t>
            </a:r>
            <a:r>
              <a:rPr dirty="0" sz="2800" spc="-45">
                <a:latin typeface="Courier New"/>
                <a:cs typeface="Courier New"/>
              </a:rPr>
              <a:t> </a:t>
            </a:r>
            <a:r>
              <a:rPr dirty="0" sz="2800" spc="-25">
                <a:latin typeface="Courier New"/>
                <a:cs typeface="Courier New"/>
              </a:rPr>
              <a:t>in </a:t>
            </a:r>
            <a:r>
              <a:rPr dirty="0" sz="2800" spc="-10">
                <a:latin typeface="Courier New"/>
                <a:cs typeface="Courier New"/>
              </a:rPr>
              <a:t>loops: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154463" y="1186179"/>
            <a:ext cx="10890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latin typeface="Courier New"/>
                <a:cs typeface="Courier New"/>
              </a:rPr>
              <a:t>while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9604" y="1990851"/>
            <a:ext cx="1515745" cy="1043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27965">
              <a:lnSpc>
                <a:spcPct val="1193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10">
                <a:latin typeface="Courier New"/>
                <a:cs typeface="Courier New"/>
              </a:rPr>
              <a:t>Break </a:t>
            </a:r>
            <a:r>
              <a:rPr dirty="0" sz="2800">
                <a:latin typeface="Courier New"/>
                <a:cs typeface="Courier New"/>
              </a:rPr>
              <a:t>int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i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 spc="-50">
                <a:latin typeface="Courier New"/>
                <a:cs typeface="Courier New"/>
              </a:rPr>
              <a:t>=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134523" y="1990851"/>
            <a:ext cx="1514475" cy="1043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9550" marR="5080" indent="-197485">
              <a:lnSpc>
                <a:spcPct val="119300"/>
              </a:lnSpc>
              <a:spcBef>
                <a:spcPts val="100"/>
              </a:spcBef>
            </a:pPr>
            <a:r>
              <a:rPr dirty="0" sz="2800" spc="-20">
                <a:latin typeface="Courier New"/>
                <a:cs typeface="Courier New"/>
              </a:rPr>
              <a:t>Example </a:t>
            </a:r>
            <a:r>
              <a:rPr dirty="0" sz="2800" spc="-25">
                <a:latin typeface="Courier New"/>
                <a:cs typeface="Courier New"/>
              </a:rPr>
              <a:t>0;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29604" y="3024123"/>
            <a:ext cx="5130800" cy="359156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438150" marR="5080" indent="-425450">
              <a:lnSpc>
                <a:spcPct val="118900"/>
              </a:lnSpc>
              <a:spcBef>
                <a:spcPts val="85"/>
              </a:spcBef>
            </a:pPr>
            <a:r>
              <a:rPr dirty="0" sz="2800">
                <a:latin typeface="Courier New"/>
                <a:cs typeface="Courier New"/>
              </a:rPr>
              <a:t>while</a:t>
            </a:r>
            <a:r>
              <a:rPr dirty="0" sz="2800" spc="-3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(i</a:t>
            </a:r>
            <a:r>
              <a:rPr dirty="0" sz="2800" spc="-3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&lt;</a:t>
            </a:r>
            <a:r>
              <a:rPr dirty="0" sz="2800" spc="-3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10)</a:t>
            </a:r>
            <a:r>
              <a:rPr dirty="0" sz="2800" spc="-30">
                <a:latin typeface="Courier New"/>
                <a:cs typeface="Courier New"/>
              </a:rPr>
              <a:t> </a:t>
            </a:r>
            <a:r>
              <a:rPr dirty="0" sz="2800" spc="-50">
                <a:latin typeface="Courier New"/>
                <a:cs typeface="Courier New"/>
              </a:rPr>
              <a:t>{ </a:t>
            </a:r>
            <a:r>
              <a:rPr dirty="0" sz="2800" spc="-10">
                <a:latin typeface="Courier New"/>
                <a:cs typeface="Courier New"/>
              </a:rPr>
              <a:t>System.out.println(i); </a:t>
            </a:r>
            <a:r>
              <a:rPr dirty="0" sz="2800" spc="-20">
                <a:latin typeface="Courier New"/>
                <a:cs typeface="Courier New"/>
              </a:rPr>
              <a:t>i++;</a:t>
            </a:r>
            <a:endParaRPr sz="2800">
              <a:latin typeface="Courier New"/>
              <a:cs typeface="Courier New"/>
            </a:endParaRPr>
          </a:p>
          <a:p>
            <a:pPr marL="862965" marR="1918335" indent="-425450">
              <a:lnSpc>
                <a:spcPts val="4100"/>
              </a:lnSpc>
              <a:spcBef>
                <a:spcPts val="170"/>
              </a:spcBef>
            </a:pPr>
            <a:r>
              <a:rPr dirty="0" sz="2800">
                <a:latin typeface="Courier New"/>
                <a:cs typeface="Courier New"/>
              </a:rPr>
              <a:t>if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(i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==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4)</a:t>
            </a:r>
            <a:r>
              <a:rPr dirty="0" sz="2800" spc="-25">
                <a:latin typeface="Courier New"/>
                <a:cs typeface="Courier New"/>
              </a:rPr>
              <a:t> </a:t>
            </a:r>
            <a:r>
              <a:rPr dirty="0" sz="2800" spc="-50">
                <a:latin typeface="Courier New"/>
                <a:cs typeface="Courier New"/>
              </a:rPr>
              <a:t>{ </a:t>
            </a:r>
            <a:r>
              <a:rPr dirty="0" sz="2800" spc="-10">
                <a:latin typeface="Courier New"/>
                <a:cs typeface="Courier New"/>
              </a:rPr>
              <a:t>break;</a:t>
            </a:r>
            <a:endParaRPr sz="2800">
              <a:latin typeface="Courier New"/>
              <a:cs typeface="Courier New"/>
            </a:endParaRPr>
          </a:p>
          <a:p>
            <a:pPr marL="438150">
              <a:lnSpc>
                <a:spcPct val="100000"/>
              </a:lnSpc>
              <a:spcBef>
                <a:spcPts val="370"/>
              </a:spcBef>
            </a:pPr>
            <a:r>
              <a:rPr dirty="0" sz="280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80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5937" y="1977274"/>
            <a:ext cx="3657598" cy="39623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08559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Continue</a:t>
            </a:r>
            <a:r>
              <a:rPr dirty="0" spc="-55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9602" y="1296923"/>
            <a:ext cx="3683000" cy="3649979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2000">
                <a:latin typeface="Courier New"/>
                <a:cs typeface="Courier New"/>
              </a:rPr>
              <a:t>int</a:t>
            </a:r>
            <a:r>
              <a:rPr dirty="0" sz="2000" spc="-1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i</a:t>
            </a:r>
            <a:r>
              <a:rPr dirty="0" sz="2000" spc="-1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=</a:t>
            </a:r>
            <a:r>
              <a:rPr dirty="0" sz="2000" spc="-5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0;</a:t>
            </a:r>
            <a:endParaRPr sz="2000">
              <a:latin typeface="Courier New"/>
              <a:cs typeface="Courier New"/>
            </a:endParaRPr>
          </a:p>
          <a:p>
            <a:pPr marL="317500" marR="1223645" indent="-304800">
              <a:lnSpc>
                <a:spcPct val="129000"/>
              </a:lnSpc>
              <a:spcBef>
                <a:spcPts val="120"/>
              </a:spcBef>
            </a:pPr>
            <a:r>
              <a:rPr dirty="0" sz="2000">
                <a:latin typeface="Courier New"/>
                <a:cs typeface="Courier New"/>
              </a:rPr>
              <a:t>while</a:t>
            </a:r>
            <a:r>
              <a:rPr dirty="0" sz="2000" spc="-15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(i</a:t>
            </a:r>
            <a:r>
              <a:rPr dirty="0" sz="2000" spc="-15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&lt;</a:t>
            </a:r>
            <a:r>
              <a:rPr dirty="0" sz="2000" spc="-15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10)</a:t>
            </a:r>
            <a:r>
              <a:rPr dirty="0" sz="2000" spc="-10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{ </a:t>
            </a:r>
            <a:r>
              <a:rPr dirty="0" sz="2000">
                <a:latin typeface="Courier New"/>
                <a:cs typeface="Courier New"/>
              </a:rPr>
              <a:t>if</a:t>
            </a:r>
            <a:r>
              <a:rPr dirty="0" sz="2000" spc="-1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(i</a:t>
            </a:r>
            <a:r>
              <a:rPr dirty="0" sz="2000" spc="-1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==</a:t>
            </a:r>
            <a:r>
              <a:rPr dirty="0" sz="2000" spc="-1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4)</a:t>
            </a:r>
            <a:r>
              <a:rPr dirty="0" sz="2000" spc="-10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790"/>
              </a:spcBef>
            </a:pPr>
            <a:r>
              <a:rPr dirty="0" sz="2000" spc="-20">
                <a:latin typeface="Courier New"/>
                <a:cs typeface="Courier New"/>
              </a:rPr>
              <a:t>i++;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820"/>
              </a:spcBef>
            </a:pPr>
            <a:r>
              <a:rPr dirty="0" sz="2000" spc="-10">
                <a:latin typeface="Courier New"/>
                <a:cs typeface="Courier New"/>
              </a:rPr>
              <a:t>continue;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695"/>
              </a:spcBef>
            </a:pPr>
            <a:r>
              <a:rPr dirty="0" sz="200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078865" marR="5080" indent="-762000">
              <a:lnSpc>
                <a:spcPct val="129000"/>
              </a:lnSpc>
              <a:spcBef>
                <a:spcPts val="95"/>
              </a:spcBef>
            </a:pPr>
            <a:r>
              <a:rPr dirty="0" sz="2000" spc="-10">
                <a:latin typeface="Courier New"/>
                <a:cs typeface="Courier New"/>
              </a:rPr>
              <a:t>System.out.println(i); </a:t>
            </a:r>
            <a:r>
              <a:rPr dirty="0" sz="2000" spc="-20">
                <a:latin typeface="Courier New"/>
                <a:cs typeface="Courier New"/>
              </a:rPr>
              <a:t>i++;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200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5290" y="1025776"/>
            <a:ext cx="4483099" cy="53974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Activity: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95779"/>
            <a:ext cx="10325735" cy="403352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algn="just" marL="12700" marR="195580" indent="351155">
              <a:lnSpc>
                <a:spcPts val="3000"/>
              </a:lnSpc>
              <a:spcBef>
                <a:spcPts val="500"/>
              </a:spcBef>
              <a:buAutoNum type="arabicPeriod"/>
              <a:tabLst>
                <a:tab pos="363855" algn="l"/>
              </a:tabLst>
            </a:pPr>
            <a:r>
              <a:rPr dirty="0" sz="2800">
                <a:latin typeface="Calibri"/>
                <a:cs typeface="Calibri"/>
              </a:rPr>
              <a:t>Write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program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prompts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input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integer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then </a:t>
            </a:r>
            <a:r>
              <a:rPr dirty="0" sz="2800">
                <a:latin typeface="Calibri"/>
                <a:cs typeface="Calibri"/>
              </a:rPr>
              <a:t>outputs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number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digits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reversed.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example,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input </a:t>
            </a:r>
            <a:r>
              <a:rPr dirty="0" sz="2800">
                <a:latin typeface="Calibri"/>
                <a:cs typeface="Calibri"/>
              </a:rPr>
              <a:t>is 8, the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output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should be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87654321.</a:t>
            </a:r>
            <a:endParaRPr sz="2800">
              <a:latin typeface="Calibri"/>
              <a:cs typeface="Calibri"/>
            </a:endParaRPr>
          </a:p>
          <a:p>
            <a:pPr marL="12700" marR="5080" indent="351155">
              <a:lnSpc>
                <a:spcPts val="3000"/>
              </a:lnSpc>
              <a:spcBef>
                <a:spcPts val="1105"/>
              </a:spcBef>
              <a:buAutoNum type="arabicPeriod"/>
              <a:tabLst>
                <a:tab pos="363855" algn="l"/>
              </a:tabLst>
            </a:pPr>
            <a:r>
              <a:rPr dirty="0" sz="2800">
                <a:latin typeface="Calibri"/>
                <a:cs typeface="Calibri"/>
              </a:rPr>
              <a:t>Write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program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prompts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input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integer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based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inputted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integer,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then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prints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sum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odd </a:t>
            </a:r>
            <a:r>
              <a:rPr dirty="0" sz="2800" spc="-10">
                <a:latin typeface="Calibri"/>
                <a:cs typeface="Calibri"/>
              </a:rPr>
              <a:t>integers.</a:t>
            </a:r>
            <a:endParaRPr sz="2800">
              <a:latin typeface="Calibri"/>
              <a:cs typeface="Calibri"/>
            </a:endParaRPr>
          </a:p>
          <a:p>
            <a:pPr marL="12700" marR="6771005">
              <a:lnSpc>
                <a:spcPts val="41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Sample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Program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output: </a:t>
            </a:r>
            <a:r>
              <a:rPr dirty="0" sz="2800">
                <a:latin typeface="Calibri"/>
                <a:cs typeface="Calibri"/>
              </a:rPr>
              <a:t>Enter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integer: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2800">
                <a:latin typeface="Calibri"/>
                <a:cs typeface="Calibri"/>
              </a:rPr>
              <a:t>Sum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numbers: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9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1406" y="4467736"/>
            <a:ext cx="203471" cy="22733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3079" y="5585629"/>
            <a:ext cx="339985" cy="14027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82240" y="5127717"/>
            <a:ext cx="41779" cy="16507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31000" y="5111230"/>
            <a:ext cx="113310" cy="18122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77035" y="5182268"/>
            <a:ext cx="132805" cy="15572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14569" y="5186923"/>
            <a:ext cx="120688" cy="156363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51161" y="5162779"/>
            <a:ext cx="341064" cy="214683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99314" y="5212247"/>
            <a:ext cx="130646" cy="18200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272187" y="5229617"/>
            <a:ext cx="145565" cy="15714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02652" y="5247096"/>
            <a:ext cx="160449" cy="14029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135356" y="4256949"/>
            <a:ext cx="218004" cy="154748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65287" y="4621364"/>
            <a:ext cx="133903" cy="323987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607761" y="5196906"/>
            <a:ext cx="124570" cy="14351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845593" y="5229287"/>
            <a:ext cx="112715" cy="160983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049670" y="5246163"/>
            <a:ext cx="150858" cy="199812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361032" y="5195784"/>
            <a:ext cx="123540" cy="199546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566830" y="5279820"/>
            <a:ext cx="143291" cy="149114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775208" y="5296504"/>
            <a:ext cx="106222" cy="15680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035899" y="5273854"/>
            <a:ext cx="313245" cy="247070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490036" y="5348255"/>
            <a:ext cx="215071" cy="185701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344638" y="4207023"/>
            <a:ext cx="185773" cy="265430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359903" y="4543631"/>
            <a:ext cx="127331" cy="319843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938031" y="5104270"/>
            <a:ext cx="888127" cy="2671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3488" y="10"/>
              <a:ext cx="8668512" cy="685792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342120" cy="68579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6721" y="2837179"/>
            <a:ext cx="3613150" cy="1418590"/>
          </a:xfrm>
          <a:prstGeom prst="rect"/>
        </p:spPr>
        <p:txBody>
          <a:bodyPr wrap="square" lIns="0" tIns="92710" rIns="0" bIns="0" rtlCol="0" vert="horz">
            <a:spAutoFit/>
          </a:bodyPr>
          <a:lstStyle/>
          <a:p>
            <a:pPr marL="12700" marR="5080">
              <a:lnSpc>
                <a:spcPts val="5210"/>
              </a:lnSpc>
              <a:spcBef>
                <a:spcPts val="730"/>
              </a:spcBef>
              <a:tabLst>
                <a:tab pos="2678430" algn="l"/>
              </a:tabLst>
            </a:pPr>
            <a:r>
              <a:rPr dirty="0" sz="4800">
                <a:solidFill>
                  <a:srgbClr val="FFFFFF"/>
                </a:solidFill>
              </a:rPr>
              <a:t>Java</a:t>
            </a:r>
            <a:r>
              <a:rPr dirty="0" sz="4800" spc="-150">
                <a:solidFill>
                  <a:srgbClr val="FFFFFF"/>
                </a:solidFill>
              </a:rPr>
              <a:t> </a:t>
            </a:r>
            <a:r>
              <a:rPr dirty="0" sz="4800" spc="-10">
                <a:solidFill>
                  <a:srgbClr val="FFFFFF"/>
                </a:solidFill>
              </a:rPr>
              <a:t>break</a:t>
            </a:r>
            <a:r>
              <a:rPr dirty="0" sz="4800">
                <a:solidFill>
                  <a:srgbClr val="FFFFFF"/>
                </a:solidFill>
              </a:rPr>
              <a:t>	</a:t>
            </a:r>
            <a:r>
              <a:rPr dirty="0" sz="4800" spc="-25">
                <a:solidFill>
                  <a:srgbClr val="FFFFFF"/>
                </a:solidFill>
              </a:rPr>
              <a:t>and </a:t>
            </a:r>
            <a:r>
              <a:rPr dirty="0" sz="4800" spc="-10">
                <a:solidFill>
                  <a:srgbClr val="FFFFFF"/>
                </a:solidFill>
              </a:rPr>
              <a:t>continue</a:t>
            </a:r>
            <a:endParaRPr sz="4800"/>
          </a:p>
        </p:txBody>
      </p:sp>
      <p:grpSp>
        <p:nvGrpSpPr>
          <p:cNvPr id="6" name="object 6" descr=""/>
          <p:cNvGrpSpPr/>
          <p:nvPr/>
        </p:nvGrpSpPr>
        <p:grpSpPr>
          <a:xfrm>
            <a:off x="481029" y="625683"/>
            <a:ext cx="3977640" cy="3939540"/>
            <a:chOff x="481029" y="625683"/>
            <a:chExt cx="3977640" cy="3939540"/>
          </a:xfrm>
        </p:grpSpPr>
        <p:sp>
          <p:nvSpPr>
            <p:cNvPr id="7" name="object 7" descr=""/>
            <p:cNvSpPr/>
            <p:nvPr/>
          </p:nvSpPr>
          <p:spPr>
            <a:xfrm>
              <a:off x="481029" y="625683"/>
              <a:ext cx="704215" cy="146685"/>
            </a:xfrm>
            <a:custGeom>
              <a:avLst/>
              <a:gdLst/>
              <a:ahLst/>
              <a:cxnLst/>
              <a:rect l="l" t="t" r="r" b="b"/>
              <a:pathLst>
                <a:path w="704215" h="146684">
                  <a:moveTo>
                    <a:pt x="704087" y="0"/>
                  </a:moveTo>
                  <a:lnTo>
                    <a:pt x="0" y="0"/>
                  </a:lnTo>
                  <a:lnTo>
                    <a:pt x="0" y="146304"/>
                  </a:lnTo>
                  <a:lnTo>
                    <a:pt x="704087" y="146304"/>
                  </a:lnTo>
                  <a:lnTo>
                    <a:pt x="704087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81029" y="4546919"/>
              <a:ext cx="3977640" cy="18415"/>
            </a:xfrm>
            <a:custGeom>
              <a:avLst/>
              <a:gdLst/>
              <a:ahLst/>
              <a:cxnLst/>
              <a:rect l="l" t="t" r="r" b="b"/>
              <a:pathLst>
                <a:path w="3977640" h="18414">
                  <a:moveTo>
                    <a:pt x="3977640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3977640" y="18287"/>
                  </a:lnTo>
                  <a:lnTo>
                    <a:pt x="3977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35"/>
              <a:t> </a:t>
            </a:r>
            <a:r>
              <a:rPr dirty="0"/>
              <a:t>break</a:t>
            </a:r>
            <a:r>
              <a:rPr dirty="0" spc="-30"/>
              <a:t> </a:t>
            </a:r>
            <a:r>
              <a:rPr dirty="0" spc="-25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807971"/>
            <a:ext cx="9797415" cy="135445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241300" marR="5080" indent="-228600">
              <a:lnSpc>
                <a:spcPts val="3100"/>
              </a:lnSpc>
              <a:spcBef>
                <a:spcPts val="42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Verdana"/>
                <a:cs typeface="Verdana"/>
              </a:rPr>
              <a:t>The</a:t>
            </a:r>
            <a:r>
              <a:rPr dirty="0" sz="2800" spc="-1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break statement</a:t>
            </a:r>
            <a:r>
              <a:rPr dirty="0" sz="2800" spc="-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can also</a:t>
            </a:r>
            <a:r>
              <a:rPr dirty="0" sz="2800" spc="-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be</a:t>
            </a:r>
            <a:r>
              <a:rPr dirty="0" sz="2800" spc="-1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used to</a:t>
            </a:r>
            <a:r>
              <a:rPr dirty="0" sz="2800" spc="-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jump out </a:t>
            </a:r>
            <a:r>
              <a:rPr dirty="0" sz="2800" spc="-25">
                <a:latin typeface="Verdana"/>
                <a:cs typeface="Verdana"/>
              </a:rPr>
              <a:t>of </a:t>
            </a:r>
            <a:r>
              <a:rPr dirty="0" sz="2800">
                <a:latin typeface="Verdana"/>
                <a:cs typeface="Verdana"/>
              </a:rPr>
              <a:t>a</a:t>
            </a:r>
            <a:r>
              <a:rPr dirty="0" sz="2800" spc="5">
                <a:latin typeface="Verdana"/>
                <a:cs typeface="Verdana"/>
              </a:rPr>
              <a:t> </a:t>
            </a:r>
            <a:r>
              <a:rPr dirty="0" sz="2800" spc="-10" b="1">
                <a:latin typeface="Verdana"/>
                <a:cs typeface="Verdana"/>
              </a:rPr>
              <a:t>loop</a:t>
            </a:r>
            <a:r>
              <a:rPr dirty="0" sz="2800" spc="-10"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  <a:p>
            <a:pPr marL="240665" indent="-227965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Verdana"/>
                <a:cs typeface="Verdana"/>
              </a:rPr>
              <a:t>This example</a:t>
            </a:r>
            <a:r>
              <a:rPr dirty="0" sz="2800" spc="-1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stops the</a:t>
            </a:r>
            <a:r>
              <a:rPr dirty="0" sz="2800" spc="-1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loop when</a:t>
            </a:r>
            <a:r>
              <a:rPr dirty="0" sz="2800" spc="-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i</a:t>
            </a:r>
            <a:r>
              <a:rPr dirty="0" sz="2800" spc="-1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is equal</a:t>
            </a:r>
            <a:r>
              <a:rPr dirty="0" sz="2800" spc="-1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to</a:t>
            </a:r>
            <a:r>
              <a:rPr dirty="0" sz="2800" spc="-5">
                <a:latin typeface="Verdana"/>
                <a:cs typeface="Verdana"/>
              </a:rPr>
              <a:t> </a:t>
            </a:r>
            <a:r>
              <a:rPr dirty="0" sz="2800" spc="-25">
                <a:latin typeface="Verdana"/>
                <a:cs typeface="Verdana"/>
              </a:rPr>
              <a:t>4: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6994" y="3862153"/>
            <a:ext cx="4582419" cy="192311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35"/>
              <a:t> </a:t>
            </a:r>
            <a:r>
              <a:rPr dirty="0"/>
              <a:t>continue</a:t>
            </a:r>
            <a:r>
              <a:rPr dirty="0" spc="-35"/>
              <a:t> </a:t>
            </a:r>
            <a:r>
              <a:rPr dirty="0" spc="-25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807971"/>
            <a:ext cx="10323195" cy="173545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241300" marR="5080" indent="-228600">
              <a:lnSpc>
                <a:spcPct val="90700"/>
              </a:lnSpc>
              <a:spcBef>
                <a:spcPts val="40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Verdana"/>
                <a:cs typeface="Verdana"/>
              </a:rPr>
              <a:t>The</a:t>
            </a:r>
            <a:r>
              <a:rPr dirty="0" sz="2800" spc="-4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continue</a:t>
            </a:r>
            <a:r>
              <a:rPr dirty="0" sz="2800" spc="-3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statement</a:t>
            </a:r>
            <a:r>
              <a:rPr dirty="0" sz="2800" spc="-2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breaks</a:t>
            </a:r>
            <a:r>
              <a:rPr dirty="0" sz="2800" spc="-1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one</a:t>
            </a:r>
            <a:r>
              <a:rPr dirty="0" sz="2800" spc="-2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iteration</a:t>
            </a:r>
            <a:r>
              <a:rPr dirty="0" sz="2800" spc="-1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(in</a:t>
            </a:r>
            <a:r>
              <a:rPr dirty="0" sz="2800" spc="-15">
                <a:latin typeface="Verdana"/>
                <a:cs typeface="Verdana"/>
              </a:rPr>
              <a:t> </a:t>
            </a:r>
            <a:r>
              <a:rPr dirty="0" sz="2800" spc="-25">
                <a:latin typeface="Verdana"/>
                <a:cs typeface="Verdana"/>
              </a:rPr>
              <a:t>the </a:t>
            </a:r>
            <a:r>
              <a:rPr dirty="0" sz="2800">
                <a:latin typeface="Verdana"/>
                <a:cs typeface="Verdana"/>
              </a:rPr>
              <a:t>loop),</a:t>
            </a:r>
            <a:r>
              <a:rPr dirty="0" sz="2800" spc="-2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if</a:t>
            </a:r>
            <a:r>
              <a:rPr dirty="0" sz="2800" spc="-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a</a:t>
            </a:r>
            <a:r>
              <a:rPr dirty="0" sz="2800" spc="-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specified condition</a:t>
            </a:r>
            <a:r>
              <a:rPr dirty="0" sz="2800" spc="-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occurs,</a:t>
            </a:r>
            <a:r>
              <a:rPr dirty="0" sz="2800" spc="-1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and</a:t>
            </a:r>
            <a:r>
              <a:rPr dirty="0" sz="2800" spc="-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continues </a:t>
            </a:r>
            <a:r>
              <a:rPr dirty="0" sz="2800" spc="-20">
                <a:latin typeface="Verdana"/>
                <a:cs typeface="Verdana"/>
              </a:rPr>
              <a:t>with </a:t>
            </a:r>
            <a:r>
              <a:rPr dirty="0" sz="2800">
                <a:latin typeface="Verdana"/>
                <a:cs typeface="Verdana"/>
              </a:rPr>
              <a:t>the</a:t>
            </a:r>
            <a:r>
              <a:rPr dirty="0" sz="2800" spc="-3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next</a:t>
            </a:r>
            <a:r>
              <a:rPr dirty="0" sz="2800" spc="-2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iteration</a:t>
            </a:r>
            <a:r>
              <a:rPr dirty="0" sz="2800" spc="-1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in</a:t>
            </a:r>
            <a:r>
              <a:rPr dirty="0" sz="2800" spc="-2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the</a:t>
            </a:r>
            <a:r>
              <a:rPr dirty="0" sz="2800" spc="-20">
                <a:latin typeface="Verdana"/>
                <a:cs typeface="Verdana"/>
              </a:rPr>
              <a:t> </a:t>
            </a:r>
            <a:r>
              <a:rPr dirty="0" sz="2800" spc="-10">
                <a:latin typeface="Verdana"/>
                <a:cs typeface="Verdana"/>
              </a:rPr>
              <a:t>loop.</a:t>
            </a:r>
            <a:endParaRPr sz="2800">
              <a:latin typeface="Verdana"/>
              <a:cs typeface="Verdana"/>
            </a:endParaRPr>
          </a:p>
          <a:p>
            <a:pPr marL="240665" indent="-22796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Verdana"/>
                <a:cs typeface="Verdana"/>
              </a:rPr>
              <a:t>This</a:t>
            </a:r>
            <a:r>
              <a:rPr dirty="0" sz="2800" spc="-1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example</a:t>
            </a:r>
            <a:r>
              <a:rPr dirty="0" sz="2800" spc="-1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skips</a:t>
            </a:r>
            <a:r>
              <a:rPr dirty="0" sz="2800" spc="-1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the</a:t>
            </a:r>
            <a:r>
              <a:rPr dirty="0" sz="2800" spc="-1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value</a:t>
            </a:r>
            <a:r>
              <a:rPr dirty="0" sz="2800" spc="-1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of</a:t>
            </a:r>
            <a:r>
              <a:rPr dirty="0" sz="2800" spc="-5">
                <a:latin typeface="Verdana"/>
                <a:cs typeface="Verdana"/>
              </a:rPr>
              <a:t> </a:t>
            </a:r>
            <a:r>
              <a:rPr dirty="0" sz="2800" spc="-25">
                <a:latin typeface="Verdana"/>
                <a:cs typeface="Verdana"/>
              </a:rPr>
              <a:t>4: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103" y="3911537"/>
            <a:ext cx="4970895" cy="206984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Segoe UI"/>
                <a:cs typeface="Segoe UI"/>
              </a:rPr>
              <a:t>Break</a:t>
            </a:r>
            <a:r>
              <a:rPr dirty="0" spc="-45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and</a:t>
            </a:r>
            <a:r>
              <a:rPr dirty="0" spc="-35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Continue</a:t>
            </a:r>
            <a:r>
              <a:rPr dirty="0" spc="-3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in</a:t>
            </a:r>
            <a:r>
              <a:rPr dirty="0" spc="-35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While</a:t>
            </a:r>
            <a:r>
              <a:rPr dirty="0" spc="-30">
                <a:latin typeface="Segoe UI"/>
                <a:cs typeface="Segoe UI"/>
              </a:rPr>
              <a:t> </a:t>
            </a:r>
            <a:r>
              <a:rPr dirty="0" spc="-20">
                <a:latin typeface="Segoe UI"/>
                <a:cs typeface="Segoe UI"/>
              </a:rPr>
              <a:t>Loop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95779"/>
            <a:ext cx="90703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Verdana"/>
                <a:cs typeface="Verdana"/>
              </a:rPr>
              <a:t>You</a:t>
            </a:r>
            <a:r>
              <a:rPr dirty="0" sz="2800" spc="-4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can</a:t>
            </a:r>
            <a:r>
              <a:rPr dirty="0" sz="2800" spc="-3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also</a:t>
            </a:r>
            <a:r>
              <a:rPr dirty="0" sz="2800" spc="-3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use</a:t>
            </a:r>
            <a:r>
              <a:rPr dirty="0" sz="2800" spc="-40">
                <a:latin typeface="Verdana"/>
                <a:cs typeface="Verdana"/>
              </a:rPr>
              <a:t> </a:t>
            </a:r>
            <a:r>
              <a:rPr dirty="0" sz="2800">
                <a:latin typeface="Calibri"/>
                <a:cs typeface="Calibri"/>
              </a:rPr>
              <a:t>break</a:t>
            </a:r>
            <a:r>
              <a:rPr dirty="0" sz="2800" spc="320">
                <a:latin typeface="Calibri"/>
                <a:cs typeface="Calibri"/>
              </a:rPr>
              <a:t> </a:t>
            </a:r>
            <a:r>
              <a:rPr dirty="0" sz="2800">
                <a:latin typeface="Verdana"/>
                <a:cs typeface="Verdana"/>
              </a:rPr>
              <a:t>and</a:t>
            </a:r>
            <a:r>
              <a:rPr dirty="0" sz="2800" spc="-30">
                <a:latin typeface="Verdana"/>
                <a:cs typeface="Verdana"/>
              </a:rPr>
              <a:t> </a:t>
            </a:r>
            <a:r>
              <a:rPr dirty="0" sz="2800">
                <a:latin typeface="Calibri"/>
                <a:cs typeface="Calibri"/>
              </a:rPr>
              <a:t>continue</a:t>
            </a:r>
            <a:r>
              <a:rPr dirty="0" sz="2800" spc="310">
                <a:latin typeface="Calibri"/>
                <a:cs typeface="Calibri"/>
              </a:rPr>
              <a:t> </a:t>
            </a:r>
            <a:r>
              <a:rPr dirty="0" sz="2800">
                <a:latin typeface="Verdana"/>
                <a:cs typeface="Verdana"/>
              </a:rPr>
              <a:t>in</a:t>
            </a:r>
            <a:r>
              <a:rPr dirty="0" sz="2800" spc="-3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while</a:t>
            </a:r>
            <a:r>
              <a:rPr dirty="0" sz="2800" spc="-35">
                <a:latin typeface="Verdana"/>
                <a:cs typeface="Verdana"/>
              </a:rPr>
              <a:t> </a:t>
            </a:r>
            <a:r>
              <a:rPr dirty="0" sz="2800" spc="-10">
                <a:latin typeface="Verdana"/>
                <a:cs typeface="Verdana"/>
              </a:rPr>
              <a:t>loops: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461" y="2669031"/>
            <a:ext cx="4207828" cy="304889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2604089"/>
            <a:ext cx="3789332" cy="314158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Looping</a:t>
            </a:r>
            <a:r>
              <a:rPr dirty="0" spc="-5"/>
              <a:t> </a:t>
            </a:r>
            <a:r>
              <a:rPr dirty="0" spc="-20"/>
              <a:t>Exercises: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95779"/>
            <a:ext cx="5380990" cy="990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Discuss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output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given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code:</a:t>
            </a:r>
            <a:endParaRPr sz="2800">
              <a:latin typeface="Calibri"/>
              <a:cs typeface="Calibri"/>
            </a:endParaRPr>
          </a:p>
          <a:p>
            <a:pPr marL="1045210">
              <a:lnSpc>
                <a:spcPct val="100000"/>
              </a:lnSpc>
              <a:spcBef>
                <a:spcPts val="2080"/>
              </a:spcBef>
            </a:pPr>
            <a:r>
              <a:rPr dirty="0" sz="1800" spc="-2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822" y="2949863"/>
            <a:ext cx="4597399" cy="28701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7098" y="3085638"/>
            <a:ext cx="2371063" cy="183130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357718" y="2596388"/>
            <a:ext cx="691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872345" cy="1541780"/>
          </a:xfrm>
          <a:prstGeom prst="rect"/>
        </p:spPr>
        <p:txBody>
          <a:bodyPr wrap="square" lIns="0" tIns="93980" rIns="0" bIns="0" rtlCol="0" vert="horz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dirty="0"/>
              <a:t>Looping</a:t>
            </a:r>
            <a:r>
              <a:rPr dirty="0" spc="-45"/>
              <a:t> </a:t>
            </a:r>
            <a:r>
              <a:rPr dirty="0"/>
              <a:t>Exercises:</a:t>
            </a:r>
            <a:r>
              <a:rPr dirty="0" spc="-35"/>
              <a:t> </a:t>
            </a:r>
            <a:r>
              <a:rPr dirty="0"/>
              <a:t>Discuss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output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 spc="-25"/>
              <a:t>the </a:t>
            </a:r>
            <a:r>
              <a:rPr dirty="0"/>
              <a:t>given</a:t>
            </a:r>
            <a:r>
              <a:rPr dirty="0" spc="-40"/>
              <a:t> </a:t>
            </a:r>
            <a:r>
              <a:rPr dirty="0" spc="-10"/>
              <a:t>code.</a:t>
            </a:r>
          </a:p>
          <a:p>
            <a:pPr marL="981710">
              <a:lnSpc>
                <a:spcPts val="1895"/>
              </a:lnSpc>
            </a:pPr>
            <a:r>
              <a:rPr dirty="0" sz="1800" spc="-2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700" y="1911350"/>
            <a:ext cx="7531100" cy="3048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600" y="5845175"/>
            <a:ext cx="4368800" cy="6223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697120" y="5495035"/>
            <a:ext cx="691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Looping</a:t>
            </a:r>
            <a:r>
              <a:rPr dirty="0" spc="-5"/>
              <a:t> </a:t>
            </a:r>
            <a:r>
              <a:rPr dirty="0" spc="-20"/>
              <a:t>Exercises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559439"/>
            <a:ext cx="7005061" cy="278469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6939" y="1901444"/>
            <a:ext cx="659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95859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Looping</a:t>
            </a:r>
            <a:r>
              <a:rPr dirty="0" spc="-5"/>
              <a:t> </a:t>
            </a:r>
            <a:r>
              <a:rPr dirty="0" spc="-20"/>
              <a:t>Exercises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534444"/>
            <a:ext cx="3737720" cy="495842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8651" y="1311275"/>
            <a:ext cx="3175000" cy="51815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72276" y="1400175"/>
            <a:ext cx="2806700" cy="25019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418568" y="615188"/>
            <a:ext cx="13531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latin typeface="Calibri"/>
                <a:cs typeface="Calibri"/>
              </a:rPr>
              <a:t>Output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2023-12-01T00:29:41Z</dcterms:created>
  <dcterms:modified xsi:type="dcterms:W3CDTF">2023-12-01T00:29:41Z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2023-11-30T00:00:00Z</vt:filetime>
  </property>
  <property fmtid="{D5CDD505-2E9C-101B-9397-08002B2CF9AE}" pid="3" name="LastSaved">
    <vt:filetime>2023-12-01T00:00:00Z</vt:filetime>
  </property>
  <property fmtid="{D5CDD505-2E9C-101B-9397-08002B2CF9AE}" pid="4" name="Producer">
    <vt:lpwstr>macOS Version 10.15.7 (Build 19H1715) Quartz PDFContext</vt:lpwstr>
  </property>
</Properties>
</file>