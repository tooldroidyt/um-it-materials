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3"/>
  </p:notesMasterIdLst>
  <p:handoutMasterIdLst>
    <p:handoutMasterId r:id="rId54"/>
  </p:handoutMasterIdLst>
  <p:sldIdLst>
    <p:sldId id="3327" r:id="rId2"/>
    <p:sldId id="260" r:id="rId3"/>
    <p:sldId id="261" r:id="rId4"/>
    <p:sldId id="262" r:id="rId5"/>
    <p:sldId id="263" r:id="rId6"/>
    <p:sldId id="264" r:id="rId7"/>
    <p:sldId id="267" r:id="rId8"/>
    <p:sldId id="3371" r:id="rId9"/>
    <p:sldId id="3372" r:id="rId10"/>
    <p:sldId id="3373" r:id="rId11"/>
    <p:sldId id="3375" r:id="rId12"/>
    <p:sldId id="3374" r:id="rId13"/>
    <p:sldId id="265" r:id="rId14"/>
    <p:sldId id="3376" r:id="rId15"/>
    <p:sldId id="3377" r:id="rId16"/>
    <p:sldId id="3378" r:id="rId17"/>
    <p:sldId id="3380" r:id="rId18"/>
    <p:sldId id="3381" r:id="rId19"/>
    <p:sldId id="3382" r:id="rId20"/>
    <p:sldId id="3383" r:id="rId21"/>
    <p:sldId id="3384" r:id="rId22"/>
    <p:sldId id="3385" r:id="rId23"/>
    <p:sldId id="3386" r:id="rId24"/>
    <p:sldId id="3388" r:id="rId25"/>
    <p:sldId id="3387" r:id="rId26"/>
    <p:sldId id="3389" r:id="rId27"/>
    <p:sldId id="3412" r:id="rId28"/>
    <p:sldId id="3413" r:id="rId29"/>
    <p:sldId id="3414" r:id="rId30"/>
    <p:sldId id="3390" r:id="rId31"/>
    <p:sldId id="3391" r:id="rId32"/>
    <p:sldId id="3392" r:id="rId33"/>
    <p:sldId id="3394" r:id="rId34"/>
    <p:sldId id="3395" r:id="rId35"/>
    <p:sldId id="3396" r:id="rId36"/>
    <p:sldId id="3397" r:id="rId37"/>
    <p:sldId id="3398" r:id="rId38"/>
    <p:sldId id="3399" r:id="rId39"/>
    <p:sldId id="3400" r:id="rId40"/>
    <p:sldId id="3401" r:id="rId41"/>
    <p:sldId id="3402" r:id="rId42"/>
    <p:sldId id="3403" r:id="rId43"/>
    <p:sldId id="3404" r:id="rId44"/>
    <p:sldId id="3405" r:id="rId45"/>
    <p:sldId id="3406" r:id="rId46"/>
    <p:sldId id="3407" r:id="rId47"/>
    <p:sldId id="3408" r:id="rId48"/>
    <p:sldId id="3409" r:id="rId49"/>
    <p:sldId id="3410" r:id="rId50"/>
    <p:sldId id="3411" r:id="rId51"/>
    <p:sldId id="3328" r:id="rId52"/>
  </p:sldIdLst>
  <p:sldSz cx="12192000" cy="6858000"/>
  <p:notesSz cx="7315200" cy="9601200"/>
  <p:custDataLst>
    <p:tags r:id="rId55"/>
  </p:custData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316A"/>
    <a:srgbClr val="ED942B"/>
    <a:srgbClr val="CD2354"/>
    <a:srgbClr val="691C4C"/>
    <a:srgbClr val="522550"/>
    <a:srgbClr val="FFFFFF"/>
    <a:srgbClr val="361835"/>
    <a:srgbClr val="7FD4D4"/>
    <a:srgbClr val="B83B76"/>
    <a:srgbClr val="B5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66" autoAdjust="0"/>
    <p:restoredTop sz="95535" autoAdjust="0"/>
  </p:normalViewPr>
  <p:slideViewPr>
    <p:cSldViewPr snapToGrid="0">
      <p:cViewPr varScale="1">
        <p:scale>
          <a:sx n="76" d="100"/>
          <a:sy n="76" d="100"/>
        </p:scale>
        <p:origin x="1272" y="58"/>
      </p:cViewPr>
      <p:guideLst/>
    </p:cSldViewPr>
  </p:slideViewPr>
  <p:notesTextViewPr>
    <p:cViewPr>
      <p:scale>
        <a:sx n="3" d="2"/>
        <a:sy n="3" d="2"/>
      </p:scale>
      <p:origin x="0" y="0"/>
    </p:cViewPr>
  </p:notesTextViewPr>
  <p:notesViewPr>
    <p:cSldViewPr snapToGrid="0">
      <p:cViewPr varScale="1">
        <p:scale>
          <a:sx n="88" d="100"/>
          <a:sy n="88" d="100"/>
        </p:scale>
        <p:origin x="382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s-CO"/>
          </a:p>
        </p:txBody>
      </p:sp>
      <p:sp>
        <p:nvSpPr>
          <p:cNvPr id="3" name="Marcador de fecha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0FB946F-DFC9-45DE-A4F7-740A0664231B}" type="datetimeFigureOut">
              <a:rPr lang="es-CO" smtClean="0"/>
              <a:t>27/10/2025</a:t>
            </a:fld>
            <a:endParaRPr lang="es-CO"/>
          </a:p>
        </p:txBody>
      </p:sp>
      <p:sp>
        <p:nvSpPr>
          <p:cNvPr id="4" name="Marcador de pie de página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s-CO"/>
          </a:p>
        </p:txBody>
      </p:sp>
      <p:sp>
        <p:nvSpPr>
          <p:cNvPr id="5" name="Marcador de número de diapositiva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3D1EBF69-C6F0-4680-811B-5FD963E7431E}" type="slidenum">
              <a:rPr lang="es-CO" smtClean="0"/>
              <a:t>‹#›</a:t>
            </a:fld>
            <a:endParaRPr lang="es-CO"/>
          </a:p>
        </p:txBody>
      </p:sp>
    </p:spTree>
    <p:extLst>
      <p:ext uri="{BB962C8B-B14F-4D97-AF65-F5344CB8AC3E}">
        <p14:creationId xmlns:p14="http://schemas.microsoft.com/office/powerpoint/2010/main" val="4122946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Marcador de fecha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78A8DA30-62D6-41BB-A9A7-6BA238B1C9EB}" type="datetimeFigureOut">
              <a:rPr lang="en-US" smtClean="0"/>
              <a:t>10/27/2025</a:t>
            </a:fld>
            <a:endParaRPr lang="en-US"/>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Marcador de notas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Marcador de número de diapositiva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7A13E6E-64DE-4C7E-B45B-D082734BF67E}" type="slidenum">
              <a:rPr lang="en-US" smtClean="0"/>
              <a:t>‹#›</a:t>
            </a:fld>
            <a:endParaRPr lang="en-US"/>
          </a:p>
        </p:txBody>
      </p:sp>
    </p:spTree>
    <p:extLst>
      <p:ext uri="{BB962C8B-B14F-4D97-AF65-F5344CB8AC3E}">
        <p14:creationId xmlns:p14="http://schemas.microsoft.com/office/powerpoint/2010/main" val="3339568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-4</a:t>
            </a:r>
          </a:p>
          <a:p>
            <a:r>
              <a:rPr lang="en-US" altLang="ru-RU" dirty="0">
                <a:solidFill>
                  <a:schemeClr val="tx2"/>
                </a:solidFill>
                <a:latin typeface="Lato" panose="020F0502020204030203" pitchFamily="34" charset="0"/>
                <a:cs typeface="Open Sans" panose="020B0606030504020204" pitchFamily="34" charset="0"/>
              </a:rPr>
              <a:t>greatest integer less than or equal to x</a:t>
            </a:r>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16</a:t>
            </a:fld>
            <a:endParaRPr lang="en-US"/>
          </a:p>
        </p:txBody>
      </p:sp>
    </p:spTree>
    <p:extLst>
      <p:ext uri="{BB962C8B-B14F-4D97-AF65-F5344CB8AC3E}">
        <p14:creationId xmlns:p14="http://schemas.microsoft.com/office/powerpoint/2010/main" val="1286956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-3</a:t>
            </a:r>
          </a:p>
          <a:p>
            <a:r>
              <a:rPr lang="en-US" altLang="ru-RU" dirty="0">
                <a:solidFill>
                  <a:schemeClr val="tx2"/>
                </a:solidFill>
                <a:latin typeface="Lato" panose="020F0502020204030203" pitchFamily="34" charset="0"/>
                <a:cs typeface="Open Sans" panose="020B0606030504020204" pitchFamily="34" charset="0"/>
              </a:rPr>
              <a:t>smallest integer greater than or equal to x</a:t>
            </a:r>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17</a:t>
            </a:fld>
            <a:endParaRPr lang="en-US"/>
          </a:p>
        </p:txBody>
      </p:sp>
    </p:spTree>
    <p:extLst>
      <p:ext uri="{BB962C8B-B14F-4D97-AF65-F5344CB8AC3E}">
        <p14:creationId xmlns:p14="http://schemas.microsoft.com/office/powerpoint/2010/main" val="2162771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5</a:t>
            </a:r>
          </a:p>
          <a:p>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18</a:t>
            </a:fld>
            <a:endParaRPr lang="en-US"/>
          </a:p>
        </p:txBody>
      </p:sp>
    </p:spTree>
    <p:extLst>
      <p:ext uri="{BB962C8B-B14F-4D97-AF65-F5344CB8AC3E}">
        <p14:creationId xmlns:p14="http://schemas.microsoft.com/office/powerpoint/2010/main" val="1383725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-5</a:t>
            </a:r>
          </a:p>
          <a:p>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19</a:t>
            </a:fld>
            <a:endParaRPr lang="en-US"/>
          </a:p>
        </p:txBody>
      </p:sp>
    </p:spTree>
    <p:extLst>
      <p:ext uri="{BB962C8B-B14F-4D97-AF65-F5344CB8AC3E}">
        <p14:creationId xmlns:p14="http://schemas.microsoft.com/office/powerpoint/2010/main" val="471479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-1</a:t>
            </a:r>
          </a:p>
          <a:p>
            <a:r>
              <a:rPr lang="en-PH" dirty="0"/>
              <a:t>-4 mod 3</a:t>
            </a:r>
          </a:p>
        </p:txBody>
      </p:sp>
      <p:sp>
        <p:nvSpPr>
          <p:cNvPr id="4" name="Slide Number Placeholder 3"/>
          <p:cNvSpPr>
            <a:spLocks noGrp="1"/>
          </p:cNvSpPr>
          <p:nvPr>
            <p:ph type="sldNum" sz="quarter" idx="5"/>
          </p:nvPr>
        </p:nvSpPr>
        <p:spPr/>
        <p:txBody>
          <a:bodyPr/>
          <a:lstStyle/>
          <a:p>
            <a:fld id="{67A13E6E-64DE-4C7E-B45B-D082734BF67E}" type="slidenum">
              <a:rPr lang="en-US" smtClean="0"/>
              <a:t>20</a:t>
            </a:fld>
            <a:endParaRPr lang="en-US"/>
          </a:p>
        </p:txBody>
      </p:sp>
    </p:spTree>
    <p:extLst>
      <p:ext uri="{BB962C8B-B14F-4D97-AF65-F5344CB8AC3E}">
        <p14:creationId xmlns:p14="http://schemas.microsoft.com/office/powerpoint/2010/main" val="2043363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-2</a:t>
            </a:r>
          </a:p>
          <a:p>
            <a:r>
              <a:rPr lang="en-PH" dirty="0"/>
              <a:t>-5 mod 3</a:t>
            </a:r>
          </a:p>
        </p:txBody>
      </p:sp>
      <p:sp>
        <p:nvSpPr>
          <p:cNvPr id="4" name="Slide Number Placeholder 3"/>
          <p:cNvSpPr>
            <a:spLocks noGrp="1"/>
          </p:cNvSpPr>
          <p:nvPr>
            <p:ph type="sldNum" sz="quarter" idx="5"/>
          </p:nvPr>
        </p:nvSpPr>
        <p:spPr/>
        <p:txBody>
          <a:bodyPr/>
          <a:lstStyle/>
          <a:p>
            <a:fld id="{67A13E6E-64DE-4C7E-B45B-D082734BF67E}" type="slidenum">
              <a:rPr lang="en-US" smtClean="0"/>
              <a:t>21</a:t>
            </a:fld>
            <a:endParaRPr lang="en-US"/>
          </a:p>
        </p:txBody>
      </p:sp>
    </p:spTree>
    <p:extLst>
      <p:ext uri="{BB962C8B-B14F-4D97-AF65-F5344CB8AC3E}">
        <p14:creationId xmlns:p14="http://schemas.microsoft.com/office/powerpoint/2010/main" val="2045495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4</a:t>
            </a:r>
          </a:p>
          <a:p>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22</a:t>
            </a:fld>
            <a:endParaRPr lang="en-US"/>
          </a:p>
        </p:txBody>
      </p:sp>
    </p:spTree>
    <p:extLst>
      <p:ext uri="{BB962C8B-B14F-4D97-AF65-F5344CB8AC3E}">
        <p14:creationId xmlns:p14="http://schemas.microsoft.com/office/powerpoint/2010/main" val="3449765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Lato" panose="020F0502020204030203" pitchFamily="34" charset="0"/>
              </a:rPr>
              <a:t>Answer: 0</a:t>
            </a:r>
          </a:p>
          <a:p>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23</a:t>
            </a:fld>
            <a:endParaRPr lang="en-US"/>
          </a:p>
        </p:txBody>
      </p:sp>
    </p:spTree>
    <p:extLst>
      <p:ext uri="{BB962C8B-B14F-4D97-AF65-F5344CB8AC3E}">
        <p14:creationId xmlns:p14="http://schemas.microsoft.com/office/powerpoint/2010/main" val="3441267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D0532A-23DC-4481-A041-7C0BC3468A98}"/>
              </a:ext>
            </a:extLst>
          </p:cNvPr>
          <p:cNvSpPr>
            <a:spLocks noGrp="1" noChangeArrowheads="1"/>
          </p:cNvSpPr>
          <p:nvPr>
            <p:ph type="sldNum"/>
          </p:nvPr>
        </p:nvSpPr>
        <p:spPr>
          <a:ln/>
        </p:spPr>
        <p:txBody>
          <a:bodyPr/>
          <a:lstStyle/>
          <a:p>
            <a:fld id="{BB72CB5D-0595-4340-AA93-0306719FEC94}" type="slidenum">
              <a:rPr lang="en-US" altLang="en-US"/>
              <a:pPr/>
              <a:t>24</a:t>
            </a:fld>
            <a:endParaRPr lang="en-US" altLang="en-US"/>
          </a:p>
        </p:txBody>
      </p:sp>
      <p:sp>
        <p:nvSpPr>
          <p:cNvPr id="33793" name="Rectangle 1">
            <a:extLst>
              <a:ext uri="{FF2B5EF4-FFF2-40B4-BE49-F238E27FC236}">
                <a16:creationId xmlns:a16="http://schemas.microsoft.com/office/drawing/2014/main" id="{EDD70F6A-6B80-4612-8C0D-593562780172}"/>
              </a:ext>
            </a:extLst>
          </p:cNvPr>
          <p:cNvSpPr txBox="1">
            <a:spLocks noGrp="1" noRot="1" noChangeAspect="1" noChangeArrowheads="1"/>
          </p:cNvSpPr>
          <p:nvPr>
            <p:ph type="sldImg"/>
          </p:nvPr>
        </p:nvSpPr>
        <p:spPr bwMode="auto">
          <a:xfrm>
            <a:off x="623888" y="801688"/>
            <a:ext cx="7042150" cy="396081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a:extLst>
              <a:ext uri="{FF2B5EF4-FFF2-40B4-BE49-F238E27FC236}">
                <a16:creationId xmlns:a16="http://schemas.microsoft.com/office/drawing/2014/main" id="{E64AFDBB-4945-4455-95F8-7EF7AD30D1D8}"/>
              </a:ext>
            </a:extLst>
          </p:cNvPr>
          <p:cNvSpPr txBox="1">
            <a:spLocks noGrp="1" noChangeArrowheads="1"/>
          </p:cNvSpPr>
          <p:nvPr>
            <p:ph type="body" idx="1"/>
          </p:nvPr>
        </p:nvSpPr>
        <p:spPr bwMode="auto">
          <a:xfrm>
            <a:off x="829733" y="5015627"/>
            <a:ext cx="6632787" cy="47522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540419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(6)+4</a:t>
            </a:r>
            <a:endParaRPr lang="en-PH" dirty="0"/>
          </a:p>
        </p:txBody>
      </p:sp>
      <p:sp>
        <p:nvSpPr>
          <p:cNvPr id="4" name="Slide Number Placeholder 3"/>
          <p:cNvSpPr>
            <a:spLocks noGrp="1"/>
          </p:cNvSpPr>
          <p:nvPr>
            <p:ph type="sldNum" sz="quarter" idx="5"/>
          </p:nvPr>
        </p:nvSpPr>
        <p:spPr/>
        <p:txBody>
          <a:bodyPr/>
          <a:lstStyle/>
          <a:p>
            <a:fld id="{67A13E6E-64DE-4C7E-B45B-D082734BF67E}" type="slidenum">
              <a:rPr lang="en-US" smtClean="0"/>
              <a:t>28</a:t>
            </a:fld>
            <a:endParaRPr lang="en-US"/>
          </a:p>
        </p:txBody>
      </p:sp>
    </p:spTree>
    <p:extLst>
      <p:ext uri="{BB962C8B-B14F-4D97-AF65-F5344CB8AC3E}">
        <p14:creationId xmlns:p14="http://schemas.microsoft.com/office/powerpoint/2010/main" val="417558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D0532A-23DC-4481-A041-7C0BC3468A98}"/>
              </a:ext>
            </a:extLst>
          </p:cNvPr>
          <p:cNvSpPr>
            <a:spLocks noGrp="1" noChangeArrowheads="1"/>
          </p:cNvSpPr>
          <p:nvPr>
            <p:ph type="sldNum"/>
          </p:nvPr>
        </p:nvSpPr>
        <p:spPr>
          <a:ln/>
        </p:spPr>
        <p:txBody>
          <a:bodyPr/>
          <a:lstStyle/>
          <a:p>
            <a:fld id="{BB72CB5D-0595-4340-AA93-0306719FEC94}" type="slidenum">
              <a:rPr lang="en-US" altLang="en-US"/>
              <a:pPr/>
              <a:t>51</a:t>
            </a:fld>
            <a:endParaRPr lang="en-US" altLang="en-US"/>
          </a:p>
        </p:txBody>
      </p:sp>
      <p:sp>
        <p:nvSpPr>
          <p:cNvPr id="33793" name="Rectangle 1">
            <a:extLst>
              <a:ext uri="{FF2B5EF4-FFF2-40B4-BE49-F238E27FC236}">
                <a16:creationId xmlns:a16="http://schemas.microsoft.com/office/drawing/2014/main" id="{EDD70F6A-6B80-4612-8C0D-593562780172}"/>
              </a:ext>
            </a:extLst>
          </p:cNvPr>
          <p:cNvSpPr txBox="1">
            <a:spLocks noGrp="1" noRot="1" noChangeAspect="1" noChangeArrowheads="1"/>
          </p:cNvSpPr>
          <p:nvPr>
            <p:ph type="sldImg"/>
          </p:nvPr>
        </p:nvSpPr>
        <p:spPr bwMode="auto">
          <a:xfrm>
            <a:off x="623888" y="801688"/>
            <a:ext cx="7042150" cy="396081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a:extLst>
              <a:ext uri="{FF2B5EF4-FFF2-40B4-BE49-F238E27FC236}">
                <a16:creationId xmlns:a16="http://schemas.microsoft.com/office/drawing/2014/main" id="{E64AFDBB-4945-4455-95F8-7EF7AD30D1D8}"/>
              </a:ext>
            </a:extLst>
          </p:cNvPr>
          <p:cNvSpPr txBox="1">
            <a:spLocks noGrp="1" noChangeArrowheads="1"/>
          </p:cNvSpPr>
          <p:nvPr>
            <p:ph type="body" idx="1"/>
          </p:nvPr>
        </p:nvSpPr>
        <p:spPr bwMode="auto">
          <a:xfrm>
            <a:off x="829733" y="5015627"/>
            <a:ext cx="6632787" cy="475226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4C83591-C2DC-01C5-3C5D-585BC6AAA212}"/>
              </a:ext>
            </a:extLst>
          </p:cNvPr>
          <p:cNvSpPr>
            <a:spLocks noGrp="1"/>
          </p:cNvSpPr>
          <p:nvPr>
            <p:ph type="pic" sz="quarter" idx="10"/>
          </p:nvPr>
        </p:nvSpPr>
        <p:spPr>
          <a:xfrm>
            <a:off x="6649702" y="1009977"/>
            <a:ext cx="4274972" cy="4277364"/>
          </a:xfrm>
          <a:prstGeom prst="ellipse">
            <a:avLst/>
          </a:prstGeom>
          <a:solidFill>
            <a:schemeClr val="accent2">
              <a:lumMod val="40000"/>
              <a:lumOff val="60000"/>
            </a:schemeClr>
          </a:solidFill>
        </p:spPr>
        <p:txBody>
          <a:bodyPr/>
          <a:lstStyle/>
          <a:p>
            <a:endParaRPr lang="en-US"/>
          </a:p>
        </p:txBody>
      </p:sp>
    </p:spTree>
    <p:extLst>
      <p:ext uri="{BB962C8B-B14F-4D97-AF65-F5344CB8AC3E}">
        <p14:creationId xmlns:p14="http://schemas.microsoft.com/office/powerpoint/2010/main" val="3152409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C830BE3E-5B25-1E92-4CC2-ECF057C22627}"/>
              </a:ext>
            </a:extLst>
          </p:cNvPr>
          <p:cNvSpPr/>
          <p:nvPr userDrawn="1"/>
        </p:nvSpPr>
        <p:spPr>
          <a:xfrm>
            <a:off x="10420538" y="332716"/>
            <a:ext cx="579422" cy="57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122E85A1-FB9D-A461-2B58-3B2F2C91A3D7}"/>
              </a:ext>
            </a:extLst>
          </p:cNvPr>
          <p:cNvSpPr>
            <a:spLocks noGrp="1"/>
          </p:cNvSpPr>
          <p:nvPr>
            <p:ph type="sldNum" sz="quarter" idx="4"/>
          </p:nvPr>
        </p:nvSpPr>
        <p:spPr>
          <a:xfrm>
            <a:off x="10384324" y="467026"/>
            <a:ext cx="651850" cy="288941"/>
          </a:xfrm>
          <a:prstGeom prst="rect">
            <a:avLst/>
          </a:prstGeom>
        </p:spPr>
        <p:txBody>
          <a:bodyPr vert="horz" lIns="91440" tIns="45720" rIns="91440" bIns="45720" rtlCol="0" anchor="ctr"/>
          <a:lstStyle>
            <a:lvl1pPr algn="ctr">
              <a:defRPr sz="1400" b="1">
                <a:solidFill>
                  <a:schemeClr val="bg2"/>
                </a:solidFill>
              </a:defRPr>
            </a:lvl1pPr>
          </a:lstStyle>
          <a:p>
            <a:fld id="{DD42754F-0B62-BB43-A2E4-46EE8B5A483D}" type="slidenum">
              <a:rPr lang="en-US" smtClean="0"/>
              <a:pPr/>
              <a:t>‹#›</a:t>
            </a:fld>
            <a:endParaRPr lang="en-US" dirty="0"/>
          </a:p>
        </p:txBody>
      </p:sp>
      <p:sp>
        <p:nvSpPr>
          <p:cNvPr id="5" name="Picture Placeholder 4">
            <a:extLst>
              <a:ext uri="{FF2B5EF4-FFF2-40B4-BE49-F238E27FC236}">
                <a16:creationId xmlns:a16="http://schemas.microsoft.com/office/drawing/2014/main" id="{C222288C-5965-0CDC-26B1-1E26F97DC07E}"/>
              </a:ext>
            </a:extLst>
          </p:cNvPr>
          <p:cNvSpPr>
            <a:spLocks noGrp="1"/>
          </p:cNvSpPr>
          <p:nvPr>
            <p:ph type="pic" sz="quarter" idx="10"/>
          </p:nvPr>
        </p:nvSpPr>
        <p:spPr>
          <a:xfrm>
            <a:off x="0" y="0"/>
            <a:ext cx="5652655" cy="6858000"/>
          </a:xfrm>
          <a:prstGeom prst="rect">
            <a:avLst/>
          </a:prstGeo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1065818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77ABCF0E-C834-78F8-6AE9-C380379BB9A8}"/>
              </a:ext>
            </a:extLst>
          </p:cNvPr>
          <p:cNvSpPr>
            <a:spLocks noGrp="1"/>
          </p:cNvSpPr>
          <p:nvPr>
            <p:ph type="pic" sz="quarter" idx="10"/>
          </p:nvPr>
        </p:nvSpPr>
        <p:spPr>
          <a:xfrm>
            <a:off x="3805238" y="1992313"/>
            <a:ext cx="2138362" cy="2530475"/>
          </a:xfrm>
          <a:prstGeom prst="rect">
            <a:avLst/>
          </a:prstGeo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115185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997AADC-110B-343C-1030-E46D17B90BDA}"/>
              </a:ext>
            </a:extLst>
          </p:cNvPr>
          <p:cNvSpPr>
            <a:spLocks noGrp="1"/>
          </p:cNvSpPr>
          <p:nvPr>
            <p:ph type="pic" sz="quarter" idx="10"/>
          </p:nvPr>
        </p:nvSpPr>
        <p:spPr>
          <a:xfrm>
            <a:off x="3844749" y="1058324"/>
            <a:ext cx="2399169" cy="4568291"/>
          </a:xfrm>
          <a:prstGeom prst="rect">
            <a:avLst/>
          </a:prstGeom>
          <a:solidFill>
            <a:schemeClr val="accent2">
              <a:lumMod val="40000"/>
              <a:lumOff val="60000"/>
            </a:schemeClr>
          </a:solidFill>
        </p:spPr>
        <p:txBody>
          <a:bodyPr/>
          <a:lstStyle/>
          <a:p>
            <a:endParaRPr lang="en-US" dirty="0"/>
          </a:p>
        </p:txBody>
      </p:sp>
    </p:spTree>
    <p:extLst>
      <p:ext uri="{BB962C8B-B14F-4D97-AF65-F5344CB8AC3E}">
        <p14:creationId xmlns:p14="http://schemas.microsoft.com/office/powerpoint/2010/main" val="3395574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E67E5CE-188A-BC4E-9CF7-23CBA4044C4A}"/>
              </a:ext>
            </a:extLst>
          </p:cNvPr>
          <p:cNvSpPr>
            <a:spLocks noGrp="1"/>
          </p:cNvSpPr>
          <p:nvPr>
            <p:ph type="pic" sz="quarter" idx="10"/>
          </p:nvPr>
        </p:nvSpPr>
        <p:spPr>
          <a:xfrm>
            <a:off x="3888921" y="1016949"/>
            <a:ext cx="4587841" cy="4586646"/>
          </a:xfrm>
          <a:prstGeom prst="ellipse">
            <a:avLst/>
          </a:prstGeom>
        </p:spPr>
        <p:txBody>
          <a:bodyPr/>
          <a:lstStyle/>
          <a:p>
            <a:endParaRPr lang="en-US"/>
          </a:p>
        </p:txBody>
      </p:sp>
      <p:sp>
        <p:nvSpPr>
          <p:cNvPr id="9" name="Picture Placeholder 7">
            <a:extLst>
              <a:ext uri="{FF2B5EF4-FFF2-40B4-BE49-F238E27FC236}">
                <a16:creationId xmlns:a16="http://schemas.microsoft.com/office/drawing/2014/main" id="{7062D07B-E48E-7347-9063-CCEF990FD5B6}"/>
              </a:ext>
            </a:extLst>
          </p:cNvPr>
          <p:cNvSpPr>
            <a:spLocks noGrp="1"/>
          </p:cNvSpPr>
          <p:nvPr>
            <p:ph type="pic" sz="quarter" idx="11"/>
          </p:nvPr>
        </p:nvSpPr>
        <p:spPr>
          <a:xfrm>
            <a:off x="2670077" y="752475"/>
            <a:ext cx="2375519" cy="2374107"/>
          </a:xfrm>
          <a:prstGeom prst="ellipse">
            <a:avLst/>
          </a:prstGeom>
        </p:spPr>
        <p:txBody>
          <a:bodyPr/>
          <a:lstStyle/>
          <a:p>
            <a:endParaRPr lang="en-US"/>
          </a:p>
        </p:txBody>
      </p:sp>
    </p:spTree>
    <p:extLst>
      <p:ext uri="{BB962C8B-B14F-4D97-AF65-F5344CB8AC3E}">
        <p14:creationId xmlns:p14="http://schemas.microsoft.com/office/powerpoint/2010/main" val="2319022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991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free-powerpoint-templates-download.com/"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hyperlink" Target="https://slidesgratis.com/" TargetMode="Externa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79FC919-A0D9-38A7-6AC8-1E92ABA97512}"/>
              </a:ext>
            </a:extLst>
          </p:cNvPr>
          <p:cNvGrpSpPr/>
          <p:nvPr userDrawn="1"/>
        </p:nvGrpSpPr>
        <p:grpSpPr>
          <a:xfrm>
            <a:off x="0" y="-893341"/>
            <a:ext cx="12192000" cy="893342"/>
            <a:chOff x="-1" y="-1778709"/>
            <a:chExt cx="24377651" cy="1778709"/>
          </a:xfrm>
        </p:grpSpPr>
        <p:sp>
          <p:nvSpPr>
            <p:cNvPr id="2" name="Rectángulo 3">
              <a:extLst>
                <a:ext uri="{FF2B5EF4-FFF2-40B4-BE49-F238E27FC236}">
                  <a16:creationId xmlns:a16="http://schemas.microsoft.com/office/drawing/2014/main" id="{9ADF7406-EBD6-38ED-0FC6-AEF7B75B66BD}"/>
                </a:ext>
              </a:extLst>
            </p:cNvPr>
            <p:cNvSpPr/>
            <p:nvPr userDrawn="1"/>
          </p:nvSpPr>
          <p:spPr>
            <a:xfrm>
              <a:off x="-1" y="-1778709"/>
              <a:ext cx="24377651" cy="1778709"/>
            </a:xfrm>
            <a:prstGeom prst="rect">
              <a:avLst/>
            </a:prstGeom>
            <a:solidFill>
              <a:srgbClr val="4C0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uadroTexto 4">
              <a:extLst>
                <a:ext uri="{FF2B5EF4-FFF2-40B4-BE49-F238E27FC236}">
                  <a16:creationId xmlns:a16="http://schemas.microsoft.com/office/drawing/2014/main" id="{BA65DAA7-66F1-4CBF-8ABA-B2963026CB48}"/>
                </a:ext>
              </a:extLst>
            </p:cNvPr>
            <p:cNvSpPr txBox="1"/>
            <p:nvPr userDrawn="1"/>
          </p:nvSpPr>
          <p:spPr>
            <a:xfrm>
              <a:off x="3351928" y="-1193240"/>
              <a:ext cx="5623233" cy="646331"/>
            </a:xfrm>
            <a:prstGeom prst="rect">
              <a:avLst/>
            </a:prstGeom>
            <a:noFill/>
          </p:spPr>
          <p:txBody>
            <a:bodyPr wrap="square" rtlCol="0">
              <a:spAutoFit/>
            </a:bodyPr>
            <a:lstStyle/>
            <a:p>
              <a:r>
                <a:rPr lang="en-US" dirty="0">
                  <a:solidFill>
                    <a:schemeClr val="bg1"/>
                  </a:solidFill>
                  <a:hlinkClick r:id="rId8">
                    <a:extLst>
                      <a:ext uri="{A12FA001-AC4F-418D-AE19-62706E023703}">
                        <ahyp:hlinkClr xmlns:ahyp="http://schemas.microsoft.com/office/drawing/2018/hyperlinkcolor" val="tx"/>
                      </a:ext>
                    </a:extLst>
                  </a:hlinkClick>
                </a:rPr>
                <a:t>http://ppthemes.com/</a:t>
              </a:r>
              <a:r>
                <a:rPr lang="en-US" dirty="0">
                  <a:solidFill>
                    <a:schemeClr val="bg1"/>
                  </a:solidFill>
                </a:rPr>
                <a:t> </a:t>
              </a:r>
            </a:p>
          </p:txBody>
        </p:sp>
        <p:pic>
          <p:nvPicPr>
            <p:cNvPr id="4" name="Imagen 5">
              <a:extLst>
                <a:ext uri="{FF2B5EF4-FFF2-40B4-BE49-F238E27FC236}">
                  <a16:creationId xmlns:a16="http://schemas.microsoft.com/office/drawing/2014/main" id="{92CB193B-CFA5-7F84-2BE7-4A2B9860215A}"/>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131060" y="-1688646"/>
              <a:ext cx="2706359" cy="1688646"/>
            </a:xfrm>
            <a:prstGeom prst="rect">
              <a:avLst/>
            </a:prstGeom>
          </p:spPr>
        </p:pic>
        <p:sp>
          <p:nvSpPr>
            <p:cNvPr id="5" name="CuadroTexto 6">
              <a:extLst>
                <a:ext uri="{FF2B5EF4-FFF2-40B4-BE49-F238E27FC236}">
                  <a16:creationId xmlns:a16="http://schemas.microsoft.com/office/drawing/2014/main" id="{B7E24930-A5B3-69CD-348A-DB2D460AB655}"/>
                </a:ext>
              </a:extLst>
            </p:cNvPr>
            <p:cNvSpPr txBox="1"/>
            <p:nvPr userDrawn="1"/>
          </p:nvSpPr>
          <p:spPr>
            <a:xfrm>
              <a:off x="19076730" y="-1205517"/>
              <a:ext cx="5300920" cy="735367"/>
            </a:xfrm>
            <a:prstGeom prst="rect">
              <a:avLst/>
            </a:prstGeom>
            <a:noFill/>
          </p:spPr>
          <p:txBody>
            <a:bodyPr wrap="square" rtlCol="0">
              <a:spAutoFit/>
            </a:bodyPr>
            <a:lstStyle/>
            <a:p>
              <a:r>
                <a:rPr lang="en-US" dirty="0">
                  <a:solidFill>
                    <a:schemeClr val="bg1"/>
                  </a:solidFill>
                  <a:hlinkClick r:id="rId10">
                    <a:extLst>
                      <a:ext uri="{A12FA001-AC4F-418D-AE19-62706E023703}">
                        <ahyp:hlinkClr xmlns:ahyp="http://schemas.microsoft.com/office/drawing/2018/hyperlinkcolor" val="tx"/>
                      </a:ext>
                    </a:extLst>
                  </a:hlinkClick>
                </a:rPr>
                <a:t>https://slidesgratis.com/</a:t>
              </a:r>
              <a:r>
                <a:rPr lang="en-US" dirty="0">
                  <a:solidFill>
                    <a:schemeClr val="bg1"/>
                  </a:solidFill>
                </a:rPr>
                <a:t> </a:t>
              </a:r>
            </a:p>
          </p:txBody>
        </p:sp>
        <p:pic>
          <p:nvPicPr>
            <p:cNvPr id="6" name="Imagen 7">
              <a:extLst>
                <a:ext uri="{FF2B5EF4-FFF2-40B4-BE49-F238E27FC236}">
                  <a16:creationId xmlns:a16="http://schemas.microsoft.com/office/drawing/2014/main" id="{82879315-FDA3-171A-50D8-41EEAABDC7B3}"/>
                </a:ext>
              </a:extLst>
            </p:cNvPr>
            <p:cNvPicPr>
              <a:picLocks noChangeAspect="1"/>
            </p:cNvPicPr>
            <p:nvPr userDrawn="1"/>
          </p:nvPicPr>
          <p:blipFill rotWithShape="1">
            <a:blip r:embed="rId11" cstate="print">
              <a:extLst>
                <a:ext uri="{28A0092B-C50C-407E-A947-70E740481C1C}">
                  <a14:useLocalDpi xmlns:a14="http://schemas.microsoft.com/office/drawing/2010/main" val="0"/>
                </a:ext>
              </a:extLst>
            </a:blip>
            <a:srcRect t="26389" r="12615" b="30833"/>
            <a:stretch/>
          </p:blipFill>
          <p:spPr>
            <a:xfrm>
              <a:off x="322094" y="-1698368"/>
              <a:ext cx="2707739" cy="1325534"/>
            </a:xfrm>
            <a:prstGeom prst="rect">
              <a:avLst/>
            </a:prstGeom>
          </p:spPr>
        </p:pic>
      </p:grpSp>
    </p:spTree>
    <p:extLst>
      <p:ext uri="{BB962C8B-B14F-4D97-AF65-F5344CB8AC3E}">
        <p14:creationId xmlns:p14="http://schemas.microsoft.com/office/powerpoint/2010/main" val="228491653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Oval 37">
            <a:extLst>
              <a:ext uri="{FF2B5EF4-FFF2-40B4-BE49-F238E27FC236}">
                <a16:creationId xmlns:a16="http://schemas.microsoft.com/office/drawing/2014/main" id="{275371B0-F5E2-3B4B-A7E7-EBD84543905A}"/>
              </a:ext>
            </a:extLst>
          </p:cNvPr>
          <p:cNvSpPr/>
          <p:nvPr/>
        </p:nvSpPr>
        <p:spPr>
          <a:xfrm>
            <a:off x="2835819" y="549066"/>
            <a:ext cx="3123793" cy="31237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Freeform 6">
            <a:extLst>
              <a:ext uri="{FF2B5EF4-FFF2-40B4-BE49-F238E27FC236}">
                <a16:creationId xmlns:a16="http://schemas.microsoft.com/office/drawing/2014/main" id="{AAC8F3BA-CB30-F044-853F-690771DB0BD7}"/>
              </a:ext>
            </a:extLst>
          </p:cNvPr>
          <p:cNvSpPr/>
          <p:nvPr/>
        </p:nvSpPr>
        <p:spPr>
          <a:xfrm>
            <a:off x="6217036" y="-1"/>
            <a:ext cx="5973377" cy="5992316"/>
          </a:xfrm>
          <a:custGeom>
            <a:avLst/>
            <a:gdLst>
              <a:gd name="connsiteX0" fmla="*/ 1515815 w 9994386"/>
              <a:gd name="connsiteY0" fmla="*/ 0 h 10026074"/>
              <a:gd name="connsiteX1" fmla="*/ 9994386 w 9994386"/>
              <a:gd name="connsiteY1" fmla="*/ 0 h 10026074"/>
              <a:gd name="connsiteX2" fmla="*/ 9994386 w 9994386"/>
              <a:gd name="connsiteY2" fmla="*/ 8537709 h 10026074"/>
              <a:gd name="connsiteX3" fmla="*/ 9865800 w 9994386"/>
              <a:gd name="connsiteY3" fmla="*/ 8649093 h 10026074"/>
              <a:gd name="connsiteX4" fmla="*/ 6030098 w 9994386"/>
              <a:gd name="connsiteY4" fmla="*/ 10026074 h 10026074"/>
              <a:gd name="connsiteX5" fmla="*/ 0 w 9994386"/>
              <a:gd name="connsiteY5" fmla="*/ 3995976 h 10026074"/>
              <a:gd name="connsiteX6" fmla="*/ 1376982 w 9994386"/>
              <a:gd name="connsiteY6" fmla="*/ 160274 h 10026074"/>
              <a:gd name="connsiteX7" fmla="*/ 1515815 w 9994386"/>
              <a:gd name="connsiteY7" fmla="*/ 0 h 100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94386" h="10026074">
                <a:moveTo>
                  <a:pt x="1515815" y="0"/>
                </a:moveTo>
                <a:lnTo>
                  <a:pt x="9994386" y="0"/>
                </a:lnTo>
                <a:lnTo>
                  <a:pt x="9994386" y="8537709"/>
                </a:lnTo>
                <a:lnTo>
                  <a:pt x="9865800" y="8649093"/>
                </a:lnTo>
                <a:cubicBezTo>
                  <a:pt x="8823444" y="9509322"/>
                  <a:pt x="7487118" y="10026074"/>
                  <a:pt x="6030098" y="10026074"/>
                </a:cubicBezTo>
                <a:cubicBezTo>
                  <a:pt x="2699768" y="10026074"/>
                  <a:pt x="0" y="7326307"/>
                  <a:pt x="0" y="3995976"/>
                </a:cubicBezTo>
                <a:cubicBezTo>
                  <a:pt x="0" y="2538956"/>
                  <a:pt x="516752" y="1202630"/>
                  <a:pt x="1376982" y="160274"/>
                </a:cubicBezTo>
                <a:lnTo>
                  <a:pt x="151581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0" name="Oval 29">
            <a:extLst>
              <a:ext uri="{FF2B5EF4-FFF2-40B4-BE49-F238E27FC236}">
                <a16:creationId xmlns:a16="http://schemas.microsoft.com/office/drawing/2014/main" id="{9D4AE003-752F-8D43-9A1A-CBBF669A08E4}"/>
              </a:ext>
            </a:extLst>
          </p:cNvPr>
          <p:cNvSpPr/>
          <p:nvPr/>
        </p:nvSpPr>
        <p:spPr>
          <a:xfrm>
            <a:off x="3723763" y="851216"/>
            <a:ext cx="4918113" cy="49181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Freeform 12">
            <a:extLst>
              <a:ext uri="{FF2B5EF4-FFF2-40B4-BE49-F238E27FC236}">
                <a16:creationId xmlns:a16="http://schemas.microsoft.com/office/drawing/2014/main" id="{4459C7C2-AEE9-0E48-91D7-19B6176808E3}"/>
              </a:ext>
            </a:extLst>
          </p:cNvPr>
          <p:cNvSpPr/>
          <p:nvPr/>
        </p:nvSpPr>
        <p:spPr>
          <a:xfrm>
            <a:off x="7193220" y="2990335"/>
            <a:ext cx="4997193" cy="3867665"/>
          </a:xfrm>
          <a:custGeom>
            <a:avLst/>
            <a:gdLst>
              <a:gd name="connsiteX0" fmla="*/ 6116596 w 9994386"/>
              <a:gd name="connsiteY0" fmla="*/ 0 h 7735330"/>
              <a:gd name="connsiteX1" fmla="*/ 9776252 w 9994386"/>
              <a:gd name="connsiteY1" fmla="*/ 1215151 h 7735330"/>
              <a:gd name="connsiteX2" fmla="*/ 9994386 w 9994386"/>
              <a:gd name="connsiteY2" fmla="*/ 1386571 h 7735330"/>
              <a:gd name="connsiteX3" fmla="*/ 9994386 w 9994386"/>
              <a:gd name="connsiteY3" fmla="*/ 7735330 h 7735330"/>
              <a:gd name="connsiteX4" fmla="*/ 218153 w 9994386"/>
              <a:gd name="connsiteY4" fmla="*/ 7735330 h 7735330"/>
              <a:gd name="connsiteX5" fmla="*/ 192567 w 9994386"/>
              <a:gd name="connsiteY5" fmla="*/ 7645227 h 7735330"/>
              <a:gd name="connsiteX6" fmla="*/ 0 w 9994386"/>
              <a:gd name="connsiteY6" fmla="*/ 6116595 h 7735330"/>
              <a:gd name="connsiteX7" fmla="*/ 6116596 w 9994386"/>
              <a:gd name="connsiteY7" fmla="*/ 0 h 773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94386" h="7735330">
                <a:moveTo>
                  <a:pt x="6116596" y="0"/>
                </a:moveTo>
                <a:cubicBezTo>
                  <a:pt x="7488950" y="0"/>
                  <a:pt x="8755742" y="451959"/>
                  <a:pt x="9776252" y="1215151"/>
                </a:cubicBezTo>
                <a:lnTo>
                  <a:pt x="9994386" y="1386571"/>
                </a:lnTo>
                <a:lnTo>
                  <a:pt x="9994386" y="7735330"/>
                </a:lnTo>
                <a:lnTo>
                  <a:pt x="218153" y="7735330"/>
                </a:lnTo>
                <a:lnTo>
                  <a:pt x="192567" y="7645227"/>
                </a:lnTo>
                <a:cubicBezTo>
                  <a:pt x="66858" y="7156636"/>
                  <a:pt x="0" y="6644423"/>
                  <a:pt x="0" y="6116595"/>
                </a:cubicBezTo>
                <a:cubicBezTo>
                  <a:pt x="0" y="2738493"/>
                  <a:pt x="2738492" y="0"/>
                  <a:pt x="6116596" y="0"/>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14" name="Freeform 13">
            <a:extLst>
              <a:ext uri="{FF2B5EF4-FFF2-40B4-BE49-F238E27FC236}">
                <a16:creationId xmlns:a16="http://schemas.microsoft.com/office/drawing/2014/main" id="{70577DA4-3138-2C4A-8964-ACD83ADF3946}"/>
              </a:ext>
            </a:extLst>
          </p:cNvPr>
          <p:cNvSpPr/>
          <p:nvPr/>
        </p:nvSpPr>
        <p:spPr>
          <a:xfrm>
            <a:off x="6958442" y="2808625"/>
            <a:ext cx="5231971" cy="4049376"/>
          </a:xfrm>
          <a:custGeom>
            <a:avLst/>
            <a:gdLst>
              <a:gd name="connsiteX0" fmla="*/ 6116596 w 9994386"/>
              <a:gd name="connsiteY0" fmla="*/ 0 h 7735330"/>
              <a:gd name="connsiteX1" fmla="*/ 9776252 w 9994386"/>
              <a:gd name="connsiteY1" fmla="*/ 1215151 h 7735330"/>
              <a:gd name="connsiteX2" fmla="*/ 9994386 w 9994386"/>
              <a:gd name="connsiteY2" fmla="*/ 1386571 h 7735330"/>
              <a:gd name="connsiteX3" fmla="*/ 9994386 w 9994386"/>
              <a:gd name="connsiteY3" fmla="*/ 7735330 h 7735330"/>
              <a:gd name="connsiteX4" fmla="*/ 218153 w 9994386"/>
              <a:gd name="connsiteY4" fmla="*/ 7735330 h 7735330"/>
              <a:gd name="connsiteX5" fmla="*/ 192567 w 9994386"/>
              <a:gd name="connsiteY5" fmla="*/ 7645227 h 7735330"/>
              <a:gd name="connsiteX6" fmla="*/ 0 w 9994386"/>
              <a:gd name="connsiteY6" fmla="*/ 6116595 h 7735330"/>
              <a:gd name="connsiteX7" fmla="*/ 6116596 w 9994386"/>
              <a:gd name="connsiteY7" fmla="*/ 0 h 773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94386" h="7735330">
                <a:moveTo>
                  <a:pt x="6116596" y="0"/>
                </a:moveTo>
                <a:cubicBezTo>
                  <a:pt x="7488950" y="0"/>
                  <a:pt x="8755742" y="451959"/>
                  <a:pt x="9776252" y="1215151"/>
                </a:cubicBezTo>
                <a:lnTo>
                  <a:pt x="9994386" y="1386571"/>
                </a:lnTo>
                <a:lnTo>
                  <a:pt x="9994386" y="7735330"/>
                </a:lnTo>
                <a:lnTo>
                  <a:pt x="218153" y="7735330"/>
                </a:lnTo>
                <a:lnTo>
                  <a:pt x="192567" y="7645227"/>
                </a:lnTo>
                <a:cubicBezTo>
                  <a:pt x="66858" y="7156636"/>
                  <a:pt x="0" y="6644423"/>
                  <a:pt x="0" y="6116595"/>
                </a:cubicBezTo>
                <a:cubicBezTo>
                  <a:pt x="0" y="2738493"/>
                  <a:pt x="2738492" y="0"/>
                  <a:pt x="6116596" y="0"/>
                </a:cubicBezTo>
                <a:close/>
              </a:path>
            </a:pathLst>
          </a:custGeom>
          <a:noFill/>
          <a:ln w="57150">
            <a:solidFill>
              <a:schemeClr val="accent3"/>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28" name="TextBox 27">
            <a:extLst>
              <a:ext uri="{FF2B5EF4-FFF2-40B4-BE49-F238E27FC236}">
                <a16:creationId xmlns:a16="http://schemas.microsoft.com/office/drawing/2014/main" id="{1346AB85-1E1F-6743-8493-6B485FE64820}"/>
              </a:ext>
            </a:extLst>
          </p:cNvPr>
          <p:cNvSpPr txBox="1"/>
          <p:nvPr/>
        </p:nvSpPr>
        <p:spPr>
          <a:xfrm>
            <a:off x="62345" y="3390645"/>
            <a:ext cx="6695120" cy="1938992"/>
          </a:xfrm>
          <a:prstGeom prst="rect">
            <a:avLst/>
          </a:prstGeom>
          <a:noFill/>
        </p:spPr>
        <p:txBody>
          <a:bodyPr wrap="square" rtlCol="0">
            <a:spAutoFit/>
          </a:bodyPr>
          <a:lstStyle/>
          <a:p>
            <a:r>
              <a:rPr lang="en-US" sz="4000" b="1" dirty="0">
                <a:solidFill>
                  <a:schemeClr val="accent2"/>
                </a:solidFill>
                <a:latin typeface="Montserrat Black" pitchFamily="2" charset="77"/>
                <a:cs typeface="Arial Black" panose="020B0604020202020204" pitchFamily="34" charset="0"/>
              </a:rPr>
              <a:t>ABSTRACTION, SORTING &amp; SEARCHING ALGORITHMS</a:t>
            </a:r>
          </a:p>
        </p:txBody>
      </p:sp>
      <p:sp>
        <p:nvSpPr>
          <p:cNvPr id="34" name="Oval 33">
            <a:extLst>
              <a:ext uri="{FF2B5EF4-FFF2-40B4-BE49-F238E27FC236}">
                <a16:creationId xmlns:a16="http://schemas.microsoft.com/office/drawing/2014/main" id="{DBC15C35-EB7F-394B-86F9-8E94F063F970}"/>
              </a:ext>
            </a:extLst>
          </p:cNvPr>
          <p:cNvSpPr/>
          <p:nvPr/>
        </p:nvSpPr>
        <p:spPr>
          <a:xfrm>
            <a:off x="6740815" y="3793169"/>
            <a:ext cx="2631989" cy="26319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5" name="TextBox 34">
            <a:extLst>
              <a:ext uri="{FF2B5EF4-FFF2-40B4-BE49-F238E27FC236}">
                <a16:creationId xmlns:a16="http://schemas.microsoft.com/office/drawing/2014/main" id="{C552DC9B-93C3-F447-8254-39080454C116}"/>
              </a:ext>
            </a:extLst>
          </p:cNvPr>
          <p:cNvSpPr txBox="1"/>
          <p:nvPr/>
        </p:nvSpPr>
        <p:spPr>
          <a:xfrm>
            <a:off x="-255583" y="3077201"/>
            <a:ext cx="2282961" cy="461665"/>
          </a:xfrm>
          <a:prstGeom prst="rect">
            <a:avLst/>
          </a:prstGeom>
          <a:noFill/>
        </p:spPr>
        <p:txBody>
          <a:bodyPr wrap="square" rtlCol="0">
            <a:spAutoFit/>
          </a:bodyPr>
          <a:lstStyle/>
          <a:p>
            <a:pPr algn="ctr"/>
            <a:r>
              <a:rPr lang="en-US" sz="2400" b="1" dirty="0">
                <a:solidFill>
                  <a:srgbClr val="ED942B"/>
                </a:solidFill>
                <a:latin typeface="Lato Black" panose="020F0502020204030203" pitchFamily="34" charset="77"/>
                <a:cs typeface="Arial Black" panose="020B0604020202020204" pitchFamily="34" charset="0"/>
              </a:rPr>
              <a:t>LESSON 1</a:t>
            </a:r>
            <a:endParaRPr lang="en-US" sz="3300" b="1" dirty="0">
              <a:solidFill>
                <a:srgbClr val="ED942B"/>
              </a:solidFill>
              <a:latin typeface="Lato Black" panose="020F0502020204030203" pitchFamily="34" charset="77"/>
              <a:cs typeface="Arial Black" panose="020B0604020202020204" pitchFamily="34" charset="0"/>
            </a:endParaRPr>
          </a:p>
        </p:txBody>
      </p:sp>
      <p:sp>
        <p:nvSpPr>
          <p:cNvPr id="36" name="TextBox 35">
            <a:extLst>
              <a:ext uri="{FF2B5EF4-FFF2-40B4-BE49-F238E27FC236}">
                <a16:creationId xmlns:a16="http://schemas.microsoft.com/office/drawing/2014/main" id="{30E2D20D-12DB-6941-809D-BA0E63191451}"/>
              </a:ext>
            </a:extLst>
          </p:cNvPr>
          <p:cNvSpPr txBox="1"/>
          <p:nvPr/>
        </p:nvSpPr>
        <p:spPr>
          <a:xfrm>
            <a:off x="6769336" y="4662809"/>
            <a:ext cx="2535607" cy="954107"/>
          </a:xfrm>
          <a:prstGeom prst="rect">
            <a:avLst/>
          </a:prstGeom>
          <a:noFill/>
        </p:spPr>
        <p:txBody>
          <a:bodyPr wrap="square" rtlCol="0">
            <a:spAutoFit/>
          </a:bodyPr>
          <a:lstStyle/>
          <a:p>
            <a:pPr algn="ctr"/>
            <a:r>
              <a:rPr lang="en-US" sz="2800" b="1" dirty="0">
                <a:solidFill>
                  <a:schemeClr val="bg1"/>
                </a:solidFill>
                <a:latin typeface="Lato Black" panose="020F0502020204030203" pitchFamily="34" charset="77"/>
              </a:rPr>
              <a:t>DATA </a:t>
            </a:r>
          </a:p>
          <a:p>
            <a:pPr algn="ctr"/>
            <a:r>
              <a:rPr lang="en-US" sz="2800" b="1" dirty="0">
                <a:solidFill>
                  <a:schemeClr val="bg1"/>
                </a:solidFill>
                <a:latin typeface="Lato Black" panose="020F0502020204030203" pitchFamily="34" charset="77"/>
              </a:rPr>
              <a:t>STRUCTURES</a:t>
            </a:r>
            <a:endParaRPr lang="en-US" sz="2800" dirty="0">
              <a:solidFill>
                <a:schemeClr val="bg1"/>
              </a:solidFill>
            </a:endParaRPr>
          </a:p>
        </p:txBody>
      </p:sp>
      <p:sp>
        <p:nvSpPr>
          <p:cNvPr id="39" name="Oval 38">
            <a:extLst>
              <a:ext uri="{FF2B5EF4-FFF2-40B4-BE49-F238E27FC236}">
                <a16:creationId xmlns:a16="http://schemas.microsoft.com/office/drawing/2014/main" id="{772EC74A-5082-8945-B8D1-E6E8B7736460}"/>
              </a:ext>
            </a:extLst>
          </p:cNvPr>
          <p:cNvSpPr/>
          <p:nvPr/>
        </p:nvSpPr>
        <p:spPr>
          <a:xfrm>
            <a:off x="4750462" y="4091213"/>
            <a:ext cx="1483511" cy="1483511"/>
          </a:xfrm>
          <a:prstGeom prst="ellipse">
            <a:avLst/>
          </a:prstGeom>
          <a:solidFill>
            <a:schemeClr val="accent2">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0" name="Oval 39">
            <a:extLst>
              <a:ext uri="{FF2B5EF4-FFF2-40B4-BE49-F238E27FC236}">
                <a16:creationId xmlns:a16="http://schemas.microsoft.com/office/drawing/2014/main" id="{84EF64D4-245A-DA49-A58F-B2DCA7F5DCE2}"/>
              </a:ext>
            </a:extLst>
          </p:cNvPr>
          <p:cNvSpPr/>
          <p:nvPr/>
        </p:nvSpPr>
        <p:spPr>
          <a:xfrm>
            <a:off x="7469518" y="2103247"/>
            <a:ext cx="2044189" cy="2044189"/>
          </a:xfrm>
          <a:prstGeom prst="ellipse">
            <a:avLst/>
          </a:prstGeom>
          <a:solidFill>
            <a:schemeClr val="accent5">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1" name="Oval 40">
            <a:extLst>
              <a:ext uri="{FF2B5EF4-FFF2-40B4-BE49-F238E27FC236}">
                <a16:creationId xmlns:a16="http://schemas.microsoft.com/office/drawing/2014/main" id="{98307FF1-B113-4344-94FE-9E444D3A2549}"/>
              </a:ext>
            </a:extLst>
          </p:cNvPr>
          <p:cNvSpPr/>
          <p:nvPr/>
        </p:nvSpPr>
        <p:spPr>
          <a:xfrm>
            <a:off x="6831443" y="3199503"/>
            <a:ext cx="1289519" cy="1289519"/>
          </a:xfrm>
          <a:prstGeom prst="ellipse">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20" name="Picture 19" descr="Logo&#10;&#10;Description automatically generated with medium confidence">
            <a:extLst>
              <a:ext uri="{FF2B5EF4-FFF2-40B4-BE49-F238E27FC236}">
                <a16:creationId xmlns:a16="http://schemas.microsoft.com/office/drawing/2014/main" id="{43ADDA7E-8628-6441-D232-D3A05201833A}"/>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61000"/>
                    </a14:imgEffect>
                    <a14:imgEffect>
                      <a14:brightnessContrast bright="-6000" contrast="-1000"/>
                    </a14:imgEffect>
                  </a14:imgLayer>
                </a14:imgProps>
              </a:ext>
              <a:ext uri="{28A0092B-C50C-407E-A947-70E740481C1C}">
                <a14:useLocalDpi xmlns:a14="http://schemas.microsoft.com/office/drawing/2010/main" val="0"/>
              </a:ext>
            </a:extLst>
          </a:blip>
          <a:stretch>
            <a:fillRect/>
          </a:stretch>
        </p:blipFill>
        <p:spPr>
          <a:xfrm>
            <a:off x="5101689" y="458857"/>
            <a:ext cx="1689789" cy="3090908"/>
          </a:xfrm>
          <a:prstGeom prst="rect">
            <a:avLst/>
          </a:prstGeom>
        </p:spPr>
      </p:pic>
      <p:sp>
        <p:nvSpPr>
          <p:cNvPr id="2" name="TextBox 1">
            <a:extLst>
              <a:ext uri="{FF2B5EF4-FFF2-40B4-BE49-F238E27FC236}">
                <a16:creationId xmlns:a16="http://schemas.microsoft.com/office/drawing/2014/main" id="{E504C348-9C8B-F027-188C-B477748D2F4C}"/>
              </a:ext>
            </a:extLst>
          </p:cNvPr>
          <p:cNvSpPr txBox="1"/>
          <p:nvPr/>
        </p:nvSpPr>
        <p:spPr>
          <a:xfrm>
            <a:off x="6915328" y="4306424"/>
            <a:ext cx="2282961" cy="600164"/>
          </a:xfrm>
          <a:prstGeom prst="rect">
            <a:avLst/>
          </a:prstGeom>
          <a:noFill/>
        </p:spPr>
        <p:txBody>
          <a:bodyPr wrap="square" rtlCol="0">
            <a:spAutoFit/>
          </a:bodyPr>
          <a:lstStyle/>
          <a:p>
            <a:pPr algn="ctr"/>
            <a:r>
              <a:rPr lang="en-US" sz="3300" b="1" dirty="0">
                <a:solidFill>
                  <a:schemeClr val="bg1"/>
                </a:solidFill>
                <a:latin typeface="Lato Black" panose="020F0502020204030203" pitchFamily="34" charset="77"/>
                <a:cs typeface="Arial Black" panose="020B0604020202020204" pitchFamily="34" charset="0"/>
              </a:rPr>
              <a:t>CCE 105L</a:t>
            </a:r>
          </a:p>
        </p:txBody>
      </p:sp>
    </p:spTree>
    <p:extLst>
      <p:ext uri="{BB962C8B-B14F-4D97-AF65-F5344CB8AC3E}">
        <p14:creationId xmlns:p14="http://schemas.microsoft.com/office/powerpoint/2010/main" val="1045624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p:cTn id="13" dur="500" fill="hold"/>
                                        <p:tgtEl>
                                          <p:spTgt spid="28"/>
                                        </p:tgtEl>
                                        <p:attrNameLst>
                                          <p:attrName>ppt_w</p:attrName>
                                        </p:attrNameLst>
                                      </p:cBhvr>
                                      <p:tavLst>
                                        <p:tav tm="0">
                                          <p:val>
                                            <p:fltVal val="0"/>
                                          </p:val>
                                        </p:tav>
                                        <p:tav tm="100000">
                                          <p:val>
                                            <p:strVal val="#ppt_w"/>
                                          </p:val>
                                        </p:tav>
                                      </p:tavLst>
                                    </p:anim>
                                    <p:anim calcmode="lin" valueType="num">
                                      <p:cBhvr>
                                        <p:cTn id="14" dur="500" fill="hold"/>
                                        <p:tgtEl>
                                          <p:spTgt spid="28"/>
                                        </p:tgtEl>
                                        <p:attrNameLst>
                                          <p:attrName>ppt_h</p:attrName>
                                        </p:attrNameLst>
                                      </p:cBhvr>
                                      <p:tavLst>
                                        <p:tav tm="0">
                                          <p:val>
                                            <p:fltVal val="0"/>
                                          </p:val>
                                        </p:tav>
                                        <p:tav tm="100000">
                                          <p:val>
                                            <p:strVal val="#ppt_h"/>
                                          </p:val>
                                        </p:tav>
                                      </p:tavLst>
                                    </p:anim>
                                    <p:animEffect transition="in" filter="fade">
                                      <p:cBhvr>
                                        <p:cTn id="15" dur="500"/>
                                        <p:tgtEl>
                                          <p:spTgt spid="28"/>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fltVal val="0"/>
                                          </p:val>
                                        </p:tav>
                                        <p:tav tm="100000">
                                          <p:val>
                                            <p:strVal val="#ppt_w"/>
                                          </p:val>
                                        </p:tav>
                                      </p:tavLst>
                                    </p:anim>
                                    <p:anim calcmode="lin" valueType="num">
                                      <p:cBhvr>
                                        <p:cTn id="20" dur="500" fill="hold"/>
                                        <p:tgtEl>
                                          <p:spTgt spid="34"/>
                                        </p:tgtEl>
                                        <p:attrNameLst>
                                          <p:attrName>ppt_h</p:attrName>
                                        </p:attrNameLst>
                                      </p:cBhvr>
                                      <p:tavLst>
                                        <p:tav tm="0">
                                          <p:val>
                                            <p:fltVal val="0"/>
                                          </p:val>
                                        </p:tav>
                                        <p:tav tm="100000">
                                          <p:val>
                                            <p:strVal val="#ppt_h"/>
                                          </p:val>
                                        </p:tav>
                                      </p:tavLst>
                                    </p:anim>
                                    <p:animEffect transition="in" filter="fade">
                                      <p:cBhvr>
                                        <p:cTn id="21" dur="500"/>
                                        <p:tgtEl>
                                          <p:spTgt spid="34"/>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p:cTn id="31" dur="500" fill="hold"/>
                                        <p:tgtEl>
                                          <p:spTgt spid="36"/>
                                        </p:tgtEl>
                                        <p:attrNameLst>
                                          <p:attrName>ppt_w</p:attrName>
                                        </p:attrNameLst>
                                      </p:cBhvr>
                                      <p:tavLst>
                                        <p:tav tm="0">
                                          <p:val>
                                            <p:fltVal val="0"/>
                                          </p:val>
                                        </p:tav>
                                        <p:tav tm="100000">
                                          <p:val>
                                            <p:strVal val="#ppt_w"/>
                                          </p:val>
                                        </p:tav>
                                      </p:tavLst>
                                    </p:anim>
                                    <p:anim calcmode="lin" valueType="num">
                                      <p:cBhvr>
                                        <p:cTn id="32" dur="500" fill="hold"/>
                                        <p:tgtEl>
                                          <p:spTgt spid="36"/>
                                        </p:tgtEl>
                                        <p:attrNameLst>
                                          <p:attrName>ppt_h</p:attrName>
                                        </p:attrNameLst>
                                      </p:cBhvr>
                                      <p:tavLst>
                                        <p:tav tm="0">
                                          <p:val>
                                            <p:fltVal val="0"/>
                                          </p:val>
                                        </p:tav>
                                        <p:tav tm="100000">
                                          <p:val>
                                            <p:strVal val="#ppt_h"/>
                                          </p:val>
                                        </p:tav>
                                      </p:tavLst>
                                    </p:anim>
                                    <p:animEffect transition="in" filter="fade">
                                      <p:cBhvr>
                                        <p:cTn id="3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4" grpId="0" animBg="1"/>
      <p:bldP spid="35" grpId="0"/>
      <p:bldP spid="36"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pic>
        <p:nvPicPr>
          <p:cNvPr id="14" name="Picture Placeholder 13" descr="A computer screen shot of a coffee cup&#10;&#10;Description automatically generated">
            <a:extLst>
              <a:ext uri="{FF2B5EF4-FFF2-40B4-BE49-F238E27FC236}">
                <a16:creationId xmlns:a16="http://schemas.microsoft.com/office/drawing/2014/main" id="{DA13FB89-10BE-DE40-02D9-A7EC7C07AE52}"/>
              </a:ext>
            </a:extLst>
          </p:cNvPr>
          <p:cNvPicPr>
            <a:picLocks noGrp="1" noChangeAspect="1"/>
          </p:cNvPicPr>
          <p:nvPr>
            <p:ph type="pic" sz="quarter" idx="10"/>
          </p:nvPr>
        </p:nvPicPr>
        <p:blipFill>
          <a:blip r:embed="rId2">
            <a:alphaModFix amt="75000"/>
            <a:extLst>
              <a:ext uri="{BEBA8EAE-BF5A-486C-A8C5-ECC9F3942E4B}">
                <a14:imgProps xmlns:a14="http://schemas.microsoft.com/office/drawing/2010/main">
                  <a14:imgLayer r:embed="rId3">
                    <a14:imgEffect>
                      <a14:brightnessContrast bright="-16000"/>
                    </a14:imgEffect>
                  </a14:imgLayer>
                </a14:imgProps>
              </a:ext>
              <a:ext uri="{28A0092B-C50C-407E-A947-70E740481C1C}">
                <a14:useLocalDpi xmlns:a14="http://schemas.microsoft.com/office/drawing/2010/main" val="0"/>
              </a:ext>
            </a:extLst>
          </a:blip>
          <a:srcRect l="17028" r="17028"/>
          <a:stretch>
            <a:fillRect/>
          </a:stretch>
        </p:blipFill>
        <p:spPr>
          <a:solidFill>
            <a:schemeClr val="accent2">
              <a:lumMod val="20000"/>
              <a:lumOff val="80000"/>
            </a:schemeClr>
          </a:solidFill>
        </p:spPr>
      </p:pic>
      <p:sp>
        <p:nvSpPr>
          <p:cNvPr id="17" name="Freeform 16">
            <a:extLst>
              <a:ext uri="{FF2B5EF4-FFF2-40B4-BE49-F238E27FC236}">
                <a16:creationId xmlns:a16="http://schemas.microsoft.com/office/drawing/2014/main" id="{8136CD7D-5A00-08A7-2F4C-376E851C5EC9}"/>
              </a:ext>
            </a:extLst>
          </p:cNvPr>
          <p:cNvSpPr/>
          <p:nvPr/>
        </p:nvSpPr>
        <p:spPr>
          <a:xfrm rot="18908747">
            <a:off x="5418131" y="907258"/>
            <a:ext cx="1403136" cy="1424674"/>
          </a:xfrm>
          <a:custGeom>
            <a:avLst/>
            <a:gdLst>
              <a:gd name="connsiteX0" fmla="*/ 767469 w 1403136"/>
              <a:gd name="connsiteY0" fmla="*/ 0 h 1424674"/>
              <a:gd name="connsiteX1" fmla="*/ 1398307 w 1403136"/>
              <a:gd name="connsiteY1" fmla="*/ 1328655 h 1424674"/>
              <a:gd name="connsiteX2" fmla="*/ 1403136 w 1403136"/>
              <a:gd name="connsiteY2" fmla="*/ 1424674 h 1424674"/>
              <a:gd name="connsiteX3" fmla="*/ 313799 w 1403136"/>
              <a:gd name="connsiteY3" fmla="*/ 1424674 h 1424674"/>
              <a:gd name="connsiteX4" fmla="*/ 300216 w 1403136"/>
              <a:gd name="connsiteY4" fmla="*/ 1332222 h 1424674"/>
              <a:gd name="connsiteX5" fmla="*/ 0 w 1403136"/>
              <a:gd name="connsiteY5" fmla="*/ 771383 h 1424674"/>
              <a:gd name="connsiteX6" fmla="*/ 767469 w 1403136"/>
              <a:gd name="connsiteY6" fmla="*/ 0 h 142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3136" h="1424674">
                <a:moveTo>
                  <a:pt x="767469" y="0"/>
                </a:moveTo>
                <a:cubicBezTo>
                  <a:pt x="1140239" y="370878"/>
                  <a:pt x="1350594" y="843242"/>
                  <a:pt x="1398307" y="1328655"/>
                </a:cubicBezTo>
                <a:lnTo>
                  <a:pt x="1403136" y="1424674"/>
                </a:lnTo>
                <a:lnTo>
                  <a:pt x="313799" y="1424674"/>
                </a:lnTo>
                <a:lnTo>
                  <a:pt x="300216" y="1332222"/>
                </a:lnTo>
                <a:cubicBezTo>
                  <a:pt x="259855" y="1126560"/>
                  <a:pt x="159759" y="930331"/>
                  <a:pt x="0" y="771383"/>
                </a:cubicBezTo>
                <a:lnTo>
                  <a:pt x="767469"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42A2DEA0-43EE-4E9D-A700-1307EEBDE2F2}"/>
              </a:ext>
            </a:extLst>
          </p:cNvPr>
          <p:cNvSpPr/>
          <p:nvPr/>
        </p:nvSpPr>
        <p:spPr>
          <a:xfrm rot="18908747">
            <a:off x="6589845" y="1974304"/>
            <a:ext cx="1319689" cy="1429703"/>
          </a:xfrm>
          <a:custGeom>
            <a:avLst/>
            <a:gdLst>
              <a:gd name="connsiteX0" fmla="*/ 1319689 w 1319689"/>
              <a:gd name="connsiteY0" fmla="*/ 0 h 1429703"/>
              <a:gd name="connsiteX1" fmla="*/ 1310958 w 1319689"/>
              <a:gd name="connsiteY1" fmla="*/ 193165 h 1429703"/>
              <a:gd name="connsiteX2" fmla="*/ 835862 w 1319689"/>
              <a:gd name="connsiteY2" fmla="*/ 1359350 h 1429703"/>
              <a:gd name="connsiteX3" fmla="*/ 772597 w 1319689"/>
              <a:gd name="connsiteY3" fmla="*/ 1429703 h 1429703"/>
              <a:gd name="connsiteX4" fmla="*/ 0 w 1319689"/>
              <a:gd name="connsiteY4" fmla="*/ 661027 h 1429703"/>
              <a:gd name="connsiteX5" fmla="*/ 54506 w 1319689"/>
              <a:gd name="connsiteY5" fmla="*/ 586492 h 1429703"/>
              <a:gd name="connsiteX6" fmla="*/ 227541 w 1319689"/>
              <a:gd name="connsiteY6" fmla="*/ 91621 h 1429703"/>
              <a:gd name="connsiteX7" fmla="*/ 231681 w 1319689"/>
              <a:gd name="connsiteY7" fmla="*/ 0 h 1429703"/>
              <a:gd name="connsiteX8" fmla="*/ 1319689 w 1319689"/>
              <a:gd name="connsiteY8" fmla="*/ 0 h 1429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689" h="1429703">
                <a:moveTo>
                  <a:pt x="1319689" y="0"/>
                </a:moveTo>
                <a:lnTo>
                  <a:pt x="1310958" y="193165"/>
                </a:lnTo>
                <a:cubicBezTo>
                  <a:pt x="1272179" y="609435"/>
                  <a:pt x="1113861" y="1016728"/>
                  <a:pt x="835862" y="1359350"/>
                </a:cubicBezTo>
                <a:lnTo>
                  <a:pt x="772597" y="1429703"/>
                </a:lnTo>
                <a:lnTo>
                  <a:pt x="0" y="661027"/>
                </a:lnTo>
                <a:lnTo>
                  <a:pt x="54506" y="586492"/>
                </a:lnTo>
                <a:cubicBezTo>
                  <a:pt x="153718" y="435396"/>
                  <a:pt x="211382" y="265067"/>
                  <a:pt x="227541" y="91621"/>
                </a:cubicBezTo>
                <a:lnTo>
                  <a:pt x="231681" y="0"/>
                </a:lnTo>
                <a:lnTo>
                  <a:pt x="1319689"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9FE00110-5D06-6BE5-33CD-AB7DC48706A0}"/>
              </a:ext>
            </a:extLst>
          </p:cNvPr>
          <p:cNvSpPr/>
          <p:nvPr/>
        </p:nvSpPr>
        <p:spPr>
          <a:xfrm rot="18908747">
            <a:off x="6449957" y="3050757"/>
            <a:ext cx="1573309" cy="1404498"/>
          </a:xfrm>
          <a:custGeom>
            <a:avLst/>
            <a:gdLst>
              <a:gd name="connsiteX0" fmla="*/ 801925 w 1573309"/>
              <a:gd name="connsiteY0" fmla="*/ 0 h 1404498"/>
              <a:gd name="connsiteX1" fmla="*/ 1573309 w 1573309"/>
              <a:gd name="connsiteY1" fmla="*/ 767468 h 1404498"/>
              <a:gd name="connsiteX2" fmla="*/ 244653 w 1573309"/>
              <a:gd name="connsiteY2" fmla="*/ 1398306 h 1404498"/>
              <a:gd name="connsiteX3" fmla="*/ 121553 w 1573309"/>
              <a:gd name="connsiteY3" fmla="*/ 1404498 h 1404498"/>
              <a:gd name="connsiteX4" fmla="*/ 0 w 1573309"/>
              <a:gd name="connsiteY4" fmla="*/ 319159 h 1404498"/>
              <a:gd name="connsiteX5" fmla="*/ 33310 w 1573309"/>
              <a:gd name="connsiteY5" fmla="*/ 320664 h 1404498"/>
              <a:gd name="connsiteX6" fmla="*/ 801925 w 1573309"/>
              <a:gd name="connsiteY6" fmla="*/ 0 h 140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3309" h="1404498">
                <a:moveTo>
                  <a:pt x="801925" y="0"/>
                </a:moveTo>
                <a:lnTo>
                  <a:pt x="1573309" y="767468"/>
                </a:lnTo>
                <a:cubicBezTo>
                  <a:pt x="1202430" y="1140239"/>
                  <a:pt x="730066" y="1350593"/>
                  <a:pt x="244653" y="1398306"/>
                </a:cubicBezTo>
                <a:lnTo>
                  <a:pt x="121553" y="1404498"/>
                </a:lnTo>
                <a:lnTo>
                  <a:pt x="0" y="319159"/>
                </a:lnTo>
                <a:lnTo>
                  <a:pt x="33310" y="320664"/>
                </a:lnTo>
                <a:cubicBezTo>
                  <a:pt x="311787" y="319956"/>
                  <a:pt x="589994" y="213012"/>
                  <a:pt x="80192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B4479DF2-B9BD-D033-501C-1DA86A3CEDBB}"/>
              </a:ext>
            </a:extLst>
          </p:cNvPr>
          <p:cNvSpPr/>
          <p:nvPr/>
        </p:nvSpPr>
        <p:spPr>
          <a:xfrm rot="18908747">
            <a:off x="5396746" y="4141590"/>
            <a:ext cx="1497394" cy="1402934"/>
          </a:xfrm>
          <a:custGeom>
            <a:avLst/>
            <a:gdLst>
              <a:gd name="connsiteX0" fmla="*/ 1374281 w 1497394"/>
              <a:gd name="connsiteY0" fmla="*/ 303657 h 1402934"/>
              <a:gd name="connsiteX1" fmla="*/ 1497394 w 1497394"/>
              <a:gd name="connsiteY1" fmla="*/ 1402934 h 1402934"/>
              <a:gd name="connsiteX2" fmla="*/ 1331848 w 1497394"/>
              <a:gd name="connsiteY2" fmla="*/ 1395452 h 1402934"/>
              <a:gd name="connsiteX3" fmla="*/ 0 w 1497394"/>
              <a:gd name="connsiteY3" fmla="*/ 771383 h 1402934"/>
              <a:gd name="connsiteX4" fmla="*/ 767468 w 1497394"/>
              <a:gd name="connsiteY4" fmla="*/ 0 h 1402934"/>
              <a:gd name="connsiteX5" fmla="*/ 1329828 w 1497394"/>
              <a:gd name="connsiteY5" fmla="*/ 297358 h 1402934"/>
              <a:gd name="connsiteX6" fmla="*/ 1374281 w 1497394"/>
              <a:gd name="connsiteY6" fmla="*/ 303657 h 140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394" h="1402934">
                <a:moveTo>
                  <a:pt x="1374281" y="303657"/>
                </a:moveTo>
                <a:lnTo>
                  <a:pt x="1497394" y="1402934"/>
                </a:lnTo>
                <a:lnTo>
                  <a:pt x="1331848" y="1395452"/>
                </a:lnTo>
                <a:cubicBezTo>
                  <a:pt x="846199" y="1350210"/>
                  <a:pt x="372771" y="1142262"/>
                  <a:pt x="0" y="771383"/>
                </a:cubicBezTo>
                <a:lnTo>
                  <a:pt x="767468" y="0"/>
                </a:lnTo>
                <a:cubicBezTo>
                  <a:pt x="927227" y="158947"/>
                  <a:pt x="1123962" y="258043"/>
                  <a:pt x="1329828" y="297358"/>
                </a:cubicBezTo>
                <a:lnTo>
                  <a:pt x="1374281" y="30365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6" name="Group 35">
            <a:extLst>
              <a:ext uri="{FF2B5EF4-FFF2-40B4-BE49-F238E27FC236}">
                <a16:creationId xmlns:a16="http://schemas.microsoft.com/office/drawing/2014/main" id="{71C27376-92EE-06A0-4170-71E34AA5C5AE}"/>
              </a:ext>
            </a:extLst>
          </p:cNvPr>
          <p:cNvGrpSpPr/>
          <p:nvPr/>
        </p:nvGrpSpPr>
        <p:grpSpPr>
          <a:xfrm>
            <a:off x="7119459" y="264750"/>
            <a:ext cx="2404846" cy="960580"/>
            <a:chOff x="4471988" y="237081"/>
            <a:chExt cx="2404846" cy="960580"/>
          </a:xfrm>
        </p:grpSpPr>
        <p:sp>
          <p:nvSpPr>
            <p:cNvPr id="31" name="Pentagon 30">
              <a:extLst>
                <a:ext uri="{FF2B5EF4-FFF2-40B4-BE49-F238E27FC236}">
                  <a16:creationId xmlns:a16="http://schemas.microsoft.com/office/drawing/2014/main" id="{B96EA04F-2583-762A-8314-19CE59E4381F}"/>
                </a:ext>
              </a:extLst>
            </p:cNvPr>
            <p:cNvSpPr/>
            <p:nvPr/>
          </p:nvSpPr>
          <p:spPr>
            <a:xfrm>
              <a:off x="4471988" y="246425"/>
              <a:ext cx="2324099" cy="817991"/>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a:extLst>
                <a:ext uri="{FF2B5EF4-FFF2-40B4-BE49-F238E27FC236}">
                  <a16:creationId xmlns:a16="http://schemas.microsoft.com/office/drawing/2014/main" id="{D9F9E413-4AA0-C2B2-E892-1DAB2F942488}"/>
                </a:ext>
              </a:extLst>
            </p:cNvPr>
            <p:cNvSpPr/>
            <p:nvPr/>
          </p:nvSpPr>
          <p:spPr>
            <a:xfrm>
              <a:off x="4471988" y="237081"/>
              <a:ext cx="2404846" cy="960580"/>
            </a:xfrm>
            <a:custGeom>
              <a:avLst/>
              <a:gdLst>
                <a:gd name="connsiteX0" fmla="*/ 1924556 w 2404846"/>
                <a:gd name="connsiteY0" fmla="*/ 0 h 960580"/>
                <a:gd name="connsiteX1" fmla="*/ 2404846 w 2404846"/>
                <a:gd name="connsiteY1" fmla="*/ 480290 h 960580"/>
                <a:gd name="connsiteX2" fmla="*/ 1924556 w 2404846"/>
                <a:gd name="connsiteY2" fmla="*/ 960580 h 960580"/>
                <a:gd name="connsiteX3" fmla="*/ 1924555 w 2404846"/>
                <a:gd name="connsiteY3" fmla="*/ 960580 h 960580"/>
                <a:gd name="connsiteX4" fmla="*/ 608911 w 2404846"/>
                <a:gd name="connsiteY4" fmla="*/ 960580 h 960580"/>
                <a:gd name="connsiteX5" fmla="*/ 608911 w 2404846"/>
                <a:gd name="connsiteY5" fmla="*/ 959894 h 960580"/>
                <a:gd name="connsiteX6" fmla="*/ 0 w 2404846"/>
                <a:gd name="connsiteY6" fmla="*/ 959894 h 960580"/>
                <a:gd name="connsiteX7" fmla="*/ 0 w 2404846"/>
                <a:gd name="connsiteY7" fmla="*/ 759870 h 960580"/>
                <a:gd name="connsiteX8" fmla="*/ 665162 w 2404846"/>
                <a:gd name="connsiteY8" fmla="*/ 759870 h 960580"/>
                <a:gd name="connsiteX9" fmla="*/ 665162 w 2404846"/>
                <a:gd name="connsiteY9" fmla="*/ 760104 h 960580"/>
                <a:gd name="connsiteX10" fmla="*/ 1864389 w 2404846"/>
                <a:gd name="connsiteY10" fmla="*/ 760104 h 960580"/>
                <a:gd name="connsiteX11" fmla="*/ 2140144 w 2404846"/>
                <a:gd name="connsiteY11" fmla="*/ 484348 h 960580"/>
                <a:gd name="connsiteX12" fmla="*/ 1790176 w 2404846"/>
                <a:gd name="connsiteY12" fmla="*/ 134380 h 960580"/>
                <a:gd name="connsiteX13" fmla="*/ 1653511 w 2404846"/>
                <a:gd name="connsiteY13" fmla="*/ 8964 h 96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4846" h="960580">
                  <a:moveTo>
                    <a:pt x="1924556" y="0"/>
                  </a:moveTo>
                  <a:lnTo>
                    <a:pt x="2404846" y="480290"/>
                  </a:lnTo>
                  <a:lnTo>
                    <a:pt x="1924556" y="960580"/>
                  </a:lnTo>
                  <a:lnTo>
                    <a:pt x="1924555" y="960580"/>
                  </a:lnTo>
                  <a:lnTo>
                    <a:pt x="608911" y="960580"/>
                  </a:lnTo>
                  <a:lnTo>
                    <a:pt x="608911" y="959894"/>
                  </a:lnTo>
                  <a:lnTo>
                    <a:pt x="0" y="959894"/>
                  </a:lnTo>
                  <a:lnTo>
                    <a:pt x="0" y="759870"/>
                  </a:lnTo>
                  <a:lnTo>
                    <a:pt x="665162" y="759870"/>
                  </a:lnTo>
                  <a:lnTo>
                    <a:pt x="665162" y="760104"/>
                  </a:lnTo>
                  <a:lnTo>
                    <a:pt x="1864389" y="760104"/>
                  </a:lnTo>
                  <a:lnTo>
                    <a:pt x="2140144" y="484348"/>
                  </a:lnTo>
                  <a:lnTo>
                    <a:pt x="1790176" y="134380"/>
                  </a:lnTo>
                  <a:lnTo>
                    <a:pt x="1653511" y="896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7" name="Oval 46">
            <a:extLst>
              <a:ext uri="{FF2B5EF4-FFF2-40B4-BE49-F238E27FC236}">
                <a16:creationId xmlns:a16="http://schemas.microsoft.com/office/drawing/2014/main" id="{703051AC-972B-23FF-B058-E3EBE6BDC9F2}"/>
              </a:ext>
            </a:extLst>
          </p:cNvPr>
          <p:cNvSpPr/>
          <p:nvPr/>
        </p:nvSpPr>
        <p:spPr>
          <a:xfrm>
            <a:off x="4445770" y="2021529"/>
            <a:ext cx="2506133" cy="2506133"/>
          </a:xfrm>
          <a:prstGeom prst="ellipse">
            <a:avLst/>
          </a:prstGeom>
          <a:solidFill>
            <a:schemeClr val="bg1">
              <a:lumMod val="95000"/>
            </a:schemeClr>
          </a:solidFill>
          <a:ln>
            <a:noFill/>
          </a:ln>
          <a:effectLst>
            <a:outerShdw blurRad="167084" dist="132754" dir="1860000" sx="112000" sy="11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784E997-4054-07D3-CD81-7F82C1D41114}"/>
              </a:ext>
            </a:extLst>
          </p:cNvPr>
          <p:cNvSpPr/>
          <p:nvPr/>
        </p:nvSpPr>
        <p:spPr>
          <a:xfrm rot="19970857">
            <a:off x="6366480" y="1203829"/>
            <a:ext cx="841725" cy="20107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Placeholder 9">
            <a:extLst>
              <a:ext uri="{FF2B5EF4-FFF2-40B4-BE49-F238E27FC236}">
                <a16:creationId xmlns:a16="http://schemas.microsoft.com/office/drawing/2014/main" id="{9B57B8A6-C7AA-51E7-8925-3C70CCB6CA58}"/>
              </a:ext>
            </a:extLst>
          </p:cNvPr>
          <p:cNvSpPr txBox="1">
            <a:spLocks noChangeArrowheads="1"/>
          </p:cNvSpPr>
          <p:nvPr/>
        </p:nvSpPr>
        <p:spPr bwMode="auto">
          <a:xfrm>
            <a:off x="7038712" y="462657"/>
            <a:ext cx="2189115" cy="81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Lato Light" panose="020F0302020204030203" pitchFamily="34" charset="77"/>
              </a:defRPr>
            </a:lvl1pPr>
            <a:lvl2pPr marL="685800" indent="-228600">
              <a:defRPr>
                <a:solidFill>
                  <a:schemeClr val="tx1"/>
                </a:solidFill>
                <a:latin typeface="Lato Light" panose="020F0302020204030203" pitchFamily="34" charset="77"/>
              </a:defRPr>
            </a:lvl2pPr>
            <a:lvl3pPr marL="1143000" indent="-228600">
              <a:defRPr>
                <a:solidFill>
                  <a:schemeClr val="tx1"/>
                </a:solidFill>
                <a:latin typeface="Lato Light" panose="020F0302020204030203" pitchFamily="34" charset="77"/>
              </a:defRPr>
            </a:lvl3pPr>
            <a:lvl4pPr marL="1600200" indent="-228600">
              <a:defRPr>
                <a:solidFill>
                  <a:schemeClr val="tx1"/>
                </a:solidFill>
                <a:latin typeface="Lato Light" panose="020F0302020204030203" pitchFamily="34" charset="77"/>
              </a:defRPr>
            </a:lvl4pPr>
            <a:lvl5pPr marL="2057400" indent="-228600">
              <a:defRPr>
                <a:solidFill>
                  <a:schemeClr val="tx1"/>
                </a:solidFill>
                <a:latin typeface="Lato Light" panose="020F0302020204030203" pitchFamily="34" charset="77"/>
              </a:defRPr>
            </a:lvl5pPr>
            <a:lvl6pPr marL="2514600" indent="-228600" fontAlgn="base">
              <a:spcBef>
                <a:spcPct val="0"/>
              </a:spcBef>
              <a:spcAft>
                <a:spcPct val="0"/>
              </a:spcAft>
              <a:defRPr>
                <a:solidFill>
                  <a:schemeClr val="tx1"/>
                </a:solidFill>
                <a:latin typeface="Lato Light" panose="020F0302020204030203" pitchFamily="34" charset="77"/>
              </a:defRPr>
            </a:lvl6pPr>
            <a:lvl7pPr marL="2971800" indent="-228600" fontAlgn="base">
              <a:spcBef>
                <a:spcPct val="0"/>
              </a:spcBef>
              <a:spcAft>
                <a:spcPct val="0"/>
              </a:spcAft>
              <a:defRPr>
                <a:solidFill>
                  <a:schemeClr val="tx1"/>
                </a:solidFill>
                <a:latin typeface="Lato Light" panose="020F0302020204030203" pitchFamily="34" charset="77"/>
              </a:defRPr>
            </a:lvl7pPr>
            <a:lvl8pPr marL="3429000" indent="-228600" fontAlgn="base">
              <a:spcBef>
                <a:spcPct val="0"/>
              </a:spcBef>
              <a:spcAft>
                <a:spcPct val="0"/>
              </a:spcAft>
              <a:defRPr>
                <a:solidFill>
                  <a:schemeClr val="tx1"/>
                </a:solidFill>
                <a:latin typeface="Lato Light" panose="020F0302020204030203" pitchFamily="34" charset="77"/>
              </a:defRPr>
            </a:lvl8pPr>
            <a:lvl9pPr marL="3886200" indent="-228600" fontAlgn="base">
              <a:spcBef>
                <a:spcPct val="0"/>
              </a:spcBef>
              <a:spcAft>
                <a:spcPct val="0"/>
              </a:spcAft>
              <a:defRPr>
                <a:solidFill>
                  <a:schemeClr val="tx1"/>
                </a:solidFill>
                <a:latin typeface="Lato Light" panose="020F0302020204030203" pitchFamily="34" charset="77"/>
              </a:defRPr>
            </a:lvl9pPr>
          </a:lstStyle>
          <a:p>
            <a:pPr eaLnBrk="1" hangingPunct="1">
              <a:lnSpc>
                <a:spcPct val="90000"/>
              </a:lnSpc>
              <a:buFont typeface="Arial" panose="020B0604020202020204" pitchFamily="34" charset="0"/>
              <a:buNone/>
            </a:pPr>
            <a:r>
              <a:rPr lang="en-US" altLang="en-CO" b="1" dirty="0">
                <a:latin typeface="Montserrat Light" pitchFamily="2" charset="77"/>
              </a:rPr>
              <a:t>Problem Solving Process</a:t>
            </a:r>
          </a:p>
        </p:txBody>
      </p:sp>
      <p:sp>
        <p:nvSpPr>
          <p:cNvPr id="56" name="TextBox 57">
            <a:extLst>
              <a:ext uri="{FF2B5EF4-FFF2-40B4-BE49-F238E27FC236}">
                <a16:creationId xmlns:a16="http://schemas.microsoft.com/office/drawing/2014/main" id="{07E1EA45-001C-C6B1-CC79-61BF18DC09B7}"/>
              </a:ext>
            </a:extLst>
          </p:cNvPr>
          <p:cNvSpPr txBox="1"/>
          <p:nvPr/>
        </p:nvSpPr>
        <p:spPr>
          <a:xfrm>
            <a:off x="5065698" y="3161990"/>
            <a:ext cx="1265090" cy="646331"/>
          </a:xfrm>
          <a:prstGeom prst="rect">
            <a:avLst/>
          </a:prstGeom>
          <a:noFill/>
          <a:ln>
            <a:noFill/>
          </a:ln>
        </p:spPr>
        <p:txBody>
          <a:bodyPr wrap="none">
            <a:spAutoFit/>
          </a:bodyPr>
          <a:lstStyle/>
          <a:p>
            <a:pPr algn="ctr" eaLnBrk="1" fontAlgn="auto" hangingPunct="1">
              <a:spcBef>
                <a:spcPts val="0"/>
              </a:spcBef>
              <a:spcAft>
                <a:spcPts val="0"/>
              </a:spcAft>
              <a:defRPr/>
            </a:pPr>
            <a:r>
              <a:rPr lang="en-US" b="1" spc="150" dirty="0">
                <a:solidFill>
                  <a:schemeClr val="accent4"/>
                </a:solidFill>
                <a:latin typeface="Montserrat SemiBold" pitchFamily="2" charset="77"/>
                <a:ea typeface="Source Sans Pro" panose="020B0503030403020204" pitchFamily="34" charset="0"/>
                <a:cs typeface="Lato Heavy" panose="020F0502020204030203" pitchFamily="34" charset="0"/>
              </a:rPr>
              <a:t>LESSON</a:t>
            </a:r>
          </a:p>
          <a:p>
            <a:pPr algn="ctr" eaLnBrk="1" fontAlgn="auto" hangingPunct="1">
              <a:spcBef>
                <a:spcPts val="0"/>
              </a:spcBef>
              <a:spcAft>
                <a:spcPts val="0"/>
              </a:spcAft>
              <a:defRPr/>
            </a:pPr>
            <a:r>
              <a:rPr lang="en-US" b="1" spc="150" dirty="0">
                <a:latin typeface="Montserrat SemiBold" pitchFamily="2" charset="77"/>
                <a:ea typeface="Source Sans Pro" panose="020B0503030403020204" pitchFamily="34" charset="0"/>
                <a:cs typeface="Lato Heavy" panose="020F0502020204030203" pitchFamily="34" charset="0"/>
              </a:rPr>
              <a:t>TOPICS</a:t>
            </a:r>
          </a:p>
        </p:txBody>
      </p:sp>
      <p:grpSp>
        <p:nvGrpSpPr>
          <p:cNvPr id="57" name="Graphic 6">
            <a:extLst>
              <a:ext uri="{FF2B5EF4-FFF2-40B4-BE49-F238E27FC236}">
                <a16:creationId xmlns:a16="http://schemas.microsoft.com/office/drawing/2014/main" id="{2028DB62-AC63-3808-542A-50150064AAEF}"/>
              </a:ext>
            </a:extLst>
          </p:cNvPr>
          <p:cNvGrpSpPr/>
          <p:nvPr/>
        </p:nvGrpSpPr>
        <p:grpSpPr>
          <a:xfrm>
            <a:off x="5342583" y="2678240"/>
            <a:ext cx="644515" cy="452120"/>
            <a:chOff x="4892675" y="2764789"/>
            <a:chExt cx="644515" cy="452120"/>
          </a:xfrm>
          <a:solidFill>
            <a:schemeClr val="tx2"/>
          </a:solidFill>
        </p:grpSpPr>
        <p:sp>
          <p:nvSpPr>
            <p:cNvPr id="58" name="Freeform 26">
              <a:extLst>
                <a:ext uri="{FF2B5EF4-FFF2-40B4-BE49-F238E27FC236}">
                  <a16:creationId xmlns:a16="http://schemas.microsoft.com/office/drawing/2014/main" id="{2D42A6FA-D75F-79AF-1673-FD4A5CA97C62}"/>
                </a:ext>
              </a:extLst>
            </p:cNvPr>
            <p:cNvSpPr/>
            <p:nvPr/>
          </p:nvSpPr>
          <p:spPr>
            <a:xfrm>
              <a:off x="4892675" y="2764789"/>
              <a:ext cx="596265" cy="396875"/>
            </a:xfrm>
            <a:custGeom>
              <a:avLst/>
              <a:gdLst>
                <a:gd name="connsiteX0" fmla="*/ 90805 w 596265"/>
                <a:gd name="connsiteY0" fmla="*/ 153670 h 396875"/>
                <a:gd name="connsiteX1" fmla="*/ 596265 w 596265"/>
                <a:gd name="connsiteY1" fmla="*/ 153670 h 396875"/>
                <a:gd name="connsiteX2" fmla="*/ 596265 w 596265"/>
                <a:gd name="connsiteY2" fmla="*/ 108585 h 396875"/>
                <a:gd name="connsiteX3" fmla="*/ 556895 w 596265"/>
                <a:gd name="connsiteY3" fmla="*/ 69215 h 396875"/>
                <a:gd name="connsiteX4" fmla="*/ 274320 w 596265"/>
                <a:gd name="connsiteY4" fmla="*/ 69215 h 396875"/>
                <a:gd name="connsiteX5" fmla="*/ 240665 w 596265"/>
                <a:gd name="connsiteY5" fmla="*/ 49530 h 396875"/>
                <a:gd name="connsiteX6" fmla="*/ 222885 w 596265"/>
                <a:gd name="connsiteY6" fmla="*/ 19685 h 396875"/>
                <a:gd name="connsiteX7" fmla="*/ 189230 w 596265"/>
                <a:gd name="connsiteY7" fmla="*/ 0 h 396875"/>
                <a:gd name="connsiteX8" fmla="*/ 39370 w 596265"/>
                <a:gd name="connsiteY8" fmla="*/ 0 h 396875"/>
                <a:gd name="connsiteX9" fmla="*/ 0 w 596265"/>
                <a:gd name="connsiteY9" fmla="*/ 39370 h 396875"/>
                <a:gd name="connsiteX10" fmla="*/ 0 w 596265"/>
                <a:gd name="connsiteY10" fmla="*/ 69215 h 396875"/>
                <a:gd name="connsiteX11" fmla="*/ 0 w 596265"/>
                <a:gd name="connsiteY11" fmla="*/ 396875 h 396875"/>
                <a:gd name="connsiteX12" fmla="*/ 44450 w 596265"/>
                <a:gd name="connsiteY12" fmla="*/ 190500 h 396875"/>
                <a:gd name="connsiteX13" fmla="*/ 90805 w 596265"/>
                <a:gd name="connsiteY13" fmla="*/ 153670 h 39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265" h="396875">
                  <a:moveTo>
                    <a:pt x="90805" y="153670"/>
                  </a:moveTo>
                  <a:lnTo>
                    <a:pt x="596265" y="153670"/>
                  </a:lnTo>
                  <a:lnTo>
                    <a:pt x="596265" y="108585"/>
                  </a:lnTo>
                  <a:cubicBezTo>
                    <a:pt x="596265" y="86995"/>
                    <a:pt x="578485" y="69215"/>
                    <a:pt x="556895" y="69215"/>
                  </a:cubicBezTo>
                  <a:lnTo>
                    <a:pt x="274320" y="69215"/>
                  </a:lnTo>
                  <a:cubicBezTo>
                    <a:pt x="260350" y="69215"/>
                    <a:pt x="247650" y="61595"/>
                    <a:pt x="240665" y="49530"/>
                  </a:cubicBezTo>
                  <a:lnTo>
                    <a:pt x="222885" y="19685"/>
                  </a:lnTo>
                  <a:cubicBezTo>
                    <a:pt x="215900" y="7620"/>
                    <a:pt x="203200" y="0"/>
                    <a:pt x="189230" y="0"/>
                  </a:cubicBezTo>
                  <a:lnTo>
                    <a:pt x="39370" y="0"/>
                  </a:lnTo>
                  <a:cubicBezTo>
                    <a:pt x="17780" y="0"/>
                    <a:pt x="0" y="17780"/>
                    <a:pt x="0" y="39370"/>
                  </a:cubicBezTo>
                  <a:lnTo>
                    <a:pt x="0" y="69215"/>
                  </a:lnTo>
                  <a:lnTo>
                    <a:pt x="0" y="396875"/>
                  </a:lnTo>
                  <a:lnTo>
                    <a:pt x="44450" y="190500"/>
                  </a:lnTo>
                  <a:cubicBezTo>
                    <a:pt x="49530" y="169545"/>
                    <a:pt x="68580" y="153670"/>
                    <a:pt x="90805" y="15367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sp>
          <p:nvSpPr>
            <p:cNvPr id="59" name="Freeform 27">
              <a:extLst>
                <a:ext uri="{FF2B5EF4-FFF2-40B4-BE49-F238E27FC236}">
                  <a16:creationId xmlns:a16="http://schemas.microsoft.com/office/drawing/2014/main" id="{F25BB9E6-99FA-7BBD-6CE0-EDC33DCDC8EE}"/>
                </a:ext>
              </a:extLst>
            </p:cNvPr>
            <p:cNvSpPr/>
            <p:nvPr/>
          </p:nvSpPr>
          <p:spPr>
            <a:xfrm>
              <a:off x="4912925" y="2941320"/>
              <a:ext cx="624265" cy="275589"/>
            </a:xfrm>
            <a:custGeom>
              <a:avLst/>
              <a:gdLst>
                <a:gd name="connsiteX0" fmla="*/ 617290 w 624265"/>
                <a:gd name="connsiteY0" fmla="*/ 11430 h 275589"/>
                <a:gd name="connsiteX1" fmla="*/ 593160 w 624265"/>
                <a:gd name="connsiteY1" fmla="*/ 0 h 275589"/>
                <a:gd name="connsiteX2" fmla="*/ 76905 w 624265"/>
                <a:gd name="connsiteY2" fmla="*/ 0 h 275589"/>
                <a:gd name="connsiteX3" fmla="*/ 46425 w 624265"/>
                <a:gd name="connsiteY3" fmla="*/ 24765 h 275589"/>
                <a:gd name="connsiteX4" fmla="*/ 705 w 624265"/>
                <a:gd name="connsiteY4" fmla="*/ 238125 h 275589"/>
                <a:gd name="connsiteX5" fmla="*/ 7055 w 624265"/>
                <a:gd name="connsiteY5" fmla="*/ 264160 h 275589"/>
                <a:gd name="connsiteX6" fmla="*/ 31185 w 624265"/>
                <a:gd name="connsiteY6" fmla="*/ 275590 h 275589"/>
                <a:gd name="connsiteX7" fmla="*/ 547440 w 624265"/>
                <a:gd name="connsiteY7" fmla="*/ 275590 h 275589"/>
                <a:gd name="connsiteX8" fmla="*/ 577920 w 624265"/>
                <a:gd name="connsiteY8" fmla="*/ 250825 h 275589"/>
                <a:gd name="connsiteX9" fmla="*/ 623640 w 624265"/>
                <a:gd name="connsiteY9" fmla="*/ 37465 h 275589"/>
                <a:gd name="connsiteX10" fmla="*/ 617290 w 624265"/>
                <a:gd name="connsiteY10" fmla="*/ 11430 h 2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4265" h="275589">
                  <a:moveTo>
                    <a:pt x="617290" y="11430"/>
                  </a:moveTo>
                  <a:cubicBezTo>
                    <a:pt x="611575" y="3810"/>
                    <a:pt x="602685" y="0"/>
                    <a:pt x="593160" y="0"/>
                  </a:cubicBezTo>
                  <a:lnTo>
                    <a:pt x="76905" y="0"/>
                  </a:lnTo>
                  <a:cubicBezTo>
                    <a:pt x="62300" y="0"/>
                    <a:pt x="49600" y="10160"/>
                    <a:pt x="46425" y="24765"/>
                  </a:cubicBezTo>
                  <a:lnTo>
                    <a:pt x="705" y="238125"/>
                  </a:lnTo>
                  <a:cubicBezTo>
                    <a:pt x="-1200" y="247650"/>
                    <a:pt x="705" y="257175"/>
                    <a:pt x="7055" y="264160"/>
                  </a:cubicBezTo>
                  <a:cubicBezTo>
                    <a:pt x="12770" y="271780"/>
                    <a:pt x="21660" y="275590"/>
                    <a:pt x="31185" y="275590"/>
                  </a:cubicBezTo>
                  <a:lnTo>
                    <a:pt x="547440" y="275590"/>
                  </a:lnTo>
                  <a:cubicBezTo>
                    <a:pt x="562045" y="275590"/>
                    <a:pt x="574745" y="265430"/>
                    <a:pt x="577920" y="250825"/>
                  </a:cubicBezTo>
                  <a:lnTo>
                    <a:pt x="623640" y="37465"/>
                  </a:lnTo>
                  <a:cubicBezTo>
                    <a:pt x="625545" y="27940"/>
                    <a:pt x="623005" y="18415"/>
                    <a:pt x="617290" y="1143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grpSp>
      <p:sp>
        <p:nvSpPr>
          <p:cNvPr id="60" name="TextBox 59">
            <a:extLst>
              <a:ext uri="{FF2B5EF4-FFF2-40B4-BE49-F238E27FC236}">
                <a16:creationId xmlns:a16="http://schemas.microsoft.com/office/drawing/2014/main" id="{ED76081F-9E54-7D95-F2AD-8041C70DD450}"/>
              </a:ext>
            </a:extLst>
          </p:cNvPr>
          <p:cNvSpPr txBox="1"/>
          <p:nvPr/>
        </p:nvSpPr>
        <p:spPr>
          <a:xfrm>
            <a:off x="5999423" y="1341894"/>
            <a:ext cx="959371" cy="523220"/>
          </a:xfrm>
          <a:prstGeom prst="rect">
            <a:avLst/>
          </a:prstGeom>
          <a:noFill/>
        </p:spPr>
        <p:txBody>
          <a:bodyPr wrap="square" rtlCol="0">
            <a:spAutoFit/>
          </a:bodyPr>
          <a:lstStyle/>
          <a:p>
            <a:r>
              <a:rPr lang="en-US" sz="2800" b="1" dirty="0">
                <a:solidFill>
                  <a:schemeClr val="bg1"/>
                </a:solidFill>
                <a:latin typeface="Montserrat" pitchFamily="2" charset="77"/>
              </a:rPr>
              <a:t>01</a:t>
            </a:r>
          </a:p>
        </p:txBody>
      </p:sp>
      <p:sp>
        <p:nvSpPr>
          <p:cNvPr id="61" name="TextBox 60">
            <a:extLst>
              <a:ext uri="{FF2B5EF4-FFF2-40B4-BE49-F238E27FC236}">
                <a16:creationId xmlns:a16="http://schemas.microsoft.com/office/drawing/2014/main" id="{4A22F7A5-0114-0CAA-659D-2CEA582C273D}"/>
              </a:ext>
            </a:extLst>
          </p:cNvPr>
          <p:cNvSpPr txBox="1"/>
          <p:nvPr/>
        </p:nvSpPr>
        <p:spPr>
          <a:xfrm>
            <a:off x="6940231" y="2257713"/>
            <a:ext cx="959371" cy="523220"/>
          </a:xfrm>
          <a:prstGeom prst="rect">
            <a:avLst/>
          </a:prstGeom>
          <a:noFill/>
        </p:spPr>
        <p:txBody>
          <a:bodyPr wrap="square" rtlCol="0">
            <a:spAutoFit/>
          </a:bodyPr>
          <a:lstStyle/>
          <a:p>
            <a:r>
              <a:rPr lang="en-US" sz="2800" b="1" dirty="0">
                <a:solidFill>
                  <a:schemeClr val="bg1"/>
                </a:solidFill>
                <a:latin typeface="Montserrat" pitchFamily="2" charset="77"/>
              </a:rPr>
              <a:t>02</a:t>
            </a:r>
          </a:p>
        </p:txBody>
      </p:sp>
      <p:sp>
        <p:nvSpPr>
          <p:cNvPr id="62" name="TextBox 61">
            <a:extLst>
              <a:ext uri="{FF2B5EF4-FFF2-40B4-BE49-F238E27FC236}">
                <a16:creationId xmlns:a16="http://schemas.microsoft.com/office/drawing/2014/main" id="{13DCC35B-F0EE-48DC-5C00-67E1023DAC54}"/>
              </a:ext>
            </a:extLst>
          </p:cNvPr>
          <p:cNvSpPr txBox="1"/>
          <p:nvPr/>
        </p:nvSpPr>
        <p:spPr>
          <a:xfrm>
            <a:off x="6950813" y="3648253"/>
            <a:ext cx="959371" cy="523220"/>
          </a:xfrm>
          <a:prstGeom prst="rect">
            <a:avLst/>
          </a:prstGeom>
          <a:noFill/>
        </p:spPr>
        <p:txBody>
          <a:bodyPr wrap="square" rtlCol="0">
            <a:spAutoFit/>
          </a:bodyPr>
          <a:lstStyle/>
          <a:p>
            <a:r>
              <a:rPr lang="en-US" sz="2800" b="1" dirty="0">
                <a:solidFill>
                  <a:schemeClr val="bg1"/>
                </a:solidFill>
                <a:latin typeface="Montserrat" pitchFamily="2" charset="77"/>
              </a:rPr>
              <a:t>03</a:t>
            </a:r>
          </a:p>
        </p:txBody>
      </p:sp>
      <p:sp>
        <p:nvSpPr>
          <p:cNvPr id="63" name="TextBox 62">
            <a:extLst>
              <a:ext uri="{FF2B5EF4-FFF2-40B4-BE49-F238E27FC236}">
                <a16:creationId xmlns:a16="http://schemas.microsoft.com/office/drawing/2014/main" id="{692FDB1A-E68A-2C75-A24A-63BA564E7CB3}"/>
              </a:ext>
            </a:extLst>
          </p:cNvPr>
          <p:cNvSpPr txBox="1"/>
          <p:nvPr/>
        </p:nvSpPr>
        <p:spPr>
          <a:xfrm>
            <a:off x="5918305" y="4586509"/>
            <a:ext cx="959371" cy="523220"/>
          </a:xfrm>
          <a:prstGeom prst="rect">
            <a:avLst/>
          </a:prstGeom>
          <a:noFill/>
        </p:spPr>
        <p:txBody>
          <a:bodyPr wrap="square" rtlCol="0">
            <a:spAutoFit/>
          </a:bodyPr>
          <a:lstStyle/>
          <a:p>
            <a:r>
              <a:rPr lang="en-US" sz="2800" b="1" dirty="0">
                <a:solidFill>
                  <a:schemeClr val="bg1"/>
                </a:solidFill>
                <a:latin typeface="Montserrat" pitchFamily="2" charset="77"/>
              </a:rPr>
              <a:t>04</a:t>
            </a:r>
          </a:p>
        </p:txBody>
      </p:sp>
    </p:spTree>
    <p:extLst>
      <p:ext uri="{BB962C8B-B14F-4D97-AF65-F5344CB8AC3E}">
        <p14:creationId xmlns:p14="http://schemas.microsoft.com/office/powerpoint/2010/main" val="1047928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CAB3F476-FCF0-AFC4-2842-4344A74B303E}"/>
              </a:ext>
            </a:extLst>
          </p:cNvPr>
          <p:cNvPicPr>
            <a:picLocks noGrp="1" noChangeAspect="1"/>
          </p:cNvPicPr>
          <p:nvPr>
            <p:ph type="pic" sz="quarter" idx="10"/>
          </p:nvPr>
        </p:nvPicPr>
        <p:blipFill>
          <a:blip r:embed="rId2">
            <a:alphaModFix amt="78000"/>
            <a:extLst>
              <a:ext uri="{BEBA8EAE-BF5A-486C-A8C5-ECC9F3942E4B}">
                <a14:imgProps xmlns:a14="http://schemas.microsoft.com/office/drawing/2010/main">
                  <a14:imgLayer r:embed="rId3">
                    <a14:imgEffect>
                      <a14:brightnessContrast bright="17000"/>
                    </a14:imgEffect>
                  </a14:imgLayer>
                </a14:imgProps>
              </a:ext>
              <a:ext uri="{28A0092B-C50C-407E-A947-70E740481C1C}">
                <a14:useLocalDpi xmlns:a14="http://schemas.microsoft.com/office/drawing/2010/main" val="0"/>
              </a:ext>
            </a:extLst>
          </a:blip>
          <a:srcRect t="9562" b="9562"/>
          <a:stretch>
            <a:fillRect/>
          </a:stretch>
        </p:blipFill>
        <p:spPr/>
      </p:pic>
      <p:sp>
        <p:nvSpPr>
          <p:cNvPr id="17" name="Freeform 16">
            <a:extLst>
              <a:ext uri="{FF2B5EF4-FFF2-40B4-BE49-F238E27FC236}">
                <a16:creationId xmlns:a16="http://schemas.microsoft.com/office/drawing/2014/main" id="{8136CD7D-5A00-08A7-2F4C-376E851C5EC9}"/>
              </a:ext>
            </a:extLst>
          </p:cNvPr>
          <p:cNvSpPr/>
          <p:nvPr/>
        </p:nvSpPr>
        <p:spPr>
          <a:xfrm rot="18908747">
            <a:off x="5418131" y="907258"/>
            <a:ext cx="1403136" cy="1424674"/>
          </a:xfrm>
          <a:custGeom>
            <a:avLst/>
            <a:gdLst>
              <a:gd name="connsiteX0" fmla="*/ 767469 w 1403136"/>
              <a:gd name="connsiteY0" fmla="*/ 0 h 1424674"/>
              <a:gd name="connsiteX1" fmla="*/ 1398307 w 1403136"/>
              <a:gd name="connsiteY1" fmla="*/ 1328655 h 1424674"/>
              <a:gd name="connsiteX2" fmla="*/ 1403136 w 1403136"/>
              <a:gd name="connsiteY2" fmla="*/ 1424674 h 1424674"/>
              <a:gd name="connsiteX3" fmla="*/ 313799 w 1403136"/>
              <a:gd name="connsiteY3" fmla="*/ 1424674 h 1424674"/>
              <a:gd name="connsiteX4" fmla="*/ 300216 w 1403136"/>
              <a:gd name="connsiteY4" fmla="*/ 1332222 h 1424674"/>
              <a:gd name="connsiteX5" fmla="*/ 0 w 1403136"/>
              <a:gd name="connsiteY5" fmla="*/ 771383 h 1424674"/>
              <a:gd name="connsiteX6" fmla="*/ 767469 w 1403136"/>
              <a:gd name="connsiteY6" fmla="*/ 0 h 142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3136" h="1424674">
                <a:moveTo>
                  <a:pt x="767469" y="0"/>
                </a:moveTo>
                <a:cubicBezTo>
                  <a:pt x="1140239" y="370878"/>
                  <a:pt x="1350594" y="843242"/>
                  <a:pt x="1398307" y="1328655"/>
                </a:cubicBezTo>
                <a:lnTo>
                  <a:pt x="1403136" y="1424674"/>
                </a:lnTo>
                <a:lnTo>
                  <a:pt x="313799" y="1424674"/>
                </a:lnTo>
                <a:lnTo>
                  <a:pt x="300216" y="1332222"/>
                </a:lnTo>
                <a:cubicBezTo>
                  <a:pt x="259855" y="1126560"/>
                  <a:pt x="159759" y="930331"/>
                  <a:pt x="0" y="771383"/>
                </a:cubicBezTo>
                <a:lnTo>
                  <a:pt x="767469"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42A2DEA0-43EE-4E9D-A700-1307EEBDE2F2}"/>
              </a:ext>
            </a:extLst>
          </p:cNvPr>
          <p:cNvSpPr/>
          <p:nvPr/>
        </p:nvSpPr>
        <p:spPr>
          <a:xfrm rot="18908747">
            <a:off x="6589845" y="1974304"/>
            <a:ext cx="1319689" cy="1429703"/>
          </a:xfrm>
          <a:custGeom>
            <a:avLst/>
            <a:gdLst>
              <a:gd name="connsiteX0" fmla="*/ 1319689 w 1319689"/>
              <a:gd name="connsiteY0" fmla="*/ 0 h 1429703"/>
              <a:gd name="connsiteX1" fmla="*/ 1310958 w 1319689"/>
              <a:gd name="connsiteY1" fmla="*/ 193165 h 1429703"/>
              <a:gd name="connsiteX2" fmla="*/ 835862 w 1319689"/>
              <a:gd name="connsiteY2" fmla="*/ 1359350 h 1429703"/>
              <a:gd name="connsiteX3" fmla="*/ 772597 w 1319689"/>
              <a:gd name="connsiteY3" fmla="*/ 1429703 h 1429703"/>
              <a:gd name="connsiteX4" fmla="*/ 0 w 1319689"/>
              <a:gd name="connsiteY4" fmla="*/ 661027 h 1429703"/>
              <a:gd name="connsiteX5" fmla="*/ 54506 w 1319689"/>
              <a:gd name="connsiteY5" fmla="*/ 586492 h 1429703"/>
              <a:gd name="connsiteX6" fmla="*/ 227541 w 1319689"/>
              <a:gd name="connsiteY6" fmla="*/ 91621 h 1429703"/>
              <a:gd name="connsiteX7" fmla="*/ 231681 w 1319689"/>
              <a:gd name="connsiteY7" fmla="*/ 0 h 1429703"/>
              <a:gd name="connsiteX8" fmla="*/ 1319689 w 1319689"/>
              <a:gd name="connsiteY8" fmla="*/ 0 h 1429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689" h="1429703">
                <a:moveTo>
                  <a:pt x="1319689" y="0"/>
                </a:moveTo>
                <a:lnTo>
                  <a:pt x="1310958" y="193165"/>
                </a:lnTo>
                <a:cubicBezTo>
                  <a:pt x="1272179" y="609435"/>
                  <a:pt x="1113861" y="1016728"/>
                  <a:pt x="835862" y="1359350"/>
                </a:cubicBezTo>
                <a:lnTo>
                  <a:pt x="772597" y="1429703"/>
                </a:lnTo>
                <a:lnTo>
                  <a:pt x="0" y="661027"/>
                </a:lnTo>
                <a:lnTo>
                  <a:pt x="54506" y="586492"/>
                </a:lnTo>
                <a:cubicBezTo>
                  <a:pt x="153718" y="435396"/>
                  <a:pt x="211382" y="265067"/>
                  <a:pt x="227541" y="91621"/>
                </a:cubicBezTo>
                <a:lnTo>
                  <a:pt x="231681" y="0"/>
                </a:lnTo>
                <a:lnTo>
                  <a:pt x="1319689"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9FE00110-5D06-6BE5-33CD-AB7DC48706A0}"/>
              </a:ext>
            </a:extLst>
          </p:cNvPr>
          <p:cNvSpPr/>
          <p:nvPr/>
        </p:nvSpPr>
        <p:spPr>
          <a:xfrm rot="18908747">
            <a:off x="6449957" y="3050757"/>
            <a:ext cx="1573309" cy="1404498"/>
          </a:xfrm>
          <a:custGeom>
            <a:avLst/>
            <a:gdLst>
              <a:gd name="connsiteX0" fmla="*/ 801925 w 1573309"/>
              <a:gd name="connsiteY0" fmla="*/ 0 h 1404498"/>
              <a:gd name="connsiteX1" fmla="*/ 1573309 w 1573309"/>
              <a:gd name="connsiteY1" fmla="*/ 767468 h 1404498"/>
              <a:gd name="connsiteX2" fmla="*/ 244653 w 1573309"/>
              <a:gd name="connsiteY2" fmla="*/ 1398306 h 1404498"/>
              <a:gd name="connsiteX3" fmla="*/ 121553 w 1573309"/>
              <a:gd name="connsiteY3" fmla="*/ 1404498 h 1404498"/>
              <a:gd name="connsiteX4" fmla="*/ 0 w 1573309"/>
              <a:gd name="connsiteY4" fmla="*/ 319159 h 1404498"/>
              <a:gd name="connsiteX5" fmla="*/ 33310 w 1573309"/>
              <a:gd name="connsiteY5" fmla="*/ 320664 h 1404498"/>
              <a:gd name="connsiteX6" fmla="*/ 801925 w 1573309"/>
              <a:gd name="connsiteY6" fmla="*/ 0 h 140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3309" h="1404498">
                <a:moveTo>
                  <a:pt x="801925" y="0"/>
                </a:moveTo>
                <a:lnTo>
                  <a:pt x="1573309" y="767468"/>
                </a:lnTo>
                <a:cubicBezTo>
                  <a:pt x="1202430" y="1140239"/>
                  <a:pt x="730066" y="1350593"/>
                  <a:pt x="244653" y="1398306"/>
                </a:cubicBezTo>
                <a:lnTo>
                  <a:pt x="121553" y="1404498"/>
                </a:lnTo>
                <a:lnTo>
                  <a:pt x="0" y="319159"/>
                </a:lnTo>
                <a:lnTo>
                  <a:pt x="33310" y="320664"/>
                </a:lnTo>
                <a:cubicBezTo>
                  <a:pt x="311787" y="319956"/>
                  <a:pt x="589994" y="213012"/>
                  <a:pt x="80192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B4479DF2-B9BD-D033-501C-1DA86A3CEDBB}"/>
              </a:ext>
            </a:extLst>
          </p:cNvPr>
          <p:cNvSpPr/>
          <p:nvPr/>
        </p:nvSpPr>
        <p:spPr>
          <a:xfrm rot="18908747">
            <a:off x="5396746" y="4141590"/>
            <a:ext cx="1497394" cy="1402934"/>
          </a:xfrm>
          <a:custGeom>
            <a:avLst/>
            <a:gdLst>
              <a:gd name="connsiteX0" fmla="*/ 1374281 w 1497394"/>
              <a:gd name="connsiteY0" fmla="*/ 303657 h 1402934"/>
              <a:gd name="connsiteX1" fmla="*/ 1497394 w 1497394"/>
              <a:gd name="connsiteY1" fmla="*/ 1402934 h 1402934"/>
              <a:gd name="connsiteX2" fmla="*/ 1331848 w 1497394"/>
              <a:gd name="connsiteY2" fmla="*/ 1395452 h 1402934"/>
              <a:gd name="connsiteX3" fmla="*/ 0 w 1497394"/>
              <a:gd name="connsiteY3" fmla="*/ 771383 h 1402934"/>
              <a:gd name="connsiteX4" fmla="*/ 767468 w 1497394"/>
              <a:gd name="connsiteY4" fmla="*/ 0 h 1402934"/>
              <a:gd name="connsiteX5" fmla="*/ 1329828 w 1497394"/>
              <a:gd name="connsiteY5" fmla="*/ 297358 h 1402934"/>
              <a:gd name="connsiteX6" fmla="*/ 1374281 w 1497394"/>
              <a:gd name="connsiteY6" fmla="*/ 303657 h 140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394" h="1402934">
                <a:moveTo>
                  <a:pt x="1374281" y="303657"/>
                </a:moveTo>
                <a:lnTo>
                  <a:pt x="1497394" y="1402934"/>
                </a:lnTo>
                <a:lnTo>
                  <a:pt x="1331848" y="1395452"/>
                </a:lnTo>
                <a:cubicBezTo>
                  <a:pt x="846199" y="1350210"/>
                  <a:pt x="372771" y="1142262"/>
                  <a:pt x="0" y="771383"/>
                </a:cubicBezTo>
                <a:lnTo>
                  <a:pt x="767468" y="0"/>
                </a:lnTo>
                <a:cubicBezTo>
                  <a:pt x="927227" y="158947"/>
                  <a:pt x="1123962" y="258043"/>
                  <a:pt x="1329828" y="297358"/>
                </a:cubicBezTo>
                <a:lnTo>
                  <a:pt x="1374281" y="30365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Oval 46">
            <a:extLst>
              <a:ext uri="{FF2B5EF4-FFF2-40B4-BE49-F238E27FC236}">
                <a16:creationId xmlns:a16="http://schemas.microsoft.com/office/drawing/2014/main" id="{703051AC-972B-23FF-B058-E3EBE6BDC9F2}"/>
              </a:ext>
            </a:extLst>
          </p:cNvPr>
          <p:cNvSpPr/>
          <p:nvPr/>
        </p:nvSpPr>
        <p:spPr>
          <a:xfrm>
            <a:off x="4445770" y="2021529"/>
            <a:ext cx="2506133" cy="2506133"/>
          </a:xfrm>
          <a:prstGeom prst="ellipse">
            <a:avLst/>
          </a:prstGeom>
          <a:solidFill>
            <a:schemeClr val="bg1">
              <a:lumMod val="95000"/>
            </a:schemeClr>
          </a:solidFill>
          <a:ln>
            <a:noFill/>
          </a:ln>
          <a:effectLst>
            <a:outerShdw blurRad="167084" dist="132754" dir="1860000" sx="112000" sy="11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7">
            <a:extLst>
              <a:ext uri="{FF2B5EF4-FFF2-40B4-BE49-F238E27FC236}">
                <a16:creationId xmlns:a16="http://schemas.microsoft.com/office/drawing/2014/main" id="{07E1EA45-001C-C6B1-CC79-61BF18DC09B7}"/>
              </a:ext>
            </a:extLst>
          </p:cNvPr>
          <p:cNvSpPr txBox="1"/>
          <p:nvPr/>
        </p:nvSpPr>
        <p:spPr>
          <a:xfrm>
            <a:off x="5065698" y="3161990"/>
            <a:ext cx="1265090" cy="646331"/>
          </a:xfrm>
          <a:prstGeom prst="rect">
            <a:avLst/>
          </a:prstGeom>
          <a:noFill/>
          <a:ln>
            <a:noFill/>
          </a:ln>
        </p:spPr>
        <p:txBody>
          <a:bodyPr wrap="none">
            <a:spAutoFit/>
          </a:bodyPr>
          <a:lstStyle/>
          <a:p>
            <a:pPr algn="ctr" eaLnBrk="1" fontAlgn="auto" hangingPunct="1">
              <a:spcBef>
                <a:spcPts val="0"/>
              </a:spcBef>
              <a:spcAft>
                <a:spcPts val="0"/>
              </a:spcAft>
              <a:defRPr/>
            </a:pPr>
            <a:r>
              <a:rPr lang="en-US" b="1" spc="150" dirty="0">
                <a:solidFill>
                  <a:schemeClr val="accent4"/>
                </a:solidFill>
                <a:latin typeface="Montserrat SemiBold" pitchFamily="2" charset="77"/>
                <a:ea typeface="Source Sans Pro" panose="020B0503030403020204" pitchFamily="34" charset="0"/>
                <a:cs typeface="Lato Heavy" panose="020F0502020204030203" pitchFamily="34" charset="0"/>
              </a:rPr>
              <a:t>LESSON</a:t>
            </a:r>
          </a:p>
          <a:p>
            <a:pPr algn="ctr" eaLnBrk="1" fontAlgn="auto" hangingPunct="1">
              <a:spcBef>
                <a:spcPts val="0"/>
              </a:spcBef>
              <a:spcAft>
                <a:spcPts val="0"/>
              </a:spcAft>
              <a:defRPr/>
            </a:pPr>
            <a:r>
              <a:rPr lang="en-US" b="1" spc="150" dirty="0">
                <a:latin typeface="Montserrat SemiBold" pitchFamily="2" charset="77"/>
                <a:ea typeface="Source Sans Pro" panose="020B0503030403020204" pitchFamily="34" charset="0"/>
                <a:cs typeface="Lato Heavy" panose="020F0502020204030203" pitchFamily="34" charset="0"/>
              </a:rPr>
              <a:t>TOPICS</a:t>
            </a:r>
          </a:p>
        </p:txBody>
      </p:sp>
      <p:grpSp>
        <p:nvGrpSpPr>
          <p:cNvPr id="57" name="Graphic 6">
            <a:extLst>
              <a:ext uri="{FF2B5EF4-FFF2-40B4-BE49-F238E27FC236}">
                <a16:creationId xmlns:a16="http://schemas.microsoft.com/office/drawing/2014/main" id="{2028DB62-AC63-3808-542A-50150064AAEF}"/>
              </a:ext>
            </a:extLst>
          </p:cNvPr>
          <p:cNvGrpSpPr/>
          <p:nvPr/>
        </p:nvGrpSpPr>
        <p:grpSpPr>
          <a:xfrm>
            <a:off x="5342583" y="2678240"/>
            <a:ext cx="644515" cy="452120"/>
            <a:chOff x="4892675" y="2764789"/>
            <a:chExt cx="644515" cy="452120"/>
          </a:xfrm>
          <a:solidFill>
            <a:schemeClr val="tx2"/>
          </a:solidFill>
        </p:grpSpPr>
        <p:sp>
          <p:nvSpPr>
            <p:cNvPr id="58" name="Freeform 26">
              <a:extLst>
                <a:ext uri="{FF2B5EF4-FFF2-40B4-BE49-F238E27FC236}">
                  <a16:creationId xmlns:a16="http://schemas.microsoft.com/office/drawing/2014/main" id="{2D42A6FA-D75F-79AF-1673-FD4A5CA97C62}"/>
                </a:ext>
              </a:extLst>
            </p:cNvPr>
            <p:cNvSpPr/>
            <p:nvPr/>
          </p:nvSpPr>
          <p:spPr>
            <a:xfrm>
              <a:off x="4892675" y="2764789"/>
              <a:ext cx="596265" cy="396875"/>
            </a:xfrm>
            <a:custGeom>
              <a:avLst/>
              <a:gdLst>
                <a:gd name="connsiteX0" fmla="*/ 90805 w 596265"/>
                <a:gd name="connsiteY0" fmla="*/ 153670 h 396875"/>
                <a:gd name="connsiteX1" fmla="*/ 596265 w 596265"/>
                <a:gd name="connsiteY1" fmla="*/ 153670 h 396875"/>
                <a:gd name="connsiteX2" fmla="*/ 596265 w 596265"/>
                <a:gd name="connsiteY2" fmla="*/ 108585 h 396875"/>
                <a:gd name="connsiteX3" fmla="*/ 556895 w 596265"/>
                <a:gd name="connsiteY3" fmla="*/ 69215 h 396875"/>
                <a:gd name="connsiteX4" fmla="*/ 274320 w 596265"/>
                <a:gd name="connsiteY4" fmla="*/ 69215 h 396875"/>
                <a:gd name="connsiteX5" fmla="*/ 240665 w 596265"/>
                <a:gd name="connsiteY5" fmla="*/ 49530 h 396875"/>
                <a:gd name="connsiteX6" fmla="*/ 222885 w 596265"/>
                <a:gd name="connsiteY6" fmla="*/ 19685 h 396875"/>
                <a:gd name="connsiteX7" fmla="*/ 189230 w 596265"/>
                <a:gd name="connsiteY7" fmla="*/ 0 h 396875"/>
                <a:gd name="connsiteX8" fmla="*/ 39370 w 596265"/>
                <a:gd name="connsiteY8" fmla="*/ 0 h 396875"/>
                <a:gd name="connsiteX9" fmla="*/ 0 w 596265"/>
                <a:gd name="connsiteY9" fmla="*/ 39370 h 396875"/>
                <a:gd name="connsiteX10" fmla="*/ 0 w 596265"/>
                <a:gd name="connsiteY10" fmla="*/ 69215 h 396875"/>
                <a:gd name="connsiteX11" fmla="*/ 0 w 596265"/>
                <a:gd name="connsiteY11" fmla="*/ 396875 h 396875"/>
                <a:gd name="connsiteX12" fmla="*/ 44450 w 596265"/>
                <a:gd name="connsiteY12" fmla="*/ 190500 h 396875"/>
                <a:gd name="connsiteX13" fmla="*/ 90805 w 596265"/>
                <a:gd name="connsiteY13" fmla="*/ 153670 h 39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265" h="396875">
                  <a:moveTo>
                    <a:pt x="90805" y="153670"/>
                  </a:moveTo>
                  <a:lnTo>
                    <a:pt x="596265" y="153670"/>
                  </a:lnTo>
                  <a:lnTo>
                    <a:pt x="596265" y="108585"/>
                  </a:lnTo>
                  <a:cubicBezTo>
                    <a:pt x="596265" y="86995"/>
                    <a:pt x="578485" y="69215"/>
                    <a:pt x="556895" y="69215"/>
                  </a:cubicBezTo>
                  <a:lnTo>
                    <a:pt x="274320" y="69215"/>
                  </a:lnTo>
                  <a:cubicBezTo>
                    <a:pt x="260350" y="69215"/>
                    <a:pt x="247650" y="61595"/>
                    <a:pt x="240665" y="49530"/>
                  </a:cubicBezTo>
                  <a:lnTo>
                    <a:pt x="222885" y="19685"/>
                  </a:lnTo>
                  <a:cubicBezTo>
                    <a:pt x="215900" y="7620"/>
                    <a:pt x="203200" y="0"/>
                    <a:pt x="189230" y="0"/>
                  </a:cubicBezTo>
                  <a:lnTo>
                    <a:pt x="39370" y="0"/>
                  </a:lnTo>
                  <a:cubicBezTo>
                    <a:pt x="17780" y="0"/>
                    <a:pt x="0" y="17780"/>
                    <a:pt x="0" y="39370"/>
                  </a:cubicBezTo>
                  <a:lnTo>
                    <a:pt x="0" y="69215"/>
                  </a:lnTo>
                  <a:lnTo>
                    <a:pt x="0" y="396875"/>
                  </a:lnTo>
                  <a:lnTo>
                    <a:pt x="44450" y="190500"/>
                  </a:lnTo>
                  <a:cubicBezTo>
                    <a:pt x="49530" y="169545"/>
                    <a:pt x="68580" y="153670"/>
                    <a:pt x="90805" y="15367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sp>
          <p:nvSpPr>
            <p:cNvPr id="59" name="Freeform 27">
              <a:extLst>
                <a:ext uri="{FF2B5EF4-FFF2-40B4-BE49-F238E27FC236}">
                  <a16:creationId xmlns:a16="http://schemas.microsoft.com/office/drawing/2014/main" id="{F25BB9E6-99FA-7BBD-6CE0-EDC33DCDC8EE}"/>
                </a:ext>
              </a:extLst>
            </p:cNvPr>
            <p:cNvSpPr/>
            <p:nvPr/>
          </p:nvSpPr>
          <p:spPr>
            <a:xfrm>
              <a:off x="4912925" y="2941320"/>
              <a:ext cx="624265" cy="275589"/>
            </a:xfrm>
            <a:custGeom>
              <a:avLst/>
              <a:gdLst>
                <a:gd name="connsiteX0" fmla="*/ 617290 w 624265"/>
                <a:gd name="connsiteY0" fmla="*/ 11430 h 275589"/>
                <a:gd name="connsiteX1" fmla="*/ 593160 w 624265"/>
                <a:gd name="connsiteY1" fmla="*/ 0 h 275589"/>
                <a:gd name="connsiteX2" fmla="*/ 76905 w 624265"/>
                <a:gd name="connsiteY2" fmla="*/ 0 h 275589"/>
                <a:gd name="connsiteX3" fmla="*/ 46425 w 624265"/>
                <a:gd name="connsiteY3" fmla="*/ 24765 h 275589"/>
                <a:gd name="connsiteX4" fmla="*/ 705 w 624265"/>
                <a:gd name="connsiteY4" fmla="*/ 238125 h 275589"/>
                <a:gd name="connsiteX5" fmla="*/ 7055 w 624265"/>
                <a:gd name="connsiteY5" fmla="*/ 264160 h 275589"/>
                <a:gd name="connsiteX6" fmla="*/ 31185 w 624265"/>
                <a:gd name="connsiteY6" fmla="*/ 275590 h 275589"/>
                <a:gd name="connsiteX7" fmla="*/ 547440 w 624265"/>
                <a:gd name="connsiteY7" fmla="*/ 275590 h 275589"/>
                <a:gd name="connsiteX8" fmla="*/ 577920 w 624265"/>
                <a:gd name="connsiteY8" fmla="*/ 250825 h 275589"/>
                <a:gd name="connsiteX9" fmla="*/ 623640 w 624265"/>
                <a:gd name="connsiteY9" fmla="*/ 37465 h 275589"/>
                <a:gd name="connsiteX10" fmla="*/ 617290 w 624265"/>
                <a:gd name="connsiteY10" fmla="*/ 11430 h 2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4265" h="275589">
                  <a:moveTo>
                    <a:pt x="617290" y="11430"/>
                  </a:moveTo>
                  <a:cubicBezTo>
                    <a:pt x="611575" y="3810"/>
                    <a:pt x="602685" y="0"/>
                    <a:pt x="593160" y="0"/>
                  </a:cubicBezTo>
                  <a:lnTo>
                    <a:pt x="76905" y="0"/>
                  </a:lnTo>
                  <a:cubicBezTo>
                    <a:pt x="62300" y="0"/>
                    <a:pt x="49600" y="10160"/>
                    <a:pt x="46425" y="24765"/>
                  </a:cubicBezTo>
                  <a:lnTo>
                    <a:pt x="705" y="238125"/>
                  </a:lnTo>
                  <a:cubicBezTo>
                    <a:pt x="-1200" y="247650"/>
                    <a:pt x="705" y="257175"/>
                    <a:pt x="7055" y="264160"/>
                  </a:cubicBezTo>
                  <a:cubicBezTo>
                    <a:pt x="12770" y="271780"/>
                    <a:pt x="21660" y="275590"/>
                    <a:pt x="31185" y="275590"/>
                  </a:cubicBezTo>
                  <a:lnTo>
                    <a:pt x="547440" y="275590"/>
                  </a:lnTo>
                  <a:cubicBezTo>
                    <a:pt x="562045" y="275590"/>
                    <a:pt x="574745" y="265430"/>
                    <a:pt x="577920" y="250825"/>
                  </a:cubicBezTo>
                  <a:lnTo>
                    <a:pt x="623640" y="37465"/>
                  </a:lnTo>
                  <a:cubicBezTo>
                    <a:pt x="625545" y="27940"/>
                    <a:pt x="623005" y="18415"/>
                    <a:pt x="617290" y="1143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grpSp>
      <p:sp>
        <p:nvSpPr>
          <p:cNvPr id="60" name="TextBox 59">
            <a:extLst>
              <a:ext uri="{FF2B5EF4-FFF2-40B4-BE49-F238E27FC236}">
                <a16:creationId xmlns:a16="http://schemas.microsoft.com/office/drawing/2014/main" id="{ED76081F-9E54-7D95-F2AD-8041C70DD450}"/>
              </a:ext>
            </a:extLst>
          </p:cNvPr>
          <p:cNvSpPr txBox="1"/>
          <p:nvPr/>
        </p:nvSpPr>
        <p:spPr>
          <a:xfrm>
            <a:off x="5999423" y="1341894"/>
            <a:ext cx="959371" cy="523220"/>
          </a:xfrm>
          <a:prstGeom prst="rect">
            <a:avLst/>
          </a:prstGeom>
          <a:noFill/>
        </p:spPr>
        <p:txBody>
          <a:bodyPr wrap="square" rtlCol="0">
            <a:spAutoFit/>
          </a:bodyPr>
          <a:lstStyle/>
          <a:p>
            <a:r>
              <a:rPr lang="en-US" sz="2800" b="1" dirty="0">
                <a:solidFill>
                  <a:schemeClr val="bg1"/>
                </a:solidFill>
                <a:latin typeface="Montserrat" pitchFamily="2" charset="77"/>
              </a:rPr>
              <a:t>01</a:t>
            </a:r>
          </a:p>
        </p:txBody>
      </p:sp>
      <p:sp>
        <p:nvSpPr>
          <p:cNvPr id="61" name="TextBox 60">
            <a:extLst>
              <a:ext uri="{FF2B5EF4-FFF2-40B4-BE49-F238E27FC236}">
                <a16:creationId xmlns:a16="http://schemas.microsoft.com/office/drawing/2014/main" id="{4A22F7A5-0114-0CAA-659D-2CEA582C273D}"/>
              </a:ext>
            </a:extLst>
          </p:cNvPr>
          <p:cNvSpPr txBox="1"/>
          <p:nvPr/>
        </p:nvSpPr>
        <p:spPr>
          <a:xfrm>
            <a:off x="6940231" y="2257713"/>
            <a:ext cx="959371" cy="523220"/>
          </a:xfrm>
          <a:prstGeom prst="rect">
            <a:avLst/>
          </a:prstGeom>
          <a:noFill/>
        </p:spPr>
        <p:txBody>
          <a:bodyPr wrap="square" rtlCol="0">
            <a:spAutoFit/>
          </a:bodyPr>
          <a:lstStyle/>
          <a:p>
            <a:r>
              <a:rPr lang="en-US" sz="2800" b="1" dirty="0">
                <a:solidFill>
                  <a:schemeClr val="bg1"/>
                </a:solidFill>
                <a:latin typeface="Montserrat" pitchFamily="2" charset="77"/>
              </a:rPr>
              <a:t>02</a:t>
            </a:r>
          </a:p>
        </p:txBody>
      </p:sp>
      <p:sp>
        <p:nvSpPr>
          <p:cNvPr id="62" name="TextBox 61">
            <a:extLst>
              <a:ext uri="{FF2B5EF4-FFF2-40B4-BE49-F238E27FC236}">
                <a16:creationId xmlns:a16="http://schemas.microsoft.com/office/drawing/2014/main" id="{13DCC35B-F0EE-48DC-5C00-67E1023DAC54}"/>
              </a:ext>
            </a:extLst>
          </p:cNvPr>
          <p:cNvSpPr txBox="1"/>
          <p:nvPr/>
        </p:nvSpPr>
        <p:spPr>
          <a:xfrm>
            <a:off x="6950813" y="3648253"/>
            <a:ext cx="959371" cy="523220"/>
          </a:xfrm>
          <a:prstGeom prst="rect">
            <a:avLst/>
          </a:prstGeom>
          <a:noFill/>
        </p:spPr>
        <p:txBody>
          <a:bodyPr wrap="square" rtlCol="0">
            <a:spAutoFit/>
          </a:bodyPr>
          <a:lstStyle/>
          <a:p>
            <a:r>
              <a:rPr lang="en-US" sz="2800" b="1" dirty="0">
                <a:solidFill>
                  <a:schemeClr val="bg1"/>
                </a:solidFill>
                <a:latin typeface="Montserrat" pitchFamily="2" charset="77"/>
              </a:rPr>
              <a:t>03</a:t>
            </a:r>
          </a:p>
        </p:txBody>
      </p:sp>
      <p:sp>
        <p:nvSpPr>
          <p:cNvPr id="63" name="TextBox 62">
            <a:extLst>
              <a:ext uri="{FF2B5EF4-FFF2-40B4-BE49-F238E27FC236}">
                <a16:creationId xmlns:a16="http://schemas.microsoft.com/office/drawing/2014/main" id="{692FDB1A-E68A-2C75-A24A-63BA564E7CB3}"/>
              </a:ext>
            </a:extLst>
          </p:cNvPr>
          <p:cNvSpPr txBox="1"/>
          <p:nvPr/>
        </p:nvSpPr>
        <p:spPr>
          <a:xfrm>
            <a:off x="5918305" y="4586509"/>
            <a:ext cx="959371" cy="523220"/>
          </a:xfrm>
          <a:prstGeom prst="rect">
            <a:avLst/>
          </a:prstGeom>
          <a:noFill/>
        </p:spPr>
        <p:txBody>
          <a:bodyPr wrap="square" rtlCol="0">
            <a:spAutoFit/>
          </a:bodyPr>
          <a:lstStyle/>
          <a:p>
            <a:r>
              <a:rPr lang="en-US" sz="2800" b="1" dirty="0">
                <a:solidFill>
                  <a:schemeClr val="bg1"/>
                </a:solidFill>
                <a:latin typeface="Montserrat" pitchFamily="2" charset="77"/>
              </a:rPr>
              <a:t>04</a:t>
            </a:r>
          </a:p>
        </p:txBody>
      </p:sp>
      <p:grpSp>
        <p:nvGrpSpPr>
          <p:cNvPr id="2" name="Group 1">
            <a:extLst>
              <a:ext uri="{FF2B5EF4-FFF2-40B4-BE49-F238E27FC236}">
                <a16:creationId xmlns:a16="http://schemas.microsoft.com/office/drawing/2014/main" id="{9E754A6D-83BE-72FD-66CF-4A04C90135AD}"/>
              </a:ext>
            </a:extLst>
          </p:cNvPr>
          <p:cNvGrpSpPr/>
          <p:nvPr/>
        </p:nvGrpSpPr>
        <p:grpSpPr>
          <a:xfrm>
            <a:off x="8177017" y="1890377"/>
            <a:ext cx="2404846" cy="960580"/>
            <a:chOff x="4471988" y="237081"/>
            <a:chExt cx="2404846" cy="960580"/>
          </a:xfrm>
        </p:grpSpPr>
        <p:sp>
          <p:nvSpPr>
            <p:cNvPr id="3" name="Pentagon 2">
              <a:extLst>
                <a:ext uri="{FF2B5EF4-FFF2-40B4-BE49-F238E27FC236}">
                  <a16:creationId xmlns:a16="http://schemas.microsoft.com/office/drawing/2014/main" id="{27DF8CD0-3652-B274-8C91-28AFDBF7B4AF}"/>
                </a:ext>
              </a:extLst>
            </p:cNvPr>
            <p:cNvSpPr/>
            <p:nvPr/>
          </p:nvSpPr>
          <p:spPr>
            <a:xfrm>
              <a:off x="4471988" y="246425"/>
              <a:ext cx="2324099" cy="817991"/>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C71E50B3-C765-97E9-8468-BFB06F02BE68}"/>
                </a:ext>
              </a:extLst>
            </p:cNvPr>
            <p:cNvSpPr/>
            <p:nvPr/>
          </p:nvSpPr>
          <p:spPr>
            <a:xfrm>
              <a:off x="4471988" y="237081"/>
              <a:ext cx="2404846" cy="960580"/>
            </a:xfrm>
            <a:custGeom>
              <a:avLst/>
              <a:gdLst>
                <a:gd name="connsiteX0" fmla="*/ 1924556 w 2404846"/>
                <a:gd name="connsiteY0" fmla="*/ 0 h 960580"/>
                <a:gd name="connsiteX1" fmla="*/ 2404846 w 2404846"/>
                <a:gd name="connsiteY1" fmla="*/ 480290 h 960580"/>
                <a:gd name="connsiteX2" fmla="*/ 1924556 w 2404846"/>
                <a:gd name="connsiteY2" fmla="*/ 960580 h 960580"/>
                <a:gd name="connsiteX3" fmla="*/ 1924555 w 2404846"/>
                <a:gd name="connsiteY3" fmla="*/ 960580 h 960580"/>
                <a:gd name="connsiteX4" fmla="*/ 608911 w 2404846"/>
                <a:gd name="connsiteY4" fmla="*/ 960580 h 960580"/>
                <a:gd name="connsiteX5" fmla="*/ 608911 w 2404846"/>
                <a:gd name="connsiteY5" fmla="*/ 959894 h 960580"/>
                <a:gd name="connsiteX6" fmla="*/ 0 w 2404846"/>
                <a:gd name="connsiteY6" fmla="*/ 959894 h 960580"/>
                <a:gd name="connsiteX7" fmla="*/ 0 w 2404846"/>
                <a:gd name="connsiteY7" fmla="*/ 759870 h 960580"/>
                <a:gd name="connsiteX8" fmla="*/ 665162 w 2404846"/>
                <a:gd name="connsiteY8" fmla="*/ 759870 h 960580"/>
                <a:gd name="connsiteX9" fmla="*/ 665162 w 2404846"/>
                <a:gd name="connsiteY9" fmla="*/ 760104 h 960580"/>
                <a:gd name="connsiteX10" fmla="*/ 1864389 w 2404846"/>
                <a:gd name="connsiteY10" fmla="*/ 760104 h 960580"/>
                <a:gd name="connsiteX11" fmla="*/ 2140144 w 2404846"/>
                <a:gd name="connsiteY11" fmla="*/ 484348 h 960580"/>
                <a:gd name="connsiteX12" fmla="*/ 1790176 w 2404846"/>
                <a:gd name="connsiteY12" fmla="*/ 134380 h 960580"/>
                <a:gd name="connsiteX13" fmla="*/ 1653511 w 2404846"/>
                <a:gd name="connsiteY13" fmla="*/ 8964 h 96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4846" h="960580">
                  <a:moveTo>
                    <a:pt x="1924556" y="0"/>
                  </a:moveTo>
                  <a:lnTo>
                    <a:pt x="2404846" y="480290"/>
                  </a:lnTo>
                  <a:lnTo>
                    <a:pt x="1924556" y="960580"/>
                  </a:lnTo>
                  <a:lnTo>
                    <a:pt x="1924555" y="960580"/>
                  </a:lnTo>
                  <a:lnTo>
                    <a:pt x="608911" y="960580"/>
                  </a:lnTo>
                  <a:lnTo>
                    <a:pt x="608911" y="959894"/>
                  </a:lnTo>
                  <a:lnTo>
                    <a:pt x="0" y="959894"/>
                  </a:lnTo>
                  <a:lnTo>
                    <a:pt x="0" y="759870"/>
                  </a:lnTo>
                  <a:lnTo>
                    <a:pt x="665162" y="759870"/>
                  </a:lnTo>
                  <a:lnTo>
                    <a:pt x="665162" y="760104"/>
                  </a:lnTo>
                  <a:lnTo>
                    <a:pt x="1864389" y="760104"/>
                  </a:lnTo>
                  <a:lnTo>
                    <a:pt x="2140144" y="484348"/>
                  </a:lnTo>
                  <a:lnTo>
                    <a:pt x="1790176" y="134380"/>
                  </a:lnTo>
                  <a:lnTo>
                    <a:pt x="1653511" y="8964"/>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Rectangle 4">
            <a:extLst>
              <a:ext uri="{FF2B5EF4-FFF2-40B4-BE49-F238E27FC236}">
                <a16:creationId xmlns:a16="http://schemas.microsoft.com/office/drawing/2014/main" id="{A489A95D-0C29-8D21-4CEB-F0E3BC6CACE2}"/>
              </a:ext>
            </a:extLst>
          </p:cNvPr>
          <p:cNvSpPr/>
          <p:nvPr/>
        </p:nvSpPr>
        <p:spPr>
          <a:xfrm>
            <a:off x="7506733" y="2658340"/>
            <a:ext cx="755286" cy="18497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9">
            <a:extLst>
              <a:ext uri="{FF2B5EF4-FFF2-40B4-BE49-F238E27FC236}">
                <a16:creationId xmlns:a16="http://schemas.microsoft.com/office/drawing/2014/main" id="{21F720AA-5670-7923-7515-0890F3336666}"/>
              </a:ext>
            </a:extLst>
          </p:cNvPr>
          <p:cNvSpPr txBox="1">
            <a:spLocks noChangeArrowheads="1"/>
          </p:cNvSpPr>
          <p:nvPr/>
        </p:nvSpPr>
        <p:spPr bwMode="auto">
          <a:xfrm>
            <a:off x="8244508" y="2199622"/>
            <a:ext cx="2189115" cy="81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Lato Light" panose="020F0302020204030203" pitchFamily="34" charset="77"/>
              </a:defRPr>
            </a:lvl1pPr>
            <a:lvl2pPr marL="685800" indent="-228600">
              <a:defRPr>
                <a:solidFill>
                  <a:schemeClr val="tx1"/>
                </a:solidFill>
                <a:latin typeface="Lato Light" panose="020F0302020204030203" pitchFamily="34" charset="77"/>
              </a:defRPr>
            </a:lvl2pPr>
            <a:lvl3pPr marL="1143000" indent="-228600">
              <a:defRPr>
                <a:solidFill>
                  <a:schemeClr val="tx1"/>
                </a:solidFill>
                <a:latin typeface="Lato Light" panose="020F0302020204030203" pitchFamily="34" charset="77"/>
              </a:defRPr>
            </a:lvl3pPr>
            <a:lvl4pPr marL="1600200" indent="-228600">
              <a:defRPr>
                <a:solidFill>
                  <a:schemeClr val="tx1"/>
                </a:solidFill>
                <a:latin typeface="Lato Light" panose="020F0302020204030203" pitchFamily="34" charset="77"/>
              </a:defRPr>
            </a:lvl4pPr>
            <a:lvl5pPr marL="2057400" indent="-228600">
              <a:defRPr>
                <a:solidFill>
                  <a:schemeClr val="tx1"/>
                </a:solidFill>
                <a:latin typeface="Lato Light" panose="020F0302020204030203" pitchFamily="34" charset="77"/>
              </a:defRPr>
            </a:lvl5pPr>
            <a:lvl6pPr marL="2514600" indent="-228600" fontAlgn="base">
              <a:spcBef>
                <a:spcPct val="0"/>
              </a:spcBef>
              <a:spcAft>
                <a:spcPct val="0"/>
              </a:spcAft>
              <a:defRPr>
                <a:solidFill>
                  <a:schemeClr val="tx1"/>
                </a:solidFill>
                <a:latin typeface="Lato Light" panose="020F0302020204030203" pitchFamily="34" charset="77"/>
              </a:defRPr>
            </a:lvl6pPr>
            <a:lvl7pPr marL="2971800" indent="-228600" fontAlgn="base">
              <a:spcBef>
                <a:spcPct val="0"/>
              </a:spcBef>
              <a:spcAft>
                <a:spcPct val="0"/>
              </a:spcAft>
              <a:defRPr>
                <a:solidFill>
                  <a:schemeClr val="tx1"/>
                </a:solidFill>
                <a:latin typeface="Lato Light" panose="020F0302020204030203" pitchFamily="34" charset="77"/>
              </a:defRPr>
            </a:lvl7pPr>
            <a:lvl8pPr marL="3429000" indent="-228600" fontAlgn="base">
              <a:spcBef>
                <a:spcPct val="0"/>
              </a:spcBef>
              <a:spcAft>
                <a:spcPct val="0"/>
              </a:spcAft>
              <a:defRPr>
                <a:solidFill>
                  <a:schemeClr val="tx1"/>
                </a:solidFill>
                <a:latin typeface="Lato Light" panose="020F0302020204030203" pitchFamily="34" charset="77"/>
              </a:defRPr>
            </a:lvl8pPr>
            <a:lvl9pPr marL="3886200" indent="-228600" fontAlgn="base">
              <a:spcBef>
                <a:spcPct val="0"/>
              </a:spcBef>
              <a:spcAft>
                <a:spcPct val="0"/>
              </a:spcAft>
              <a:defRPr>
                <a:solidFill>
                  <a:schemeClr val="tx1"/>
                </a:solidFill>
                <a:latin typeface="Lato Light" panose="020F0302020204030203" pitchFamily="34" charset="77"/>
              </a:defRPr>
            </a:lvl9pPr>
          </a:lstStyle>
          <a:p>
            <a:pPr eaLnBrk="1" hangingPunct="1">
              <a:lnSpc>
                <a:spcPct val="90000"/>
              </a:lnSpc>
              <a:buFont typeface="Arial" panose="020B0604020202020204" pitchFamily="34" charset="0"/>
              <a:buNone/>
            </a:pPr>
            <a:r>
              <a:rPr lang="en-US" altLang="en-CO" b="1" dirty="0">
                <a:latin typeface="Montserrat Light" pitchFamily="2" charset="77"/>
              </a:rPr>
              <a:t>ABSTRACTION</a:t>
            </a:r>
          </a:p>
        </p:txBody>
      </p:sp>
      <p:sp>
        <p:nvSpPr>
          <p:cNvPr id="23" name="Text Placeholder 12">
            <a:extLst>
              <a:ext uri="{FF2B5EF4-FFF2-40B4-BE49-F238E27FC236}">
                <a16:creationId xmlns:a16="http://schemas.microsoft.com/office/drawing/2014/main" id="{AE4E2DEC-A0CF-9119-0881-6AD77FF3C6C1}"/>
              </a:ext>
            </a:extLst>
          </p:cNvPr>
          <p:cNvSpPr txBox="1">
            <a:spLocks/>
          </p:cNvSpPr>
          <p:nvPr/>
        </p:nvSpPr>
        <p:spPr>
          <a:xfrm>
            <a:off x="7950141" y="3193339"/>
            <a:ext cx="4206189" cy="2535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b="1" dirty="0">
              <a:solidFill>
                <a:schemeClr val="tx2">
                  <a:lumMod val="50000"/>
                </a:schemeClr>
              </a:solidFill>
            </a:endParaRPr>
          </a:p>
        </p:txBody>
      </p:sp>
    </p:spTree>
    <p:extLst>
      <p:ext uri="{BB962C8B-B14F-4D97-AF65-F5344CB8AC3E}">
        <p14:creationId xmlns:p14="http://schemas.microsoft.com/office/powerpoint/2010/main" val="2216812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12D72CB0-0194-8FDF-9A35-6B2F7EED82F1}"/>
              </a:ext>
            </a:extLst>
          </p:cNvPr>
          <p:cNvPicPr>
            <a:picLocks noGrp="1" noChangeAspect="1"/>
          </p:cNvPicPr>
          <p:nvPr>
            <p:ph type="pic" sz="quarter" idx="10"/>
          </p:nvPr>
        </p:nvPicPr>
        <p:blipFill>
          <a:blip r:embed="rId2">
            <a:alphaModFix amt="81000"/>
            <a:extLst>
              <a:ext uri="{BEBA8EAE-BF5A-486C-A8C5-ECC9F3942E4B}">
                <a14:imgProps xmlns:a14="http://schemas.microsoft.com/office/drawing/2010/main">
                  <a14:imgLayer r:embed="rId3">
                    <a14:imgEffect>
                      <a14:brightnessContrast bright="-38000"/>
                    </a14:imgEffect>
                  </a14:imgLayer>
                </a14:imgProps>
              </a:ext>
              <a:ext uri="{28A0092B-C50C-407E-A947-70E740481C1C}">
                <a14:useLocalDpi xmlns:a14="http://schemas.microsoft.com/office/drawing/2010/main" val="0"/>
              </a:ext>
            </a:extLst>
          </a:blip>
          <a:srcRect l="26822" r="26822"/>
          <a:stretch>
            <a:fillRect/>
          </a:stretch>
        </p:blipFill>
        <p:spPr/>
      </p:pic>
      <p:sp>
        <p:nvSpPr>
          <p:cNvPr id="17" name="Freeform 16">
            <a:extLst>
              <a:ext uri="{FF2B5EF4-FFF2-40B4-BE49-F238E27FC236}">
                <a16:creationId xmlns:a16="http://schemas.microsoft.com/office/drawing/2014/main" id="{8136CD7D-5A00-08A7-2F4C-376E851C5EC9}"/>
              </a:ext>
            </a:extLst>
          </p:cNvPr>
          <p:cNvSpPr/>
          <p:nvPr/>
        </p:nvSpPr>
        <p:spPr>
          <a:xfrm rot="18908747">
            <a:off x="5418131" y="907258"/>
            <a:ext cx="1403136" cy="1424674"/>
          </a:xfrm>
          <a:custGeom>
            <a:avLst/>
            <a:gdLst>
              <a:gd name="connsiteX0" fmla="*/ 767469 w 1403136"/>
              <a:gd name="connsiteY0" fmla="*/ 0 h 1424674"/>
              <a:gd name="connsiteX1" fmla="*/ 1398307 w 1403136"/>
              <a:gd name="connsiteY1" fmla="*/ 1328655 h 1424674"/>
              <a:gd name="connsiteX2" fmla="*/ 1403136 w 1403136"/>
              <a:gd name="connsiteY2" fmla="*/ 1424674 h 1424674"/>
              <a:gd name="connsiteX3" fmla="*/ 313799 w 1403136"/>
              <a:gd name="connsiteY3" fmla="*/ 1424674 h 1424674"/>
              <a:gd name="connsiteX4" fmla="*/ 300216 w 1403136"/>
              <a:gd name="connsiteY4" fmla="*/ 1332222 h 1424674"/>
              <a:gd name="connsiteX5" fmla="*/ 0 w 1403136"/>
              <a:gd name="connsiteY5" fmla="*/ 771383 h 1424674"/>
              <a:gd name="connsiteX6" fmla="*/ 767469 w 1403136"/>
              <a:gd name="connsiteY6" fmla="*/ 0 h 142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3136" h="1424674">
                <a:moveTo>
                  <a:pt x="767469" y="0"/>
                </a:moveTo>
                <a:cubicBezTo>
                  <a:pt x="1140239" y="370878"/>
                  <a:pt x="1350594" y="843242"/>
                  <a:pt x="1398307" y="1328655"/>
                </a:cubicBezTo>
                <a:lnTo>
                  <a:pt x="1403136" y="1424674"/>
                </a:lnTo>
                <a:lnTo>
                  <a:pt x="313799" y="1424674"/>
                </a:lnTo>
                <a:lnTo>
                  <a:pt x="300216" y="1332222"/>
                </a:lnTo>
                <a:cubicBezTo>
                  <a:pt x="259855" y="1126560"/>
                  <a:pt x="159759" y="930331"/>
                  <a:pt x="0" y="771383"/>
                </a:cubicBezTo>
                <a:lnTo>
                  <a:pt x="767469"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42A2DEA0-43EE-4E9D-A700-1307EEBDE2F2}"/>
              </a:ext>
            </a:extLst>
          </p:cNvPr>
          <p:cNvSpPr/>
          <p:nvPr/>
        </p:nvSpPr>
        <p:spPr>
          <a:xfrm rot="18908747">
            <a:off x="6589845" y="1974304"/>
            <a:ext cx="1319689" cy="1429703"/>
          </a:xfrm>
          <a:custGeom>
            <a:avLst/>
            <a:gdLst>
              <a:gd name="connsiteX0" fmla="*/ 1319689 w 1319689"/>
              <a:gd name="connsiteY0" fmla="*/ 0 h 1429703"/>
              <a:gd name="connsiteX1" fmla="*/ 1310958 w 1319689"/>
              <a:gd name="connsiteY1" fmla="*/ 193165 h 1429703"/>
              <a:gd name="connsiteX2" fmla="*/ 835862 w 1319689"/>
              <a:gd name="connsiteY2" fmla="*/ 1359350 h 1429703"/>
              <a:gd name="connsiteX3" fmla="*/ 772597 w 1319689"/>
              <a:gd name="connsiteY3" fmla="*/ 1429703 h 1429703"/>
              <a:gd name="connsiteX4" fmla="*/ 0 w 1319689"/>
              <a:gd name="connsiteY4" fmla="*/ 661027 h 1429703"/>
              <a:gd name="connsiteX5" fmla="*/ 54506 w 1319689"/>
              <a:gd name="connsiteY5" fmla="*/ 586492 h 1429703"/>
              <a:gd name="connsiteX6" fmla="*/ 227541 w 1319689"/>
              <a:gd name="connsiteY6" fmla="*/ 91621 h 1429703"/>
              <a:gd name="connsiteX7" fmla="*/ 231681 w 1319689"/>
              <a:gd name="connsiteY7" fmla="*/ 0 h 1429703"/>
              <a:gd name="connsiteX8" fmla="*/ 1319689 w 1319689"/>
              <a:gd name="connsiteY8" fmla="*/ 0 h 1429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689" h="1429703">
                <a:moveTo>
                  <a:pt x="1319689" y="0"/>
                </a:moveTo>
                <a:lnTo>
                  <a:pt x="1310958" y="193165"/>
                </a:lnTo>
                <a:cubicBezTo>
                  <a:pt x="1272179" y="609435"/>
                  <a:pt x="1113861" y="1016728"/>
                  <a:pt x="835862" y="1359350"/>
                </a:cubicBezTo>
                <a:lnTo>
                  <a:pt x="772597" y="1429703"/>
                </a:lnTo>
                <a:lnTo>
                  <a:pt x="0" y="661027"/>
                </a:lnTo>
                <a:lnTo>
                  <a:pt x="54506" y="586492"/>
                </a:lnTo>
                <a:cubicBezTo>
                  <a:pt x="153718" y="435396"/>
                  <a:pt x="211382" y="265067"/>
                  <a:pt x="227541" y="91621"/>
                </a:cubicBezTo>
                <a:lnTo>
                  <a:pt x="231681" y="0"/>
                </a:lnTo>
                <a:lnTo>
                  <a:pt x="1319689"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9FE00110-5D06-6BE5-33CD-AB7DC48706A0}"/>
              </a:ext>
            </a:extLst>
          </p:cNvPr>
          <p:cNvSpPr/>
          <p:nvPr/>
        </p:nvSpPr>
        <p:spPr>
          <a:xfrm rot="18908747">
            <a:off x="6449957" y="3050757"/>
            <a:ext cx="1573309" cy="1404498"/>
          </a:xfrm>
          <a:custGeom>
            <a:avLst/>
            <a:gdLst>
              <a:gd name="connsiteX0" fmla="*/ 801925 w 1573309"/>
              <a:gd name="connsiteY0" fmla="*/ 0 h 1404498"/>
              <a:gd name="connsiteX1" fmla="*/ 1573309 w 1573309"/>
              <a:gd name="connsiteY1" fmla="*/ 767468 h 1404498"/>
              <a:gd name="connsiteX2" fmla="*/ 244653 w 1573309"/>
              <a:gd name="connsiteY2" fmla="*/ 1398306 h 1404498"/>
              <a:gd name="connsiteX3" fmla="*/ 121553 w 1573309"/>
              <a:gd name="connsiteY3" fmla="*/ 1404498 h 1404498"/>
              <a:gd name="connsiteX4" fmla="*/ 0 w 1573309"/>
              <a:gd name="connsiteY4" fmla="*/ 319159 h 1404498"/>
              <a:gd name="connsiteX5" fmla="*/ 33310 w 1573309"/>
              <a:gd name="connsiteY5" fmla="*/ 320664 h 1404498"/>
              <a:gd name="connsiteX6" fmla="*/ 801925 w 1573309"/>
              <a:gd name="connsiteY6" fmla="*/ 0 h 140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3309" h="1404498">
                <a:moveTo>
                  <a:pt x="801925" y="0"/>
                </a:moveTo>
                <a:lnTo>
                  <a:pt x="1573309" y="767468"/>
                </a:lnTo>
                <a:cubicBezTo>
                  <a:pt x="1202430" y="1140239"/>
                  <a:pt x="730066" y="1350593"/>
                  <a:pt x="244653" y="1398306"/>
                </a:cubicBezTo>
                <a:lnTo>
                  <a:pt x="121553" y="1404498"/>
                </a:lnTo>
                <a:lnTo>
                  <a:pt x="0" y="319159"/>
                </a:lnTo>
                <a:lnTo>
                  <a:pt x="33310" y="320664"/>
                </a:lnTo>
                <a:cubicBezTo>
                  <a:pt x="311787" y="319956"/>
                  <a:pt x="589994" y="213012"/>
                  <a:pt x="80192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B4479DF2-B9BD-D033-501C-1DA86A3CEDBB}"/>
              </a:ext>
            </a:extLst>
          </p:cNvPr>
          <p:cNvSpPr/>
          <p:nvPr/>
        </p:nvSpPr>
        <p:spPr>
          <a:xfrm rot="18908747">
            <a:off x="5396746" y="4141590"/>
            <a:ext cx="1497394" cy="1402934"/>
          </a:xfrm>
          <a:custGeom>
            <a:avLst/>
            <a:gdLst>
              <a:gd name="connsiteX0" fmla="*/ 1374281 w 1497394"/>
              <a:gd name="connsiteY0" fmla="*/ 303657 h 1402934"/>
              <a:gd name="connsiteX1" fmla="*/ 1497394 w 1497394"/>
              <a:gd name="connsiteY1" fmla="*/ 1402934 h 1402934"/>
              <a:gd name="connsiteX2" fmla="*/ 1331848 w 1497394"/>
              <a:gd name="connsiteY2" fmla="*/ 1395452 h 1402934"/>
              <a:gd name="connsiteX3" fmla="*/ 0 w 1497394"/>
              <a:gd name="connsiteY3" fmla="*/ 771383 h 1402934"/>
              <a:gd name="connsiteX4" fmla="*/ 767468 w 1497394"/>
              <a:gd name="connsiteY4" fmla="*/ 0 h 1402934"/>
              <a:gd name="connsiteX5" fmla="*/ 1329828 w 1497394"/>
              <a:gd name="connsiteY5" fmla="*/ 297358 h 1402934"/>
              <a:gd name="connsiteX6" fmla="*/ 1374281 w 1497394"/>
              <a:gd name="connsiteY6" fmla="*/ 303657 h 140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394" h="1402934">
                <a:moveTo>
                  <a:pt x="1374281" y="303657"/>
                </a:moveTo>
                <a:lnTo>
                  <a:pt x="1497394" y="1402934"/>
                </a:lnTo>
                <a:lnTo>
                  <a:pt x="1331848" y="1395452"/>
                </a:lnTo>
                <a:cubicBezTo>
                  <a:pt x="846199" y="1350210"/>
                  <a:pt x="372771" y="1142262"/>
                  <a:pt x="0" y="771383"/>
                </a:cubicBezTo>
                <a:lnTo>
                  <a:pt x="767468" y="0"/>
                </a:lnTo>
                <a:cubicBezTo>
                  <a:pt x="927227" y="158947"/>
                  <a:pt x="1123962" y="258043"/>
                  <a:pt x="1329828" y="297358"/>
                </a:cubicBezTo>
                <a:lnTo>
                  <a:pt x="1374281" y="30365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0" name="Group 39">
            <a:extLst>
              <a:ext uri="{FF2B5EF4-FFF2-40B4-BE49-F238E27FC236}">
                <a16:creationId xmlns:a16="http://schemas.microsoft.com/office/drawing/2014/main" id="{ED84B763-0B56-019F-422E-44C835A8C099}"/>
              </a:ext>
            </a:extLst>
          </p:cNvPr>
          <p:cNvGrpSpPr/>
          <p:nvPr/>
        </p:nvGrpSpPr>
        <p:grpSpPr>
          <a:xfrm>
            <a:off x="8150860" y="3365776"/>
            <a:ext cx="2404846" cy="960580"/>
            <a:chOff x="4471988" y="237081"/>
            <a:chExt cx="2404846" cy="960580"/>
          </a:xfrm>
        </p:grpSpPr>
        <p:sp>
          <p:nvSpPr>
            <p:cNvPr id="41" name="Pentagon 40">
              <a:extLst>
                <a:ext uri="{FF2B5EF4-FFF2-40B4-BE49-F238E27FC236}">
                  <a16:creationId xmlns:a16="http://schemas.microsoft.com/office/drawing/2014/main" id="{AE414539-76CD-4810-897D-B493A24D6C74}"/>
                </a:ext>
              </a:extLst>
            </p:cNvPr>
            <p:cNvSpPr/>
            <p:nvPr/>
          </p:nvSpPr>
          <p:spPr>
            <a:xfrm>
              <a:off x="4471988" y="246425"/>
              <a:ext cx="2324099" cy="817991"/>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a:extLst>
                <a:ext uri="{FF2B5EF4-FFF2-40B4-BE49-F238E27FC236}">
                  <a16:creationId xmlns:a16="http://schemas.microsoft.com/office/drawing/2014/main" id="{A36A7029-F6A6-E6C0-FE93-14B81C816FF2}"/>
                </a:ext>
              </a:extLst>
            </p:cNvPr>
            <p:cNvSpPr/>
            <p:nvPr/>
          </p:nvSpPr>
          <p:spPr>
            <a:xfrm>
              <a:off x="4471988" y="237081"/>
              <a:ext cx="2404846" cy="960580"/>
            </a:xfrm>
            <a:custGeom>
              <a:avLst/>
              <a:gdLst>
                <a:gd name="connsiteX0" fmla="*/ 1924556 w 2404846"/>
                <a:gd name="connsiteY0" fmla="*/ 0 h 960580"/>
                <a:gd name="connsiteX1" fmla="*/ 2404846 w 2404846"/>
                <a:gd name="connsiteY1" fmla="*/ 480290 h 960580"/>
                <a:gd name="connsiteX2" fmla="*/ 1924556 w 2404846"/>
                <a:gd name="connsiteY2" fmla="*/ 960580 h 960580"/>
                <a:gd name="connsiteX3" fmla="*/ 1924555 w 2404846"/>
                <a:gd name="connsiteY3" fmla="*/ 960580 h 960580"/>
                <a:gd name="connsiteX4" fmla="*/ 608911 w 2404846"/>
                <a:gd name="connsiteY4" fmla="*/ 960580 h 960580"/>
                <a:gd name="connsiteX5" fmla="*/ 608911 w 2404846"/>
                <a:gd name="connsiteY5" fmla="*/ 959894 h 960580"/>
                <a:gd name="connsiteX6" fmla="*/ 0 w 2404846"/>
                <a:gd name="connsiteY6" fmla="*/ 959894 h 960580"/>
                <a:gd name="connsiteX7" fmla="*/ 0 w 2404846"/>
                <a:gd name="connsiteY7" fmla="*/ 759870 h 960580"/>
                <a:gd name="connsiteX8" fmla="*/ 665162 w 2404846"/>
                <a:gd name="connsiteY8" fmla="*/ 759870 h 960580"/>
                <a:gd name="connsiteX9" fmla="*/ 665162 w 2404846"/>
                <a:gd name="connsiteY9" fmla="*/ 760104 h 960580"/>
                <a:gd name="connsiteX10" fmla="*/ 1864389 w 2404846"/>
                <a:gd name="connsiteY10" fmla="*/ 760104 h 960580"/>
                <a:gd name="connsiteX11" fmla="*/ 2140144 w 2404846"/>
                <a:gd name="connsiteY11" fmla="*/ 484348 h 960580"/>
                <a:gd name="connsiteX12" fmla="*/ 1790176 w 2404846"/>
                <a:gd name="connsiteY12" fmla="*/ 134380 h 960580"/>
                <a:gd name="connsiteX13" fmla="*/ 1653511 w 2404846"/>
                <a:gd name="connsiteY13" fmla="*/ 8964 h 96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4846" h="960580">
                  <a:moveTo>
                    <a:pt x="1924556" y="0"/>
                  </a:moveTo>
                  <a:lnTo>
                    <a:pt x="2404846" y="480290"/>
                  </a:lnTo>
                  <a:lnTo>
                    <a:pt x="1924556" y="960580"/>
                  </a:lnTo>
                  <a:lnTo>
                    <a:pt x="1924555" y="960580"/>
                  </a:lnTo>
                  <a:lnTo>
                    <a:pt x="608911" y="960580"/>
                  </a:lnTo>
                  <a:lnTo>
                    <a:pt x="608911" y="959894"/>
                  </a:lnTo>
                  <a:lnTo>
                    <a:pt x="0" y="959894"/>
                  </a:lnTo>
                  <a:lnTo>
                    <a:pt x="0" y="759870"/>
                  </a:lnTo>
                  <a:lnTo>
                    <a:pt x="665162" y="759870"/>
                  </a:lnTo>
                  <a:lnTo>
                    <a:pt x="665162" y="760104"/>
                  </a:lnTo>
                  <a:lnTo>
                    <a:pt x="1864389" y="760104"/>
                  </a:lnTo>
                  <a:lnTo>
                    <a:pt x="2140144" y="484348"/>
                  </a:lnTo>
                  <a:lnTo>
                    <a:pt x="1790176" y="134380"/>
                  </a:lnTo>
                  <a:lnTo>
                    <a:pt x="1653511" y="896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7" name="Oval 46">
            <a:extLst>
              <a:ext uri="{FF2B5EF4-FFF2-40B4-BE49-F238E27FC236}">
                <a16:creationId xmlns:a16="http://schemas.microsoft.com/office/drawing/2014/main" id="{703051AC-972B-23FF-B058-E3EBE6BDC9F2}"/>
              </a:ext>
            </a:extLst>
          </p:cNvPr>
          <p:cNvSpPr/>
          <p:nvPr/>
        </p:nvSpPr>
        <p:spPr>
          <a:xfrm>
            <a:off x="4445770" y="2021529"/>
            <a:ext cx="2506133" cy="2506133"/>
          </a:xfrm>
          <a:prstGeom prst="ellipse">
            <a:avLst/>
          </a:prstGeom>
          <a:solidFill>
            <a:schemeClr val="bg1">
              <a:lumMod val="95000"/>
            </a:schemeClr>
          </a:solidFill>
          <a:ln>
            <a:noFill/>
          </a:ln>
          <a:effectLst>
            <a:outerShdw blurRad="167084" dist="132754" dir="1860000" sx="112000" sy="11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25D96AE-D6AE-2F96-BBB5-8508FDB70962}"/>
              </a:ext>
            </a:extLst>
          </p:cNvPr>
          <p:cNvSpPr/>
          <p:nvPr/>
        </p:nvSpPr>
        <p:spPr>
          <a:xfrm>
            <a:off x="7395574" y="4127185"/>
            <a:ext cx="921516" cy="199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 Placeholder 9">
            <a:extLst>
              <a:ext uri="{FF2B5EF4-FFF2-40B4-BE49-F238E27FC236}">
                <a16:creationId xmlns:a16="http://schemas.microsoft.com/office/drawing/2014/main" id="{B0F31E2F-0BC0-C743-3D9D-F7170B75A1C6}"/>
              </a:ext>
            </a:extLst>
          </p:cNvPr>
          <p:cNvSpPr txBox="1">
            <a:spLocks noChangeArrowheads="1"/>
          </p:cNvSpPr>
          <p:nvPr/>
        </p:nvSpPr>
        <p:spPr bwMode="auto">
          <a:xfrm>
            <a:off x="8150860" y="3417259"/>
            <a:ext cx="2189115" cy="81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Lato Light" panose="020F0302020204030203" pitchFamily="34" charset="77"/>
              </a:defRPr>
            </a:lvl1pPr>
            <a:lvl2pPr marL="685800" indent="-228600">
              <a:defRPr>
                <a:solidFill>
                  <a:schemeClr val="tx1"/>
                </a:solidFill>
                <a:latin typeface="Lato Light" panose="020F0302020204030203" pitchFamily="34" charset="77"/>
              </a:defRPr>
            </a:lvl2pPr>
            <a:lvl3pPr marL="1143000" indent="-228600">
              <a:defRPr>
                <a:solidFill>
                  <a:schemeClr val="tx1"/>
                </a:solidFill>
                <a:latin typeface="Lato Light" panose="020F0302020204030203" pitchFamily="34" charset="77"/>
              </a:defRPr>
            </a:lvl3pPr>
            <a:lvl4pPr marL="1600200" indent="-228600">
              <a:defRPr>
                <a:solidFill>
                  <a:schemeClr val="tx1"/>
                </a:solidFill>
                <a:latin typeface="Lato Light" panose="020F0302020204030203" pitchFamily="34" charset="77"/>
              </a:defRPr>
            </a:lvl4pPr>
            <a:lvl5pPr marL="2057400" indent="-228600">
              <a:defRPr>
                <a:solidFill>
                  <a:schemeClr val="tx1"/>
                </a:solidFill>
                <a:latin typeface="Lato Light" panose="020F0302020204030203" pitchFamily="34" charset="77"/>
              </a:defRPr>
            </a:lvl5pPr>
            <a:lvl6pPr marL="2514600" indent="-228600" fontAlgn="base">
              <a:spcBef>
                <a:spcPct val="0"/>
              </a:spcBef>
              <a:spcAft>
                <a:spcPct val="0"/>
              </a:spcAft>
              <a:defRPr>
                <a:solidFill>
                  <a:schemeClr val="tx1"/>
                </a:solidFill>
                <a:latin typeface="Lato Light" panose="020F0302020204030203" pitchFamily="34" charset="77"/>
              </a:defRPr>
            </a:lvl6pPr>
            <a:lvl7pPr marL="2971800" indent="-228600" fontAlgn="base">
              <a:spcBef>
                <a:spcPct val="0"/>
              </a:spcBef>
              <a:spcAft>
                <a:spcPct val="0"/>
              </a:spcAft>
              <a:defRPr>
                <a:solidFill>
                  <a:schemeClr val="tx1"/>
                </a:solidFill>
                <a:latin typeface="Lato Light" panose="020F0302020204030203" pitchFamily="34" charset="77"/>
              </a:defRPr>
            </a:lvl7pPr>
            <a:lvl8pPr marL="3429000" indent="-228600" fontAlgn="base">
              <a:spcBef>
                <a:spcPct val="0"/>
              </a:spcBef>
              <a:spcAft>
                <a:spcPct val="0"/>
              </a:spcAft>
              <a:defRPr>
                <a:solidFill>
                  <a:schemeClr val="tx1"/>
                </a:solidFill>
                <a:latin typeface="Lato Light" panose="020F0302020204030203" pitchFamily="34" charset="77"/>
              </a:defRPr>
            </a:lvl8pPr>
            <a:lvl9pPr marL="3886200" indent="-228600" fontAlgn="base">
              <a:spcBef>
                <a:spcPct val="0"/>
              </a:spcBef>
              <a:spcAft>
                <a:spcPct val="0"/>
              </a:spcAft>
              <a:defRPr>
                <a:solidFill>
                  <a:schemeClr val="tx1"/>
                </a:solidFill>
                <a:latin typeface="Lato Light" panose="020F0302020204030203" pitchFamily="34" charset="77"/>
              </a:defRPr>
            </a:lvl9pPr>
          </a:lstStyle>
          <a:p>
            <a:pPr eaLnBrk="1" hangingPunct="1">
              <a:lnSpc>
                <a:spcPct val="90000"/>
              </a:lnSpc>
              <a:buFont typeface="Arial" panose="020B0604020202020204" pitchFamily="34" charset="0"/>
              <a:buNone/>
            </a:pPr>
            <a:r>
              <a:rPr lang="en-US" altLang="en-CO" sz="1600" b="1" dirty="0">
                <a:latin typeface="Montserrat Light" pitchFamily="2" charset="77"/>
              </a:rPr>
              <a:t>SORTING</a:t>
            </a:r>
          </a:p>
          <a:p>
            <a:pPr eaLnBrk="1" hangingPunct="1">
              <a:lnSpc>
                <a:spcPct val="90000"/>
              </a:lnSpc>
              <a:buFont typeface="Arial" panose="020B0604020202020204" pitchFamily="34" charset="0"/>
              <a:buNone/>
            </a:pPr>
            <a:r>
              <a:rPr lang="en-US" altLang="en-CO" sz="1600" b="1" dirty="0">
                <a:latin typeface="Montserrat Light" pitchFamily="2" charset="77"/>
              </a:rPr>
              <a:t>ALGORITHMS</a:t>
            </a:r>
          </a:p>
        </p:txBody>
      </p:sp>
      <p:sp>
        <p:nvSpPr>
          <p:cNvPr id="56" name="TextBox 57">
            <a:extLst>
              <a:ext uri="{FF2B5EF4-FFF2-40B4-BE49-F238E27FC236}">
                <a16:creationId xmlns:a16="http://schemas.microsoft.com/office/drawing/2014/main" id="{07E1EA45-001C-C6B1-CC79-61BF18DC09B7}"/>
              </a:ext>
            </a:extLst>
          </p:cNvPr>
          <p:cNvSpPr txBox="1"/>
          <p:nvPr/>
        </p:nvSpPr>
        <p:spPr>
          <a:xfrm>
            <a:off x="5065698" y="3161990"/>
            <a:ext cx="1265090" cy="646331"/>
          </a:xfrm>
          <a:prstGeom prst="rect">
            <a:avLst/>
          </a:prstGeom>
          <a:noFill/>
          <a:ln>
            <a:noFill/>
          </a:ln>
        </p:spPr>
        <p:txBody>
          <a:bodyPr wrap="none">
            <a:spAutoFit/>
          </a:bodyPr>
          <a:lstStyle/>
          <a:p>
            <a:pPr algn="ctr" eaLnBrk="1" fontAlgn="auto" hangingPunct="1">
              <a:spcBef>
                <a:spcPts val="0"/>
              </a:spcBef>
              <a:spcAft>
                <a:spcPts val="0"/>
              </a:spcAft>
              <a:defRPr/>
            </a:pPr>
            <a:r>
              <a:rPr lang="en-US" b="1" spc="150" dirty="0">
                <a:solidFill>
                  <a:schemeClr val="accent4"/>
                </a:solidFill>
                <a:latin typeface="Montserrat SemiBold" pitchFamily="2" charset="77"/>
                <a:ea typeface="Source Sans Pro" panose="020B0503030403020204" pitchFamily="34" charset="0"/>
                <a:cs typeface="Lato Heavy" panose="020F0502020204030203" pitchFamily="34" charset="0"/>
              </a:rPr>
              <a:t>LESSON</a:t>
            </a:r>
          </a:p>
          <a:p>
            <a:pPr algn="ctr" eaLnBrk="1" fontAlgn="auto" hangingPunct="1">
              <a:spcBef>
                <a:spcPts val="0"/>
              </a:spcBef>
              <a:spcAft>
                <a:spcPts val="0"/>
              </a:spcAft>
              <a:defRPr/>
            </a:pPr>
            <a:r>
              <a:rPr lang="en-US" b="1" spc="150" dirty="0">
                <a:latin typeface="Montserrat SemiBold" pitchFamily="2" charset="77"/>
                <a:ea typeface="Source Sans Pro" panose="020B0503030403020204" pitchFamily="34" charset="0"/>
                <a:cs typeface="Lato Heavy" panose="020F0502020204030203" pitchFamily="34" charset="0"/>
              </a:rPr>
              <a:t>TOPICS</a:t>
            </a:r>
          </a:p>
        </p:txBody>
      </p:sp>
      <p:grpSp>
        <p:nvGrpSpPr>
          <p:cNvPr id="57" name="Graphic 6">
            <a:extLst>
              <a:ext uri="{FF2B5EF4-FFF2-40B4-BE49-F238E27FC236}">
                <a16:creationId xmlns:a16="http://schemas.microsoft.com/office/drawing/2014/main" id="{2028DB62-AC63-3808-542A-50150064AAEF}"/>
              </a:ext>
            </a:extLst>
          </p:cNvPr>
          <p:cNvGrpSpPr/>
          <p:nvPr/>
        </p:nvGrpSpPr>
        <p:grpSpPr>
          <a:xfrm>
            <a:off x="5342583" y="2678240"/>
            <a:ext cx="644515" cy="452120"/>
            <a:chOff x="4892675" y="2764789"/>
            <a:chExt cx="644515" cy="452120"/>
          </a:xfrm>
          <a:solidFill>
            <a:schemeClr val="tx2"/>
          </a:solidFill>
        </p:grpSpPr>
        <p:sp>
          <p:nvSpPr>
            <p:cNvPr id="58" name="Freeform 26">
              <a:extLst>
                <a:ext uri="{FF2B5EF4-FFF2-40B4-BE49-F238E27FC236}">
                  <a16:creationId xmlns:a16="http://schemas.microsoft.com/office/drawing/2014/main" id="{2D42A6FA-D75F-79AF-1673-FD4A5CA97C62}"/>
                </a:ext>
              </a:extLst>
            </p:cNvPr>
            <p:cNvSpPr/>
            <p:nvPr/>
          </p:nvSpPr>
          <p:spPr>
            <a:xfrm>
              <a:off x="4892675" y="2764789"/>
              <a:ext cx="596265" cy="396875"/>
            </a:xfrm>
            <a:custGeom>
              <a:avLst/>
              <a:gdLst>
                <a:gd name="connsiteX0" fmla="*/ 90805 w 596265"/>
                <a:gd name="connsiteY0" fmla="*/ 153670 h 396875"/>
                <a:gd name="connsiteX1" fmla="*/ 596265 w 596265"/>
                <a:gd name="connsiteY1" fmla="*/ 153670 h 396875"/>
                <a:gd name="connsiteX2" fmla="*/ 596265 w 596265"/>
                <a:gd name="connsiteY2" fmla="*/ 108585 h 396875"/>
                <a:gd name="connsiteX3" fmla="*/ 556895 w 596265"/>
                <a:gd name="connsiteY3" fmla="*/ 69215 h 396875"/>
                <a:gd name="connsiteX4" fmla="*/ 274320 w 596265"/>
                <a:gd name="connsiteY4" fmla="*/ 69215 h 396875"/>
                <a:gd name="connsiteX5" fmla="*/ 240665 w 596265"/>
                <a:gd name="connsiteY5" fmla="*/ 49530 h 396875"/>
                <a:gd name="connsiteX6" fmla="*/ 222885 w 596265"/>
                <a:gd name="connsiteY6" fmla="*/ 19685 h 396875"/>
                <a:gd name="connsiteX7" fmla="*/ 189230 w 596265"/>
                <a:gd name="connsiteY7" fmla="*/ 0 h 396875"/>
                <a:gd name="connsiteX8" fmla="*/ 39370 w 596265"/>
                <a:gd name="connsiteY8" fmla="*/ 0 h 396875"/>
                <a:gd name="connsiteX9" fmla="*/ 0 w 596265"/>
                <a:gd name="connsiteY9" fmla="*/ 39370 h 396875"/>
                <a:gd name="connsiteX10" fmla="*/ 0 w 596265"/>
                <a:gd name="connsiteY10" fmla="*/ 69215 h 396875"/>
                <a:gd name="connsiteX11" fmla="*/ 0 w 596265"/>
                <a:gd name="connsiteY11" fmla="*/ 396875 h 396875"/>
                <a:gd name="connsiteX12" fmla="*/ 44450 w 596265"/>
                <a:gd name="connsiteY12" fmla="*/ 190500 h 396875"/>
                <a:gd name="connsiteX13" fmla="*/ 90805 w 596265"/>
                <a:gd name="connsiteY13" fmla="*/ 153670 h 39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265" h="396875">
                  <a:moveTo>
                    <a:pt x="90805" y="153670"/>
                  </a:moveTo>
                  <a:lnTo>
                    <a:pt x="596265" y="153670"/>
                  </a:lnTo>
                  <a:lnTo>
                    <a:pt x="596265" y="108585"/>
                  </a:lnTo>
                  <a:cubicBezTo>
                    <a:pt x="596265" y="86995"/>
                    <a:pt x="578485" y="69215"/>
                    <a:pt x="556895" y="69215"/>
                  </a:cubicBezTo>
                  <a:lnTo>
                    <a:pt x="274320" y="69215"/>
                  </a:lnTo>
                  <a:cubicBezTo>
                    <a:pt x="260350" y="69215"/>
                    <a:pt x="247650" y="61595"/>
                    <a:pt x="240665" y="49530"/>
                  </a:cubicBezTo>
                  <a:lnTo>
                    <a:pt x="222885" y="19685"/>
                  </a:lnTo>
                  <a:cubicBezTo>
                    <a:pt x="215900" y="7620"/>
                    <a:pt x="203200" y="0"/>
                    <a:pt x="189230" y="0"/>
                  </a:cubicBezTo>
                  <a:lnTo>
                    <a:pt x="39370" y="0"/>
                  </a:lnTo>
                  <a:cubicBezTo>
                    <a:pt x="17780" y="0"/>
                    <a:pt x="0" y="17780"/>
                    <a:pt x="0" y="39370"/>
                  </a:cubicBezTo>
                  <a:lnTo>
                    <a:pt x="0" y="69215"/>
                  </a:lnTo>
                  <a:lnTo>
                    <a:pt x="0" y="396875"/>
                  </a:lnTo>
                  <a:lnTo>
                    <a:pt x="44450" y="190500"/>
                  </a:lnTo>
                  <a:cubicBezTo>
                    <a:pt x="49530" y="169545"/>
                    <a:pt x="68580" y="153670"/>
                    <a:pt x="90805" y="15367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sp>
          <p:nvSpPr>
            <p:cNvPr id="59" name="Freeform 27">
              <a:extLst>
                <a:ext uri="{FF2B5EF4-FFF2-40B4-BE49-F238E27FC236}">
                  <a16:creationId xmlns:a16="http://schemas.microsoft.com/office/drawing/2014/main" id="{F25BB9E6-99FA-7BBD-6CE0-EDC33DCDC8EE}"/>
                </a:ext>
              </a:extLst>
            </p:cNvPr>
            <p:cNvSpPr/>
            <p:nvPr/>
          </p:nvSpPr>
          <p:spPr>
            <a:xfrm>
              <a:off x="4912925" y="2941320"/>
              <a:ext cx="624265" cy="275589"/>
            </a:xfrm>
            <a:custGeom>
              <a:avLst/>
              <a:gdLst>
                <a:gd name="connsiteX0" fmla="*/ 617290 w 624265"/>
                <a:gd name="connsiteY0" fmla="*/ 11430 h 275589"/>
                <a:gd name="connsiteX1" fmla="*/ 593160 w 624265"/>
                <a:gd name="connsiteY1" fmla="*/ 0 h 275589"/>
                <a:gd name="connsiteX2" fmla="*/ 76905 w 624265"/>
                <a:gd name="connsiteY2" fmla="*/ 0 h 275589"/>
                <a:gd name="connsiteX3" fmla="*/ 46425 w 624265"/>
                <a:gd name="connsiteY3" fmla="*/ 24765 h 275589"/>
                <a:gd name="connsiteX4" fmla="*/ 705 w 624265"/>
                <a:gd name="connsiteY4" fmla="*/ 238125 h 275589"/>
                <a:gd name="connsiteX5" fmla="*/ 7055 w 624265"/>
                <a:gd name="connsiteY5" fmla="*/ 264160 h 275589"/>
                <a:gd name="connsiteX6" fmla="*/ 31185 w 624265"/>
                <a:gd name="connsiteY6" fmla="*/ 275590 h 275589"/>
                <a:gd name="connsiteX7" fmla="*/ 547440 w 624265"/>
                <a:gd name="connsiteY7" fmla="*/ 275590 h 275589"/>
                <a:gd name="connsiteX8" fmla="*/ 577920 w 624265"/>
                <a:gd name="connsiteY8" fmla="*/ 250825 h 275589"/>
                <a:gd name="connsiteX9" fmla="*/ 623640 w 624265"/>
                <a:gd name="connsiteY9" fmla="*/ 37465 h 275589"/>
                <a:gd name="connsiteX10" fmla="*/ 617290 w 624265"/>
                <a:gd name="connsiteY10" fmla="*/ 11430 h 2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4265" h="275589">
                  <a:moveTo>
                    <a:pt x="617290" y="11430"/>
                  </a:moveTo>
                  <a:cubicBezTo>
                    <a:pt x="611575" y="3810"/>
                    <a:pt x="602685" y="0"/>
                    <a:pt x="593160" y="0"/>
                  </a:cubicBezTo>
                  <a:lnTo>
                    <a:pt x="76905" y="0"/>
                  </a:lnTo>
                  <a:cubicBezTo>
                    <a:pt x="62300" y="0"/>
                    <a:pt x="49600" y="10160"/>
                    <a:pt x="46425" y="24765"/>
                  </a:cubicBezTo>
                  <a:lnTo>
                    <a:pt x="705" y="238125"/>
                  </a:lnTo>
                  <a:cubicBezTo>
                    <a:pt x="-1200" y="247650"/>
                    <a:pt x="705" y="257175"/>
                    <a:pt x="7055" y="264160"/>
                  </a:cubicBezTo>
                  <a:cubicBezTo>
                    <a:pt x="12770" y="271780"/>
                    <a:pt x="21660" y="275590"/>
                    <a:pt x="31185" y="275590"/>
                  </a:cubicBezTo>
                  <a:lnTo>
                    <a:pt x="547440" y="275590"/>
                  </a:lnTo>
                  <a:cubicBezTo>
                    <a:pt x="562045" y="275590"/>
                    <a:pt x="574745" y="265430"/>
                    <a:pt x="577920" y="250825"/>
                  </a:cubicBezTo>
                  <a:lnTo>
                    <a:pt x="623640" y="37465"/>
                  </a:lnTo>
                  <a:cubicBezTo>
                    <a:pt x="625545" y="27940"/>
                    <a:pt x="623005" y="18415"/>
                    <a:pt x="617290" y="1143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grpSp>
      <p:sp>
        <p:nvSpPr>
          <p:cNvPr id="60" name="TextBox 59">
            <a:extLst>
              <a:ext uri="{FF2B5EF4-FFF2-40B4-BE49-F238E27FC236}">
                <a16:creationId xmlns:a16="http://schemas.microsoft.com/office/drawing/2014/main" id="{ED76081F-9E54-7D95-F2AD-8041C70DD450}"/>
              </a:ext>
            </a:extLst>
          </p:cNvPr>
          <p:cNvSpPr txBox="1"/>
          <p:nvPr/>
        </p:nvSpPr>
        <p:spPr>
          <a:xfrm>
            <a:off x="5999423" y="1341894"/>
            <a:ext cx="959371" cy="523220"/>
          </a:xfrm>
          <a:prstGeom prst="rect">
            <a:avLst/>
          </a:prstGeom>
          <a:noFill/>
        </p:spPr>
        <p:txBody>
          <a:bodyPr wrap="square" rtlCol="0">
            <a:spAutoFit/>
          </a:bodyPr>
          <a:lstStyle/>
          <a:p>
            <a:r>
              <a:rPr lang="en-US" sz="2800" b="1" dirty="0">
                <a:solidFill>
                  <a:schemeClr val="bg1"/>
                </a:solidFill>
                <a:latin typeface="Montserrat" pitchFamily="2" charset="77"/>
              </a:rPr>
              <a:t>01</a:t>
            </a:r>
          </a:p>
        </p:txBody>
      </p:sp>
      <p:sp>
        <p:nvSpPr>
          <p:cNvPr id="61" name="TextBox 60">
            <a:extLst>
              <a:ext uri="{FF2B5EF4-FFF2-40B4-BE49-F238E27FC236}">
                <a16:creationId xmlns:a16="http://schemas.microsoft.com/office/drawing/2014/main" id="{4A22F7A5-0114-0CAA-659D-2CEA582C273D}"/>
              </a:ext>
            </a:extLst>
          </p:cNvPr>
          <p:cNvSpPr txBox="1"/>
          <p:nvPr/>
        </p:nvSpPr>
        <p:spPr>
          <a:xfrm>
            <a:off x="6940231" y="2257713"/>
            <a:ext cx="959371" cy="523220"/>
          </a:xfrm>
          <a:prstGeom prst="rect">
            <a:avLst/>
          </a:prstGeom>
          <a:noFill/>
        </p:spPr>
        <p:txBody>
          <a:bodyPr wrap="square" rtlCol="0">
            <a:spAutoFit/>
          </a:bodyPr>
          <a:lstStyle/>
          <a:p>
            <a:r>
              <a:rPr lang="en-US" sz="2800" b="1" dirty="0">
                <a:solidFill>
                  <a:schemeClr val="bg1"/>
                </a:solidFill>
                <a:latin typeface="Montserrat" pitchFamily="2" charset="77"/>
              </a:rPr>
              <a:t>02</a:t>
            </a:r>
          </a:p>
        </p:txBody>
      </p:sp>
      <p:sp>
        <p:nvSpPr>
          <p:cNvPr id="62" name="TextBox 61">
            <a:extLst>
              <a:ext uri="{FF2B5EF4-FFF2-40B4-BE49-F238E27FC236}">
                <a16:creationId xmlns:a16="http://schemas.microsoft.com/office/drawing/2014/main" id="{13DCC35B-F0EE-48DC-5C00-67E1023DAC54}"/>
              </a:ext>
            </a:extLst>
          </p:cNvPr>
          <p:cNvSpPr txBox="1"/>
          <p:nvPr/>
        </p:nvSpPr>
        <p:spPr>
          <a:xfrm>
            <a:off x="6950813" y="3648253"/>
            <a:ext cx="959371" cy="523220"/>
          </a:xfrm>
          <a:prstGeom prst="rect">
            <a:avLst/>
          </a:prstGeom>
          <a:noFill/>
        </p:spPr>
        <p:txBody>
          <a:bodyPr wrap="square" rtlCol="0">
            <a:spAutoFit/>
          </a:bodyPr>
          <a:lstStyle/>
          <a:p>
            <a:r>
              <a:rPr lang="en-US" sz="2800" b="1" dirty="0">
                <a:solidFill>
                  <a:schemeClr val="bg1"/>
                </a:solidFill>
                <a:latin typeface="Montserrat" pitchFamily="2" charset="77"/>
              </a:rPr>
              <a:t>03</a:t>
            </a:r>
          </a:p>
        </p:txBody>
      </p:sp>
      <p:sp>
        <p:nvSpPr>
          <p:cNvPr id="63" name="TextBox 62">
            <a:extLst>
              <a:ext uri="{FF2B5EF4-FFF2-40B4-BE49-F238E27FC236}">
                <a16:creationId xmlns:a16="http://schemas.microsoft.com/office/drawing/2014/main" id="{692FDB1A-E68A-2C75-A24A-63BA564E7CB3}"/>
              </a:ext>
            </a:extLst>
          </p:cNvPr>
          <p:cNvSpPr txBox="1"/>
          <p:nvPr/>
        </p:nvSpPr>
        <p:spPr>
          <a:xfrm>
            <a:off x="5918305" y="4586509"/>
            <a:ext cx="959371" cy="523220"/>
          </a:xfrm>
          <a:prstGeom prst="rect">
            <a:avLst/>
          </a:prstGeom>
          <a:noFill/>
        </p:spPr>
        <p:txBody>
          <a:bodyPr wrap="square" rtlCol="0">
            <a:spAutoFit/>
          </a:bodyPr>
          <a:lstStyle/>
          <a:p>
            <a:r>
              <a:rPr lang="en-US" sz="2800" b="1" dirty="0">
                <a:solidFill>
                  <a:schemeClr val="bg1"/>
                </a:solidFill>
                <a:latin typeface="Montserrat" pitchFamily="2" charset="77"/>
              </a:rPr>
              <a:t>04</a:t>
            </a:r>
          </a:p>
        </p:txBody>
      </p:sp>
      <p:sp>
        <p:nvSpPr>
          <p:cNvPr id="14" name="Text Placeholder 12">
            <a:extLst>
              <a:ext uri="{FF2B5EF4-FFF2-40B4-BE49-F238E27FC236}">
                <a16:creationId xmlns:a16="http://schemas.microsoft.com/office/drawing/2014/main" id="{3F6C7941-E46A-916D-6A08-F8441FC58A16}"/>
              </a:ext>
            </a:extLst>
          </p:cNvPr>
          <p:cNvSpPr txBox="1">
            <a:spLocks/>
          </p:cNvSpPr>
          <p:nvPr/>
        </p:nvSpPr>
        <p:spPr>
          <a:xfrm>
            <a:off x="7701940" y="4716517"/>
            <a:ext cx="4206189" cy="2535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800" b="1" dirty="0">
                <a:solidFill>
                  <a:schemeClr val="tx2">
                    <a:lumMod val="50000"/>
                  </a:schemeClr>
                </a:solidFill>
              </a:rPr>
              <a:t>Bubble Sort</a:t>
            </a:r>
          </a:p>
          <a:p>
            <a:pPr>
              <a:buFont typeface="Wingdings" panose="05000000000000000000" pitchFamily="2" charset="2"/>
              <a:buChar char="§"/>
            </a:pPr>
            <a:r>
              <a:rPr lang="en-US" sz="1800" b="1" dirty="0">
                <a:solidFill>
                  <a:schemeClr val="tx2">
                    <a:lumMod val="50000"/>
                  </a:schemeClr>
                </a:solidFill>
              </a:rPr>
              <a:t>Insertion Sort</a:t>
            </a:r>
          </a:p>
          <a:p>
            <a:pPr>
              <a:buFont typeface="Wingdings" panose="05000000000000000000" pitchFamily="2" charset="2"/>
              <a:buChar char="§"/>
            </a:pPr>
            <a:r>
              <a:rPr lang="en-US" sz="1800" b="1" dirty="0">
                <a:solidFill>
                  <a:schemeClr val="tx2">
                    <a:lumMod val="50000"/>
                  </a:schemeClr>
                </a:solidFill>
              </a:rPr>
              <a:t>Selection Sort</a:t>
            </a:r>
          </a:p>
        </p:txBody>
      </p:sp>
    </p:spTree>
    <p:extLst>
      <p:ext uri="{BB962C8B-B14F-4D97-AF65-F5344CB8AC3E}">
        <p14:creationId xmlns:p14="http://schemas.microsoft.com/office/powerpoint/2010/main" val="206403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desk with a computer and a monitor&#10;&#10;Description automatically generated">
            <a:extLst>
              <a:ext uri="{FF2B5EF4-FFF2-40B4-BE49-F238E27FC236}">
                <a16:creationId xmlns:a16="http://schemas.microsoft.com/office/drawing/2014/main" id="{284FFE16-28CA-43AA-C88E-3474FD101D3A}"/>
              </a:ext>
            </a:extLst>
          </p:cNvPr>
          <p:cNvPicPr>
            <a:picLocks noGrp="1" noChangeAspect="1"/>
          </p:cNvPicPr>
          <p:nvPr>
            <p:ph type="pic" sz="quarter" idx="10"/>
          </p:nvPr>
        </p:nvPicPr>
        <p:blipFill>
          <a:blip r:embed="rId2">
            <a:alphaModFix amt="82000"/>
            <a:extLst>
              <a:ext uri="{BEBA8EAE-BF5A-486C-A8C5-ECC9F3942E4B}">
                <a14:imgProps xmlns:a14="http://schemas.microsoft.com/office/drawing/2010/main">
                  <a14:imgLayer r:embed="rId3">
                    <a14:imgEffect>
                      <a14:brightnessContrast bright="-31000"/>
                    </a14:imgEffect>
                  </a14:imgLayer>
                </a14:imgProps>
              </a:ext>
              <a:ext uri="{28A0092B-C50C-407E-A947-70E740481C1C}">
                <a14:useLocalDpi xmlns:a14="http://schemas.microsoft.com/office/drawing/2010/main" val="0"/>
              </a:ext>
            </a:extLst>
          </a:blip>
          <a:srcRect t="4442" b="4442"/>
          <a:stretch>
            <a:fillRect/>
          </a:stretch>
        </p:blipFill>
        <p:spPr/>
      </p:pic>
      <p:sp>
        <p:nvSpPr>
          <p:cNvPr id="17" name="Freeform 16">
            <a:extLst>
              <a:ext uri="{FF2B5EF4-FFF2-40B4-BE49-F238E27FC236}">
                <a16:creationId xmlns:a16="http://schemas.microsoft.com/office/drawing/2014/main" id="{8136CD7D-5A00-08A7-2F4C-376E851C5EC9}"/>
              </a:ext>
            </a:extLst>
          </p:cNvPr>
          <p:cNvSpPr/>
          <p:nvPr/>
        </p:nvSpPr>
        <p:spPr>
          <a:xfrm rot="18908747">
            <a:off x="5418131" y="907258"/>
            <a:ext cx="1403136" cy="1424674"/>
          </a:xfrm>
          <a:custGeom>
            <a:avLst/>
            <a:gdLst>
              <a:gd name="connsiteX0" fmla="*/ 767469 w 1403136"/>
              <a:gd name="connsiteY0" fmla="*/ 0 h 1424674"/>
              <a:gd name="connsiteX1" fmla="*/ 1398307 w 1403136"/>
              <a:gd name="connsiteY1" fmla="*/ 1328655 h 1424674"/>
              <a:gd name="connsiteX2" fmla="*/ 1403136 w 1403136"/>
              <a:gd name="connsiteY2" fmla="*/ 1424674 h 1424674"/>
              <a:gd name="connsiteX3" fmla="*/ 313799 w 1403136"/>
              <a:gd name="connsiteY3" fmla="*/ 1424674 h 1424674"/>
              <a:gd name="connsiteX4" fmla="*/ 300216 w 1403136"/>
              <a:gd name="connsiteY4" fmla="*/ 1332222 h 1424674"/>
              <a:gd name="connsiteX5" fmla="*/ 0 w 1403136"/>
              <a:gd name="connsiteY5" fmla="*/ 771383 h 1424674"/>
              <a:gd name="connsiteX6" fmla="*/ 767469 w 1403136"/>
              <a:gd name="connsiteY6" fmla="*/ 0 h 142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3136" h="1424674">
                <a:moveTo>
                  <a:pt x="767469" y="0"/>
                </a:moveTo>
                <a:cubicBezTo>
                  <a:pt x="1140239" y="370878"/>
                  <a:pt x="1350594" y="843242"/>
                  <a:pt x="1398307" y="1328655"/>
                </a:cubicBezTo>
                <a:lnTo>
                  <a:pt x="1403136" y="1424674"/>
                </a:lnTo>
                <a:lnTo>
                  <a:pt x="313799" y="1424674"/>
                </a:lnTo>
                <a:lnTo>
                  <a:pt x="300216" y="1332222"/>
                </a:lnTo>
                <a:cubicBezTo>
                  <a:pt x="259855" y="1126560"/>
                  <a:pt x="159759" y="930331"/>
                  <a:pt x="0" y="771383"/>
                </a:cubicBezTo>
                <a:lnTo>
                  <a:pt x="767469"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42A2DEA0-43EE-4E9D-A700-1307EEBDE2F2}"/>
              </a:ext>
            </a:extLst>
          </p:cNvPr>
          <p:cNvSpPr/>
          <p:nvPr/>
        </p:nvSpPr>
        <p:spPr>
          <a:xfrm rot="18908747">
            <a:off x="6589845" y="1974304"/>
            <a:ext cx="1319689" cy="1429703"/>
          </a:xfrm>
          <a:custGeom>
            <a:avLst/>
            <a:gdLst>
              <a:gd name="connsiteX0" fmla="*/ 1319689 w 1319689"/>
              <a:gd name="connsiteY0" fmla="*/ 0 h 1429703"/>
              <a:gd name="connsiteX1" fmla="*/ 1310958 w 1319689"/>
              <a:gd name="connsiteY1" fmla="*/ 193165 h 1429703"/>
              <a:gd name="connsiteX2" fmla="*/ 835862 w 1319689"/>
              <a:gd name="connsiteY2" fmla="*/ 1359350 h 1429703"/>
              <a:gd name="connsiteX3" fmla="*/ 772597 w 1319689"/>
              <a:gd name="connsiteY3" fmla="*/ 1429703 h 1429703"/>
              <a:gd name="connsiteX4" fmla="*/ 0 w 1319689"/>
              <a:gd name="connsiteY4" fmla="*/ 661027 h 1429703"/>
              <a:gd name="connsiteX5" fmla="*/ 54506 w 1319689"/>
              <a:gd name="connsiteY5" fmla="*/ 586492 h 1429703"/>
              <a:gd name="connsiteX6" fmla="*/ 227541 w 1319689"/>
              <a:gd name="connsiteY6" fmla="*/ 91621 h 1429703"/>
              <a:gd name="connsiteX7" fmla="*/ 231681 w 1319689"/>
              <a:gd name="connsiteY7" fmla="*/ 0 h 1429703"/>
              <a:gd name="connsiteX8" fmla="*/ 1319689 w 1319689"/>
              <a:gd name="connsiteY8" fmla="*/ 0 h 1429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9689" h="1429703">
                <a:moveTo>
                  <a:pt x="1319689" y="0"/>
                </a:moveTo>
                <a:lnTo>
                  <a:pt x="1310958" y="193165"/>
                </a:lnTo>
                <a:cubicBezTo>
                  <a:pt x="1272179" y="609435"/>
                  <a:pt x="1113861" y="1016728"/>
                  <a:pt x="835862" y="1359350"/>
                </a:cubicBezTo>
                <a:lnTo>
                  <a:pt x="772597" y="1429703"/>
                </a:lnTo>
                <a:lnTo>
                  <a:pt x="0" y="661027"/>
                </a:lnTo>
                <a:lnTo>
                  <a:pt x="54506" y="586492"/>
                </a:lnTo>
                <a:cubicBezTo>
                  <a:pt x="153718" y="435396"/>
                  <a:pt x="211382" y="265067"/>
                  <a:pt x="227541" y="91621"/>
                </a:cubicBezTo>
                <a:lnTo>
                  <a:pt x="231681" y="0"/>
                </a:lnTo>
                <a:lnTo>
                  <a:pt x="1319689"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9FE00110-5D06-6BE5-33CD-AB7DC48706A0}"/>
              </a:ext>
            </a:extLst>
          </p:cNvPr>
          <p:cNvSpPr/>
          <p:nvPr/>
        </p:nvSpPr>
        <p:spPr>
          <a:xfrm rot="18908747">
            <a:off x="6449957" y="3050757"/>
            <a:ext cx="1573309" cy="1404498"/>
          </a:xfrm>
          <a:custGeom>
            <a:avLst/>
            <a:gdLst>
              <a:gd name="connsiteX0" fmla="*/ 801925 w 1573309"/>
              <a:gd name="connsiteY0" fmla="*/ 0 h 1404498"/>
              <a:gd name="connsiteX1" fmla="*/ 1573309 w 1573309"/>
              <a:gd name="connsiteY1" fmla="*/ 767468 h 1404498"/>
              <a:gd name="connsiteX2" fmla="*/ 244653 w 1573309"/>
              <a:gd name="connsiteY2" fmla="*/ 1398306 h 1404498"/>
              <a:gd name="connsiteX3" fmla="*/ 121553 w 1573309"/>
              <a:gd name="connsiteY3" fmla="*/ 1404498 h 1404498"/>
              <a:gd name="connsiteX4" fmla="*/ 0 w 1573309"/>
              <a:gd name="connsiteY4" fmla="*/ 319159 h 1404498"/>
              <a:gd name="connsiteX5" fmla="*/ 33310 w 1573309"/>
              <a:gd name="connsiteY5" fmla="*/ 320664 h 1404498"/>
              <a:gd name="connsiteX6" fmla="*/ 801925 w 1573309"/>
              <a:gd name="connsiteY6" fmla="*/ 0 h 140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3309" h="1404498">
                <a:moveTo>
                  <a:pt x="801925" y="0"/>
                </a:moveTo>
                <a:lnTo>
                  <a:pt x="1573309" y="767468"/>
                </a:lnTo>
                <a:cubicBezTo>
                  <a:pt x="1202430" y="1140239"/>
                  <a:pt x="730066" y="1350593"/>
                  <a:pt x="244653" y="1398306"/>
                </a:cubicBezTo>
                <a:lnTo>
                  <a:pt x="121553" y="1404498"/>
                </a:lnTo>
                <a:lnTo>
                  <a:pt x="0" y="319159"/>
                </a:lnTo>
                <a:lnTo>
                  <a:pt x="33310" y="320664"/>
                </a:lnTo>
                <a:cubicBezTo>
                  <a:pt x="311787" y="319956"/>
                  <a:pt x="589994" y="213012"/>
                  <a:pt x="80192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B4479DF2-B9BD-D033-501C-1DA86A3CEDBB}"/>
              </a:ext>
            </a:extLst>
          </p:cNvPr>
          <p:cNvSpPr/>
          <p:nvPr/>
        </p:nvSpPr>
        <p:spPr>
          <a:xfrm rot="18908747">
            <a:off x="5396746" y="4141590"/>
            <a:ext cx="1497394" cy="1402934"/>
          </a:xfrm>
          <a:custGeom>
            <a:avLst/>
            <a:gdLst>
              <a:gd name="connsiteX0" fmla="*/ 1374281 w 1497394"/>
              <a:gd name="connsiteY0" fmla="*/ 303657 h 1402934"/>
              <a:gd name="connsiteX1" fmla="*/ 1497394 w 1497394"/>
              <a:gd name="connsiteY1" fmla="*/ 1402934 h 1402934"/>
              <a:gd name="connsiteX2" fmla="*/ 1331848 w 1497394"/>
              <a:gd name="connsiteY2" fmla="*/ 1395452 h 1402934"/>
              <a:gd name="connsiteX3" fmla="*/ 0 w 1497394"/>
              <a:gd name="connsiteY3" fmla="*/ 771383 h 1402934"/>
              <a:gd name="connsiteX4" fmla="*/ 767468 w 1497394"/>
              <a:gd name="connsiteY4" fmla="*/ 0 h 1402934"/>
              <a:gd name="connsiteX5" fmla="*/ 1329828 w 1497394"/>
              <a:gd name="connsiteY5" fmla="*/ 297358 h 1402934"/>
              <a:gd name="connsiteX6" fmla="*/ 1374281 w 1497394"/>
              <a:gd name="connsiteY6" fmla="*/ 303657 h 140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394" h="1402934">
                <a:moveTo>
                  <a:pt x="1374281" y="303657"/>
                </a:moveTo>
                <a:lnTo>
                  <a:pt x="1497394" y="1402934"/>
                </a:lnTo>
                <a:lnTo>
                  <a:pt x="1331848" y="1395452"/>
                </a:lnTo>
                <a:cubicBezTo>
                  <a:pt x="846199" y="1350210"/>
                  <a:pt x="372771" y="1142262"/>
                  <a:pt x="0" y="771383"/>
                </a:cubicBezTo>
                <a:lnTo>
                  <a:pt x="767468" y="0"/>
                </a:lnTo>
                <a:cubicBezTo>
                  <a:pt x="927227" y="158947"/>
                  <a:pt x="1123962" y="258043"/>
                  <a:pt x="1329828" y="297358"/>
                </a:cubicBezTo>
                <a:lnTo>
                  <a:pt x="1374281" y="30365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1AA080E6-61B2-36D6-8AB1-9E4C0A411CCD}"/>
              </a:ext>
            </a:extLst>
          </p:cNvPr>
          <p:cNvGrpSpPr/>
          <p:nvPr/>
        </p:nvGrpSpPr>
        <p:grpSpPr>
          <a:xfrm>
            <a:off x="7249689" y="5375318"/>
            <a:ext cx="2404846" cy="960580"/>
            <a:chOff x="4471988" y="237081"/>
            <a:chExt cx="2404846" cy="960580"/>
          </a:xfrm>
        </p:grpSpPr>
        <p:sp>
          <p:nvSpPr>
            <p:cNvPr id="45" name="Pentagon 44">
              <a:extLst>
                <a:ext uri="{FF2B5EF4-FFF2-40B4-BE49-F238E27FC236}">
                  <a16:creationId xmlns:a16="http://schemas.microsoft.com/office/drawing/2014/main" id="{CA4D785B-DB25-6A67-94DC-C5550AFD9425}"/>
                </a:ext>
              </a:extLst>
            </p:cNvPr>
            <p:cNvSpPr/>
            <p:nvPr/>
          </p:nvSpPr>
          <p:spPr>
            <a:xfrm>
              <a:off x="4471988" y="246425"/>
              <a:ext cx="2324099" cy="817991"/>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490AF54B-5EEE-26AB-5B03-4F2295B4A513}"/>
                </a:ext>
              </a:extLst>
            </p:cNvPr>
            <p:cNvSpPr/>
            <p:nvPr/>
          </p:nvSpPr>
          <p:spPr>
            <a:xfrm>
              <a:off x="4471988" y="237081"/>
              <a:ext cx="2404846" cy="960580"/>
            </a:xfrm>
            <a:custGeom>
              <a:avLst/>
              <a:gdLst>
                <a:gd name="connsiteX0" fmla="*/ 1924556 w 2404846"/>
                <a:gd name="connsiteY0" fmla="*/ 0 h 960580"/>
                <a:gd name="connsiteX1" fmla="*/ 2404846 w 2404846"/>
                <a:gd name="connsiteY1" fmla="*/ 480290 h 960580"/>
                <a:gd name="connsiteX2" fmla="*/ 1924556 w 2404846"/>
                <a:gd name="connsiteY2" fmla="*/ 960580 h 960580"/>
                <a:gd name="connsiteX3" fmla="*/ 1924555 w 2404846"/>
                <a:gd name="connsiteY3" fmla="*/ 960580 h 960580"/>
                <a:gd name="connsiteX4" fmla="*/ 608911 w 2404846"/>
                <a:gd name="connsiteY4" fmla="*/ 960580 h 960580"/>
                <a:gd name="connsiteX5" fmla="*/ 608911 w 2404846"/>
                <a:gd name="connsiteY5" fmla="*/ 959894 h 960580"/>
                <a:gd name="connsiteX6" fmla="*/ 0 w 2404846"/>
                <a:gd name="connsiteY6" fmla="*/ 959894 h 960580"/>
                <a:gd name="connsiteX7" fmla="*/ 0 w 2404846"/>
                <a:gd name="connsiteY7" fmla="*/ 759870 h 960580"/>
                <a:gd name="connsiteX8" fmla="*/ 665162 w 2404846"/>
                <a:gd name="connsiteY8" fmla="*/ 759870 h 960580"/>
                <a:gd name="connsiteX9" fmla="*/ 665162 w 2404846"/>
                <a:gd name="connsiteY9" fmla="*/ 760104 h 960580"/>
                <a:gd name="connsiteX10" fmla="*/ 1864389 w 2404846"/>
                <a:gd name="connsiteY10" fmla="*/ 760104 h 960580"/>
                <a:gd name="connsiteX11" fmla="*/ 2140144 w 2404846"/>
                <a:gd name="connsiteY11" fmla="*/ 484348 h 960580"/>
                <a:gd name="connsiteX12" fmla="*/ 1790176 w 2404846"/>
                <a:gd name="connsiteY12" fmla="*/ 134380 h 960580"/>
                <a:gd name="connsiteX13" fmla="*/ 1653511 w 2404846"/>
                <a:gd name="connsiteY13" fmla="*/ 8964 h 96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4846" h="960580">
                  <a:moveTo>
                    <a:pt x="1924556" y="0"/>
                  </a:moveTo>
                  <a:lnTo>
                    <a:pt x="2404846" y="480290"/>
                  </a:lnTo>
                  <a:lnTo>
                    <a:pt x="1924556" y="960580"/>
                  </a:lnTo>
                  <a:lnTo>
                    <a:pt x="1924555" y="960580"/>
                  </a:lnTo>
                  <a:lnTo>
                    <a:pt x="608911" y="960580"/>
                  </a:lnTo>
                  <a:lnTo>
                    <a:pt x="608911" y="959894"/>
                  </a:lnTo>
                  <a:lnTo>
                    <a:pt x="0" y="959894"/>
                  </a:lnTo>
                  <a:lnTo>
                    <a:pt x="0" y="759870"/>
                  </a:lnTo>
                  <a:lnTo>
                    <a:pt x="665162" y="759870"/>
                  </a:lnTo>
                  <a:lnTo>
                    <a:pt x="665162" y="760104"/>
                  </a:lnTo>
                  <a:lnTo>
                    <a:pt x="1864389" y="760104"/>
                  </a:lnTo>
                  <a:lnTo>
                    <a:pt x="2140144" y="484348"/>
                  </a:lnTo>
                  <a:lnTo>
                    <a:pt x="1790176" y="134380"/>
                  </a:lnTo>
                  <a:lnTo>
                    <a:pt x="1653511" y="896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7" name="Oval 46">
            <a:extLst>
              <a:ext uri="{FF2B5EF4-FFF2-40B4-BE49-F238E27FC236}">
                <a16:creationId xmlns:a16="http://schemas.microsoft.com/office/drawing/2014/main" id="{703051AC-972B-23FF-B058-E3EBE6BDC9F2}"/>
              </a:ext>
            </a:extLst>
          </p:cNvPr>
          <p:cNvSpPr/>
          <p:nvPr/>
        </p:nvSpPr>
        <p:spPr>
          <a:xfrm>
            <a:off x="4445770" y="2021529"/>
            <a:ext cx="2506133" cy="2506133"/>
          </a:xfrm>
          <a:prstGeom prst="ellipse">
            <a:avLst/>
          </a:prstGeom>
          <a:solidFill>
            <a:schemeClr val="bg1">
              <a:lumMod val="95000"/>
            </a:schemeClr>
          </a:solidFill>
          <a:ln>
            <a:noFill/>
          </a:ln>
          <a:effectLst>
            <a:outerShdw blurRad="167084" dist="132754" dir="1860000" sx="112000" sy="11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50F32070-3100-F21C-B228-7C5971CDFAA5}"/>
              </a:ext>
            </a:extLst>
          </p:cNvPr>
          <p:cNvSpPr/>
          <p:nvPr/>
        </p:nvSpPr>
        <p:spPr>
          <a:xfrm rot="2817222">
            <a:off x="5976184" y="5583172"/>
            <a:ext cx="1599027" cy="2028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 Placeholder 9">
            <a:extLst>
              <a:ext uri="{FF2B5EF4-FFF2-40B4-BE49-F238E27FC236}">
                <a16:creationId xmlns:a16="http://schemas.microsoft.com/office/drawing/2014/main" id="{5B75ACDA-1180-3748-A915-111F459A7C6D}"/>
              </a:ext>
            </a:extLst>
          </p:cNvPr>
          <p:cNvSpPr txBox="1">
            <a:spLocks noChangeArrowheads="1"/>
          </p:cNvSpPr>
          <p:nvPr/>
        </p:nvSpPr>
        <p:spPr bwMode="auto">
          <a:xfrm>
            <a:off x="7249689" y="5411211"/>
            <a:ext cx="2189115" cy="96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Lato Light" panose="020F0302020204030203" pitchFamily="34" charset="77"/>
              </a:defRPr>
            </a:lvl1pPr>
            <a:lvl2pPr marL="685800" indent="-228600">
              <a:defRPr>
                <a:solidFill>
                  <a:schemeClr val="tx1"/>
                </a:solidFill>
                <a:latin typeface="Lato Light" panose="020F0302020204030203" pitchFamily="34" charset="77"/>
              </a:defRPr>
            </a:lvl2pPr>
            <a:lvl3pPr marL="1143000" indent="-228600">
              <a:defRPr>
                <a:solidFill>
                  <a:schemeClr val="tx1"/>
                </a:solidFill>
                <a:latin typeface="Lato Light" panose="020F0302020204030203" pitchFamily="34" charset="77"/>
              </a:defRPr>
            </a:lvl3pPr>
            <a:lvl4pPr marL="1600200" indent="-228600">
              <a:defRPr>
                <a:solidFill>
                  <a:schemeClr val="tx1"/>
                </a:solidFill>
                <a:latin typeface="Lato Light" panose="020F0302020204030203" pitchFamily="34" charset="77"/>
              </a:defRPr>
            </a:lvl4pPr>
            <a:lvl5pPr marL="2057400" indent="-228600">
              <a:defRPr>
                <a:solidFill>
                  <a:schemeClr val="tx1"/>
                </a:solidFill>
                <a:latin typeface="Lato Light" panose="020F0302020204030203" pitchFamily="34" charset="77"/>
              </a:defRPr>
            </a:lvl5pPr>
            <a:lvl6pPr marL="2514600" indent="-228600" fontAlgn="base">
              <a:spcBef>
                <a:spcPct val="0"/>
              </a:spcBef>
              <a:spcAft>
                <a:spcPct val="0"/>
              </a:spcAft>
              <a:defRPr>
                <a:solidFill>
                  <a:schemeClr val="tx1"/>
                </a:solidFill>
                <a:latin typeface="Lato Light" panose="020F0302020204030203" pitchFamily="34" charset="77"/>
              </a:defRPr>
            </a:lvl6pPr>
            <a:lvl7pPr marL="2971800" indent="-228600" fontAlgn="base">
              <a:spcBef>
                <a:spcPct val="0"/>
              </a:spcBef>
              <a:spcAft>
                <a:spcPct val="0"/>
              </a:spcAft>
              <a:defRPr>
                <a:solidFill>
                  <a:schemeClr val="tx1"/>
                </a:solidFill>
                <a:latin typeface="Lato Light" panose="020F0302020204030203" pitchFamily="34" charset="77"/>
              </a:defRPr>
            </a:lvl7pPr>
            <a:lvl8pPr marL="3429000" indent="-228600" fontAlgn="base">
              <a:spcBef>
                <a:spcPct val="0"/>
              </a:spcBef>
              <a:spcAft>
                <a:spcPct val="0"/>
              </a:spcAft>
              <a:defRPr>
                <a:solidFill>
                  <a:schemeClr val="tx1"/>
                </a:solidFill>
                <a:latin typeface="Lato Light" panose="020F0302020204030203" pitchFamily="34" charset="77"/>
              </a:defRPr>
            </a:lvl8pPr>
            <a:lvl9pPr marL="3886200" indent="-228600" fontAlgn="base">
              <a:spcBef>
                <a:spcPct val="0"/>
              </a:spcBef>
              <a:spcAft>
                <a:spcPct val="0"/>
              </a:spcAft>
              <a:defRPr>
                <a:solidFill>
                  <a:schemeClr val="tx1"/>
                </a:solidFill>
                <a:latin typeface="Lato Light" panose="020F0302020204030203" pitchFamily="34" charset="77"/>
              </a:defRPr>
            </a:lvl9pPr>
          </a:lstStyle>
          <a:p>
            <a:pPr eaLnBrk="1" hangingPunct="1">
              <a:lnSpc>
                <a:spcPct val="90000"/>
              </a:lnSpc>
              <a:buFont typeface="Arial" panose="020B0604020202020204" pitchFamily="34" charset="0"/>
              <a:buNone/>
            </a:pPr>
            <a:r>
              <a:rPr lang="en-US" altLang="en-CO" b="1" dirty="0">
                <a:latin typeface="Montserrat Light" pitchFamily="2" charset="77"/>
              </a:rPr>
              <a:t>Searching </a:t>
            </a:r>
          </a:p>
          <a:p>
            <a:pPr eaLnBrk="1" hangingPunct="1">
              <a:lnSpc>
                <a:spcPct val="90000"/>
              </a:lnSpc>
              <a:buFont typeface="Arial" panose="020B0604020202020204" pitchFamily="34" charset="0"/>
              <a:buNone/>
            </a:pPr>
            <a:r>
              <a:rPr lang="en-US" altLang="en-CO" b="1" dirty="0">
                <a:latin typeface="Montserrat Light" pitchFamily="2" charset="77"/>
              </a:rPr>
              <a:t>Algorithms</a:t>
            </a:r>
          </a:p>
        </p:txBody>
      </p:sp>
      <p:sp>
        <p:nvSpPr>
          <p:cNvPr id="56" name="TextBox 57">
            <a:extLst>
              <a:ext uri="{FF2B5EF4-FFF2-40B4-BE49-F238E27FC236}">
                <a16:creationId xmlns:a16="http://schemas.microsoft.com/office/drawing/2014/main" id="{07E1EA45-001C-C6B1-CC79-61BF18DC09B7}"/>
              </a:ext>
            </a:extLst>
          </p:cNvPr>
          <p:cNvSpPr txBox="1"/>
          <p:nvPr/>
        </p:nvSpPr>
        <p:spPr>
          <a:xfrm>
            <a:off x="5065698" y="3161990"/>
            <a:ext cx="1265090" cy="646331"/>
          </a:xfrm>
          <a:prstGeom prst="rect">
            <a:avLst/>
          </a:prstGeom>
          <a:noFill/>
          <a:ln>
            <a:noFill/>
          </a:ln>
        </p:spPr>
        <p:txBody>
          <a:bodyPr wrap="none">
            <a:spAutoFit/>
          </a:bodyPr>
          <a:lstStyle/>
          <a:p>
            <a:pPr algn="ctr" eaLnBrk="1" fontAlgn="auto" hangingPunct="1">
              <a:spcBef>
                <a:spcPts val="0"/>
              </a:spcBef>
              <a:spcAft>
                <a:spcPts val="0"/>
              </a:spcAft>
              <a:defRPr/>
            </a:pPr>
            <a:r>
              <a:rPr lang="en-US" b="1" spc="150" dirty="0">
                <a:solidFill>
                  <a:schemeClr val="accent4"/>
                </a:solidFill>
                <a:latin typeface="Montserrat SemiBold" pitchFamily="2" charset="77"/>
                <a:ea typeface="Source Sans Pro" panose="020B0503030403020204" pitchFamily="34" charset="0"/>
                <a:cs typeface="Lato Heavy" panose="020F0502020204030203" pitchFamily="34" charset="0"/>
              </a:rPr>
              <a:t>LESSON</a:t>
            </a:r>
          </a:p>
          <a:p>
            <a:pPr algn="ctr" eaLnBrk="1" fontAlgn="auto" hangingPunct="1">
              <a:spcBef>
                <a:spcPts val="0"/>
              </a:spcBef>
              <a:spcAft>
                <a:spcPts val="0"/>
              </a:spcAft>
              <a:defRPr/>
            </a:pPr>
            <a:r>
              <a:rPr lang="en-US" b="1" spc="150" dirty="0">
                <a:latin typeface="Montserrat SemiBold" pitchFamily="2" charset="77"/>
                <a:ea typeface="Source Sans Pro" panose="020B0503030403020204" pitchFamily="34" charset="0"/>
                <a:cs typeface="Lato Heavy" panose="020F0502020204030203" pitchFamily="34" charset="0"/>
              </a:rPr>
              <a:t>TOPICS</a:t>
            </a:r>
          </a:p>
        </p:txBody>
      </p:sp>
      <p:grpSp>
        <p:nvGrpSpPr>
          <p:cNvPr id="57" name="Graphic 6">
            <a:extLst>
              <a:ext uri="{FF2B5EF4-FFF2-40B4-BE49-F238E27FC236}">
                <a16:creationId xmlns:a16="http://schemas.microsoft.com/office/drawing/2014/main" id="{2028DB62-AC63-3808-542A-50150064AAEF}"/>
              </a:ext>
            </a:extLst>
          </p:cNvPr>
          <p:cNvGrpSpPr/>
          <p:nvPr/>
        </p:nvGrpSpPr>
        <p:grpSpPr>
          <a:xfrm>
            <a:off x="5342583" y="2678240"/>
            <a:ext cx="644515" cy="452120"/>
            <a:chOff x="4892675" y="2764789"/>
            <a:chExt cx="644515" cy="452120"/>
          </a:xfrm>
          <a:solidFill>
            <a:schemeClr val="tx2"/>
          </a:solidFill>
        </p:grpSpPr>
        <p:sp>
          <p:nvSpPr>
            <p:cNvPr id="58" name="Freeform 26">
              <a:extLst>
                <a:ext uri="{FF2B5EF4-FFF2-40B4-BE49-F238E27FC236}">
                  <a16:creationId xmlns:a16="http://schemas.microsoft.com/office/drawing/2014/main" id="{2D42A6FA-D75F-79AF-1673-FD4A5CA97C62}"/>
                </a:ext>
              </a:extLst>
            </p:cNvPr>
            <p:cNvSpPr/>
            <p:nvPr/>
          </p:nvSpPr>
          <p:spPr>
            <a:xfrm>
              <a:off x="4892675" y="2764789"/>
              <a:ext cx="596265" cy="396875"/>
            </a:xfrm>
            <a:custGeom>
              <a:avLst/>
              <a:gdLst>
                <a:gd name="connsiteX0" fmla="*/ 90805 w 596265"/>
                <a:gd name="connsiteY0" fmla="*/ 153670 h 396875"/>
                <a:gd name="connsiteX1" fmla="*/ 596265 w 596265"/>
                <a:gd name="connsiteY1" fmla="*/ 153670 h 396875"/>
                <a:gd name="connsiteX2" fmla="*/ 596265 w 596265"/>
                <a:gd name="connsiteY2" fmla="*/ 108585 h 396875"/>
                <a:gd name="connsiteX3" fmla="*/ 556895 w 596265"/>
                <a:gd name="connsiteY3" fmla="*/ 69215 h 396875"/>
                <a:gd name="connsiteX4" fmla="*/ 274320 w 596265"/>
                <a:gd name="connsiteY4" fmla="*/ 69215 h 396875"/>
                <a:gd name="connsiteX5" fmla="*/ 240665 w 596265"/>
                <a:gd name="connsiteY5" fmla="*/ 49530 h 396875"/>
                <a:gd name="connsiteX6" fmla="*/ 222885 w 596265"/>
                <a:gd name="connsiteY6" fmla="*/ 19685 h 396875"/>
                <a:gd name="connsiteX7" fmla="*/ 189230 w 596265"/>
                <a:gd name="connsiteY7" fmla="*/ 0 h 396875"/>
                <a:gd name="connsiteX8" fmla="*/ 39370 w 596265"/>
                <a:gd name="connsiteY8" fmla="*/ 0 h 396875"/>
                <a:gd name="connsiteX9" fmla="*/ 0 w 596265"/>
                <a:gd name="connsiteY9" fmla="*/ 39370 h 396875"/>
                <a:gd name="connsiteX10" fmla="*/ 0 w 596265"/>
                <a:gd name="connsiteY10" fmla="*/ 69215 h 396875"/>
                <a:gd name="connsiteX11" fmla="*/ 0 w 596265"/>
                <a:gd name="connsiteY11" fmla="*/ 396875 h 396875"/>
                <a:gd name="connsiteX12" fmla="*/ 44450 w 596265"/>
                <a:gd name="connsiteY12" fmla="*/ 190500 h 396875"/>
                <a:gd name="connsiteX13" fmla="*/ 90805 w 596265"/>
                <a:gd name="connsiteY13" fmla="*/ 153670 h 39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6265" h="396875">
                  <a:moveTo>
                    <a:pt x="90805" y="153670"/>
                  </a:moveTo>
                  <a:lnTo>
                    <a:pt x="596265" y="153670"/>
                  </a:lnTo>
                  <a:lnTo>
                    <a:pt x="596265" y="108585"/>
                  </a:lnTo>
                  <a:cubicBezTo>
                    <a:pt x="596265" y="86995"/>
                    <a:pt x="578485" y="69215"/>
                    <a:pt x="556895" y="69215"/>
                  </a:cubicBezTo>
                  <a:lnTo>
                    <a:pt x="274320" y="69215"/>
                  </a:lnTo>
                  <a:cubicBezTo>
                    <a:pt x="260350" y="69215"/>
                    <a:pt x="247650" y="61595"/>
                    <a:pt x="240665" y="49530"/>
                  </a:cubicBezTo>
                  <a:lnTo>
                    <a:pt x="222885" y="19685"/>
                  </a:lnTo>
                  <a:cubicBezTo>
                    <a:pt x="215900" y="7620"/>
                    <a:pt x="203200" y="0"/>
                    <a:pt x="189230" y="0"/>
                  </a:cubicBezTo>
                  <a:lnTo>
                    <a:pt x="39370" y="0"/>
                  </a:lnTo>
                  <a:cubicBezTo>
                    <a:pt x="17780" y="0"/>
                    <a:pt x="0" y="17780"/>
                    <a:pt x="0" y="39370"/>
                  </a:cubicBezTo>
                  <a:lnTo>
                    <a:pt x="0" y="69215"/>
                  </a:lnTo>
                  <a:lnTo>
                    <a:pt x="0" y="396875"/>
                  </a:lnTo>
                  <a:lnTo>
                    <a:pt x="44450" y="190500"/>
                  </a:lnTo>
                  <a:cubicBezTo>
                    <a:pt x="49530" y="169545"/>
                    <a:pt x="68580" y="153670"/>
                    <a:pt x="90805" y="15367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sp>
          <p:nvSpPr>
            <p:cNvPr id="59" name="Freeform 27">
              <a:extLst>
                <a:ext uri="{FF2B5EF4-FFF2-40B4-BE49-F238E27FC236}">
                  <a16:creationId xmlns:a16="http://schemas.microsoft.com/office/drawing/2014/main" id="{F25BB9E6-99FA-7BBD-6CE0-EDC33DCDC8EE}"/>
                </a:ext>
              </a:extLst>
            </p:cNvPr>
            <p:cNvSpPr/>
            <p:nvPr/>
          </p:nvSpPr>
          <p:spPr>
            <a:xfrm>
              <a:off x="4912925" y="2941320"/>
              <a:ext cx="624265" cy="275589"/>
            </a:xfrm>
            <a:custGeom>
              <a:avLst/>
              <a:gdLst>
                <a:gd name="connsiteX0" fmla="*/ 617290 w 624265"/>
                <a:gd name="connsiteY0" fmla="*/ 11430 h 275589"/>
                <a:gd name="connsiteX1" fmla="*/ 593160 w 624265"/>
                <a:gd name="connsiteY1" fmla="*/ 0 h 275589"/>
                <a:gd name="connsiteX2" fmla="*/ 76905 w 624265"/>
                <a:gd name="connsiteY2" fmla="*/ 0 h 275589"/>
                <a:gd name="connsiteX3" fmla="*/ 46425 w 624265"/>
                <a:gd name="connsiteY3" fmla="*/ 24765 h 275589"/>
                <a:gd name="connsiteX4" fmla="*/ 705 w 624265"/>
                <a:gd name="connsiteY4" fmla="*/ 238125 h 275589"/>
                <a:gd name="connsiteX5" fmla="*/ 7055 w 624265"/>
                <a:gd name="connsiteY5" fmla="*/ 264160 h 275589"/>
                <a:gd name="connsiteX6" fmla="*/ 31185 w 624265"/>
                <a:gd name="connsiteY6" fmla="*/ 275590 h 275589"/>
                <a:gd name="connsiteX7" fmla="*/ 547440 w 624265"/>
                <a:gd name="connsiteY7" fmla="*/ 275590 h 275589"/>
                <a:gd name="connsiteX8" fmla="*/ 577920 w 624265"/>
                <a:gd name="connsiteY8" fmla="*/ 250825 h 275589"/>
                <a:gd name="connsiteX9" fmla="*/ 623640 w 624265"/>
                <a:gd name="connsiteY9" fmla="*/ 37465 h 275589"/>
                <a:gd name="connsiteX10" fmla="*/ 617290 w 624265"/>
                <a:gd name="connsiteY10" fmla="*/ 11430 h 27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4265" h="275589">
                  <a:moveTo>
                    <a:pt x="617290" y="11430"/>
                  </a:moveTo>
                  <a:cubicBezTo>
                    <a:pt x="611575" y="3810"/>
                    <a:pt x="602685" y="0"/>
                    <a:pt x="593160" y="0"/>
                  </a:cubicBezTo>
                  <a:lnTo>
                    <a:pt x="76905" y="0"/>
                  </a:lnTo>
                  <a:cubicBezTo>
                    <a:pt x="62300" y="0"/>
                    <a:pt x="49600" y="10160"/>
                    <a:pt x="46425" y="24765"/>
                  </a:cubicBezTo>
                  <a:lnTo>
                    <a:pt x="705" y="238125"/>
                  </a:lnTo>
                  <a:cubicBezTo>
                    <a:pt x="-1200" y="247650"/>
                    <a:pt x="705" y="257175"/>
                    <a:pt x="7055" y="264160"/>
                  </a:cubicBezTo>
                  <a:cubicBezTo>
                    <a:pt x="12770" y="271780"/>
                    <a:pt x="21660" y="275590"/>
                    <a:pt x="31185" y="275590"/>
                  </a:cubicBezTo>
                  <a:lnTo>
                    <a:pt x="547440" y="275590"/>
                  </a:lnTo>
                  <a:cubicBezTo>
                    <a:pt x="562045" y="275590"/>
                    <a:pt x="574745" y="265430"/>
                    <a:pt x="577920" y="250825"/>
                  </a:cubicBezTo>
                  <a:lnTo>
                    <a:pt x="623640" y="37465"/>
                  </a:lnTo>
                  <a:cubicBezTo>
                    <a:pt x="625545" y="27940"/>
                    <a:pt x="623005" y="18415"/>
                    <a:pt x="617290" y="11430"/>
                  </a:cubicBezTo>
                  <a:close/>
                </a:path>
              </a:pathLst>
            </a:custGeom>
            <a:grpFill/>
            <a:ln w="6350" cap="flat">
              <a:noFill/>
              <a:prstDash val="solid"/>
              <a:miter/>
            </a:ln>
          </p:spPr>
          <p:txBody>
            <a:bodyPr anchor="ctr"/>
            <a:lstStyle/>
            <a:p>
              <a:pPr eaLnBrk="1" fontAlgn="auto" hangingPunct="1">
                <a:spcBef>
                  <a:spcPts val="0"/>
                </a:spcBef>
                <a:spcAft>
                  <a:spcPts val="0"/>
                </a:spcAft>
                <a:defRPr/>
              </a:pPr>
              <a:endParaRPr lang="en-US">
                <a:latin typeface="+mn-lt"/>
              </a:endParaRPr>
            </a:p>
          </p:txBody>
        </p:sp>
      </p:grpSp>
      <p:sp>
        <p:nvSpPr>
          <p:cNvPr id="60" name="TextBox 59">
            <a:extLst>
              <a:ext uri="{FF2B5EF4-FFF2-40B4-BE49-F238E27FC236}">
                <a16:creationId xmlns:a16="http://schemas.microsoft.com/office/drawing/2014/main" id="{ED76081F-9E54-7D95-F2AD-8041C70DD450}"/>
              </a:ext>
            </a:extLst>
          </p:cNvPr>
          <p:cNvSpPr txBox="1"/>
          <p:nvPr/>
        </p:nvSpPr>
        <p:spPr>
          <a:xfrm>
            <a:off x="5999423" y="1341894"/>
            <a:ext cx="959371" cy="523220"/>
          </a:xfrm>
          <a:prstGeom prst="rect">
            <a:avLst/>
          </a:prstGeom>
          <a:noFill/>
        </p:spPr>
        <p:txBody>
          <a:bodyPr wrap="square" rtlCol="0">
            <a:spAutoFit/>
          </a:bodyPr>
          <a:lstStyle/>
          <a:p>
            <a:r>
              <a:rPr lang="en-US" sz="2800" b="1" dirty="0">
                <a:solidFill>
                  <a:schemeClr val="bg1"/>
                </a:solidFill>
                <a:latin typeface="Montserrat" pitchFamily="2" charset="77"/>
              </a:rPr>
              <a:t>01</a:t>
            </a:r>
          </a:p>
        </p:txBody>
      </p:sp>
      <p:sp>
        <p:nvSpPr>
          <p:cNvPr id="61" name="TextBox 60">
            <a:extLst>
              <a:ext uri="{FF2B5EF4-FFF2-40B4-BE49-F238E27FC236}">
                <a16:creationId xmlns:a16="http://schemas.microsoft.com/office/drawing/2014/main" id="{4A22F7A5-0114-0CAA-659D-2CEA582C273D}"/>
              </a:ext>
            </a:extLst>
          </p:cNvPr>
          <p:cNvSpPr txBox="1"/>
          <p:nvPr/>
        </p:nvSpPr>
        <p:spPr>
          <a:xfrm>
            <a:off x="6940231" y="2257713"/>
            <a:ext cx="959371" cy="523220"/>
          </a:xfrm>
          <a:prstGeom prst="rect">
            <a:avLst/>
          </a:prstGeom>
          <a:noFill/>
        </p:spPr>
        <p:txBody>
          <a:bodyPr wrap="square" rtlCol="0">
            <a:spAutoFit/>
          </a:bodyPr>
          <a:lstStyle/>
          <a:p>
            <a:r>
              <a:rPr lang="en-US" sz="2800" b="1" dirty="0">
                <a:solidFill>
                  <a:schemeClr val="bg1"/>
                </a:solidFill>
                <a:latin typeface="Montserrat" pitchFamily="2" charset="77"/>
              </a:rPr>
              <a:t>02</a:t>
            </a:r>
          </a:p>
        </p:txBody>
      </p:sp>
      <p:sp>
        <p:nvSpPr>
          <p:cNvPr id="62" name="TextBox 61">
            <a:extLst>
              <a:ext uri="{FF2B5EF4-FFF2-40B4-BE49-F238E27FC236}">
                <a16:creationId xmlns:a16="http://schemas.microsoft.com/office/drawing/2014/main" id="{13DCC35B-F0EE-48DC-5C00-67E1023DAC54}"/>
              </a:ext>
            </a:extLst>
          </p:cNvPr>
          <p:cNvSpPr txBox="1"/>
          <p:nvPr/>
        </p:nvSpPr>
        <p:spPr>
          <a:xfrm>
            <a:off x="6950813" y="3648253"/>
            <a:ext cx="959371" cy="523220"/>
          </a:xfrm>
          <a:prstGeom prst="rect">
            <a:avLst/>
          </a:prstGeom>
          <a:noFill/>
        </p:spPr>
        <p:txBody>
          <a:bodyPr wrap="square" rtlCol="0">
            <a:spAutoFit/>
          </a:bodyPr>
          <a:lstStyle/>
          <a:p>
            <a:r>
              <a:rPr lang="en-US" sz="2800" b="1" dirty="0">
                <a:solidFill>
                  <a:schemeClr val="bg1"/>
                </a:solidFill>
                <a:latin typeface="Montserrat" pitchFamily="2" charset="77"/>
              </a:rPr>
              <a:t>03</a:t>
            </a:r>
          </a:p>
        </p:txBody>
      </p:sp>
      <p:sp>
        <p:nvSpPr>
          <p:cNvPr id="63" name="TextBox 62">
            <a:extLst>
              <a:ext uri="{FF2B5EF4-FFF2-40B4-BE49-F238E27FC236}">
                <a16:creationId xmlns:a16="http://schemas.microsoft.com/office/drawing/2014/main" id="{692FDB1A-E68A-2C75-A24A-63BA564E7CB3}"/>
              </a:ext>
            </a:extLst>
          </p:cNvPr>
          <p:cNvSpPr txBox="1"/>
          <p:nvPr/>
        </p:nvSpPr>
        <p:spPr>
          <a:xfrm>
            <a:off x="5918305" y="4586509"/>
            <a:ext cx="959371" cy="523220"/>
          </a:xfrm>
          <a:prstGeom prst="rect">
            <a:avLst/>
          </a:prstGeom>
          <a:noFill/>
        </p:spPr>
        <p:txBody>
          <a:bodyPr wrap="square" rtlCol="0">
            <a:spAutoFit/>
          </a:bodyPr>
          <a:lstStyle/>
          <a:p>
            <a:r>
              <a:rPr lang="en-US" sz="2800" b="1" dirty="0">
                <a:solidFill>
                  <a:schemeClr val="bg1"/>
                </a:solidFill>
                <a:latin typeface="Montserrat" pitchFamily="2" charset="77"/>
              </a:rPr>
              <a:t>04</a:t>
            </a:r>
          </a:p>
        </p:txBody>
      </p:sp>
      <p:sp>
        <p:nvSpPr>
          <p:cNvPr id="14" name="Text Placeholder 12">
            <a:extLst>
              <a:ext uri="{FF2B5EF4-FFF2-40B4-BE49-F238E27FC236}">
                <a16:creationId xmlns:a16="http://schemas.microsoft.com/office/drawing/2014/main" id="{6CA4CEC8-7623-1713-151D-04336DCCD2C1}"/>
              </a:ext>
            </a:extLst>
          </p:cNvPr>
          <p:cNvSpPr txBox="1">
            <a:spLocks/>
          </p:cNvSpPr>
          <p:nvPr/>
        </p:nvSpPr>
        <p:spPr>
          <a:xfrm>
            <a:off x="7990618" y="2130931"/>
            <a:ext cx="4206189" cy="2535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800" b="1" dirty="0">
                <a:solidFill>
                  <a:schemeClr val="tx2">
                    <a:lumMod val="50000"/>
                  </a:schemeClr>
                </a:solidFill>
              </a:rPr>
              <a:t>Linear Search</a:t>
            </a:r>
          </a:p>
          <a:p>
            <a:pPr>
              <a:buFont typeface="Wingdings" panose="05000000000000000000" pitchFamily="2" charset="2"/>
              <a:buChar char="§"/>
            </a:pPr>
            <a:r>
              <a:rPr lang="en-US" sz="1800" b="1" dirty="0">
                <a:solidFill>
                  <a:schemeClr val="tx2">
                    <a:lumMod val="50000"/>
                  </a:schemeClr>
                </a:solidFill>
              </a:rPr>
              <a:t>Binary Search</a:t>
            </a:r>
          </a:p>
        </p:txBody>
      </p:sp>
    </p:spTree>
    <p:extLst>
      <p:ext uri="{BB962C8B-B14F-4D97-AF65-F5344CB8AC3E}">
        <p14:creationId xmlns:p14="http://schemas.microsoft.com/office/powerpoint/2010/main" val="898930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CC31543-74F2-6505-3CB3-9D3EBA967FD6}"/>
              </a:ext>
            </a:extLst>
          </p:cNvPr>
          <p:cNvSpPr/>
          <p:nvPr/>
        </p:nvSpPr>
        <p:spPr>
          <a:xfrm>
            <a:off x="2913529" y="726139"/>
            <a:ext cx="8421221" cy="18485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355CADC3-9AE1-BBE1-4A4B-6353C3A7AAE4}"/>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473503 h 6858000"/>
              <a:gd name="connsiteX3" fmla="*/ 2070845 w 2138082"/>
              <a:gd name="connsiteY3" fmla="*/ 466725 h 6858000"/>
              <a:gd name="connsiteX4" fmla="*/ 1364874 w 2138082"/>
              <a:gd name="connsiteY4" fmla="*/ 1172696 h 6858000"/>
              <a:gd name="connsiteX5" fmla="*/ 2070845 w 2138082"/>
              <a:gd name="connsiteY5" fmla="*/ 1878667 h 6858000"/>
              <a:gd name="connsiteX6" fmla="*/ 2138082 w 2138082"/>
              <a:gd name="connsiteY6" fmla="*/ 1871889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473503"/>
                </a:lnTo>
                <a:lnTo>
                  <a:pt x="2070845" y="466725"/>
                </a:lnTo>
                <a:cubicBezTo>
                  <a:pt x="1680948" y="466725"/>
                  <a:pt x="1364874" y="782799"/>
                  <a:pt x="1364874" y="1172696"/>
                </a:cubicBezTo>
                <a:cubicBezTo>
                  <a:pt x="1364874" y="1562593"/>
                  <a:pt x="1680948" y="1878667"/>
                  <a:pt x="2070845" y="1878667"/>
                </a:cubicBezTo>
                <a:lnTo>
                  <a:pt x="2138082" y="1871889"/>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Oval 27">
            <a:extLst>
              <a:ext uri="{FF2B5EF4-FFF2-40B4-BE49-F238E27FC236}">
                <a16:creationId xmlns:a16="http://schemas.microsoft.com/office/drawing/2014/main" id="{B7F6067E-DFD1-9B78-E90F-2E32863977F6}"/>
              </a:ext>
            </a:extLst>
          </p:cNvPr>
          <p:cNvSpPr/>
          <p:nvPr/>
        </p:nvSpPr>
        <p:spPr>
          <a:xfrm>
            <a:off x="1470772" y="611187"/>
            <a:ext cx="1133475" cy="11334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1">
            <a:extLst>
              <a:ext uri="{FF2B5EF4-FFF2-40B4-BE49-F238E27FC236}">
                <a16:creationId xmlns:a16="http://schemas.microsoft.com/office/drawing/2014/main" id="{744B5DB1-8CAC-BD10-28F9-EEA64FC811E7}"/>
              </a:ext>
            </a:extLst>
          </p:cNvPr>
          <p:cNvSpPr>
            <a:spLocks/>
          </p:cNvSpPr>
          <p:nvPr/>
        </p:nvSpPr>
        <p:spPr bwMode="auto">
          <a:xfrm>
            <a:off x="1746209" y="844339"/>
            <a:ext cx="582599" cy="667169"/>
          </a:xfrm>
          <a:custGeom>
            <a:avLst/>
            <a:gdLst/>
            <a:ahLst/>
            <a:cxnLst/>
            <a:rect l="0" t="0" r="r" b="b"/>
            <a:pathLst>
              <a:path w="468508" h="563244">
                <a:moveTo>
                  <a:pt x="314663" y="543560"/>
                </a:moveTo>
                <a:cubicBezTo>
                  <a:pt x="314663" y="554355"/>
                  <a:pt x="305773" y="563245"/>
                  <a:pt x="294978" y="563245"/>
                </a:cubicBezTo>
                <a:lnTo>
                  <a:pt x="176233" y="563245"/>
                </a:lnTo>
                <a:cubicBezTo>
                  <a:pt x="165438" y="563245"/>
                  <a:pt x="156548" y="554355"/>
                  <a:pt x="156548" y="543560"/>
                </a:cubicBezTo>
                <a:cubicBezTo>
                  <a:pt x="156548" y="532765"/>
                  <a:pt x="165438" y="523875"/>
                  <a:pt x="176233" y="523875"/>
                </a:cubicBezTo>
                <a:lnTo>
                  <a:pt x="294978" y="523875"/>
                </a:lnTo>
                <a:cubicBezTo>
                  <a:pt x="305773" y="523875"/>
                  <a:pt x="314663" y="532765"/>
                  <a:pt x="314663" y="543560"/>
                </a:cubicBezTo>
                <a:close/>
                <a:moveTo>
                  <a:pt x="314663" y="492125"/>
                </a:moveTo>
                <a:cubicBezTo>
                  <a:pt x="314663" y="481330"/>
                  <a:pt x="305773" y="472440"/>
                  <a:pt x="294978" y="472440"/>
                </a:cubicBezTo>
                <a:lnTo>
                  <a:pt x="176233" y="472440"/>
                </a:lnTo>
                <a:cubicBezTo>
                  <a:pt x="165438" y="472440"/>
                  <a:pt x="156548" y="481330"/>
                  <a:pt x="156548" y="492125"/>
                </a:cubicBezTo>
                <a:cubicBezTo>
                  <a:pt x="156548" y="502920"/>
                  <a:pt x="165438" y="511810"/>
                  <a:pt x="176233" y="511810"/>
                </a:cubicBezTo>
                <a:lnTo>
                  <a:pt x="294978" y="511810"/>
                </a:lnTo>
                <a:cubicBezTo>
                  <a:pt x="305773" y="511810"/>
                  <a:pt x="314663" y="502920"/>
                  <a:pt x="314663" y="492125"/>
                </a:cubicBezTo>
                <a:close/>
                <a:moveTo>
                  <a:pt x="254338" y="277495"/>
                </a:moveTo>
                <a:lnTo>
                  <a:pt x="229573" y="277495"/>
                </a:lnTo>
                <a:lnTo>
                  <a:pt x="217508" y="277495"/>
                </a:lnTo>
                <a:lnTo>
                  <a:pt x="217508" y="461010"/>
                </a:lnTo>
                <a:cubicBezTo>
                  <a:pt x="223223" y="461010"/>
                  <a:pt x="229573" y="461010"/>
                  <a:pt x="235288" y="461010"/>
                </a:cubicBezTo>
                <a:cubicBezTo>
                  <a:pt x="235288" y="461010"/>
                  <a:pt x="235288" y="461010"/>
                  <a:pt x="235288" y="461010"/>
                </a:cubicBezTo>
                <a:cubicBezTo>
                  <a:pt x="235288" y="461010"/>
                  <a:pt x="235923" y="461010"/>
                  <a:pt x="235923" y="461010"/>
                </a:cubicBezTo>
                <a:cubicBezTo>
                  <a:pt x="235923" y="461010"/>
                  <a:pt x="236558" y="461010"/>
                  <a:pt x="236558" y="461010"/>
                </a:cubicBezTo>
                <a:cubicBezTo>
                  <a:pt x="236558" y="461010"/>
                  <a:pt x="236558" y="461010"/>
                  <a:pt x="236558" y="461010"/>
                </a:cubicBezTo>
                <a:cubicBezTo>
                  <a:pt x="242273" y="461010"/>
                  <a:pt x="248623" y="461010"/>
                  <a:pt x="254338" y="461010"/>
                </a:cubicBezTo>
                <a:lnTo>
                  <a:pt x="254338" y="277495"/>
                </a:lnTo>
                <a:close/>
                <a:moveTo>
                  <a:pt x="170518" y="202565"/>
                </a:moveTo>
                <a:cubicBezTo>
                  <a:pt x="155278" y="202565"/>
                  <a:pt x="142578" y="215265"/>
                  <a:pt x="142578" y="230505"/>
                </a:cubicBezTo>
                <a:cubicBezTo>
                  <a:pt x="142578" y="245745"/>
                  <a:pt x="155278" y="258445"/>
                  <a:pt x="170518" y="258445"/>
                </a:cubicBezTo>
                <a:lnTo>
                  <a:pt x="198458" y="258445"/>
                </a:lnTo>
                <a:lnTo>
                  <a:pt x="198458" y="230505"/>
                </a:lnTo>
                <a:cubicBezTo>
                  <a:pt x="198458" y="215265"/>
                  <a:pt x="185758" y="202565"/>
                  <a:pt x="170518" y="202565"/>
                </a:cubicBezTo>
                <a:close/>
                <a:moveTo>
                  <a:pt x="329268" y="231140"/>
                </a:moveTo>
                <a:cubicBezTo>
                  <a:pt x="329268" y="215265"/>
                  <a:pt x="316568" y="203200"/>
                  <a:pt x="301328" y="203200"/>
                </a:cubicBezTo>
                <a:cubicBezTo>
                  <a:pt x="285453" y="203200"/>
                  <a:pt x="273388" y="215900"/>
                  <a:pt x="273388" y="231140"/>
                </a:cubicBezTo>
                <a:lnTo>
                  <a:pt x="273388" y="259080"/>
                </a:lnTo>
                <a:lnTo>
                  <a:pt x="301328" y="259080"/>
                </a:lnTo>
                <a:cubicBezTo>
                  <a:pt x="316568" y="259080"/>
                  <a:pt x="329268" y="246380"/>
                  <a:pt x="329268" y="231140"/>
                </a:cubicBezTo>
                <a:close/>
                <a:moveTo>
                  <a:pt x="391498" y="179705"/>
                </a:moveTo>
                <a:cubicBezTo>
                  <a:pt x="378798" y="129540"/>
                  <a:pt x="319108" y="75565"/>
                  <a:pt x="235923" y="75565"/>
                </a:cubicBezTo>
                <a:cubicBezTo>
                  <a:pt x="152738" y="75565"/>
                  <a:pt x="93048" y="129540"/>
                  <a:pt x="80348" y="179705"/>
                </a:cubicBezTo>
                <a:cubicBezTo>
                  <a:pt x="70823" y="217805"/>
                  <a:pt x="79713" y="254000"/>
                  <a:pt x="97493" y="288925"/>
                </a:cubicBezTo>
                <a:cubicBezTo>
                  <a:pt x="114003" y="320675"/>
                  <a:pt x="131148" y="346710"/>
                  <a:pt x="145118" y="379095"/>
                </a:cubicBezTo>
                <a:cubicBezTo>
                  <a:pt x="152738" y="396875"/>
                  <a:pt x="155913" y="421640"/>
                  <a:pt x="160358" y="440690"/>
                </a:cubicBezTo>
                <a:cubicBezTo>
                  <a:pt x="163533" y="455295"/>
                  <a:pt x="169248" y="460375"/>
                  <a:pt x="187663" y="461010"/>
                </a:cubicBezTo>
                <a:cubicBezTo>
                  <a:pt x="191473" y="461010"/>
                  <a:pt x="195283" y="461010"/>
                  <a:pt x="199093" y="461010"/>
                </a:cubicBezTo>
                <a:lnTo>
                  <a:pt x="199093" y="277495"/>
                </a:lnTo>
                <a:lnTo>
                  <a:pt x="170518" y="277495"/>
                </a:lnTo>
                <a:cubicBezTo>
                  <a:pt x="157818" y="277495"/>
                  <a:pt x="146388" y="272415"/>
                  <a:pt x="137498" y="263525"/>
                </a:cubicBezTo>
                <a:cubicBezTo>
                  <a:pt x="128608" y="254635"/>
                  <a:pt x="123528" y="243205"/>
                  <a:pt x="123528" y="230505"/>
                </a:cubicBezTo>
                <a:cubicBezTo>
                  <a:pt x="123528" y="217805"/>
                  <a:pt x="128608" y="206375"/>
                  <a:pt x="137498" y="197485"/>
                </a:cubicBezTo>
                <a:cubicBezTo>
                  <a:pt x="146388" y="188595"/>
                  <a:pt x="157818" y="184150"/>
                  <a:pt x="170518" y="184150"/>
                </a:cubicBezTo>
                <a:cubicBezTo>
                  <a:pt x="195918" y="184150"/>
                  <a:pt x="216873" y="204470"/>
                  <a:pt x="216873" y="229870"/>
                </a:cubicBezTo>
                <a:lnTo>
                  <a:pt x="216873" y="258445"/>
                </a:lnTo>
                <a:lnTo>
                  <a:pt x="228938" y="258445"/>
                </a:lnTo>
                <a:lnTo>
                  <a:pt x="253703" y="258445"/>
                </a:lnTo>
                <a:lnTo>
                  <a:pt x="253703" y="229870"/>
                </a:lnTo>
                <a:cubicBezTo>
                  <a:pt x="253703" y="217805"/>
                  <a:pt x="258783" y="206375"/>
                  <a:pt x="267038" y="197485"/>
                </a:cubicBezTo>
                <a:cubicBezTo>
                  <a:pt x="275928" y="188595"/>
                  <a:pt x="287358" y="184150"/>
                  <a:pt x="300058" y="184150"/>
                </a:cubicBezTo>
                <a:cubicBezTo>
                  <a:pt x="312758" y="184150"/>
                  <a:pt x="324188" y="189230"/>
                  <a:pt x="333078" y="197485"/>
                </a:cubicBezTo>
                <a:cubicBezTo>
                  <a:pt x="341968" y="206375"/>
                  <a:pt x="346413" y="217805"/>
                  <a:pt x="346413" y="230505"/>
                </a:cubicBezTo>
                <a:cubicBezTo>
                  <a:pt x="346413" y="243205"/>
                  <a:pt x="341333" y="254635"/>
                  <a:pt x="333078" y="263525"/>
                </a:cubicBezTo>
                <a:cubicBezTo>
                  <a:pt x="324188" y="272415"/>
                  <a:pt x="312758" y="277495"/>
                  <a:pt x="300058" y="277495"/>
                </a:cubicBezTo>
                <a:lnTo>
                  <a:pt x="272118" y="277495"/>
                </a:lnTo>
                <a:lnTo>
                  <a:pt x="272118" y="461010"/>
                </a:lnTo>
                <a:cubicBezTo>
                  <a:pt x="275928" y="461010"/>
                  <a:pt x="279738" y="461010"/>
                  <a:pt x="283548" y="461010"/>
                </a:cubicBezTo>
                <a:cubicBezTo>
                  <a:pt x="301963" y="461010"/>
                  <a:pt x="307043" y="455930"/>
                  <a:pt x="310853" y="440690"/>
                </a:cubicBezTo>
                <a:cubicBezTo>
                  <a:pt x="315298" y="421640"/>
                  <a:pt x="317838" y="396875"/>
                  <a:pt x="326093" y="379095"/>
                </a:cubicBezTo>
                <a:cubicBezTo>
                  <a:pt x="340063" y="346710"/>
                  <a:pt x="357208" y="320675"/>
                  <a:pt x="373718" y="288925"/>
                </a:cubicBezTo>
                <a:cubicBezTo>
                  <a:pt x="392133" y="254000"/>
                  <a:pt x="401023" y="217805"/>
                  <a:pt x="391498" y="179705"/>
                </a:cubicBezTo>
                <a:close/>
                <a:moveTo>
                  <a:pt x="252433" y="17145"/>
                </a:moveTo>
                <a:cubicBezTo>
                  <a:pt x="252433" y="7620"/>
                  <a:pt x="244813" y="0"/>
                  <a:pt x="235288" y="0"/>
                </a:cubicBezTo>
                <a:cubicBezTo>
                  <a:pt x="225763" y="0"/>
                  <a:pt x="218143" y="7620"/>
                  <a:pt x="218143" y="17145"/>
                </a:cubicBezTo>
                <a:lnTo>
                  <a:pt x="218143" y="48895"/>
                </a:lnTo>
                <a:cubicBezTo>
                  <a:pt x="218143" y="58420"/>
                  <a:pt x="225763" y="66040"/>
                  <a:pt x="235288" y="66040"/>
                </a:cubicBezTo>
                <a:cubicBezTo>
                  <a:pt x="244813" y="66040"/>
                  <a:pt x="252433" y="58420"/>
                  <a:pt x="252433" y="48895"/>
                </a:cubicBezTo>
                <a:lnTo>
                  <a:pt x="252433" y="17145"/>
                </a:lnTo>
                <a:close/>
                <a:moveTo>
                  <a:pt x="347683" y="45720"/>
                </a:moveTo>
                <a:cubicBezTo>
                  <a:pt x="352128" y="37465"/>
                  <a:pt x="348953" y="27305"/>
                  <a:pt x="340698" y="22860"/>
                </a:cubicBezTo>
                <a:cubicBezTo>
                  <a:pt x="332443" y="18415"/>
                  <a:pt x="322283" y="21590"/>
                  <a:pt x="317203" y="29845"/>
                </a:cubicBezTo>
                <a:lnTo>
                  <a:pt x="301963" y="57785"/>
                </a:lnTo>
                <a:cubicBezTo>
                  <a:pt x="297518" y="66040"/>
                  <a:pt x="300693" y="76200"/>
                  <a:pt x="308948" y="81280"/>
                </a:cubicBezTo>
                <a:cubicBezTo>
                  <a:pt x="317203" y="85725"/>
                  <a:pt x="327363" y="82550"/>
                  <a:pt x="332443" y="74295"/>
                </a:cubicBezTo>
                <a:lnTo>
                  <a:pt x="347683" y="45720"/>
                </a:lnTo>
                <a:close/>
                <a:moveTo>
                  <a:pt x="417533" y="100965"/>
                </a:moveTo>
                <a:cubicBezTo>
                  <a:pt x="424518" y="94615"/>
                  <a:pt x="425153" y="83820"/>
                  <a:pt x="418803" y="76835"/>
                </a:cubicBezTo>
                <a:cubicBezTo>
                  <a:pt x="412453" y="69850"/>
                  <a:pt x="401658" y="69215"/>
                  <a:pt x="394673" y="75565"/>
                </a:cubicBezTo>
                <a:lnTo>
                  <a:pt x="371178" y="96520"/>
                </a:lnTo>
                <a:cubicBezTo>
                  <a:pt x="364193" y="102870"/>
                  <a:pt x="363558" y="113665"/>
                  <a:pt x="369908" y="120650"/>
                </a:cubicBezTo>
                <a:cubicBezTo>
                  <a:pt x="376258" y="127635"/>
                  <a:pt x="387053" y="128270"/>
                  <a:pt x="394038" y="121920"/>
                </a:cubicBezTo>
                <a:lnTo>
                  <a:pt x="417533" y="100965"/>
                </a:lnTo>
                <a:close/>
                <a:moveTo>
                  <a:pt x="454363" y="184785"/>
                </a:moveTo>
                <a:cubicBezTo>
                  <a:pt x="463888" y="182880"/>
                  <a:pt x="469603" y="173990"/>
                  <a:pt x="468333" y="165100"/>
                </a:cubicBezTo>
                <a:cubicBezTo>
                  <a:pt x="466428" y="155575"/>
                  <a:pt x="457538" y="149860"/>
                  <a:pt x="448648" y="151130"/>
                </a:cubicBezTo>
                <a:lnTo>
                  <a:pt x="417533" y="156845"/>
                </a:lnTo>
                <a:cubicBezTo>
                  <a:pt x="408008" y="158750"/>
                  <a:pt x="402293" y="167640"/>
                  <a:pt x="403563" y="176530"/>
                </a:cubicBezTo>
                <a:cubicBezTo>
                  <a:pt x="405468" y="186055"/>
                  <a:pt x="414358" y="191770"/>
                  <a:pt x="423248" y="190500"/>
                </a:cubicBezTo>
                <a:lnTo>
                  <a:pt x="454363" y="184785"/>
                </a:lnTo>
                <a:close/>
                <a:moveTo>
                  <a:pt x="446743" y="276225"/>
                </a:moveTo>
                <a:cubicBezTo>
                  <a:pt x="456268" y="278130"/>
                  <a:pt x="465158" y="272415"/>
                  <a:pt x="467063" y="262890"/>
                </a:cubicBezTo>
                <a:cubicBezTo>
                  <a:pt x="468968" y="253365"/>
                  <a:pt x="463253" y="244475"/>
                  <a:pt x="453728" y="242570"/>
                </a:cubicBezTo>
                <a:lnTo>
                  <a:pt x="422613" y="236220"/>
                </a:lnTo>
                <a:cubicBezTo>
                  <a:pt x="413088" y="234315"/>
                  <a:pt x="404198" y="240030"/>
                  <a:pt x="402293" y="249555"/>
                </a:cubicBezTo>
                <a:cubicBezTo>
                  <a:pt x="400388" y="259080"/>
                  <a:pt x="406103" y="267970"/>
                  <a:pt x="415628" y="269875"/>
                </a:cubicBezTo>
                <a:lnTo>
                  <a:pt x="446743" y="276225"/>
                </a:lnTo>
                <a:close/>
                <a:moveTo>
                  <a:pt x="136228" y="73025"/>
                </a:moveTo>
                <a:cubicBezTo>
                  <a:pt x="140673" y="81280"/>
                  <a:pt x="150833" y="84455"/>
                  <a:pt x="159723" y="80010"/>
                </a:cubicBezTo>
                <a:cubicBezTo>
                  <a:pt x="167978" y="75565"/>
                  <a:pt x="171153" y="65405"/>
                  <a:pt x="166708" y="56515"/>
                </a:cubicBezTo>
                <a:lnTo>
                  <a:pt x="151468" y="29210"/>
                </a:lnTo>
                <a:cubicBezTo>
                  <a:pt x="147023" y="20955"/>
                  <a:pt x="136863" y="17780"/>
                  <a:pt x="127973" y="22225"/>
                </a:cubicBezTo>
                <a:cubicBezTo>
                  <a:pt x="119718" y="26670"/>
                  <a:pt x="116543" y="36830"/>
                  <a:pt x="120988" y="45085"/>
                </a:cubicBezTo>
                <a:lnTo>
                  <a:pt x="136228" y="73025"/>
                </a:lnTo>
                <a:close/>
                <a:moveTo>
                  <a:pt x="74633" y="121920"/>
                </a:moveTo>
                <a:cubicBezTo>
                  <a:pt x="81618" y="128270"/>
                  <a:pt x="92413" y="127635"/>
                  <a:pt x="98763" y="120650"/>
                </a:cubicBezTo>
                <a:cubicBezTo>
                  <a:pt x="105113" y="113665"/>
                  <a:pt x="104478" y="102870"/>
                  <a:pt x="97493" y="96520"/>
                </a:cubicBezTo>
                <a:lnTo>
                  <a:pt x="73998" y="75565"/>
                </a:lnTo>
                <a:cubicBezTo>
                  <a:pt x="67013" y="69215"/>
                  <a:pt x="56218" y="69850"/>
                  <a:pt x="49868" y="76835"/>
                </a:cubicBezTo>
                <a:cubicBezTo>
                  <a:pt x="43518" y="83820"/>
                  <a:pt x="44153" y="94615"/>
                  <a:pt x="51138" y="100965"/>
                </a:cubicBezTo>
                <a:lnTo>
                  <a:pt x="74633" y="121920"/>
                </a:lnTo>
                <a:close/>
                <a:moveTo>
                  <a:pt x="45423" y="190500"/>
                </a:moveTo>
                <a:cubicBezTo>
                  <a:pt x="54948" y="192405"/>
                  <a:pt x="63838" y="186055"/>
                  <a:pt x="65108" y="176530"/>
                </a:cubicBezTo>
                <a:cubicBezTo>
                  <a:pt x="67013" y="167005"/>
                  <a:pt x="60663" y="158115"/>
                  <a:pt x="51138" y="156845"/>
                </a:cubicBezTo>
                <a:lnTo>
                  <a:pt x="20023" y="151130"/>
                </a:lnTo>
                <a:cubicBezTo>
                  <a:pt x="10498" y="149225"/>
                  <a:pt x="1608" y="155575"/>
                  <a:pt x="338" y="165100"/>
                </a:cubicBezTo>
                <a:cubicBezTo>
                  <a:pt x="-1567" y="174625"/>
                  <a:pt x="4783" y="183515"/>
                  <a:pt x="14308" y="184785"/>
                </a:cubicBezTo>
                <a:lnTo>
                  <a:pt x="45423" y="190500"/>
                </a:lnTo>
                <a:close/>
                <a:moveTo>
                  <a:pt x="53043" y="269875"/>
                </a:moveTo>
                <a:cubicBezTo>
                  <a:pt x="62568" y="267970"/>
                  <a:pt x="68283" y="259080"/>
                  <a:pt x="66378" y="249555"/>
                </a:cubicBezTo>
                <a:cubicBezTo>
                  <a:pt x="64473" y="240030"/>
                  <a:pt x="55583" y="234315"/>
                  <a:pt x="46058" y="236220"/>
                </a:cubicBezTo>
                <a:lnTo>
                  <a:pt x="14943" y="242570"/>
                </a:lnTo>
                <a:cubicBezTo>
                  <a:pt x="5418" y="244475"/>
                  <a:pt x="-297" y="253365"/>
                  <a:pt x="1608" y="262890"/>
                </a:cubicBezTo>
                <a:cubicBezTo>
                  <a:pt x="3513" y="272415"/>
                  <a:pt x="12403" y="278130"/>
                  <a:pt x="21928" y="276225"/>
                </a:cubicBezTo>
                <a:lnTo>
                  <a:pt x="53043" y="269875"/>
                </a:lnTo>
                <a:close/>
              </a:path>
            </a:pathLst>
          </a:custGeom>
          <a:solidFill>
            <a:schemeClr val="bg1"/>
          </a:solidFill>
          <a:ln>
            <a:noFill/>
          </a:ln>
        </p:spPr>
        <p:txBody>
          <a:bodyPr anchor="ctr"/>
          <a:lstStyle/>
          <a:p>
            <a:endParaRPr lang="en-US"/>
          </a:p>
        </p:txBody>
      </p:sp>
      <p:sp>
        <p:nvSpPr>
          <p:cNvPr id="34" name="Rectangle 33">
            <a:extLst>
              <a:ext uri="{FF2B5EF4-FFF2-40B4-BE49-F238E27FC236}">
                <a16:creationId xmlns:a16="http://schemas.microsoft.com/office/drawing/2014/main" id="{6C8A7394-88BD-D0CC-16FC-FFF95C31C456}"/>
              </a:ext>
            </a:extLst>
          </p:cNvPr>
          <p:cNvSpPr/>
          <p:nvPr/>
        </p:nvSpPr>
        <p:spPr>
          <a:xfrm>
            <a:off x="2913530" y="4152219"/>
            <a:ext cx="8421220" cy="14791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9">
            <a:extLst>
              <a:ext uri="{FF2B5EF4-FFF2-40B4-BE49-F238E27FC236}">
                <a16:creationId xmlns:a16="http://schemas.microsoft.com/office/drawing/2014/main" id="{90533D72-FAF8-E7C9-B2C5-25892D96A2EF}"/>
              </a:ext>
            </a:extLst>
          </p:cNvPr>
          <p:cNvSpPr txBox="1">
            <a:spLocks/>
          </p:cNvSpPr>
          <p:nvPr/>
        </p:nvSpPr>
        <p:spPr>
          <a:xfrm>
            <a:off x="2913529" y="1254702"/>
            <a:ext cx="8218936" cy="4826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dirty="0">
                <a:solidFill>
                  <a:schemeClr val="bg1"/>
                </a:solidFill>
                <a:latin typeface="Lato" panose="020F0502020204030203" pitchFamily="34" charset="0"/>
              </a:rPr>
              <a:t>is an arrangement of data in a computer’s memory (or sometimes on a disk). </a:t>
            </a:r>
          </a:p>
          <a:p>
            <a:pPr marL="0" indent="0" algn="just">
              <a:buNone/>
            </a:pPr>
            <a:endParaRPr lang="en-US" sz="1600" dirty="0">
              <a:solidFill>
                <a:schemeClr val="bg1"/>
              </a:solidFill>
              <a:latin typeface="Lato" panose="020F0502020204030203" pitchFamily="34" charset="0"/>
            </a:endParaRPr>
          </a:p>
          <a:p>
            <a:pPr marL="0" indent="0" algn="just">
              <a:buNone/>
            </a:pPr>
            <a:r>
              <a:rPr lang="en-US" sz="1600" dirty="0">
                <a:solidFill>
                  <a:schemeClr val="bg1"/>
                </a:solidFill>
                <a:latin typeface="Lato" panose="020F0502020204030203" pitchFamily="34" charset="0"/>
              </a:rPr>
              <a:t>Data structures include  arrays, linked lists, stack and binary trees, among others. </a:t>
            </a:r>
          </a:p>
          <a:p>
            <a:pPr marL="0" indent="0" algn="just">
              <a:buNone/>
            </a:pPr>
            <a:endParaRPr lang="en-US" sz="1600" dirty="0">
              <a:solidFill>
                <a:schemeClr val="bg1"/>
              </a:solidFill>
              <a:latin typeface="Lato" panose="020F0502020204030203" pitchFamily="34" charset="0"/>
            </a:endParaRPr>
          </a:p>
        </p:txBody>
      </p:sp>
      <p:sp>
        <p:nvSpPr>
          <p:cNvPr id="36" name="Text Placeholder 12">
            <a:extLst>
              <a:ext uri="{FF2B5EF4-FFF2-40B4-BE49-F238E27FC236}">
                <a16:creationId xmlns:a16="http://schemas.microsoft.com/office/drawing/2014/main" id="{1E4DE4BF-F31C-6425-E1EB-5931B9D9E5D1}"/>
              </a:ext>
            </a:extLst>
          </p:cNvPr>
          <p:cNvSpPr txBox="1">
            <a:spLocks/>
          </p:cNvSpPr>
          <p:nvPr/>
        </p:nvSpPr>
        <p:spPr>
          <a:xfrm>
            <a:off x="2913529" y="821747"/>
            <a:ext cx="3151636" cy="3423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i="1" dirty="0">
                <a:solidFill>
                  <a:schemeClr val="bg1"/>
                </a:solidFill>
                <a:latin typeface="Montserrat ExtraBold" pitchFamily="2" charset="77"/>
              </a:rPr>
              <a:t>Data Structure </a:t>
            </a:r>
          </a:p>
        </p:txBody>
      </p:sp>
      <p:sp>
        <p:nvSpPr>
          <p:cNvPr id="39" name="Text Placeholder 9">
            <a:extLst>
              <a:ext uri="{FF2B5EF4-FFF2-40B4-BE49-F238E27FC236}">
                <a16:creationId xmlns:a16="http://schemas.microsoft.com/office/drawing/2014/main" id="{285A8F5B-6B06-C183-4FF2-689EBEEE4700}"/>
              </a:ext>
            </a:extLst>
          </p:cNvPr>
          <p:cNvSpPr txBox="1">
            <a:spLocks/>
          </p:cNvSpPr>
          <p:nvPr/>
        </p:nvSpPr>
        <p:spPr>
          <a:xfrm>
            <a:off x="2913529" y="4744104"/>
            <a:ext cx="8237865" cy="2269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dirty="0">
                <a:solidFill>
                  <a:schemeClr val="bg1"/>
                </a:solidFill>
                <a:latin typeface="Lato" panose="020F0502020204030203" pitchFamily="34" charset="0"/>
              </a:rPr>
              <a:t>manipulates the data in these structures in various ways, such as searching for a particular data item and sorting the data.</a:t>
            </a:r>
          </a:p>
        </p:txBody>
      </p:sp>
      <p:sp>
        <p:nvSpPr>
          <p:cNvPr id="45" name="TextBox 44">
            <a:extLst>
              <a:ext uri="{FF2B5EF4-FFF2-40B4-BE49-F238E27FC236}">
                <a16:creationId xmlns:a16="http://schemas.microsoft.com/office/drawing/2014/main" id="{0EC8E7DE-8E47-3A89-8CFC-0089AFC706FE}"/>
              </a:ext>
            </a:extLst>
          </p:cNvPr>
          <p:cNvSpPr txBox="1"/>
          <p:nvPr/>
        </p:nvSpPr>
        <p:spPr>
          <a:xfrm rot="16200000">
            <a:off x="-2460402"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DATA STRUCTURES AND</a:t>
            </a:r>
            <a:endParaRPr lang="en-US" sz="3200" b="1" cap="all" dirty="0">
              <a:solidFill>
                <a:srgbClr val="ED942B"/>
              </a:solidFill>
              <a:latin typeface="Montserrat ExtraBold" pitchFamily="2" charset="77"/>
            </a:endParaRPr>
          </a:p>
          <a:p>
            <a:r>
              <a:rPr lang="en-US" sz="3200" b="1" cap="all" dirty="0">
                <a:solidFill>
                  <a:srgbClr val="ED942B"/>
                </a:solidFill>
                <a:latin typeface="Montserrat ExtraBold" pitchFamily="2" charset="77"/>
              </a:rPr>
              <a:t>ALGORITHM</a:t>
            </a:r>
            <a:endParaRPr lang="en-US" sz="3200" b="1" dirty="0">
              <a:solidFill>
                <a:srgbClr val="ED942B"/>
              </a:solidFill>
              <a:latin typeface="Montserrat ExtraBold" pitchFamily="2" charset="77"/>
            </a:endParaRPr>
          </a:p>
        </p:txBody>
      </p:sp>
      <p:sp>
        <p:nvSpPr>
          <p:cNvPr id="2" name="Text Placeholder 12">
            <a:extLst>
              <a:ext uri="{FF2B5EF4-FFF2-40B4-BE49-F238E27FC236}">
                <a16:creationId xmlns:a16="http://schemas.microsoft.com/office/drawing/2014/main" id="{E06F3E03-B9B8-222D-E2A9-06FAFA3F32B5}"/>
              </a:ext>
            </a:extLst>
          </p:cNvPr>
          <p:cNvSpPr txBox="1">
            <a:spLocks/>
          </p:cNvSpPr>
          <p:nvPr/>
        </p:nvSpPr>
        <p:spPr>
          <a:xfrm>
            <a:off x="2944364" y="4273258"/>
            <a:ext cx="3151636" cy="3423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i="1" dirty="0">
                <a:solidFill>
                  <a:schemeClr val="bg1"/>
                </a:solidFill>
                <a:latin typeface="Montserrat ExtraBold" pitchFamily="2" charset="77"/>
              </a:rPr>
              <a:t>Algorithm</a:t>
            </a:r>
          </a:p>
        </p:txBody>
      </p:sp>
      <p:sp>
        <p:nvSpPr>
          <p:cNvPr id="3" name="Rectangle 2">
            <a:extLst>
              <a:ext uri="{FF2B5EF4-FFF2-40B4-BE49-F238E27FC236}">
                <a16:creationId xmlns:a16="http://schemas.microsoft.com/office/drawing/2014/main" id="{8E43776E-9414-AE4E-EAF5-433B9CE997BC}"/>
              </a:ext>
            </a:extLst>
          </p:cNvPr>
          <p:cNvSpPr/>
          <p:nvPr/>
        </p:nvSpPr>
        <p:spPr>
          <a:xfrm>
            <a:off x="4321525" y="2688769"/>
            <a:ext cx="7013225" cy="13403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9">
            <a:extLst>
              <a:ext uri="{FF2B5EF4-FFF2-40B4-BE49-F238E27FC236}">
                <a16:creationId xmlns:a16="http://schemas.microsoft.com/office/drawing/2014/main" id="{BDFEB12B-EFFF-A54C-6458-B9B50F39D9A0}"/>
              </a:ext>
            </a:extLst>
          </p:cNvPr>
          <p:cNvSpPr txBox="1">
            <a:spLocks/>
          </p:cNvSpPr>
          <p:nvPr/>
        </p:nvSpPr>
        <p:spPr>
          <a:xfrm>
            <a:off x="4321525" y="2772588"/>
            <a:ext cx="6829870" cy="620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
            </a:pPr>
            <a:r>
              <a:rPr lang="en-US" sz="1800" dirty="0">
                <a:solidFill>
                  <a:schemeClr val="bg1"/>
                </a:solidFill>
                <a:latin typeface="Lato" panose="020F0502020204030203" pitchFamily="34" charset="0"/>
              </a:rPr>
              <a:t>A data structure is a specialized format for organizing, processing, retrieving and storing data.</a:t>
            </a:r>
          </a:p>
          <a:p>
            <a:pPr algn="just">
              <a:buFont typeface="Wingdings" panose="05000000000000000000" pitchFamily="2" charset="2"/>
              <a:buChar char="§"/>
            </a:pPr>
            <a:r>
              <a:rPr lang="en-US" sz="1800" dirty="0">
                <a:solidFill>
                  <a:schemeClr val="bg1"/>
                </a:solidFill>
                <a:latin typeface="Lato" panose="020F0502020204030203" pitchFamily="34" charset="0"/>
              </a:rPr>
              <a:t>Data structures make it easy for users to access and work with the data they need in appropriate ways. </a:t>
            </a:r>
          </a:p>
          <a:p>
            <a:pPr algn="just">
              <a:buFont typeface="Wingdings" panose="05000000000000000000" pitchFamily="2" charset="2"/>
              <a:buChar char="§"/>
            </a:pPr>
            <a:endParaRPr lang="en-US" sz="1800" dirty="0">
              <a:solidFill>
                <a:schemeClr val="bg1"/>
              </a:solidFill>
              <a:latin typeface="Lato" panose="020F0502020204030203" pitchFamily="34" charset="0"/>
            </a:endParaRPr>
          </a:p>
        </p:txBody>
      </p:sp>
    </p:spTree>
    <p:extLst>
      <p:ext uri="{BB962C8B-B14F-4D97-AF65-F5344CB8AC3E}">
        <p14:creationId xmlns:p14="http://schemas.microsoft.com/office/powerpoint/2010/main" val="971585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p:cTn id="13" dur="500" fill="hold"/>
                                        <p:tgtEl>
                                          <p:spTgt spid="44"/>
                                        </p:tgtEl>
                                        <p:attrNameLst>
                                          <p:attrName>ppt_w</p:attrName>
                                        </p:attrNameLst>
                                      </p:cBhvr>
                                      <p:tavLst>
                                        <p:tav tm="0">
                                          <p:val>
                                            <p:fltVal val="0"/>
                                          </p:val>
                                        </p:tav>
                                        <p:tav tm="100000">
                                          <p:val>
                                            <p:strVal val="#ppt_w"/>
                                          </p:val>
                                        </p:tav>
                                      </p:tavLst>
                                    </p:anim>
                                    <p:anim calcmode="lin" valueType="num">
                                      <p:cBhvr>
                                        <p:cTn id="14" dur="500" fill="hold"/>
                                        <p:tgtEl>
                                          <p:spTgt spid="44"/>
                                        </p:tgtEl>
                                        <p:attrNameLst>
                                          <p:attrName>ppt_h</p:attrName>
                                        </p:attrNameLst>
                                      </p:cBhvr>
                                      <p:tavLst>
                                        <p:tav tm="0">
                                          <p:val>
                                            <p:fltVal val="0"/>
                                          </p:val>
                                        </p:tav>
                                        <p:tav tm="100000">
                                          <p:val>
                                            <p:strVal val="#ppt_h"/>
                                          </p:val>
                                        </p:tav>
                                      </p:tavLst>
                                    </p:anim>
                                    <p:animEffect transition="in" filter="fade">
                                      <p:cBhvr>
                                        <p:cTn id="15" dur="500"/>
                                        <p:tgtEl>
                                          <p:spTgt spid="44"/>
                                        </p:tgtEl>
                                      </p:cBhvr>
                                    </p:animEffect>
                                  </p:childTnLst>
                                </p:cTn>
                              </p:par>
                            </p:childTnLst>
                          </p:cTn>
                        </p:par>
                        <p:par>
                          <p:cTn id="16" fill="hold">
                            <p:stCondLst>
                              <p:cond delay="3000"/>
                            </p:stCondLst>
                            <p:childTnLst>
                              <p:par>
                                <p:cTn id="17" presetID="53" presetClass="entr" presetSubtype="16"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par>
                          <p:cTn id="22" fill="hold">
                            <p:stCondLst>
                              <p:cond delay="3500"/>
                            </p:stCondLst>
                            <p:childTnLst>
                              <p:par>
                                <p:cTn id="23" presetID="53" presetClass="entr" presetSubtype="16"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par>
                          <p:cTn id="28" fill="hold">
                            <p:stCondLst>
                              <p:cond delay="4000"/>
                            </p:stCondLst>
                            <p:childTnLst>
                              <p:par>
                                <p:cTn id="29" presetID="53" presetClass="entr" presetSubtype="16"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animEffect transition="in" filter="fade">
                                      <p:cBhvr>
                                        <p:cTn id="33" dur="500"/>
                                        <p:tgtEl>
                                          <p:spTgt spid="2"/>
                                        </p:tgtEl>
                                      </p:cBhvr>
                                    </p:animEffect>
                                  </p:childTnLst>
                                </p:cTn>
                              </p:par>
                            </p:childTnLst>
                          </p:cTn>
                        </p:par>
                        <p:par>
                          <p:cTn id="34" fill="hold">
                            <p:stCondLst>
                              <p:cond delay="4500"/>
                            </p:stCondLst>
                            <p:childTnLst>
                              <p:par>
                                <p:cTn id="35" presetID="53" presetClass="entr" presetSubtype="16" fill="hold" grpId="0"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p:cTn id="37" dur="500" fill="hold"/>
                                        <p:tgtEl>
                                          <p:spTgt spid="39"/>
                                        </p:tgtEl>
                                        <p:attrNameLst>
                                          <p:attrName>ppt_w</p:attrName>
                                        </p:attrNameLst>
                                      </p:cBhvr>
                                      <p:tavLst>
                                        <p:tav tm="0">
                                          <p:val>
                                            <p:fltVal val="0"/>
                                          </p:val>
                                        </p:tav>
                                        <p:tav tm="100000">
                                          <p:val>
                                            <p:strVal val="#ppt_w"/>
                                          </p:val>
                                        </p:tav>
                                      </p:tavLst>
                                    </p:anim>
                                    <p:anim calcmode="lin" valueType="num">
                                      <p:cBhvr>
                                        <p:cTn id="38" dur="500" fill="hold"/>
                                        <p:tgtEl>
                                          <p:spTgt spid="39"/>
                                        </p:tgtEl>
                                        <p:attrNameLst>
                                          <p:attrName>ppt_h</p:attrName>
                                        </p:attrNameLst>
                                      </p:cBhvr>
                                      <p:tavLst>
                                        <p:tav tm="0">
                                          <p:val>
                                            <p:fltVal val="0"/>
                                          </p:val>
                                        </p:tav>
                                        <p:tav tm="100000">
                                          <p:val>
                                            <p:strVal val="#ppt_h"/>
                                          </p:val>
                                        </p:tav>
                                      </p:tavLst>
                                    </p:anim>
                                    <p:animEffect transition="in" filter="fade">
                                      <p:cBhvr>
                                        <p:cTn id="39" dur="500"/>
                                        <p:tgtEl>
                                          <p:spTgt spid="39"/>
                                        </p:tgtEl>
                                      </p:cBhvr>
                                    </p:animEffect>
                                  </p:childTnLst>
                                </p:cTn>
                              </p:par>
                            </p:childTnLst>
                          </p:cTn>
                        </p:par>
                        <p:par>
                          <p:cTn id="40" fill="hold">
                            <p:stCondLst>
                              <p:cond delay="5000"/>
                            </p:stCondLst>
                            <p:childTnLst>
                              <p:par>
                                <p:cTn id="41" presetID="53" presetClass="entr" presetSubtype="16"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Effect transition="in" filter="fade">
                                      <p:cBhvr>
                                        <p:cTn id="4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4" grpId="0" animBg="1"/>
      <p:bldP spid="36" grpId="0"/>
      <p:bldP spid="39" grpId="0"/>
      <p:bldP spid="2" grpId="0"/>
      <p:bldP spid="3" grpId="0"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a:off x="-3063642" y="109859"/>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Subtitle 2">
            <a:extLst>
              <a:ext uri="{FF2B5EF4-FFF2-40B4-BE49-F238E27FC236}">
                <a16:creationId xmlns:a16="http://schemas.microsoft.com/office/drawing/2014/main" id="{EAE87F80-00CA-6262-46EF-8C5DFB40A238}"/>
              </a:ext>
            </a:extLst>
          </p:cNvPr>
          <p:cNvSpPr txBox="1">
            <a:spLocks/>
          </p:cNvSpPr>
          <p:nvPr/>
        </p:nvSpPr>
        <p:spPr>
          <a:xfrm>
            <a:off x="7093168" y="2106138"/>
            <a:ext cx="4328847" cy="302647"/>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2000"/>
              </a:lnSpc>
              <a:spcBef>
                <a:spcPts val="600"/>
              </a:spcBef>
            </a:pPr>
            <a:r>
              <a:rPr lang="en-US" sz="1800" b="1" dirty="0">
                <a:solidFill>
                  <a:schemeClr val="tx1"/>
                </a:solidFill>
                <a:latin typeface="Amasis MT Pro Black" panose="02040A04050005020304" pitchFamily="18" charset="0"/>
                <a:cs typeface="+mn-cs"/>
              </a:rPr>
              <a:t>Problem domain</a:t>
            </a:r>
          </a:p>
        </p:txBody>
      </p:sp>
      <p:sp>
        <p:nvSpPr>
          <p:cNvPr id="67" name="Oval 66">
            <a:extLst>
              <a:ext uri="{FF2B5EF4-FFF2-40B4-BE49-F238E27FC236}">
                <a16:creationId xmlns:a16="http://schemas.microsoft.com/office/drawing/2014/main" id="{561E8BCA-1D2F-A6C4-690B-49C24EDCA1D8}"/>
              </a:ext>
            </a:extLst>
          </p:cNvPr>
          <p:cNvSpPr/>
          <p:nvPr/>
        </p:nvSpPr>
        <p:spPr>
          <a:xfrm>
            <a:off x="6101553" y="1979986"/>
            <a:ext cx="923024" cy="9230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5CB74C1D-9F2B-8794-51A8-C07F19107BC9}"/>
              </a:ext>
            </a:extLst>
          </p:cNvPr>
          <p:cNvSpPr/>
          <p:nvPr/>
        </p:nvSpPr>
        <p:spPr>
          <a:xfrm>
            <a:off x="6086152" y="3336900"/>
            <a:ext cx="923024" cy="9230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0F039BEF-0AFE-1D7D-143C-C3B3F0A51B13}"/>
              </a:ext>
            </a:extLst>
          </p:cNvPr>
          <p:cNvSpPr/>
          <p:nvPr/>
        </p:nvSpPr>
        <p:spPr>
          <a:xfrm>
            <a:off x="6096001" y="5090143"/>
            <a:ext cx="923024" cy="92302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CF2FE67B-D73C-A367-FC15-593A82A02F57}"/>
              </a:ext>
            </a:extLst>
          </p:cNvPr>
          <p:cNvSpPr txBox="1"/>
          <p:nvPr/>
        </p:nvSpPr>
        <p:spPr>
          <a:xfrm>
            <a:off x="6306931" y="1977898"/>
            <a:ext cx="428322" cy="861774"/>
          </a:xfrm>
          <a:prstGeom prst="rect">
            <a:avLst/>
          </a:prstGeom>
          <a:noFill/>
        </p:spPr>
        <p:txBody>
          <a:bodyPr wrap="none" rtlCol="0">
            <a:spAutoFit/>
          </a:bodyPr>
          <a:lstStyle/>
          <a:p>
            <a:r>
              <a:rPr lang="en-US" sz="5000" b="1" dirty="0">
                <a:solidFill>
                  <a:schemeClr val="bg1">
                    <a:alpha val="50000"/>
                  </a:schemeClr>
                </a:solidFill>
                <a:latin typeface="Montserrat SemiBold" pitchFamily="2" charset="77"/>
              </a:rPr>
              <a:t>1</a:t>
            </a:r>
          </a:p>
        </p:txBody>
      </p:sp>
      <p:sp>
        <p:nvSpPr>
          <p:cNvPr id="74" name="TextBox 73">
            <a:extLst>
              <a:ext uri="{FF2B5EF4-FFF2-40B4-BE49-F238E27FC236}">
                <a16:creationId xmlns:a16="http://schemas.microsoft.com/office/drawing/2014/main" id="{77A23CD4-1073-C7E2-6D8C-3F5CEE98BAEA}"/>
              </a:ext>
            </a:extLst>
          </p:cNvPr>
          <p:cNvSpPr txBox="1"/>
          <p:nvPr/>
        </p:nvSpPr>
        <p:spPr>
          <a:xfrm>
            <a:off x="6248469" y="3411803"/>
            <a:ext cx="569387" cy="861774"/>
          </a:xfrm>
          <a:prstGeom prst="rect">
            <a:avLst/>
          </a:prstGeom>
          <a:noFill/>
        </p:spPr>
        <p:txBody>
          <a:bodyPr wrap="none" rtlCol="0">
            <a:spAutoFit/>
          </a:bodyPr>
          <a:lstStyle/>
          <a:p>
            <a:r>
              <a:rPr lang="en-US" sz="5000" b="1" dirty="0">
                <a:solidFill>
                  <a:schemeClr val="bg1">
                    <a:alpha val="50000"/>
                  </a:schemeClr>
                </a:solidFill>
                <a:latin typeface="Montserrat SemiBold" pitchFamily="2" charset="77"/>
              </a:rPr>
              <a:t>2</a:t>
            </a:r>
          </a:p>
        </p:txBody>
      </p:sp>
      <p:sp>
        <p:nvSpPr>
          <p:cNvPr id="75" name="TextBox 74">
            <a:extLst>
              <a:ext uri="{FF2B5EF4-FFF2-40B4-BE49-F238E27FC236}">
                <a16:creationId xmlns:a16="http://schemas.microsoft.com/office/drawing/2014/main" id="{E3F5763B-6C90-F3E3-E14F-71A9F525AA0A}"/>
              </a:ext>
            </a:extLst>
          </p:cNvPr>
          <p:cNvSpPr txBox="1"/>
          <p:nvPr/>
        </p:nvSpPr>
        <p:spPr>
          <a:xfrm>
            <a:off x="6261095" y="5147473"/>
            <a:ext cx="569387" cy="861774"/>
          </a:xfrm>
          <a:prstGeom prst="rect">
            <a:avLst/>
          </a:prstGeom>
          <a:noFill/>
        </p:spPr>
        <p:txBody>
          <a:bodyPr wrap="none" rtlCol="0">
            <a:spAutoFit/>
          </a:bodyPr>
          <a:lstStyle/>
          <a:p>
            <a:r>
              <a:rPr lang="en-US" sz="5000" b="1" dirty="0">
                <a:solidFill>
                  <a:schemeClr val="bg1">
                    <a:alpha val="50000"/>
                  </a:schemeClr>
                </a:solidFill>
                <a:latin typeface="Montserrat SemiBold" pitchFamily="2" charset="77"/>
              </a:rPr>
              <a:t>3</a:t>
            </a:r>
          </a:p>
        </p:txBody>
      </p:sp>
      <p:sp>
        <p:nvSpPr>
          <p:cNvPr id="79" name="Rectangle 78">
            <a:extLst>
              <a:ext uri="{FF2B5EF4-FFF2-40B4-BE49-F238E27FC236}">
                <a16:creationId xmlns:a16="http://schemas.microsoft.com/office/drawing/2014/main" id="{CF9C5C1D-D8ED-17E3-EF90-62C8640B158C}"/>
              </a:ext>
            </a:extLst>
          </p:cNvPr>
          <p:cNvSpPr/>
          <p:nvPr/>
        </p:nvSpPr>
        <p:spPr>
          <a:xfrm>
            <a:off x="3369455" y="3757711"/>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3409458" y="2411922"/>
            <a:ext cx="2828882" cy="1384995"/>
          </a:xfrm>
          <a:prstGeom prst="rect">
            <a:avLst/>
          </a:prstGeom>
          <a:noFill/>
        </p:spPr>
        <p:txBody>
          <a:bodyPr wrap="square" rtlCol="0">
            <a:spAutoFit/>
          </a:bodyPr>
          <a:lstStyle/>
          <a:p>
            <a:r>
              <a:rPr lang="en-US" sz="2800" b="1" i="1" dirty="0">
                <a:solidFill>
                  <a:schemeClr val="accent5"/>
                </a:solidFill>
                <a:latin typeface="Montserrat Black" pitchFamily="2" charset="77"/>
              </a:rPr>
              <a:t>Problem</a:t>
            </a:r>
          </a:p>
          <a:p>
            <a:r>
              <a:rPr lang="en-US" sz="2800" b="1" i="1" dirty="0">
                <a:solidFill>
                  <a:schemeClr val="accent5"/>
                </a:solidFill>
                <a:latin typeface="Montserrat Black" pitchFamily="2" charset="77"/>
              </a:rPr>
              <a:t>Solving </a:t>
            </a:r>
          </a:p>
          <a:p>
            <a:r>
              <a:rPr lang="en-US" sz="2800" b="1" i="1" dirty="0">
                <a:solidFill>
                  <a:schemeClr val="accent5"/>
                </a:solidFill>
                <a:latin typeface="Montserrat Black" pitchFamily="2" charset="77"/>
              </a:rPr>
              <a:t>Process</a:t>
            </a:r>
          </a:p>
        </p:txBody>
      </p:sp>
      <p:sp>
        <p:nvSpPr>
          <p:cNvPr id="2" name="Subtitle 2">
            <a:extLst>
              <a:ext uri="{FF2B5EF4-FFF2-40B4-BE49-F238E27FC236}">
                <a16:creationId xmlns:a16="http://schemas.microsoft.com/office/drawing/2014/main" id="{C8BB0DAF-49FE-B49F-C567-08F13AA1D65F}"/>
              </a:ext>
            </a:extLst>
          </p:cNvPr>
          <p:cNvSpPr txBox="1">
            <a:spLocks/>
          </p:cNvSpPr>
          <p:nvPr/>
        </p:nvSpPr>
        <p:spPr>
          <a:xfrm>
            <a:off x="7034706" y="3495682"/>
            <a:ext cx="4328847" cy="302647"/>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2000"/>
              </a:lnSpc>
              <a:spcBef>
                <a:spcPts val="600"/>
              </a:spcBef>
            </a:pPr>
            <a:r>
              <a:rPr lang="en-US" sz="1800" b="1" dirty="0">
                <a:solidFill>
                  <a:schemeClr val="tx1"/>
                </a:solidFill>
                <a:latin typeface="Amasis MT Pro Black" panose="02040A04050005020304" pitchFamily="18" charset="0"/>
                <a:cs typeface="+mn-cs"/>
              </a:rPr>
              <a:t>Machine domain</a:t>
            </a:r>
          </a:p>
        </p:txBody>
      </p:sp>
      <p:sp>
        <p:nvSpPr>
          <p:cNvPr id="3" name="Subtitle 2">
            <a:extLst>
              <a:ext uri="{FF2B5EF4-FFF2-40B4-BE49-F238E27FC236}">
                <a16:creationId xmlns:a16="http://schemas.microsoft.com/office/drawing/2014/main" id="{C59E5F59-43FA-9AB7-545E-ED828F587FC7}"/>
              </a:ext>
            </a:extLst>
          </p:cNvPr>
          <p:cNvSpPr txBox="1">
            <a:spLocks/>
          </p:cNvSpPr>
          <p:nvPr/>
        </p:nvSpPr>
        <p:spPr>
          <a:xfrm>
            <a:off x="7093168" y="5209150"/>
            <a:ext cx="4328847" cy="302647"/>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2000"/>
              </a:lnSpc>
              <a:spcBef>
                <a:spcPts val="600"/>
              </a:spcBef>
            </a:pPr>
            <a:r>
              <a:rPr lang="en-US" sz="1800" b="1" dirty="0">
                <a:solidFill>
                  <a:schemeClr val="tx1"/>
                </a:solidFill>
                <a:latin typeface="Amasis MT Pro Black" panose="02040A04050005020304" pitchFamily="18" charset="0"/>
                <a:cs typeface="+mn-cs"/>
              </a:rPr>
              <a:t>Solution domain</a:t>
            </a:r>
          </a:p>
        </p:txBody>
      </p:sp>
      <p:sp>
        <p:nvSpPr>
          <p:cNvPr id="4" name="TextBox 3">
            <a:extLst>
              <a:ext uri="{FF2B5EF4-FFF2-40B4-BE49-F238E27FC236}">
                <a16:creationId xmlns:a16="http://schemas.microsoft.com/office/drawing/2014/main" id="{07373F31-968F-741D-70EB-CE25213E1BDA}"/>
              </a:ext>
            </a:extLst>
          </p:cNvPr>
          <p:cNvSpPr txBox="1"/>
          <p:nvPr/>
        </p:nvSpPr>
        <p:spPr>
          <a:xfrm>
            <a:off x="3238546" y="1029499"/>
            <a:ext cx="8327923" cy="523220"/>
          </a:xfrm>
          <a:prstGeom prst="rect">
            <a:avLst/>
          </a:prstGeom>
          <a:noFill/>
          <a:ln>
            <a:noFill/>
          </a:ln>
        </p:spPr>
        <p:txBody>
          <a:bodyPr wrap="square" rtlCol="0" anchor="b">
            <a:spAutoFit/>
          </a:bodyPr>
          <a:lstStyle/>
          <a:p>
            <a:r>
              <a:rPr lang="en-US" sz="28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Programming – is a problem-solving process.</a:t>
            </a:r>
          </a:p>
        </p:txBody>
      </p:sp>
      <p:sp>
        <p:nvSpPr>
          <p:cNvPr id="5" name="Subtitle 2">
            <a:extLst>
              <a:ext uri="{FF2B5EF4-FFF2-40B4-BE49-F238E27FC236}">
                <a16:creationId xmlns:a16="http://schemas.microsoft.com/office/drawing/2014/main" id="{145FC10E-506A-2732-CA67-EED99C42AAD4}"/>
              </a:ext>
            </a:extLst>
          </p:cNvPr>
          <p:cNvSpPr txBox="1">
            <a:spLocks/>
          </p:cNvSpPr>
          <p:nvPr/>
        </p:nvSpPr>
        <p:spPr>
          <a:xfrm>
            <a:off x="7237622" y="2408785"/>
            <a:ext cx="4328847" cy="559127"/>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85750" indent="-285750" algn="l">
              <a:lnSpc>
                <a:spcPts val="2000"/>
              </a:lnSpc>
              <a:spcBef>
                <a:spcPts val="0"/>
              </a:spcBef>
              <a:buFont typeface="Wingdings" panose="05000000000000000000" pitchFamily="2" charset="2"/>
              <a:buChar char="§"/>
            </a:pPr>
            <a:r>
              <a:rPr lang="en-US" sz="1600" b="1" dirty="0">
                <a:solidFill>
                  <a:schemeClr val="tx1"/>
                </a:solidFill>
                <a:latin typeface="Lato" panose="020F0502020204030203" pitchFamily="34" charset="0"/>
                <a:cs typeface="+mn-cs"/>
              </a:rPr>
              <a:t>input or the raw data to process</a:t>
            </a:r>
          </a:p>
          <a:p>
            <a:pPr marL="285750" indent="-285750" algn="l">
              <a:lnSpc>
                <a:spcPts val="2000"/>
              </a:lnSpc>
              <a:spcBef>
                <a:spcPts val="0"/>
              </a:spcBef>
              <a:buFont typeface="Wingdings" panose="05000000000000000000" pitchFamily="2" charset="2"/>
              <a:buChar char="§"/>
            </a:pPr>
            <a:r>
              <a:rPr lang="en-US" sz="1600" b="1" dirty="0">
                <a:solidFill>
                  <a:schemeClr val="tx1"/>
                </a:solidFill>
                <a:latin typeface="Lato" panose="020F0502020204030203" pitchFamily="34" charset="0"/>
                <a:cs typeface="+mn-cs"/>
              </a:rPr>
              <a:t>output or the processed data</a:t>
            </a:r>
          </a:p>
        </p:txBody>
      </p:sp>
      <p:sp>
        <p:nvSpPr>
          <p:cNvPr id="6" name="Subtitle 2">
            <a:extLst>
              <a:ext uri="{FF2B5EF4-FFF2-40B4-BE49-F238E27FC236}">
                <a16:creationId xmlns:a16="http://schemas.microsoft.com/office/drawing/2014/main" id="{A343B141-8173-C005-5384-154CEADFC7DF}"/>
              </a:ext>
            </a:extLst>
          </p:cNvPr>
          <p:cNvSpPr txBox="1">
            <a:spLocks/>
          </p:cNvSpPr>
          <p:nvPr/>
        </p:nvSpPr>
        <p:spPr>
          <a:xfrm>
            <a:off x="7237621" y="3796917"/>
            <a:ext cx="4328847" cy="1308179"/>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85750" indent="-285750" algn="l">
              <a:lnSpc>
                <a:spcPts val="2000"/>
              </a:lnSpc>
              <a:spcBef>
                <a:spcPts val="0"/>
              </a:spcBef>
              <a:buFont typeface="Wingdings" panose="05000000000000000000" pitchFamily="2" charset="2"/>
              <a:buChar char="§"/>
            </a:pPr>
            <a:r>
              <a:rPr lang="en-US" sz="1600" b="1" u="sng" dirty="0">
                <a:solidFill>
                  <a:schemeClr val="tx1"/>
                </a:solidFill>
                <a:latin typeface="Lato" panose="020F0502020204030203" pitchFamily="34" charset="0"/>
                <a:cs typeface="+mn-cs"/>
              </a:rPr>
              <a:t>Storage medium </a:t>
            </a:r>
            <a:r>
              <a:rPr lang="en-US" sz="1600" b="1" dirty="0">
                <a:solidFill>
                  <a:schemeClr val="tx1"/>
                </a:solidFill>
                <a:latin typeface="Lato" panose="020F0502020204030203" pitchFamily="34" charset="0"/>
                <a:cs typeface="+mn-cs"/>
              </a:rPr>
              <a:t>– consists of serially arranged bits that are addressable as a unit</a:t>
            </a:r>
          </a:p>
          <a:p>
            <a:pPr marL="285750" indent="-285750" algn="l">
              <a:lnSpc>
                <a:spcPts val="2000"/>
              </a:lnSpc>
              <a:spcBef>
                <a:spcPts val="0"/>
              </a:spcBef>
              <a:buFont typeface="Wingdings" panose="05000000000000000000" pitchFamily="2" charset="2"/>
              <a:buChar char="§"/>
            </a:pPr>
            <a:r>
              <a:rPr lang="en-US" sz="1600" b="1" u="sng" dirty="0">
                <a:solidFill>
                  <a:schemeClr val="tx1"/>
                </a:solidFill>
                <a:latin typeface="Lato" panose="020F0502020204030203" pitchFamily="34" charset="0"/>
                <a:cs typeface="+mn-cs"/>
              </a:rPr>
              <a:t>Processing unit </a:t>
            </a:r>
            <a:r>
              <a:rPr lang="en-US" sz="1600" b="1" dirty="0">
                <a:solidFill>
                  <a:schemeClr val="tx1"/>
                </a:solidFill>
                <a:latin typeface="Lato" panose="020F0502020204030203" pitchFamily="34" charset="0"/>
                <a:cs typeface="+mn-cs"/>
              </a:rPr>
              <a:t>– allows us to perform basic operations that include arithmetic, comparison, etc.</a:t>
            </a:r>
          </a:p>
        </p:txBody>
      </p:sp>
      <p:sp>
        <p:nvSpPr>
          <p:cNvPr id="7" name="Subtitle 2">
            <a:extLst>
              <a:ext uri="{FF2B5EF4-FFF2-40B4-BE49-F238E27FC236}">
                <a16:creationId xmlns:a16="http://schemas.microsoft.com/office/drawing/2014/main" id="{0A4CB36D-B5BF-4885-ADCB-A0FB7534C55C}"/>
              </a:ext>
            </a:extLst>
          </p:cNvPr>
          <p:cNvSpPr txBox="1">
            <a:spLocks/>
          </p:cNvSpPr>
          <p:nvPr/>
        </p:nvSpPr>
        <p:spPr>
          <a:xfrm>
            <a:off x="7237622" y="5496354"/>
            <a:ext cx="4328847" cy="1051698"/>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85750" indent="-285750" algn="l">
              <a:lnSpc>
                <a:spcPts val="2000"/>
              </a:lnSpc>
              <a:spcBef>
                <a:spcPts val="0"/>
              </a:spcBef>
              <a:buFont typeface="Wingdings" panose="05000000000000000000" pitchFamily="2" charset="2"/>
              <a:buChar char="§"/>
            </a:pPr>
            <a:r>
              <a:rPr lang="en-US" sz="1600" b="1" dirty="0">
                <a:solidFill>
                  <a:schemeClr val="tx1"/>
                </a:solidFill>
                <a:latin typeface="Lato" panose="020F0502020204030203" pitchFamily="34" charset="0"/>
                <a:cs typeface="+mn-cs"/>
              </a:rPr>
              <a:t>links the problem and machine domains. It is at the solution domain where structuring of higher-level data structures and synthesis of algorithms are of concern.</a:t>
            </a:r>
          </a:p>
        </p:txBody>
      </p:sp>
    </p:spTree>
    <p:extLst>
      <p:ext uri="{BB962C8B-B14F-4D97-AF65-F5344CB8AC3E}">
        <p14:creationId xmlns:p14="http://schemas.microsoft.com/office/powerpoint/2010/main" val="759515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2863541">
            <a:off x="-3063642" y="109859"/>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3369455" y="3757711"/>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3369455" y="2803604"/>
            <a:ext cx="2828882" cy="954107"/>
          </a:xfrm>
          <a:prstGeom prst="rect">
            <a:avLst/>
          </a:prstGeom>
          <a:noFill/>
        </p:spPr>
        <p:txBody>
          <a:bodyPr wrap="square" rtlCol="0">
            <a:spAutoFit/>
          </a:bodyPr>
          <a:lstStyle/>
          <a:p>
            <a:r>
              <a:rPr lang="en-US" sz="2800" b="1" i="1" dirty="0">
                <a:solidFill>
                  <a:schemeClr val="accent5"/>
                </a:solidFill>
                <a:latin typeface="Montserrat Black" pitchFamily="2" charset="77"/>
              </a:rPr>
              <a:t>Data </a:t>
            </a:r>
          </a:p>
          <a:p>
            <a:r>
              <a:rPr lang="en-US" sz="2800" b="1" i="1" dirty="0">
                <a:solidFill>
                  <a:schemeClr val="accent5"/>
                </a:solidFill>
                <a:latin typeface="Montserrat Black" pitchFamily="2" charset="77"/>
              </a:rPr>
              <a:t>Type </a:t>
            </a:r>
          </a:p>
        </p:txBody>
      </p:sp>
      <p:sp>
        <p:nvSpPr>
          <p:cNvPr id="4" name="TextBox 3">
            <a:extLst>
              <a:ext uri="{FF2B5EF4-FFF2-40B4-BE49-F238E27FC236}">
                <a16:creationId xmlns:a16="http://schemas.microsoft.com/office/drawing/2014/main" id="{07373F31-968F-741D-70EB-CE25213E1BDA}"/>
              </a:ext>
            </a:extLst>
          </p:cNvPr>
          <p:cNvSpPr txBox="1"/>
          <p:nvPr/>
        </p:nvSpPr>
        <p:spPr>
          <a:xfrm>
            <a:off x="5924913" y="2603549"/>
            <a:ext cx="5233082" cy="1938992"/>
          </a:xfrm>
          <a:prstGeom prst="rect">
            <a:avLst/>
          </a:prstGeom>
          <a:noFill/>
          <a:ln>
            <a:noFill/>
          </a:ln>
        </p:spPr>
        <p:txBody>
          <a:bodyPr wrap="square" rtlCol="0" anchor="b">
            <a:spAutoFit/>
          </a:bodyPr>
          <a:lstStyle/>
          <a:p>
            <a:pPr algn="just"/>
            <a:r>
              <a:rPr lang="en-US" sz="24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refers to the to the kind of data that variables can assume, hold or take on in a programming language and for which operations are automatically provided.</a:t>
            </a:r>
          </a:p>
        </p:txBody>
      </p:sp>
      <p:pic>
        <p:nvPicPr>
          <p:cNvPr id="8" name="Picture 2">
            <a:extLst>
              <a:ext uri="{FF2B5EF4-FFF2-40B4-BE49-F238E27FC236}">
                <a16:creationId xmlns:a16="http://schemas.microsoft.com/office/drawing/2014/main" id="{DEA6D93A-A1A9-9B5D-308E-2A73A248B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7178" y="4542541"/>
            <a:ext cx="3116839" cy="2037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5622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5400000">
            <a:off x="-3063642" y="109859"/>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3271345" y="3645658"/>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3271345" y="2260663"/>
            <a:ext cx="2828882" cy="1384995"/>
          </a:xfrm>
          <a:prstGeom prst="rect">
            <a:avLst/>
          </a:prstGeom>
          <a:noFill/>
        </p:spPr>
        <p:txBody>
          <a:bodyPr wrap="square" rtlCol="0">
            <a:spAutoFit/>
          </a:bodyPr>
          <a:lstStyle/>
          <a:p>
            <a:r>
              <a:rPr lang="en-US" sz="2800" b="1" i="1" dirty="0">
                <a:solidFill>
                  <a:schemeClr val="accent5"/>
                </a:solidFill>
                <a:latin typeface="Montserrat Black" pitchFamily="2" charset="77"/>
              </a:rPr>
              <a:t>Abstract</a:t>
            </a:r>
          </a:p>
          <a:p>
            <a:r>
              <a:rPr lang="en-US" sz="2800" b="1" i="1" dirty="0">
                <a:solidFill>
                  <a:schemeClr val="accent5"/>
                </a:solidFill>
                <a:latin typeface="Montserrat Black" pitchFamily="2" charset="77"/>
              </a:rPr>
              <a:t>Data </a:t>
            </a:r>
          </a:p>
          <a:p>
            <a:r>
              <a:rPr lang="en-US" sz="2800" b="1" i="1" dirty="0">
                <a:solidFill>
                  <a:schemeClr val="accent5"/>
                </a:solidFill>
                <a:latin typeface="Montserrat Black" pitchFamily="2" charset="77"/>
              </a:rPr>
              <a:t>Type </a:t>
            </a:r>
          </a:p>
        </p:txBody>
      </p:sp>
      <p:sp>
        <p:nvSpPr>
          <p:cNvPr id="4" name="TextBox 3">
            <a:extLst>
              <a:ext uri="{FF2B5EF4-FFF2-40B4-BE49-F238E27FC236}">
                <a16:creationId xmlns:a16="http://schemas.microsoft.com/office/drawing/2014/main" id="{07373F31-968F-741D-70EB-CE25213E1BDA}"/>
              </a:ext>
            </a:extLst>
          </p:cNvPr>
          <p:cNvSpPr txBox="1"/>
          <p:nvPr/>
        </p:nvSpPr>
        <p:spPr>
          <a:xfrm>
            <a:off x="6379341" y="1490737"/>
            <a:ext cx="5233082" cy="2246769"/>
          </a:xfrm>
          <a:prstGeom prst="rect">
            <a:avLst/>
          </a:prstGeom>
          <a:noFill/>
          <a:ln>
            <a:noFill/>
          </a:ln>
        </p:spPr>
        <p:txBody>
          <a:bodyPr wrap="square" rtlCol="0" anchor="b">
            <a:spAutoFit/>
          </a:bodyPr>
          <a:lstStyle/>
          <a:p>
            <a:pPr algn="just"/>
            <a:r>
              <a:rPr lang="en-US" sz="20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is  a  mathematical   model with  a collection of  operations defined on the model.  It specifies the type of  data stored.  It specifies what its operations do but not  how it is done. In Java, ADT can be expressed with an interface, which contains just a list methods. </a:t>
            </a:r>
          </a:p>
        </p:txBody>
      </p:sp>
      <p:sp>
        <p:nvSpPr>
          <p:cNvPr id="2" name="Subtitle 2">
            <a:extLst>
              <a:ext uri="{FF2B5EF4-FFF2-40B4-BE49-F238E27FC236}">
                <a16:creationId xmlns:a16="http://schemas.microsoft.com/office/drawing/2014/main" id="{D356CBBF-6EC4-41DC-8900-66C51FCBE418}"/>
              </a:ext>
            </a:extLst>
          </p:cNvPr>
          <p:cNvSpPr txBox="1">
            <a:spLocks/>
          </p:cNvSpPr>
          <p:nvPr/>
        </p:nvSpPr>
        <p:spPr>
          <a:xfrm>
            <a:off x="6649917" y="3983545"/>
            <a:ext cx="4962506" cy="795218"/>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85750" indent="-285750" algn="just">
              <a:lnSpc>
                <a:spcPts val="2000"/>
              </a:lnSpc>
              <a:spcBef>
                <a:spcPts val="0"/>
              </a:spcBef>
              <a:buFont typeface="Wingdings" panose="05000000000000000000" pitchFamily="2" charset="2"/>
              <a:buChar char="§"/>
            </a:pPr>
            <a:r>
              <a:rPr lang="en-US" sz="1600" b="1" dirty="0">
                <a:solidFill>
                  <a:schemeClr val="tx1"/>
                </a:solidFill>
                <a:latin typeface="Lato" panose="020F0502020204030203" pitchFamily="34" charset="0"/>
                <a:cs typeface="+mn-cs"/>
              </a:rPr>
              <a:t>designed by composing data elements into a logical unit representing an abstract data type that has relevance to the algorithm or application</a:t>
            </a:r>
          </a:p>
        </p:txBody>
      </p:sp>
      <p:sp>
        <p:nvSpPr>
          <p:cNvPr id="3" name="Subtitle 2">
            <a:extLst>
              <a:ext uri="{FF2B5EF4-FFF2-40B4-BE49-F238E27FC236}">
                <a16:creationId xmlns:a16="http://schemas.microsoft.com/office/drawing/2014/main" id="{A0B9BC31-BB99-C277-9B40-3A5276CF5FA4}"/>
              </a:ext>
            </a:extLst>
          </p:cNvPr>
          <p:cNvSpPr txBox="1">
            <a:spLocks/>
          </p:cNvSpPr>
          <p:nvPr/>
        </p:nvSpPr>
        <p:spPr>
          <a:xfrm>
            <a:off x="6649917" y="4936555"/>
            <a:ext cx="4962506" cy="795218"/>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85750" indent="-285750" algn="just">
              <a:lnSpc>
                <a:spcPts val="2000"/>
              </a:lnSpc>
              <a:spcBef>
                <a:spcPts val="0"/>
              </a:spcBef>
              <a:buFont typeface="Wingdings" panose="05000000000000000000" pitchFamily="2" charset="2"/>
              <a:buChar char="§"/>
            </a:pPr>
            <a:r>
              <a:rPr lang="en-US" sz="1600" b="1" dirty="0">
                <a:solidFill>
                  <a:schemeClr val="tx1"/>
                </a:solidFill>
                <a:latin typeface="Lato" panose="020F0502020204030203" pitchFamily="34" charset="0"/>
                <a:cs typeface="+mn-cs"/>
              </a:rPr>
              <a:t>An example of an abstract data type is a "customer name" that is composed of the character strings for "first name," "middle name" and "last name."</a:t>
            </a:r>
          </a:p>
        </p:txBody>
      </p:sp>
    </p:spTree>
    <p:extLst>
      <p:ext uri="{BB962C8B-B14F-4D97-AF65-F5344CB8AC3E}">
        <p14:creationId xmlns:p14="http://schemas.microsoft.com/office/powerpoint/2010/main" val="4041062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8314895">
            <a:off x="-3063642" y="109859"/>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3271345" y="3645658"/>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3267118" y="2749922"/>
            <a:ext cx="2828882" cy="954107"/>
          </a:xfrm>
          <a:prstGeom prst="rect">
            <a:avLst/>
          </a:prstGeom>
          <a:noFill/>
        </p:spPr>
        <p:txBody>
          <a:bodyPr wrap="square" rtlCol="0">
            <a:spAutoFit/>
          </a:bodyPr>
          <a:lstStyle/>
          <a:p>
            <a:r>
              <a:rPr lang="en-US" sz="2800" b="1" i="1" dirty="0">
                <a:solidFill>
                  <a:schemeClr val="accent5"/>
                </a:solidFill>
                <a:latin typeface="Montserrat Black" pitchFamily="2" charset="77"/>
              </a:rPr>
              <a:t>Data</a:t>
            </a:r>
          </a:p>
          <a:p>
            <a:r>
              <a:rPr lang="en-US" sz="2800" b="1" i="1" dirty="0">
                <a:solidFill>
                  <a:schemeClr val="accent5"/>
                </a:solidFill>
                <a:latin typeface="Montserrat Black" pitchFamily="2" charset="77"/>
              </a:rPr>
              <a:t>Structure</a:t>
            </a:r>
          </a:p>
        </p:txBody>
      </p:sp>
      <p:sp>
        <p:nvSpPr>
          <p:cNvPr id="4" name="TextBox 3">
            <a:extLst>
              <a:ext uri="{FF2B5EF4-FFF2-40B4-BE49-F238E27FC236}">
                <a16:creationId xmlns:a16="http://schemas.microsoft.com/office/drawing/2014/main" id="{07373F31-968F-741D-70EB-CE25213E1BDA}"/>
              </a:ext>
            </a:extLst>
          </p:cNvPr>
          <p:cNvSpPr txBox="1"/>
          <p:nvPr/>
        </p:nvSpPr>
        <p:spPr>
          <a:xfrm>
            <a:off x="6096000" y="2522273"/>
            <a:ext cx="5233082" cy="2246769"/>
          </a:xfrm>
          <a:prstGeom prst="rect">
            <a:avLst/>
          </a:prstGeom>
          <a:noFill/>
          <a:ln>
            <a:noFill/>
          </a:ln>
        </p:spPr>
        <p:txBody>
          <a:bodyPr wrap="square" rtlCol="0" anchor="b">
            <a:spAutoFit/>
          </a:bodyPr>
          <a:lstStyle/>
          <a:p>
            <a:pPr algn="just"/>
            <a:r>
              <a:rPr lang="en-US" sz="20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is the implementation of ADT in terms of the data types or other data structures.  A  data  structure  is  modeled  in  Java  by  a  class.  Classes  specify  how operations are performed. In Java, to implement an ADT as a data structure, an interface is implemented by a class.</a:t>
            </a:r>
          </a:p>
        </p:txBody>
      </p:sp>
    </p:spTree>
    <p:extLst>
      <p:ext uri="{BB962C8B-B14F-4D97-AF65-F5344CB8AC3E}">
        <p14:creationId xmlns:p14="http://schemas.microsoft.com/office/powerpoint/2010/main" val="3310918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0956848">
            <a:off x="-3063642" y="109859"/>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3271345" y="3645658"/>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3283292" y="3147667"/>
            <a:ext cx="2828882" cy="523220"/>
          </a:xfrm>
          <a:prstGeom prst="rect">
            <a:avLst/>
          </a:prstGeom>
          <a:noFill/>
        </p:spPr>
        <p:txBody>
          <a:bodyPr wrap="square" rtlCol="0">
            <a:spAutoFit/>
          </a:bodyPr>
          <a:lstStyle/>
          <a:p>
            <a:r>
              <a:rPr lang="en-US" sz="2800" b="1" i="1" dirty="0">
                <a:solidFill>
                  <a:schemeClr val="accent5"/>
                </a:solidFill>
                <a:latin typeface="Montserrat Black" pitchFamily="2" charset="77"/>
              </a:rPr>
              <a:t>Algorithm</a:t>
            </a:r>
          </a:p>
        </p:txBody>
      </p:sp>
      <p:sp>
        <p:nvSpPr>
          <p:cNvPr id="4" name="TextBox 3">
            <a:extLst>
              <a:ext uri="{FF2B5EF4-FFF2-40B4-BE49-F238E27FC236}">
                <a16:creationId xmlns:a16="http://schemas.microsoft.com/office/drawing/2014/main" id="{07373F31-968F-741D-70EB-CE25213E1BDA}"/>
              </a:ext>
            </a:extLst>
          </p:cNvPr>
          <p:cNvSpPr txBox="1"/>
          <p:nvPr/>
        </p:nvSpPr>
        <p:spPr>
          <a:xfrm>
            <a:off x="6096000" y="2830050"/>
            <a:ext cx="5233082" cy="1631216"/>
          </a:xfrm>
          <a:prstGeom prst="rect">
            <a:avLst/>
          </a:prstGeom>
          <a:noFill/>
          <a:ln>
            <a:noFill/>
          </a:ln>
        </p:spPr>
        <p:txBody>
          <a:bodyPr wrap="square" rtlCol="0" anchor="b">
            <a:spAutoFit/>
          </a:bodyPr>
          <a:lstStyle/>
          <a:p>
            <a:pPr algn="just"/>
            <a:r>
              <a:rPr lang="en-US" sz="20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is a finite set of instructions which, if followed, will  accomplish a task. It has five  important  properties:  finiteness,  definiteness,  input,  output  and  effectiveness.</a:t>
            </a:r>
          </a:p>
        </p:txBody>
      </p:sp>
    </p:spTree>
    <p:extLst>
      <p:ext uri="{BB962C8B-B14F-4D97-AF65-F5344CB8AC3E}">
        <p14:creationId xmlns:p14="http://schemas.microsoft.com/office/powerpoint/2010/main" val="2120169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AE07B24-3FCA-4699-721C-CE0158758C39}"/>
              </a:ext>
            </a:extLst>
          </p:cNvPr>
          <p:cNvGrpSpPr/>
          <p:nvPr/>
        </p:nvGrpSpPr>
        <p:grpSpPr>
          <a:xfrm rot="13539019">
            <a:off x="-3063642" y="109859"/>
            <a:ext cx="6302188" cy="6340894"/>
            <a:chOff x="-3063642" y="109859"/>
            <a:chExt cx="6302188" cy="6340894"/>
          </a:xfrm>
        </p:grpSpPr>
        <p:sp>
          <p:nvSpPr>
            <p:cNvPr id="16" name="Freeform 15">
              <a:extLst>
                <a:ext uri="{FF2B5EF4-FFF2-40B4-BE49-F238E27FC236}">
                  <a16:creationId xmlns:a16="http://schemas.microsoft.com/office/drawing/2014/main" id="{79BD6AB1-F824-1C9D-49E7-7633BE4FC21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7" name="Oval 16">
              <a:extLst>
                <a:ext uri="{FF2B5EF4-FFF2-40B4-BE49-F238E27FC236}">
                  <a16:creationId xmlns:a16="http://schemas.microsoft.com/office/drawing/2014/main" id="{ACCD223A-9763-FD3A-ABFA-DB185A7C346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775FEE2-A4EB-6470-8871-38139C910D68}"/>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EE56A1B-CF8E-84D5-1AE7-71951E968929}"/>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0" name="Oval 19">
              <a:extLst>
                <a:ext uri="{FF2B5EF4-FFF2-40B4-BE49-F238E27FC236}">
                  <a16:creationId xmlns:a16="http://schemas.microsoft.com/office/drawing/2014/main" id="{B2234C20-274A-8CC6-BBFA-F012B4AA5EB2}"/>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7646B0B-DDB2-D39C-31CF-90E7C805B33E}"/>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331D6F3-9AA4-E40C-7BF1-A6CB7C3635BA}"/>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88816BB-C1AC-82E7-7102-744457331C5F}"/>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674B24B-9974-A06A-6F03-4D4680B49E7A}"/>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aphic 3">
            <a:extLst>
              <a:ext uri="{FF2B5EF4-FFF2-40B4-BE49-F238E27FC236}">
                <a16:creationId xmlns:a16="http://schemas.microsoft.com/office/drawing/2014/main" id="{D47AFFDE-4418-CBEB-1AB0-73D74F171B21}"/>
              </a:ext>
            </a:extLst>
          </p:cNvPr>
          <p:cNvGrpSpPr/>
          <p:nvPr/>
        </p:nvGrpSpPr>
        <p:grpSpPr>
          <a:xfrm>
            <a:off x="7950192" y="2125647"/>
            <a:ext cx="1832609" cy="1515110"/>
            <a:chOff x="6496684" y="837564"/>
            <a:chExt cx="1832609" cy="1515110"/>
          </a:xfrm>
          <a:solidFill>
            <a:srgbClr val="03A9F4"/>
          </a:solidFill>
        </p:grpSpPr>
        <p:sp>
          <p:nvSpPr>
            <p:cNvPr id="29" name="Freeform 28">
              <a:extLst>
                <a:ext uri="{FF2B5EF4-FFF2-40B4-BE49-F238E27FC236}">
                  <a16:creationId xmlns:a16="http://schemas.microsoft.com/office/drawing/2014/main" id="{F46B5D55-65D8-DD49-5BD9-4BB3ABCB8FEC}"/>
                </a:ext>
              </a:extLst>
            </p:cNvPr>
            <p:cNvSpPr/>
            <p:nvPr/>
          </p:nvSpPr>
          <p:spPr>
            <a:xfrm>
              <a:off x="7240905" y="837564"/>
              <a:ext cx="1088389" cy="1515110"/>
            </a:xfrm>
            <a:custGeom>
              <a:avLst/>
              <a:gdLst>
                <a:gd name="connsiteX0" fmla="*/ 330835 w 1088389"/>
                <a:gd name="connsiteY0" fmla="*/ 0 h 1515110"/>
                <a:gd name="connsiteX1" fmla="*/ 0 w 1088389"/>
                <a:gd name="connsiteY1" fmla="*/ 75565 h 1515110"/>
                <a:gd name="connsiteX2" fmla="*/ 95885 w 1088389"/>
                <a:gd name="connsiteY2" fmla="*/ 75565 h 1515110"/>
                <a:gd name="connsiteX3" fmla="*/ 95885 w 1088389"/>
                <a:gd name="connsiteY3" fmla="*/ 818515 h 1515110"/>
                <a:gd name="connsiteX4" fmla="*/ 238125 w 1088389"/>
                <a:gd name="connsiteY4" fmla="*/ 818515 h 1515110"/>
                <a:gd name="connsiteX5" fmla="*/ 238125 w 1088389"/>
                <a:gd name="connsiteY5" fmla="*/ 1194435 h 1515110"/>
                <a:gd name="connsiteX6" fmla="*/ 95885 w 1088389"/>
                <a:gd name="connsiteY6" fmla="*/ 1194435 h 1515110"/>
                <a:gd name="connsiteX7" fmla="*/ 95885 w 1088389"/>
                <a:gd name="connsiteY7" fmla="*/ 1439545 h 1515110"/>
                <a:gd name="connsiteX8" fmla="*/ 0 w 1088389"/>
                <a:gd name="connsiteY8" fmla="*/ 1439545 h 1515110"/>
                <a:gd name="connsiteX9" fmla="*/ 330835 w 1088389"/>
                <a:gd name="connsiteY9" fmla="*/ 1515110 h 1515110"/>
                <a:gd name="connsiteX10" fmla="*/ 1088389 w 1088389"/>
                <a:gd name="connsiteY10" fmla="*/ 757555 h 1515110"/>
                <a:gd name="connsiteX11" fmla="*/ 330835 w 1088389"/>
                <a:gd name="connsiteY11" fmla="*/ 0 h 151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8389" h="1515110">
                  <a:moveTo>
                    <a:pt x="330835" y="0"/>
                  </a:moveTo>
                  <a:cubicBezTo>
                    <a:pt x="212089" y="0"/>
                    <a:pt x="100330" y="27305"/>
                    <a:pt x="0" y="75565"/>
                  </a:cubicBezTo>
                  <a:lnTo>
                    <a:pt x="95885" y="75565"/>
                  </a:lnTo>
                  <a:lnTo>
                    <a:pt x="95885" y="818515"/>
                  </a:lnTo>
                  <a:lnTo>
                    <a:pt x="238125" y="818515"/>
                  </a:lnTo>
                  <a:lnTo>
                    <a:pt x="238125" y="1194435"/>
                  </a:lnTo>
                  <a:lnTo>
                    <a:pt x="95885" y="1194435"/>
                  </a:lnTo>
                  <a:lnTo>
                    <a:pt x="95885" y="1439545"/>
                  </a:lnTo>
                  <a:lnTo>
                    <a:pt x="0" y="1439545"/>
                  </a:lnTo>
                  <a:cubicBezTo>
                    <a:pt x="99695" y="1487805"/>
                    <a:pt x="212089" y="1515110"/>
                    <a:pt x="330835" y="1515110"/>
                  </a:cubicBezTo>
                  <a:cubicBezTo>
                    <a:pt x="749300" y="1515110"/>
                    <a:pt x="1088389" y="1176020"/>
                    <a:pt x="1088389" y="757555"/>
                  </a:cubicBezTo>
                  <a:cubicBezTo>
                    <a:pt x="1088389" y="339090"/>
                    <a:pt x="749300" y="0"/>
                    <a:pt x="330835" y="0"/>
                  </a:cubicBezTo>
                  <a:close/>
                </a:path>
              </a:pathLst>
            </a:custGeom>
            <a:solidFill>
              <a:schemeClr val="accent4"/>
            </a:solidFill>
            <a:ln w="6350"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27E0A90-3DCB-171B-7D24-EEAF4840655A}"/>
                </a:ext>
              </a:extLst>
            </p:cNvPr>
            <p:cNvSpPr/>
            <p:nvPr/>
          </p:nvSpPr>
          <p:spPr>
            <a:xfrm>
              <a:off x="6496684" y="1004569"/>
              <a:ext cx="891540" cy="1182369"/>
            </a:xfrm>
            <a:custGeom>
              <a:avLst/>
              <a:gdLst>
                <a:gd name="connsiteX0" fmla="*/ 891540 w 891540"/>
                <a:gd name="connsiteY0" fmla="*/ 937260 h 1182369"/>
                <a:gd name="connsiteX1" fmla="*/ 749300 w 891540"/>
                <a:gd name="connsiteY1" fmla="*/ 937260 h 1182369"/>
                <a:gd name="connsiteX2" fmla="*/ 749300 w 891540"/>
                <a:gd name="connsiteY2" fmla="*/ 1182370 h 1182369"/>
                <a:gd name="connsiteX3" fmla="*/ 504825 w 891540"/>
                <a:gd name="connsiteY3" fmla="*/ 1182370 h 1182369"/>
                <a:gd name="connsiteX4" fmla="*/ 504825 w 891540"/>
                <a:gd name="connsiteY4" fmla="*/ 937260 h 1182369"/>
                <a:gd name="connsiteX5" fmla="*/ 0 w 891540"/>
                <a:gd name="connsiteY5" fmla="*/ 937260 h 1182369"/>
                <a:gd name="connsiteX6" fmla="*/ 0 w 891540"/>
                <a:gd name="connsiteY6" fmla="*/ 763270 h 1182369"/>
                <a:gd name="connsiteX7" fmla="*/ 518160 w 891540"/>
                <a:gd name="connsiteY7" fmla="*/ 0 h 1182369"/>
                <a:gd name="connsiteX8" fmla="*/ 748665 w 891540"/>
                <a:gd name="connsiteY8" fmla="*/ 0 h 1182369"/>
                <a:gd name="connsiteX9" fmla="*/ 748665 w 891540"/>
                <a:gd name="connsiteY9" fmla="*/ 742950 h 1182369"/>
                <a:gd name="connsiteX10" fmla="*/ 890905 w 891540"/>
                <a:gd name="connsiteY10" fmla="*/ 742950 h 1182369"/>
                <a:gd name="connsiteX11" fmla="*/ 890905 w 891540"/>
                <a:gd name="connsiteY11" fmla="*/ 937260 h 1182369"/>
                <a:gd name="connsiteX12" fmla="*/ 505460 w 891540"/>
                <a:gd name="connsiteY12" fmla="*/ 742950 h 1182369"/>
                <a:gd name="connsiteX13" fmla="*/ 505460 w 891540"/>
                <a:gd name="connsiteY13" fmla="*/ 542290 h 1182369"/>
                <a:gd name="connsiteX14" fmla="*/ 509270 w 891540"/>
                <a:gd name="connsiteY14" fmla="*/ 396875 h 1182369"/>
                <a:gd name="connsiteX15" fmla="*/ 515620 w 891540"/>
                <a:gd name="connsiteY15" fmla="*/ 286385 h 1182369"/>
                <a:gd name="connsiteX16" fmla="*/ 509270 w 891540"/>
                <a:gd name="connsiteY16" fmla="*/ 286385 h 1182369"/>
                <a:gd name="connsiteX17" fmla="*/ 437515 w 891540"/>
                <a:gd name="connsiteY17" fmla="*/ 415925 h 1182369"/>
                <a:gd name="connsiteX18" fmla="*/ 220980 w 891540"/>
                <a:gd name="connsiteY18" fmla="*/ 743585 h 1182369"/>
                <a:gd name="connsiteX19" fmla="*/ 505460 w 891540"/>
                <a:gd name="connsiteY19" fmla="*/ 743585 h 11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1540" h="1182369">
                  <a:moveTo>
                    <a:pt x="891540" y="937260"/>
                  </a:moveTo>
                  <a:lnTo>
                    <a:pt x="749300" y="937260"/>
                  </a:lnTo>
                  <a:lnTo>
                    <a:pt x="749300" y="1182370"/>
                  </a:lnTo>
                  <a:lnTo>
                    <a:pt x="504825" y="1182370"/>
                  </a:lnTo>
                  <a:lnTo>
                    <a:pt x="504825" y="937260"/>
                  </a:lnTo>
                  <a:lnTo>
                    <a:pt x="0" y="937260"/>
                  </a:lnTo>
                  <a:lnTo>
                    <a:pt x="0" y="763270"/>
                  </a:lnTo>
                  <a:lnTo>
                    <a:pt x="518160" y="0"/>
                  </a:lnTo>
                  <a:lnTo>
                    <a:pt x="748665" y="0"/>
                  </a:lnTo>
                  <a:lnTo>
                    <a:pt x="748665" y="742950"/>
                  </a:lnTo>
                  <a:lnTo>
                    <a:pt x="890905" y="742950"/>
                  </a:lnTo>
                  <a:lnTo>
                    <a:pt x="890905" y="937260"/>
                  </a:lnTo>
                  <a:close/>
                  <a:moveTo>
                    <a:pt x="505460" y="742950"/>
                  </a:moveTo>
                  <a:lnTo>
                    <a:pt x="505460" y="542290"/>
                  </a:lnTo>
                  <a:cubicBezTo>
                    <a:pt x="505460" y="508635"/>
                    <a:pt x="506730" y="460375"/>
                    <a:pt x="509270" y="396875"/>
                  </a:cubicBezTo>
                  <a:cubicBezTo>
                    <a:pt x="511810" y="333375"/>
                    <a:pt x="514350" y="296545"/>
                    <a:pt x="515620" y="286385"/>
                  </a:cubicBezTo>
                  <a:lnTo>
                    <a:pt x="509270" y="286385"/>
                  </a:lnTo>
                  <a:cubicBezTo>
                    <a:pt x="489585" y="330835"/>
                    <a:pt x="465455" y="374015"/>
                    <a:pt x="437515" y="415925"/>
                  </a:cubicBezTo>
                  <a:lnTo>
                    <a:pt x="220980" y="743585"/>
                  </a:lnTo>
                  <a:lnTo>
                    <a:pt x="505460" y="743585"/>
                  </a:lnTo>
                  <a:close/>
                </a:path>
              </a:pathLst>
            </a:custGeom>
            <a:solidFill>
              <a:schemeClr val="accent4"/>
            </a:solidFill>
            <a:ln w="6350" cap="flat">
              <a:noFill/>
              <a:prstDash val="solid"/>
              <a:miter/>
            </a:ln>
          </p:spPr>
          <p:txBody>
            <a:bodyPr rtlCol="0" anchor="ctr"/>
            <a:lstStyle/>
            <a:p>
              <a:endParaRPr lang="en-US"/>
            </a:p>
          </p:txBody>
        </p:sp>
      </p:grpSp>
      <p:grpSp>
        <p:nvGrpSpPr>
          <p:cNvPr id="5" name="Graphic 3">
            <a:extLst>
              <a:ext uri="{FF2B5EF4-FFF2-40B4-BE49-F238E27FC236}">
                <a16:creationId xmlns:a16="http://schemas.microsoft.com/office/drawing/2014/main" id="{6E3AB48E-0085-534B-757A-DC459E341BEB}"/>
              </a:ext>
            </a:extLst>
          </p:cNvPr>
          <p:cNvGrpSpPr/>
          <p:nvPr/>
        </p:nvGrpSpPr>
        <p:grpSpPr>
          <a:xfrm>
            <a:off x="3833982" y="1241011"/>
            <a:ext cx="1790700" cy="1515745"/>
            <a:chOff x="1739900" y="837564"/>
            <a:chExt cx="1790700" cy="1515745"/>
          </a:xfrm>
          <a:solidFill>
            <a:srgbClr val="FE2635"/>
          </a:solidFill>
        </p:grpSpPr>
        <p:sp>
          <p:nvSpPr>
            <p:cNvPr id="27" name="Freeform 26">
              <a:extLst>
                <a:ext uri="{FF2B5EF4-FFF2-40B4-BE49-F238E27FC236}">
                  <a16:creationId xmlns:a16="http://schemas.microsoft.com/office/drawing/2014/main" id="{69125D79-CA1E-339B-CE64-49070F47D38A}"/>
                </a:ext>
              </a:extLst>
            </p:cNvPr>
            <p:cNvSpPr/>
            <p:nvPr/>
          </p:nvSpPr>
          <p:spPr>
            <a:xfrm>
              <a:off x="1739900" y="1004569"/>
              <a:ext cx="586739" cy="1182369"/>
            </a:xfrm>
            <a:custGeom>
              <a:avLst/>
              <a:gdLst>
                <a:gd name="connsiteX0" fmla="*/ 586740 w 586739"/>
                <a:gd name="connsiteY0" fmla="*/ 0 h 1182369"/>
                <a:gd name="connsiteX1" fmla="*/ 381000 w 586739"/>
                <a:gd name="connsiteY1" fmla="*/ 0 h 1182369"/>
                <a:gd name="connsiteX2" fmla="*/ 0 w 586739"/>
                <a:gd name="connsiteY2" fmla="*/ 303530 h 1182369"/>
                <a:gd name="connsiteX3" fmla="*/ 120650 w 586739"/>
                <a:gd name="connsiteY3" fmla="*/ 454025 h 1182369"/>
                <a:gd name="connsiteX4" fmla="*/ 256540 w 586739"/>
                <a:gd name="connsiteY4" fmla="*/ 344805 h 1182369"/>
                <a:gd name="connsiteX5" fmla="*/ 342900 w 586739"/>
                <a:gd name="connsiteY5" fmla="*/ 262890 h 1182369"/>
                <a:gd name="connsiteX6" fmla="*/ 339090 w 586739"/>
                <a:gd name="connsiteY6" fmla="*/ 386080 h 1182369"/>
                <a:gd name="connsiteX7" fmla="*/ 336550 w 586739"/>
                <a:gd name="connsiteY7" fmla="*/ 498475 h 1182369"/>
                <a:gd name="connsiteX8" fmla="*/ 336550 w 586739"/>
                <a:gd name="connsiteY8" fmla="*/ 981075 h 1182369"/>
                <a:gd name="connsiteX9" fmla="*/ 336550 w 586739"/>
                <a:gd name="connsiteY9" fmla="*/ 1182370 h 1182369"/>
                <a:gd name="connsiteX10" fmla="*/ 586105 w 586739"/>
                <a:gd name="connsiteY10" fmla="*/ 1182370 h 1182369"/>
                <a:gd name="connsiteX11" fmla="*/ 586105 w 586739"/>
                <a:gd name="connsiteY11" fmla="*/ 0 h 11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6739" h="1182369">
                  <a:moveTo>
                    <a:pt x="586740" y="0"/>
                  </a:moveTo>
                  <a:lnTo>
                    <a:pt x="381000" y="0"/>
                  </a:lnTo>
                  <a:lnTo>
                    <a:pt x="0" y="303530"/>
                  </a:lnTo>
                  <a:lnTo>
                    <a:pt x="120650" y="454025"/>
                  </a:lnTo>
                  <a:lnTo>
                    <a:pt x="256540" y="344805"/>
                  </a:lnTo>
                  <a:cubicBezTo>
                    <a:pt x="272415" y="332105"/>
                    <a:pt x="301625" y="304800"/>
                    <a:pt x="342900" y="262890"/>
                  </a:cubicBezTo>
                  <a:lnTo>
                    <a:pt x="339090" y="386080"/>
                  </a:lnTo>
                  <a:lnTo>
                    <a:pt x="336550" y="498475"/>
                  </a:lnTo>
                  <a:lnTo>
                    <a:pt x="336550" y="981075"/>
                  </a:lnTo>
                  <a:lnTo>
                    <a:pt x="336550" y="1182370"/>
                  </a:lnTo>
                  <a:lnTo>
                    <a:pt x="586105" y="1182370"/>
                  </a:lnTo>
                  <a:lnTo>
                    <a:pt x="586105" y="0"/>
                  </a:lnTo>
                  <a:close/>
                </a:path>
              </a:pathLst>
            </a:custGeom>
            <a:solidFill>
              <a:schemeClr val="tx2"/>
            </a:solidFill>
            <a:ln w="635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B639B48-4143-627E-8FF7-CCFC2E740170}"/>
                </a:ext>
              </a:extLst>
            </p:cNvPr>
            <p:cNvSpPr/>
            <p:nvPr/>
          </p:nvSpPr>
          <p:spPr>
            <a:xfrm>
              <a:off x="2417445" y="837564"/>
              <a:ext cx="1113154" cy="1515745"/>
            </a:xfrm>
            <a:custGeom>
              <a:avLst/>
              <a:gdLst>
                <a:gd name="connsiteX0" fmla="*/ 355600 w 1113154"/>
                <a:gd name="connsiteY0" fmla="*/ 0 h 1515745"/>
                <a:gd name="connsiteX1" fmla="*/ 0 w 1113154"/>
                <a:gd name="connsiteY1" fmla="*/ 88900 h 1515745"/>
                <a:gd name="connsiteX2" fmla="*/ 0 w 1113154"/>
                <a:gd name="connsiteY2" fmla="*/ 1426845 h 1515745"/>
                <a:gd name="connsiteX3" fmla="*/ 355600 w 1113154"/>
                <a:gd name="connsiteY3" fmla="*/ 1515745 h 1515745"/>
                <a:gd name="connsiteX4" fmla="*/ 1113155 w 1113154"/>
                <a:gd name="connsiteY4" fmla="*/ 758190 h 1515745"/>
                <a:gd name="connsiteX5" fmla="*/ 355600 w 1113154"/>
                <a:gd name="connsiteY5" fmla="*/ 0 h 151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3154" h="1515745">
                  <a:moveTo>
                    <a:pt x="355600" y="0"/>
                  </a:moveTo>
                  <a:cubicBezTo>
                    <a:pt x="226695" y="0"/>
                    <a:pt x="106045" y="32385"/>
                    <a:pt x="0" y="88900"/>
                  </a:cubicBezTo>
                  <a:lnTo>
                    <a:pt x="0" y="1426845"/>
                  </a:lnTo>
                  <a:cubicBezTo>
                    <a:pt x="106045" y="1483360"/>
                    <a:pt x="227330" y="1515745"/>
                    <a:pt x="355600" y="1515745"/>
                  </a:cubicBezTo>
                  <a:cubicBezTo>
                    <a:pt x="774065" y="1515745"/>
                    <a:pt x="1113155" y="1176655"/>
                    <a:pt x="1113155" y="758190"/>
                  </a:cubicBezTo>
                  <a:cubicBezTo>
                    <a:pt x="1113155" y="339725"/>
                    <a:pt x="774065" y="0"/>
                    <a:pt x="355600" y="0"/>
                  </a:cubicBezTo>
                  <a:close/>
                </a:path>
              </a:pathLst>
            </a:custGeom>
            <a:solidFill>
              <a:schemeClr val="tx2"/>
            </a:solidFill>
            <a:ln w="6350" cap="flat">
              <a:noFill/>
              <a:prstDash val="solid"/>
              <a:miter/>
            </a:ln>
          </p:spPr>
          <p:txBody>
            <a:bodyPr rtlCol="0" anchor="ctr"/>
            <a:lstStyle/>
            <a:p>
              <a:endParaRPr lang="en-US"/>
            </a:p>
          </p:txBody>
        </p:sp>
      </p:grpSp>
      <p:grpSp>
        <p:nvGrpSpPr>
          <p:cNvPr id="6" name="Graphic 3">
            <a:extLst>
              <a:ext uri="{FF2B5EF4-FFF2-40B4-BE49-F238E27FC236}">
                <a16:creationId xmlns:a16="http://schemas.microsoft.com/office/drawing/2014/main" id="{71EBC95F-F550-B235-34B4-6B032B3ADFDE}"/>
              </a:ext>
            </a:extLst>
          </p:cNvPr>
          <p:cNvGrpSpPr/>
          <p:nvPr/>
        </p:nvGrpSpPr>
        <p:grpSpPr>
          <a:xfrm>
            <a:off x="3910817" y="3048222"/>
            <a:ext cx="1798319" cy="1515109"/>
            <a:chOff x="1816735" y="2644775"/>
            <a:chExt cx="1798319" cy="1515109"/>
          </a:xfrm>
          <a:solidFill>
            <a:srgbClr val="FFD000"/>
          </a:solidFill>
        </p:grpSpPr>
        <p:sp>
          <p:nvSpPr>
            <p:cNvPr id="25" name="Freeform 24">
              <a:extLst>
                <a:ext uri="{FF2B5EF4-FFF2-40B4-BE49-F238E27FC236}">
                  <a16:creationId xmlns:a16="http://schemas.microsoft.com/office/drawing/2014/main" id="{32E1E608-D702-FD8D-3490-B2846004544A}"/>
                </a:ext>
              </a:extLst>
            </p:cNvPr>
            <p:cNvSpPr/>
            <p:nvPr/>
          </p:nvSpPr>
          <p:spPr>
            <a:xfrm>
              <a:off x="2345054" y="2644775"/>
              <a:ext cx="1270000" cy="1515109"/>
            </a:xfrm>
            <a:custGeom>
              <a:avLst/>
              <a:gdLst>
                <a:gd name="connsiteX0" fmla="*/ 512445 w 1270000"/>
                <a:gd name="connsiteY0" fmla="*/ 0 h 1515109"/>
                <a:gd name="connsiteX1" fmla="*/ 106045 w 1270000"/>
                <a:gd name="connsiteY1" fmla="*/ 118110 h 1515109"/>
                <a:gd name="connsiteX2" fmla="*/ 120650 w 1270000"/>
                <a:gd name="connsiteY2" fmla="*/ 124460 h 1515109"/>
                <a:gd name="connsiteX3" fmla="*/ 287655 w 1270000"/>
                <a:gd name="connsiteY3" fmla="*/ 268605 h 1515109"/>
                <a:gd name="connsiteX4" fmla="*/ 348615 w 1270000"/>
                <a:gd name="connsiteY4" fmla="*/ 481965 h 1515109"/>
                <a:gd name="connsiteX5" fmla="*/ 313690 w 1270000"/>
                <a:gd name="connsiteY5" fmla="*/ 666750 h 1515109"/>
                <a:gd name="connsiteX6" fmla="*/ 212725 w 1270000"/>
                <a:gd name="connsiteY6" fmla="*/ 834390 h 1515109"/>
                <a:gd name="connsiteX7" fmla="*/ 0 w 1270000"/>
                <a:gd name="connsiteY7" fmla="*/ 1050290 h 1515109"/>
                <a:gd name="connsiteX8" fmla="*/ 381000 w 1270000"/>
                <a:gd name="connsiteY8" fmla="*/ 1050290 h 1515109"/>
                <a:gd name="connsiteX9" fmla="*/ 381000 w 1270000"/>
                <a:gd name="connsiteY9" fmla="*/ 1439545 h 1515109"/>
                <a:gd name="connsiteX10" fmla="*/ 181610 w 1270000"/>
                <a:gd name="connsiteY10" fmla="*/ 1439545 h 1515109"/>
                <a:gd name="connsiteX11" fmla="*/ 512445 w 1270000"/>
                <a:gd name="connsiteY11" fmla="*/ 1515110 h 1515109"/>
                <a:gd name="connsiteX12" fmla="*/ 1270000 w 1270000"/>
                <a:gd name="connsiteY12" fmla="*/ 757555 h 1515109"/>
                <a:gd name="connsiteX13" fmla="*/ 512445 w 1270000"/>
                <a:gd name="connsiteY13" fmla="*/ 0 h 1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0000" h="1515109">
                  <a:moveTo>
                    <a:pt x="512445" y="0"/>
                  </a:moveTo>
                  <a:cubicBezTo>
                    <a:pt x="363220" y="0"/>
                    <a:pt x="223520" y="43180"/>
                    <a:pt x="106045" y="118110"/>
                  </a:cubicBezTo>
                  <a:cubicBezTo>
                    <a:pt x="111125" y="120015"/>
                    <a:pt x="115570" y="121920"/>
                    <a:pt x="120650" y="124460"/>
                  </a:cubicBezTo>
                  <a:cubicBezTo>
                    <a:pt x="191770" y="158115"/>
                    <a:pt x="247650" y="207010"/>
                    <a:pt x="287655" y="268605"/>
                  </a:cubicBezTo>
                  <a:cubicBezTo>
                    <a:pt x="327660" y="331470"/>
                    <a:pt x="348615" y="403225"/>
                    <a:pt x="348615" y="481965"/>
                  </a:cubicBezTo>
                  <a:cubicBezTo>
                    <a:pt x="348615" y="546735"/>
                    <a:pt x="337185" y="608965"/>
                    <a:pt x="313690" y="666750"/>
                  </a:cubicBezTo>
                  <a:cubicBezTo>
                    <a:pt x="291465" y="721995"/>
                    <a:pt x="257810" y="778510"/>
                    <a:pt x="212725" y="834390"/>
                  </a:cubicBezTo>
                  <a:cubicBezTo>
                    <a:pt x="170815" y="887095"/>
                    <a:pt x="100965" y="957580"/>
                    <a:pt x="0" y="1050290"/>
                  </a:cubicBezTo>
                  <a:lnTo>
                    <a:pt x="381000" y="1050290"/>
                  </a:lnTo>
                  <a:lnTo>
                    <a:pt x="381000" y="1439545"/>
                  </a:lnTo>
                  <a:lnTo>
                    <a:pt x="181610" y="1439545"/>
                  </a:lnTo>
                  <a:cubicBezTo>
                    <a:pt x="281305" y="1487805"/>
                    <a:pt x="393700" y="1515110"/>
                    <a:pt x="512445" y="1515110"/>
                  </a:cubicBezTo>
                  <a:cubicBezTo>
                    <a:pt x="930910" y="1515110"/>
                    <a:pt x="1270000" y="1176020"/>
                    <a:pt x="1270000" y="757555"/>
                  </a:cubicBezTo>
                  <a:cubicBezTo>
                    <a:pt x="1270000" y="339725"/>
                    <a:pt x="930910" y="0"/>
                    <a:pt x="512445" y="0"/>
                  </a:cubicBezTo>
                  <a:close/>
                </a:path>
              </a:pathLst>
            </a:custGeom>
            <a:solidFill>
              <a:schemeClr val="accent2"/>
            </a:solidFill>
            <a:ln w="635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A4D6839-6C02-2E1E-A7EA-7B126B2800E3}"/>
                </a:ext>
              </a:extLst>
            </p:cNvPr>
            <p:cNvSpPr/>
            <p:nvPr/>
          </p:nvSpPr>
          <p:spPr>
            <a:xfrm>
              <a:off x="1816735" y="2811779"/>
              <a:ext cx="818514" cy="1182370"/>
            </a:xfrm>
            <a:custGeom>
              <a:avLst/>
              <a:gdLst>
                <a:gd name="connsiteX0" fmla="*/ 818515 w 818514"/>
                <a:gd name="connsiteY0" fmla="*/ 1182370 h 1182370"/>
                <a:gd name="connsiteX1" fmla="*/ 3810 w 818514"/>
                <a:gd name="connsiteY1" fmla="*/ 1182370 h 1182370"/>
                <a:gd name="connsiteX2" fmla="*/ 3810 w 818514"/>
                <a:gd name="connsiteY2" fmla="*/ 1010920 h 1182370"/>
                <a:gd name="connsiteX3" fmla="*/ 296545 w 818514"/>
                <a:gd name="connsiteY3" fmla="*/ 715010 h 1182370"/>
                <a:gd name="connsiteX4" fmla="*/ 466090 w 818514"/>
                <a:gd name="connsiteY4" fmla="*/ 530225 h 1182370"/>
                <a:gd name="connsiteX5" fmla="*/ 523240 w 818514"/>
                <a:gd name="connsiteY5" fmla="*/ 434975 h 1182370"/>
                <a:gd name="connsiteX6" fmla="*/ 541020 w 818514"/>
                <a:gd name="connsiteY6" fmla="*/ 344170 h 1182370"/>
                <a:gd name="connsiteX7" fmla="*/ 502285 w 818514"/>
                <a:gd name="connsiteY7" fmla="*/ 240030 h 1182370"/>
                <a:gd name="connsiteX8" fmla="*/ 398780 w 818514"/>
                <a:gd name="connsiteY8" fmla="*/ 205740 h 1182370"/>
                <a:gd name="connsiteX9" fmla="*/ 267335 w 818514"/>
                <a:gd name="connsiteY9" fmla="*/ 236855 h 1182370"/>
                <a:gd name="connsiteX10" fmla="*/ 133985 w 818514"/>
                <a:gd name="connsiteY10" fmla="*/ 325120 h 1182370"/>
                <a:gd name="connsiteX11" fmla="*/ 0 w 818514"/>
                <a:gd name="connsiteY11" fmla="*/ 166370 h 1182370"/>
                <a:gd name="connsiteX12" fmla="*/ 142875 w 818514"/>
                <a:gd name="connsiteY12" fmla="*/ 62865 h 1182370"/>
                <a:gd name="connsiteX13" fmla="*/ 266700 w 818514"/>
                <a:gd name="connsiteY13" fmla="*/ 16510 h 1182370"/>
                <a:gd name="connsiteX14" fmla="*/ 416560 w 818514"/>
                <a:gd name="connsiteY14" fmla="*/ 0 h 1182370"/>
                <a:gd name="connsiteX15" fmla="*/ 609600 w 818514"/>
                <a:gd name="connsiteY15" fmla="*/ 40005 h 1182370"/>
                <a:gd name="connsiteX16" fmla="*/ 739775 w 818514"/>
                <a:gd name="connsiteY16" fmla="*/ 151765 h 1182370"/>
                <a:gd name="connsiteX17" fmla="*/ 786130 w 818514"/>
                <a:gd name="connsiteY17" fmla="*/ 316230 h 1182370"/>
                <a:gd name="connsiteX18" fmla="*/ 757555 w 818514"/>
                <a:gd name="connsiteY18" fmla="*/ 467360 h 1182370"/>
                <a:gd name="connsiteX19" fmla="*/ 669925 w 818514"/>
                <a:gd name="connsiteY19" fmla="*/ 612140 h 1182370"/>
                <a:gd name="connsiteX20" fmla="*/ 460375 w 818514"/>
                <a:gd name="connsiteY20" fmla="*/ 823595 h 1182370"/>
                <a:gd name="connsiteX21" fmla="*/ 310515 w 818514"/>
                <a:gd name="connsiteY21" fmla="*/ 964565 h 1182370"/>
                <a:gd name="connsiteX22" fmla="*/ 310515 w 818514"/>
                <a:gd name="connsiteY22" fmla="*/ 975995 h 1182370"/>
                <a:gd name="connsiteX23" fmla="*/ 818515 w 818514"/>
                <a:gd name="connsiteY23" fmla="*/ 975995 h 1182370"/>
                <a:gd name="connsiteX24" fmla="*/ 818515 w 818514"/>
                <a:gd name="connsiteY24" fmla="*/ 1182370 h 118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18514" h="1182370">
                  <a:moveTo>
                    <a:pt x="818515" y="1182370"/>
                  </a:moveTo>
                  <a:lnTo>
                    <a:pt x="3810" y="1182370"/>
                  </a:lnTo>
                  <a:lnTo>
                    <a:pt x="3810" y="1010920"/>
                  </a:lnTo>
                  <a:lnTo>
                    <a:pt x="296545" y="715010"/>
                  </a:lnTo>
                  <a:cubicBezTo>
                    <a:pt x="382905" y="626110"/>
                    <a:pt x="440055" y="564515"/>
                    <a:pt x="466090" y="530225"/>
                  </a:cubicBezTo>
                  <a:cubicBezTo>
                    <a:pt x="492760" y="495935"/>
                    <a:pt x="511810" y="464185"/>
                    <a:pt x="523240" y="434975"/>
                  </a:cubicBezTo>
                  <a:cubicBezTo>
                    <a:pt x="534670" y="405765"/>
                    <a:pt x="541020" y="375285"/>
                    <a:pt x="541020" y="344170"/>
                  </a:cubicBezTo>
                  <a:cubicBezTo>
                    <a:pt x="541020" y="297180"/>
                    <a:pt x="528320" y="262890"/>
                    <a:pt x="502285" y="240030"/>
                  </a:cubicBezTo>
                  <a:cubicBezTo>
                    <a:pt x="476250" y="217170"/>
                    <a:pt x="441960" y="205740"/>
                    <a:pt x="398780" y="205740"/>
                  </a:cubicBezTo>
                  <a:cubicBezTo>
                    <a:pt x="353695" y="205740"/>
                    <a:pt x="309880" y="215900"/>
                    <a:pt x="267335" y="236855"/>
                  </a:cubicBezTo>
                  <a:cubicBezTo>
                    <a:pt x="224790" y="257810"/>
                    <a:pt x="180340" y="287020"/>
                    <a:pt x="133985" y="325120"/>
                  </a:cubicBezTo>
                  <a:lnTo>
                    <a:pt x="0" y="166370"/>
                  </a:lnTo>
                  <a:cubicBezTo>
                    <a:pt x="57150" y="117475"/>
                    <a:pt x="104775" y="83185"/>
                    <a:pt x="142875" y="62865"/>
                  </a:cubicBezTo>
                  <a:cubicBezTo>
                    <a:pt x="180340" y="42545"/>
                    <a:pt x="221615" y="27305"/>
                    <a:pt x="266700" y="16510"/>
                  </a:cubicBezTo>
                  <a:cubicBezTo>
                    <a:pt x="311150" y="5715"/>
                    <a:pt x="361315" y="0"/>
                    <a:pt x="416560" y="0"/>
                  </a:cubicBezTo>
                  <a:cubicBezTo>
                    <a:pt x="489585" y="0"/>
                    <a:pt x="553720" y="13335"/>
                    <a:pt x="609600" y="40005"/>
                  </a:cubicBezTo>
                  <a:cubicBezTo>
                    <a:pt x="665480" y="66675"/>
                    <a:pt x="708660" y="103505"/>
                    <a:pt x="739775" y="151765"/>
                  </a:cubicBezTo>
                  <a:cubicBezTo>
                    <a:pt x="770890" y="199390"/>
                    <a:pt x="786130" y="254635"/>
                    <a:pt x="786130" y="316230"/>
                  </a:cubicBezTo>
                  <a:cubicBezTo>
                    <a:pt x="786130" y="370205"/>
                    <a:pt x="776605" y="420370"/>
                    <a:pt x="757555" y="467360"/>
                  </a:cubicBezTo>
                  <a:cubicBezTo>
                    <a:pt x="738505" y="514350"/>
                    <a:pt x="709295" y="562610"/>
                    <a:pt x="669925" y="612140"/>
                  </a:cubicBezTo>
                  <a:cubicBezTo>
                    <a:pt x="630555" y="661670"/>
                    <a:pt x="560705" y="732155"/>
                    <a:pt x="460375" y="823595"/>
                  </a:cubicBezTo>
                  <a:lnTo>
                    <a:pt x="310515" y="964565"/>
                  </a:lnTo>
                  <a:lnTo>
                    <a:pt x="310515" y="975995"/>
                  </a:lnTo>
                  <a:lnTo>
                    <a:pt x="818515" y="975995"/>
                  </a:lnTo>
                  <a:lnTo>
                    <a:pt x="818515" y="1182370"/>
                  </a:lnTo>
                  <a:close/>
                </a:path>
              </a:pathLst>
            </a:custGeom>
            <a:solidFill>
              <a:schemeClr val="accent2"/>
            </a:solidFill>
            <a:ln w="6350" cap="flat">
              <a:noFill/>
              <a:prstDash val="solid"/>
              <a:miter/>
            </a:ln>
          </p:spPr>
          <p:txBody>
            <a:bodyPr rtlCol="0" anchor="ctr"/>
            <a:lstStyle/>
            <a:p>
              <a:endParaRPr lang="en-US"/>
            </a:p>
          </p:txBody>
        </p:sp>
      </p:grpSp>
      <p:grpSp>
        <p:nvGrpSpPr>
          <p:cNvPr id="7" name="Graphic 3">
            <a:extLst>
              <a:ext uri="{FF2B5EF4-FFF2-40B4-BE49-F238E27FC236}">
                <a16:creationId xmlns:a16="http://schemas.microsoft.com/office/drawing/2014/main" id="{9B6EA254-738D-F0DE-BDE3-DC5EC515958A}"/>
              </a:ext>
            </a:extLst>
          </p:cNvPr>
          <p:cNvGrpSpPr/>
          <p:nvPr/>
        </p:nvGrpSpPr>
        <p:grpSpPr>
          <a:xfrm>
            <a:off x="4014321" y="4870672"/>
            <a:ext cx="1742439" cy="1514475"/>
            <a:chOff x="1920239" y="4467225"/>
            <a:chExt cx="1742439" cy="1514475"/>
          </a:xfrm>
          <a:solidFill>
            <a:srgbClr val="00CEE8"/>
          </a:solidFill>
        </p:grpSpPr>
        <p:sp>
          <p:nvSpPr>
            <p:cNvPr id="14" name="Freeform 13">
              <a:extLst>
                <a:ext uri="{FF2B5EF4-FFF2-40B4-BE49-F238E27FC236}">
                  <a16:creationId xmlns:a16="http://schemas.microsoft.com/office/drawing/2014/main" id="{7C696BED-17B8-E64D-0B57-B20E5F6CD110}"/>
                </a:ext>
              </a:extLst>
            </p:cNvPr>
            <p:cNvSpPr/>
            <p:nvPr/>
          </p:nvSpPr>
          <p:spPr>
            <a:xfrm>
              <a:off x="2507614" y="4467225"/>
              <a:ext cx="1155064" cy="1514475"/>
            </a:xfrm>
            <a:custGeom>
              <a:avLst/>
              <a:gdLst>
                <a:gd name="connsiteX0" fmla="*/ 398145 w 1155064"/>
                <a:gd name="connsiteY0" fmla="*/ 0 h 1514475"/>
                <a:gd name="connsiteX1" fmla="*/ 8255 w 1155064"/>
                <a:gd name="connsiteY1" fmla="*/ 107950 h 1514475"/>
                <a:gd name="connsiteX2" fmla="*/ 123825 w 1155064"/>
                <a:gd name="connsiteY2" fmla="*/ 164465 h 1514475"/>
                <a:gd name="connsiteX3" fmla="*/ 266065 w 1155064"/>
                <a:gd name="connsiteY3" fmla="*/ 440055 h 1514475"/>
                <a:gd name="connsiteX4" fmla="*/ 178435 w 1155064"/>
                <a:gd name="connsiteY4" fmla="*/ 682625 h 1514475"/>
                <a:gd name="connsiteX5" fmla="*/ 150495 w 1155064"/>
                <a:gd name="connsiteY5" fmla="*/ 711835 h 1514475"/>
                <a:gd name="connsiteX6" fmla="*/ 199390 w 1155064"/>
                <a:gd name="connsiteY6" fmla="*/ 749935 h 1514475"/>
                <a:gd name="connsiteX7" fmla="*/ 299720 w 1155064"/>
                <a:gd name="connsiteY7" fmla="*/ 997585 h 1514475"/>
                <a:gd name="connsiteX8" fmla="*/ 143510 w 1155064"/>
                <a:gd name="connsiteY8" fmla="*/ 1327785 h 1514475"/>
                <a:gd name="connsiteX9" fmla="*/ 0 w 1155064"/>
                <a:gd name="connsiteY9" fmla="*/ 1402080 h 1514475"/>
                <a:gd name="connsiteX10" fmla="*/ 397510 w 1155064"/>
                <a:gd name="connsiteY10" fmla="*/ 1514475 h 1514475"/>
                <a:gd name="connsiteX11" fmla="*/ 1155065 w 1155064"/>
                <a:gd name="connsiteY11" fmla="*/ 756920 h 1514475"/>
                <a:gd name="connsiteX12" fmla="*/ 398145 w 1155064"/>
                <a:gd name="connsiteY12" fmla="*/ 0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64" h="1514475">
                  <a:moveTo>
                    <a:pt x="398145" y="0"/>
                  </a:moveTo>
                  <a:cubicBezTo>
                    <a:pt x="255905" y="0"/>
                    <a:pt x="122555" y="39370"/>
                    <a:pt x="8255" y="107950"/>
                  </a:cubicBezTo>
                  <a:cubicBezTo>
                    <a:pt x="50800" y="121920"/>
                    <a:pt x="89535" y="140970"/>
                    <a:pt x="123825" y="164465"/>
                  </a:cubicBezTo>
                  <a:cubicBezTo>
                    <a:pt x="217170" y="229870"/>
                    <a:pt x="266065" y="325120"/>
                    <a:pt x="266065" y="440055"/>
                  </a:cubicBezTo>
                  <a:cubicBezTo>
                    <a:pt x="266065" y="534035"/>
                    <a:pt x="236855" y="615950"/>
                    <a:pt x="178435" y="682625"/>
                  </a:cubicBezTo>
                  <a:cubicBezTo>
                    <a:pt x="169545" y="692785"/>
                    <a:pt x="160020" y="702310"/>
                    <a:pt x="150495" y="711835"/>
                  </a:cubicBezTo>
                  <a:cubicBezTo>
                    <a:pt x="168275" y="723265"/>
                    <a:pt x="184785" y="735965"/>
                    <a:pt x="199390" y="749935"/>
                  </a:cubicBezTo>
                  <a:cubicBezTo>
                    <a:pt x="266065" y="812165"/>
                    <a:pt x="299720" y="895985"/>
                    <a:pt x="299720" y="997585"/>
                  </a:cubicBezTo>
                  <a:cubicBezTo>
                    <a:pt x="299720" y="1137285"/>
                    <a:pt x="247015" y="1248410"/>
                    <a:pt x="143510" y="1327785"/>
                  </a:cubicBezTo>
                  <a:cubicBezTo>
                    <a:pt x="102870" y="1359535"/>
                    <a:pt x="54610" y="1384300"/>
                    <a:pt x="0" y="1402080"/>
                  </a:cubicBezTo>
                  <a:cubicBezTo>
                    <a:pt x="115570" y="1473200"/>
                    <a:pt x="251460" y="1514475"/>
                    <a:pt x="397510" y="1514475"/>
                  </a:cubicBezTo>
                  <a:cubicBezTo>
                    <a:pt x="815975" y="1514475"/>
                    <a:pt x="1155065" y="1175385"/>
                    <a:pt x="1155065" y="756920"/>
                  </a:cubicBezTo>
                  <a:cubicBezTo>
                    <a:pt x="1155065" y="338455"/>
                    <a:pt x="816610" y="0"/>
                    <a:pt x="398145" y="0"/>
                  </a:cubicBezTo>
                  <a:close/>
                </a:path>
              </a:pathLst>
            </a:custGeom>
            <a:solidFill>
              <a:schemeClr val="accent3"/>
            </a:solidFill>
            <a:ln w="6350"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66CE365C-5C42-6A5C-11E6-372FAEF65A66}"/>
                </a:ext>
              </a:extLst>
            </p:cNvPr>
            <p:cNvSpPr/>
            <p:nvPr/>
          </p:nvSpPr>
          <p:spPr>
            <a:xfrm>
              <a:off x="1920239" y="4634229"/>
              <a:ext cx="796289" cy="1182370"/>
            </a:xfrm>
            <a:custGeom>
              <a:avLst/>
              <a:gdLst>
                <a:gd name="connsiteX0" fmla="*/ 762635 w 796289"/>
                <a:gd name="connsiteY0" fmla="*/ 273050 h 1182370"/>
                <a:gd name="connsiteX1" fmla="*/ 697230 w 796289"/>
                <a:gd name="connsiteY1" fmla="*/ 456565 h 1182370"/>
                <a:gd name="connsiteX2" fmla="*/ 513715 w 796289"/>
                <a:gd name="connsiteY2" fmla="*/ 560705 h 1182370"/>
                <a:gd name="connsiteX3" fmla="*/ 513715 w 796289"/>
                <a:gd name="connsiteY3" fmla="*/ 565150 h 1182370"/>
                <a:gd name="connsiteX4" fmla="*/ 724535 w 796289"/>
                <a:gd name="connsiteY4" fmla="*/ 649605 h 1182370"/>
                <a:gd name="connsiteX5" fmla="*/ 796290 w 796289"/>
                <a:gd name="connsiteY5" fmla="*/ 831215 h 1182370"/>
                <a:gd name="connsiteX6" fmla="*/ 675640 w 796289"/>
                <a:gd name="connsiteY6" fmla="*/ 1089660 h 1182370"/>
                <a:gd name="connsiteX7" fmla="*/ 332105 w 796289"/>
                <a:gd name="connsiteY7" fmla="*/ 1182370 h 1182370"/>
                <a:gd name="connsiteX8" fmla="*/ 0 w 796289"/>
                <a:gd name="connsiteY8" fmla="*/ 1120140 h 1182370"/>
                <a:gd name="connsiteX9" fmla="*/ 0 w 796289"/>
                <a:gd name="connsiteY9" fmla="*/ 913130 h 1182370"/>
                <a:gd name="connsiteX10" fmla="*/ 147320 w 796289"/>
                <a:gd name="connsiteY10" fmla="*/ 968375 h 1182370"/>
                <a:gd name="connsiteX11" fmla="*/ 306070 w 796289"/>
                <a:gd name="connsiteY11" fmla="*/ 989330 h 1182370"/>
                <a:gd name="connsiteX12" fmla="*/ 483870 w 796289"/>
                <a:gd name="connsiteY12" fmla="*/ 948690 h 1182370"/>
                <a:gd name="connsiteX13" fmla="*/ 541020 w 796289"/>
                <a:gd name="connsiteY13" fmla="*/ 817245 h 1182370"/>
                <a:gd name="connsiteX14" fmla="*/ 474980 w 796289"/>
                <a:gd name="connsiteY14" fmla="*/ 702310 h 1182370"/>
                <a:gd name="connsiteX15" fmla="*/ 264160 w 796289"/>
                <a:gd name="connsiteY15" fmla="*/ 668655 h 1182370"/>
                <a:gd name="connsiteX16" fmla="*/ 177165 w 796289"/>
                <a:gd name="connsiteY16" fmla="*/ 668655 h 1182370"/>
                <a:gd name="connsiteX17" fmla="*/ 177165 w 796289"/>
                <a:gd name="connsiteY17" fmla="*/ 481965 h 1182370"/>
                <a:gd name="connsiteX18" fmla="*/ 266065 w 796289"/>
                <a:gd name="connsiteY18" fmla="*/ 481965 h 1182370"/>
                <a:gd name="connsiteX19" fmla="*/ 461645 w 796289"/>
                <a:gd name="connsiteY19" fmla="*/ 447040 h 1182370"/>
                <a:gd name="connsiteX20" fmla="*/ 523240 w 796289"/>
                <a:gd name="connsiteY20" fmla="*/ 327025 h 1182370"/>
                <a:gd name="connsiteX21" fmla="*/ 359410 w 796289"/>
                <a:gd name="connsiteY21" fmla="*/ 196215 h 1182370"/>
                <a:gd name="connsiteX22" fmla="*/ 244475 w 796289"/>
                <a:gd name="connsiteY22" fmla="*/ 215265 h 1182370"/>
                <a:gd name="connsiteX23" fmla="*/ 114300 w 796289"/>
                <a:gd name="connsiteY23" fmla="*/ 280670 h 1182370"/>
                <a:gd name="connsiteX24" fmla="*/ 1905 w 796289"/>
                <a:gd name="connsiteY24" fmla="*/ 113030 h 1182370"/>
                <a:gd name="connsiteX25" fmla="*/ 377190 w 796289"/>
                <a:gd name="connsiteY25" fmla="*/ 0 h 1182370"/>
                <a:gd name="connsiteX26" fmla="*/ 659130 w 796289"/>
                <a:gd name="connsiteY26" fmla="*/ 72390 h 1182370"/>
                <a:gd name="connsiteX27" fmla="*/ 762635 w 796289"/>
                <a:gd name="connsiteY27" fmla="*/ 273050 h 118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96289" h="1182370">
                  <a:moveTo>
                    <a:pt x="762635" y="273050"/>
                  </a:moveTo>
                  <a:cubicBezTo>
                    <a:pt x="762635" y="344805"/>
                    <a:pt x="741045" y="405765"/>
                    <a:pt x="697230" y="456565"/>
                  </a:cubicBezTo>
                  <a:cubicBezTo>
                    <a:pt x="653415" y="506730"/>
                    <a:pt x="592455" y="541655"/>
                    <a:pt x="513715" y="560705"/>
                  </a:cubicBezTo>
                  <a:lnTo>
                    <a:pt x="513715" y="565150"/>
                  </a:lnTo>
                  <a:cubicBezTo>
                    <a:pt x="606425" y="576580"/>
                    <a:pt x="676910" y="605155"/>
                    <a:pt x="724535" y="649605"/>
                  </a:cubicBezTo>
                  <a:cubicBezTo>
                    <a:pt x="772160" y="694690"/>
                    <a:pt x="796290" y="755015"/>
                    <a:pt x="796290" y="831215"/>
                  </a:cubicBezTo>
                  <a:cubicBezTo>
                    <a:pt x="796290" y="941705"/>
                    <a:pt x="756285" y="1028065"/>
                    <a:pt x="675640" y="1089660"/>
                  </a:cubicBezTo>
                  <a:cubicBezTo>
                    <a:pt x="595630" y="1151255"/>
                    <a:pt x="480695" y="1182370"/>
                    <a:pt x="332105" y="1182370"/>
                  </a:cubicBezTo>
                  <a:cubicBezTo>
                    <a:pt x="207010" y="1182370"/>
                    <a:pt x="96520" y="1161415"/>
                    <a:pt x="0" y="1120140"/>
                  </a:cubicBezTo>
                  <a:lnTo>
                    <a:pt x="0" y="913130"/>
                  </a:lnTo>
                  <a:cubicBezTo>
                    <a:pt x="44450" y="935990"/>
                    <a:pt x="93345" y="953770"/>
                    <a:pt x="147320" y="968375"/>
                  </a:cubicBezTo>
                  <a:cubicBezTo>
                    <a:pt x="200660" y="982345"/>
                    <a:pt x="254000" y="989330"/>
                    <a:pt x="306070" y="989330"/>
                  </a:cubicBezTo>
                  <a:cubicBezTo>
                    <a:pt x="386080" y="989330"/>
                    <a:pt x="445770" y="975995"/>
                    <a:pt x="483870" y="948690"/>
                  </a:cubicBezTo>
                  <a:cubicBezTo>
                    <a:pt x="521970" y="921385"/>
                    <a:pt x="541020" y="877570"/>
                    <a:pt x="541020" y="817245"/>
                  </a:cubicBezTo>
                  <a:cubicBezTo>
                    <a:pt x="541020" y="763270"/>
                    <a:pt x="518795" y="725170"/>
                    <a:pt x="474980" y="702310"/>
                  </a:cubicBezTo>
                  <a:cubicBezTo>
                    <a:pt x="431165" y="680085"/>
                    <a:pt x="360680" y="668655"/>
                    <a:pt x="264160" y="668655"/>
                  </a:cubicBezTo>
                  <a:lnTo>
                    <a:pt x="177165" y="668655"/>
                  </a:lnTo>
                  <a:lnTo>
                    <a:pt x="177165" y="481965"/>
                  </a:lnTo>
                  <a:lnTo>
                    <a:pt x="266065" y="481965"/>
                  </a:lnTo>
                  <a:cubicBezTo>
                    <a:pt x="354965" y="481965"/>
                    <a:pt x="420370" y="470535"/>
                    <a:pt x="461645" y="447040"/>
                  </a:cubicBezTo>
                  <a:cubicBezTo>
                    <a:pt x="502920" y="423545"/>
                    <a:pt x="523240" y="383540"/>
                    <a:pt x="523240" y="327025"/>
                  </a:cubicBezTo>
                  <a:cubicBezTo>
                    <a:pt x="523240" y="240030"/>
                    <a:pt x="468630" y="196215"/>
                    <a:pt x="359410" y="196215"/>
                  </a:cubicBezTo>
                  <a:cubicBezTo>
                    <a:pt x="321945" y="196215"/>
                    <a:pt x="283210" y="202565"/>
                    <a:pt x="244475" y="215265"/>
                  </a:cubicBezTo>
                  <a:cubicBezTo>
                    <a:pt x="205105" y="227965"/>
                    <a:pt x="161925" y="249555"/>
                    <a:pt x="114300" y="280670"/>
                  </a:cubicBezTo>
                  <a:lnTo>
                    <a:pt x="1905" y="113030"/>
                  </a:lnTo>
                  <a:cubicBezTo>
                    <a:pt x="106680" y="37465"/>
                    <a:pt x="231775" y="0"/>
                    <a:pt x="377190" y="0"/>
                  </a:cubicBezTo>
                  <a:cubicBezTo>
                    <a:pt x="495935" y="0"/>
                    <a:pt x="589915" y="24130"/>
                    <a:pt x="659130" y="72390"/>
                  </a:cubicBezTo>
                  <a:cubicBezTo>
                    <a:pt x="728345" y="120015"/>
                    <a:pt x="762635" y="187325"/>
                    <a:pt x="762635" y="273050"/>
                  </a:cubicBezTo>
                  <a:close/>
                </a:path>
              </a:pathLst>
            </a:custGeom>
            <a:solidFill>
              <a:schemeClr val="accent3"/>
            </a:solidFill>
            <a:ln w="6350" cap="flat">
              <a:noFill/>
              <a:prstDash val="solid"/>
              <a:miter/>
            </a:ln>
          </p:spPr>
          <p:txBody>
            <a:bodyPr rtlCol="0" anchor="ctr"/>
            <a:lstStyle/>
            <a:p>
              <a:endParaRPr lang="en-US"/>
            </a:p>
          </p:txBody>
        </p:sp>
      </p:grpSp>
      <p:grpSp>
        <p:nvGrpSpPr>
          <p:cNvPr id="8" name="Graphic 3">
            <a:extLst>
              <a:ext uri="{FF2B5EF4-FFF2-40B4-BE49-F238E27FC236}">
                <a16:creationId xmlns:a16="http://schemas.microsoft.com/office/drawing/2014/main" id="{D1491AEA-6DEB-F980-3828-D5A7B063673A}"/>
              </a:ext>
            </a:extLst>
          </p:cNvPr>
          <p:cNvGrpSpPr/>
          <p:nvPr/>
        </p:nvGrpSpPr>
        <p:grpSpPr>
          <a:xfrm>
            <a:off x="8054333" y="3932858"/>
            <a:ext cx="1727834" cy="1515745"/>
            <a:chOff x="6600825" y="2644775"/>
            <a:chExt cx="1727834" cy="1515745"/>
          </a:xfrm>
          <a:solidFill>
            <a:srgbClr val="065381"/>
          </a:solidFill>
        </p:grpSpPr>
        <p:sp>
          <p:nvSpPr>
            <p:cNvPr id="12" name="Freeform 11">
              <a:extLst>
                <a:ext uri="{FF2B5EF4-FFF2-40B4-BE49-F238E27FC236}">
                  <a16:creationId xmlns:a16="http://schemas.microsoft.com/office/drawing/2014/main" id="{E1374B99-4B8D-053F-A92B-6FF1335D9401}"/>
                </a:ext>
              </a:extLst>
            </p:cNvPr>
            <p:cNvSpPr/>
            <p:nvPr/>
          </p:nvSpPr>
          <p:spPr>
            <a:xfrm>
              <a:off x="6963409" y="2644775"/>
              <a:ext cx="1365250" cy="1515745"/>
            </a:xfrm>
            <a:custGeom>
              <a:avLst/>
              <a:gdLst>
                <a:gd name="connsiteX0" fmla="*/ 608330 w 1365250"/>
                <a:gd name="connsiteY0" fmla="*/ 0 h 1515745"/>
                <a:gd name="connsiteX1" fmla="*/ 277495 w 1365250"/>
                <a:gd name="connsiteY1" fmla="*/ 75565 h 1515745"/>
                <a:gd name="connsiteX2" fmla="*/ 427990 w 1365250"/>
                <a:gd name="connsiteY2" fmla="*/ 75565 h 1515745"/>
                <a:gd name="connsiteX3" fmla="*/ 427990 w 1365250"/>
                <a:gd name="connsiteY3" fmla="*/ 466725 h 1515745"/>
                <a:gd name="connsiteX4" fmla="*/ 3175 w 1365250"/>
                <a:gd name="connsiteY4" fmla="*/ 466725 h 1515745"/>
                <a:gd name="connsiteX5" fmla="*/ 0 w 1365250"/>
                <a:gd name="connsiteY5" fmla="*/ 498475 h 1515745"/>
                <a:gd name="connsiteX6" fmla="*/ 46990 w 1365250"/>
                <a:gd name="connsiteY6" fmla="*/ 497205 h 1515745"/>
                <a:gd name="connsiteX7" fmla="*/ 379095 w 1365250"/>
                <a:gd name="connsiteY7" fmla="*/ 617220 h 1515745"/>
                <a:gd name="connsiteX8" fmla="*/ 507365 w 1365250"/>
                <a:gd name="connsiteY8" fmla="*/ 942975 h 1515745"/>
                <a:gd name="connsiteX9" fmla="*/ 355600 w 1365250"/>
                <a:gd name="connsiteY9" fmla="*/ 1311910 h 1515745"/>
                <a:gd name="connsiteX10" fmla="*/ 205105 w 1365250"/>
                <a:gd name="connsiteY10" fmla="*/ 1399540 h 1515745"/>
                <a:gd name="connsiteX11" fmla="*/ 607695 w 1365250"/>
                <a:gd name="connsiteY11" fmla="*/ 1515745 h 1515745"/>
                <a:gd name="connsiteX12" fmla="*/ 1365250 w 1365250"/>
                <a:gd name="connsiteY12" fmla="*/ 758190 h 1515745"/>
                <a:gd name="connsiteX13" fmla="*/ 608330 w 1365250"/>
                <a:gd name="connsiteY13" fmla="*/ 0 h 151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5250" h="1515745">
                  <a:moveTo>
                    <a:pt x="608330" y="0"/>
                  </a:moveTo>
                  <a:cubicBezTo>
                    <a:pt x="489585" y="0"/>
                    <a:pt x="377825" y="27305"/>
                    <a:pt x="277495" y="75565"/>
                  </a:cubicBezTo>
                  <a:lnTo>
                    <a:pt x="427990" y="75565"/>
                  </a:lnTo>
                  <a:lnTo>
                    <a:pt x="427990" y="466725"/>
                  </a:lnTo>
                  <a:lnTo>
                    <a:pt x="3175" y="466725"/>
                  </a:lnTo>
                  <a:lnTo>
                    <a:pt x="0" y="498475"/>
                  </a:lnTo>
                  <a:cubicBezTo>
                    <a:pt x="14605" y="497840"/>
                    <a:pt x="30480" y="497205"/>
                    <a:pt x="46990" y="497205"/>
                  </a:cubicBezTo>
                  <a:cubicBezTo>
                    <a:pt x="183515" y="497205"/>
                    <a:pt x="294640" y="537845"/>
                    <a:pt x="379095" y="617220"/>
                  </a:cubicBezTo>
                  <a:cubicBezTo>
                    <a:pt x="464185" y="697865"/>
                    <a:pt x="507365" y="807720"/>
                    <a:pt x="507365" y="942975"/>
                  </a:cubicBezTo>
                  <a:cubicBezTo>
                    <a:pt x="507365" y="1099820"/>
                    <a:pt x="456565" y="1224280"/>
                    <a:pt x="355600" y="1311910"/>
                  </a:cubicBezTo>
                  <a:cubicBezTo>
                    <a:pt x="313055" y="1349375"/>
                    <a:pt x="262255" y="1378585"/>
                    <a:pt x="205105" y="1399540"/>
                  </a:cubicBezTo>
                  <a:cubicBezTo>
                    <a:pt x="321945" y="1473200"/>
                    <a:pt x="459740" y="1515745"/>
                    <a:pt x="607695" y="1515745"/>
                  </a:cubicBezTo>
                  <a:cubicBezTo>
                    <a:pt x="1026160" y="1515745"/>
                    <a:pt x="1365250" y="1176655"/>
                    <a:pt x="1365250" y="758190"/>
                  </a:cubicBezTo>
                  <a:cubicBezTo>
                    <a:pt x="1365885" y="339725"/>
                    <a:pt x="1026795" y="0"/>
                    <a:pt x="608330" y="0"/>
                  </a:cubicBezTo>
                  <a:close/>
                </a:path>
              </a:pathLst>
            </a:custGeom>
            <a:solidFill>
              <a:schemeClr val="accent5"/>
            </a:solidFill>
            <a:ln w="635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33B5887D-2C29-F3A7-0CFB-4687EC854FA6}"/>
                </a:ext>
              </a:extLst>
            </p:cNvPr>
            <p:cNvSpPr/>
            <p:nvPr/>
          </p:nvSpPr>
          <p:spPr>
            <a:xfrm>
              <a:off x="6600825" y="2811779"/>
              <a:ext cx="779780" cy="1182370"/>
            </a:xfrm>
            <a:custGeom>
              <a:avLst/>
              <a:gdLst>
                <a:gd name="connsiteX0" fmla="*/ 410210 w 779780"/>
                <a:gd name="connsiteY0" fmla="*/ 421005 h 1182370"/>
                <a:gd name="connsiteX1" fmla="*/ 679450 w 779780"/>
                <a:gd name="connsiteY1" fmla="*/ 515620 h 1182370"/>
                <a:gd name="connsiteX2" fmla="*/ 779780 w 779780"/>
                <a:gd name="connsiteY2" fmla="*/ 775970 h 1182370"/>
                <a:gd name="connsiteX3" fmla="*/ 659130 w 779780"/>
                <a:gd name="connsiteY3" fmla="*/ 1076960 h 1182370"/>
                <a:gd name="connsiteX4" fmla="*/ 314325 w 779780"/>
                <a:gd name="connsiteY4" fmla="*/ 1182370 h 1182370"/>
                <a:gd name="connsiteX5" fmla="*/ 0 w 779780"/>
                <a:gd name="connsiteY5" fmla="*/ 1119505 h 1182370"/>
                <a:gd name="connsiteX6" fmla="*/ 0 w 779780"/>
                <a:gd name="connsiteY6" fmla="*/ 906780 h 1182370"/>
                <a:gd name="connsiteX7" fmla="*/ 146685 w 779780"/>
                <a:gd name="connsiteY7" fmla="*/ 961390 h 1182370"/>
                <a:gd name="connsiteX8" fmla="*/ 305435 w 779780"/>
                <a:gd name="connsiteY8" fmla="*/ 982345 h 1182370"/>
                <a:gd name="connsiteX9" fmla="*/ 531495 w 779780"/>
                <a:gd name="connsiteY9" fmla="*/ 797560 h 1182370"/>
                <a:gd name="connsiteX10" fmla="*/ 297815 w 779780"/>
                <a:gd name="connsiteY10" fmla="*/ 621030 h 1182370"/>
                <a:gd name="connsiteX11" fmla="*/ 204470 w 779780"/>
                <a:gd name="connsiteY11" fmla="*/ 629285 h 1182370"/>
                <a:gd name="connsiteX12" fmla="*/ 121285 w 779780"/>
                <a:gd name="connsiteY12" fmla="*/ 647065 h 1182370"/>
                <a:gd name="connsiteX13" fmla="*/ 22860 w 779780"/>
                <a:gd name="connsiteY13" fmla="*/ 594360 h 1182370"/>
                <a:gd name="connsiteX14" fmla="*/ 66675 w 779780"/>
                <a:gd name="connsiteY14" fmla="*/ 0 h 1182370"/>
                <a:gd name="connsiteX15" fmla="*/ 699135 w 779780"/>
                <a:gd name="connsiteY15" fmla="*/ 0 h 1182370"/>
                <a:gd name="connsiteX16" fmla="*/ 699135 w 779780"/>
                <a:gd name="connsiteY16" fmla="*/ 208915 h 1182370"/>
                <a:gd name="connsiteX17" fmla="*/ 282575 w 779780"/>
                <a:gd name="connsiteY17" fmla="*/ 208915 h 1182370"/>
                <a:gd name="connsiteX18" fmla="*/ 260985 w 779780"/>
                <a:gd name="connsiteY18" fmla="*/ 438150 h 1182370"/>
                <a:gd name="connsiteX19" fmla="*/ 288925 w 779780"/>
                <a:gd name="connsiteY19" fmla="*/ 432435 h 1182370"/>
                <a:gd name="connsiteX20" fmla="*/ 410210 w 779780"/>
                <a:gd name="connsiteY20" fmla="*/ 421005 h 118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79780" h="1182370">
                  <a:moveTo>
                    <a:pt x="410210" y="421005"/>
                  </a:moveTo>
                  <a:cubicBezTo>
                    <a:pt x="523240" y="421005"/>
                    <a:pt x="612775" y="452755"/>
                    <a:pt x="679450" y="515620"/>
                  </a:cubicBezTo>
                  <a:cubicBezTo>
                    <a:pt x="746125" y="579120"/>
                    <a:pt x="779780" y="665480"/>
                    <a:pt x="779780" y="775970"/>
                  </a:cubicBezTo>
                  <a:cubicBezTo>
                    <a:pt x="779780" y="906145"/>
                    <a:pt x="739775" y="1006475"/>
                    <a:pt x="659130" y="1076960"/>
                  </a:cubicBezTo>
                  <a:cubicBezTo>
                    <a:pt x="579120" y="1147445"/>
                    <a:pt x="464185" y="1182370"/>
                    <a:pt x="314325" y="1182370"/>
                  </a:cubicBezTo>
                  <a:cubicBezTo>
                    <a:pt x="184785" y="1182370"/>
                    <a:pt x="80010" y="1161415"/>
                    <a:pt x="0" y="1119505"/>
                  </a:cubicBezTo>
                  <a:lnTo>
                    <a:pt x="0" y="906780"/>
                  </a:lnTo>
                  <a:cubicBezTo>
                    <a:pt x="41910" y="929005"/>
                    <a:pt x="90805" y="947420"/>
                    <a:pt x="146685" y="961390"/>
                  </a:cubicBezTo>
                  <a:cubicBezTo>
                    <a:pt x="202565" y="975360"/>
                    <a:pt x="255270" y="982345"/>
                    <a:pt x="305435" y="982345"/>
                  </a:cubicBezTo>
                  <a:cubicBezTo>
                    <a:pt x="455930" y="982345"/>
                    <a:pt x="531495" y="920750"/>
                    <a:pt x="531495" y="797560"/>
                  </a:cubicBezTo>
                  <a:cubicBezTo>
                    <a:pt x="531495" y="680085"/>
                    <a:pt x="453390" y="621030"/>
                    <a:pt x="297815" y="621030"/>
                  </a:cubicBezTo>
                  <a:cubicBezTo>
                    <a:pt x="269875" y="621030"/>
                    <a:pt x="238760" y="623570"/>
                    <a:pt x="204470" y="629285"/>
                  </a:cubicBezTo>
                  <a:cubicBezTo>
                    <a:pt x="170180" y="635000"/>
                    <a:pt x="142875" y="640715"/>
                    <a:pt x="121285" y="647065"/>
                  </a:cubicBezTo>
                  <a:lnTo>
                    <a:pt x="22860" y="594360"/>
                  </a:lnTo>
                  <a:lnTo>
                    <a:pt x="66675" y="0"/>
                  </a:lnTo>
                  <a:lnTo>
                    <a:pt x="699135" y="0"/>
                  </a:lnTo>
                  <a:lnTo>
                    <a:pt x="699135" y="208915"/>
                  </a:lnTo>
                  <a:lnTo>
                    <a:pt x="282575" y="208915"/>
                  </a:lnTo>
                  <a:lnTo>
                    <a:pt x="260985" y="438150"/>
                  </a:lnTo>
                  <a:lnTo>
                    <a:pt x="288925" y="432435"/>
                  </a:lnTo>
                  <a:cubicBezTo>
                    <a:pt x="321945" y="424815"/>
                    <a:pt x="361950" y="421005"/>
                    <a:pt x="410210" y="421005"/>
                  </a:cubicBezTo>
                  <a:close/>
                </a:path>
              </a:pathLst>
            </a:custGeom>
            <a:solidFill>
              <a:schemeClr val="accent5"/>
            </a:solidFill>
            <a:ln w="6350" cap="flat">
              <a:noFill/>
              <a:prstDash val="solid"/>
              <a:miter/>
            </a:ln>
          </p:spPr>
          <p:txBody>
            <a:bodyPr rtlCol="0" anchor="ctr"/>
            <a:lstStyle/>
            <a:p>
              <a:endParaRPr lang="en-US"/>
            </a:p>
          </p:txBody>
        </p:sp>
      </p:grpSp>
      <p:sp>
        <p:nvSpPr>
          <p:cNvPr id="39" name="TextBox 956">
            <a:extLst>
              <a:ext uri="{FF2B5EF4-FFF2-40B4-BE49-F238E27FC236}">
                <a16:creationId xmlns:a16="http://schemas.microsoft.com/office/drawing/2014/main" id="{7D510238-D278-C99E-375C-EF4D44E0D4C4}"/>
              </a:ext>
            </a:extLst>
          </p:cNvPr>
          <p:cNvSpPr txBox="1">
            <a:spLocks noChangeArrowheads="1"/>
          </p:cNvSpPr>
          <p:nvPr/>
        </p:nvSpPr>
        <p:spPr bwMode="auto">
          <a:xfrm>
            <a:off x="5624681" y="1362804"/>
            <a:ext cx="21925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1600" b="1" i="1" dirty="0">
                <a:solidFill>
                  <a:schemeClr val="tx2"/>
                </a:solidFill>
                <a:latin typeface="Montserrat Black" pitchFamily="2" charset="77"/>
                <a:cs typeface="Open Sans" panose="020B0606030504020204" pitchFamily="34" charset="0"/>
              </a:rPr>
              <a:t>Finiteness</a:t>
            </a:r>
          </a:p>
          <a:p>
            <a:pPr eaLnBrk="1" hangingPunct="1"/>
            <a:r>
              <a:rPr lang="en-US" altLang="ru-RU" sz="1200" b="1" i="1" dirty="0">
                <a:solidFill>
                  <a:schemeClr val="tx2"/>
                </a:solidFill>
                <a:latin typeface="Montserrat Black" pitchFamily="2" charset="77"/>
                <a:cs typeface="Open Sans" panose="020B0606030504020204" pitchFamily="34" charset="0"/>
              </a:rPr>
              <a:t>means  an  algorithm  must  terminate  after  a  finite  number  of  steps.</a:t>
            </a:r>
          </a:p>
        </p:txBody>
      </p:sp>
      <p:sp>
        <p:nvSpPr>
          <p:cNvPr id="51" name="Rectangle 50">
            <a:extLst>
              <a:ext uri="{FF2B5EF4-FFF2-40B4-BE49-F238E27FC236}">
                <a16:creationId xmlns:a16="http://schemas.microsoft.com/office/drawing/2014/main" id="{2EF77B0E-0033-6448-FD3D-32CF149D3B0C}"/>
              </a:ext>
            </a:extLst>
          </p:cNvPr>
          <p:cNvSpPr/>
          <p:nvPr/>
        </p:nvSpPr>
        <p:spPr>
          <a:xfrm>
            <a:off x="5615998" y="754603"/>
            <a:ext cx="4728076" cy="16795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416D4F98-A239-222F-4686-000ABA68D9B9}"/>
              </a:ext>
            </a:extLst>
          </p:cNvPr>
          <p:cNvSpPr txBox="1"/>
          <p:nvPr/>
        </p:nvSpPr>
        <p:spPr>
          <a:xfrm>
            <a:off x="4511527" y="292938"/>
            <a:ext cx="7235785" cy="461665"/>
          </a:xfrm>
          <a:prstGeom prst="rect">
            <a:avLst/>
          </a:prstGeom>
          <a:noFill/>
        </p:spPr>
        <p:txBody>
          <a:bodyPr wrap="square" rtlCol="0">
            <a:spAutoFit/>
          </a:bodyPr>
          <a:lstStyle/>
          <a:p>
            <a:pPr algn="ctr"/>
            <a:r>
              <a:rPr lang="en-US" sz="2400" b="1" i="1" dirty="0">
                <a:solidFill>
                  <a:schemeClr val="accent5"/>
                </a:solidFill>
                <a:latin typeface="Montserrat Black" pitchFamily="2" charset="77"/>
              </a:rPr>
              <a:t>Five  Important  Properties of Algorithm</a:t>
            </a:r>
          </a:p>
        </p:txBody>
      </p:sp>
      <p:sp>
        <p:nvSpPr>
          <p:cNvPr id="3" name="TextBox 956">
            <a:extLst>
              <a:ext uri="{FF2B5EF4-FFF2-40B4-BE49-F238E27FC236}">
                <a16:creationId xmlns:a16="http://schemas.microsoft.com/office/drawing/2014/main" id="{1AD891D2-1308-0001-5F80-FBA15FC31014}"/>
              </a:ext>
            </a:extLst>
          </p:cNvPr>
          <p:cNvSpPr txBox="1">
            <a:spLocks noChangeArrowheads="1"/>
          </p:cNvSpPr>
          <p:nvPr/>
        </p:nvSpPr>
        <p:spPr bwMode="auto">
          <a:xfrm>
            <a:off x="5733407" y="3150314"/>
            <a:ext cx="2192514"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1600" b="1" i="1" dirty="0">
                <a:solidFill>
                  <a:schemeClr val="tx2"/>
                </a:solidFill>
                <a:latin typeface="Montserrat Black" pitchFamily="2" charset="77"/>
                <a:cs typeface="Open Sans" panose="020B0606030504020204" pitchFamily="34" charset="0"/>
              </a:rPr>
              <a:t>Definiteness</a:t>
            </a:r>
            <a:r>
              <a:rPr lang="en-US" altLang="ru-RU" sz="1200" b="1" i="1" dirty="0">
                <a:solidFill>
                  <a:schemeClr val="tx2"/>
                </a:solidFill>
                <a:latin typeface="Montserrat Black" pitchFamily="2" charset="77"/>
                <a:cs typeface="Open Sans" panose="020B0606030504020204" pitchFamily="34" charset="0"/>
              </a:rPr>
              <a:t> </a:t>
            </a:r>
          </a:p>
          <a:p>
            <a:pPr eaLnBrk="1" hangingPunct="1"/>
            <a:r>
              <a:rPr lang="en-US" altLang="ru-RU" sz="1200" b="1" i="1" dirty="0">
                <a:solidFill>
                  <a:schemeClr val="tx2"/>
                </a:solidFill>
                <a:latin typeface="Montserrat Black" pitchFamily="2" charset="77"/>
                <a:cs typeface="Open Sans" panose="020B0606030504020204" pitchFamily="34" charset="0"/>
              </a:rPr>
              <a:t>is ensured if every step of an algorithm is precisely defined.</a:t>
            </a:r>
          </a:p>
        </p:txBody>
      </p:sp>
      <p:sp>
        <p:nvSpPr>
          <p:cNvPr id="31" name="TextBox 956">
            <a:extLst>
              <a:ext uri="{FF2B5EF4-FFF2-40B4-BE49-F238E27FC236}">
                <a16:creationId xmlns:a16="http://schemas.microsoft.com/office/drawing/2014/main" id="{0CEEE20A-97AF-31F0-FD13-838DF4866A65}"/>
              </a:ext>
            </a:extLst>
          </p:cNvPr>
          <p:cNvSpPr txBox="1">
            <a:spLocks noChangeArrowheads="1"/>
          </p:cNvSpPr>
          <p:nvPr/>
        </p:nvSpPr>
        <p:spPr bwMode="auto">
          <a:xfrm>
            <a:off x="5734588" y="5016998"/>
            <a:ext cx="21925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1600" b="1" i="1" dirty="0">
                <a:solidFill>
                  <a:schemeClr val="tx2"/>
                </a:solidFill>
                <a:latin typeface="Montserrat Black" pitchFamily="2" charset="77"/>
                <a:cs typeface="Open Sans" panose="020B0606030504020204" pitchFamily="34" charset="0"/>
              </a:rPr>
              <a:t>Input </a:t>
            </a:r>
          </a:p>
          <a:p>
            <a:pPr eaLnBrk="1" hangingPunct="1"/>
            <a:r>
              <a:rPr lang="en-US" altLang="ru-RU" sz="1200" b="1" i="1" dirty="0">
                <a:solidFill>
                  <a:schemeClr val="tx2"/>
                </a:solidFill>
                <a:latin typeface="Montserrat Black" pitchFamily="2" charset="77"/>
                <a:cs typeface="Open Sans" panose="020B0606030504020204" pitchFamily="34" charset="0"/>
              </a:rPr>
              <a:t>is  the domain of  the algorithm which could be zero or  more quantities. </a:t>
            </a:r>
          </a:p>
        </p:txBody>
      </p:sp>
      <p:sp>
        <p:nvSpPr>
          <p:cNvPr id="53" name="TextBox 956">
            <a:extLst>
              <a:ext uri="{FF2B5EF4-FFF2-40B4-BE49-F238E27FC236}">
                <a16:creationId xmlns:a16="http://schemas.microsoft.com/office/drawing/2014/main" id="{6C89838C-04B6-F05D-6C57-5136C20E4802}"/>
              </a:ext>
            </a:extLst>
          </p:cNvPr>
          <p:cNvSpPr txBox="1">
            <a:spLocks noChangeArrowheads="1"/>
          </p:cNvSpPr>
          <p:nvPr/>
        </p:nvSpPr>
        <p:spPr bwMode="auto">
          <a:xfrm>
            <a:off x="9840533" y="2571671"/>
            <a:ext cx="2192514"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1600" b="1" i="1" dirty="0">
                <a:solidFill>
                  <a:schemeClr val="tx2"/>
                </a:solidFill>
                <a:latin typeface="Montserrat Black" pitchFamily="2" charset="77"/>
                <a:cs typeface="Open Sans" panose="020B0606030504020204" pitchFamily="34" charset="0"/>
              </a:rPr>
              <a:t>Output</a:t>
            </a:r>
          </a:p>
          <a:p>
            <a:pPr eaLnBrk="1" hangingPunct="1"/>
            <a:r>
              <a:rPr lang="en-US" altLang="ru-RU" sz="1200" b="1" i="1" dirty="0">
                <a:solidFill>
                  <a:schemeClr val="tx2"/>
                </a:solidFill>
                <a:latin typeface="Montserrat Black" pitchFamily="2" charset="77"/>
                <a:cs typeface="Open Sans" panose="020B0606030504020204" pitchFamily="34" charset="0"/>
              </a:rPr>
              <a:t>is the set of one or more resulting quantities which is also called the range of the algorithm. </a:t>
            </a:r>
          </a:p>
        </p:txBody>
      </p:sp>
      <p:sp>
        <p:nvSpPr>
          <p:cNvPr id="54" name="TextBox 956">
            <a:extLst>
              <a:ext uri="{FF2B5EF4-FFF2-40B4-BE49-F238E27FC236}">
                <a16:creationId xmlns:a16="http://schemas.microsoft.com/office/drawing/2014/main" id="{A1386A11-AE77-E4BB-FE85-E1CECB413BE0}"/>
              </a:ext>
            </a:extLst>
          </p:cNvPr>
          <p:cNvSpPr txBox="1">
            <a:spLocks noChangeArrowheads="1"/>
          </p:cNvSpPr>
          <p:nvPr/>
        </p:nvSpPr>
        <p:spPr bwMode="auto">
          <a:xfrm>
            <a:off x="9840533" y="4326047"/>
            <a:ext cx="219251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1600" b="1" i="1" dirty="0">
                <a:solidFill>
                  <a:schemeClr val="tx2"/>
                </a:solidFill>
                <a:latin typeface="Montserrat Black" pitchFamily="2" charset="77"/>
                <a:cs typeface="Open Sans" panose="020B0606030504020204" pitchFamily="34" charset="0"/>
              </a:rPr>
              <a:t>Effectiveness</a:t>
            </a:r>
          </a:p>
          <a:p>
            <a:pPr eaLnBrk="1" hangingPunct="1"/>
            <a:r>
              <a:rPr lang="en-US" altLang="ru-RU" sz="1200" b="1" i="1" dirty="0">
                <a:solidFill>
                  <a:schemeClr val="tx2"/>
                </a:solidFill>
                <a:latin typeface="Montserrat Black" pitchFamily="2" charset="77"/>
                <a:cs typeface="Open Sans" panose="020B0606030504020204" pitchFamily="34" charset="0"/>
              </a:rPr>
              <a:t>is ensured if all the operations in the algorithm are sufficiently basic that  they can,  in principle,  be done exactly and in finite time by a person using paper and pen. </a:t>
            </a:r>
          </a:p>
        </p:txBody>
      </p:sp>
    </p:spTree>
    <p:extLst>
      <p:ext uri="{BB962C8B-B14F-4D97-AF65-F5344CB8AC3E}">
        <p14:creationId xmlns:p14="http://schemas.microsoft.com/office/powerpoint/2010/main" val="1829973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50928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latin typeface="Lato" panose="020F0502020204030203" pitchFamily="34" charset="0"/>
              </a:rPr>
              <a:t>public class Minimum {</a:t>
            </a:r>
          </a:p>
          <a:p>
            <a:pPr marL="0" indent="0">
              <a:buNone/>
            </a:pPr>
            <a:r>
              <a:rPr lang="en-US" sz="2000" b="1" dirty="0">
                <a:solidFill>
                  <a:schemeClr val="bg1"/>
                </a:solidFill>
                <a:latin typeface="Lato" panose="020F0502020204030203" pitchFamily="34" charset="0"/>
              </a:rPr>
              <a:t>   public static void main(String[] </a:t>
            </a:r>
            <a:r>
              <a:rPr lang="en-US" sz="2000" b="1" dirty="0" err="1">
                <a:solidFill>
                  <a:schemeClr val="bg1"/>
                </a:solidFill>
                <a:latin typeface="Lato" panose="020F0502020204030203" pitchFamily="34" charset="0"/>
              </a:rPr>
              <a:t>args</a:t>
            </a:r>
            <a:r>
              <a:rPr lang="en-US" sz="2000" b="1" dirty="0">
                <a:solidFill>
                  <a:schemeClr val="bg1"/>
                </a:solidFill>
                <a:latin typeface="Lato" panose="020F0502020204030203" pitchFamily="34" charset="0"/>
              </a:rPr>
              <a:t>) {</a:t>
            </a:r>
          </a:p>
          <a:p>
            <a:pPr marL="0" indent="0">
              <a:buNone/>
            </a:pPr>
            <a:r>
              <a:rPr lang="en-US" sz="2000" b="1" dirty="0">
                <a:solidFill>
                  <a:schemeClr val="bg1"/>
                </a:solidFill>
                <a:latin typeface="Lato" panose="020F0502020204030203" pitchFamily="34" charset="0"/>
              </a:rPr>
              <a:t>    int a[] = { 23, 45, 71, 12, 87, 66, 20, 33, 15, 69 };</a:t>
            </a:r>
          </a:p>
          <a:p>
            <a:pPr marL="0" indent="0">
              <a:buNone/>
            </a:pPr>
            <a:r>
              <a:rPr lang="en-US" sz="2000" b="1" dirty="0">
                <a:solidFill>
                  <a:schemeClr val="bg1"/>
                </a:solidFill>
                <a:latin typeface="Lato" panose="020F0502020204030203" pitchFamily="34" charset="0"/>
              </a:rPr>
              <a:t>	int min = a[0];    </a:t>
            </a:r>
          </a:p>
          <a:p>
            <a:pPr marL="0" indent="0">
              <a:buNone/>
            </a:pPr>
            <a:r>
              <a:rPr lang="en-US" sz="2000" b="1" dirty="0">
                <a:solidFill>
                  <a:schemeClr val="bg1"/>
                </a:solidFill>
                <a:latin typeface="Lato" panose="020F0502020204030203" pitchFamily="34" charset="0"/>
              </a:rPr>
              <a:t>	for (int </a:t>
            </a:r>
            <a:r>
              <a:rPr lang="en-US" sz="2000" b="1" dirty="0" err="1">
                <a:solidFill>
                  <a:schemeClr val="bg1"/>
                </a:solidFill>
                <a:latin typeface="Lato" panose="020F0502020204030203" pitchFamily="34" charset="0"/>
              </a:rPr>
              <a:t>i</a:t>
            </a:r>
            <a:r>
              <a:rPr lang="en-US" sz="2000" b="1" dirty="0">
                <a:solidFill>
                  <a:schemeClr val="bg1"/>
                </a:solidFill>
                <a:latin typeface="Lato" panose="020F0502020204030203" pitchFamily="34" charset="0"/>
              </a:rPr>
              <a:t> = 1; </a:t>
            </a:r>
            <a:r>
              <a:rPr lang="en-US" sz="2000" b="1" dirty="0" err="1">
                <a:solidFill>
                  <a:schemeClr val="bg1"/>
                </a:solidFill>
                <a:latin typeface="Lato" panose="020F0502020204030203" pitchFamily="34" charset="0"/>
              </a:rPr>
              <a:t>i</a:t>
            </a:r>
            <a:r>
              <a:rPr lang="en-US" sz="2000" b="1" dirty="0">
                <a:solidFill>
                  <a:schemeClr val="bg1"/>
                </a:solidFill>
                <a:latin typeface="Lato" panose="020F0502020204030203" pitchFamily="34" charset="0"/>
              </a:rPr>
              <a:t> &lt; </a:t>
            </a:r>
            <a:r>
              <a:rPr lang="en-US" sz="2000" b="1" dirty="0" err="1">
                <a:solidFill>
                  <a:schemeClr val="bg1"/>
                </a:solidFill>
                <a:latin typeface="Lato" panose="020F0502020204030203" pitchFamily="34" charset="0"/>
              </a:rPr>
              <a:t>a.length</a:t>
            </a:r>
            <a:r>
              <a:rPr lang="en-US" sz="2000" b="1" dirty="0">
                <a:solidFill>
                  <a:schemeClr val="bg1"/>
                </a:solidFill>
                <a:latin typeface="Lato" panose="020F0502020204030203" pitchFamily="34" charset="0"/>
              </a:rPr>
              <a:t>; </a:t>
            </a:r>
            <a:r>
              <a:rPr lang="en-US" sz="2000" b="1" dirty="0" err="1">
                <a:solidFill>
                  <a:schemeClr val="bg1"/>
                </a:solidFill>
                <a:latin typeface="Lato" panose="020F0502020204030203" pitchFamily="34" charset="0"/>
              </a:rPr>
              <a:t>i</a:t>
            </a:r>
            <a:r>
              <a:rPr lang="en-US" sz="2000" b="1" dirty="0">
                <a:solidFill>
                  <a:schemeClr val="bg1"/>
                </a:solidFill>
                <a:latin typeface="Lato" panose="020F0502020204030203" pitchFamily="34" charset="0"/>
              </a:rPr>
              <a:t>++) {</a:t>
            </a:r>
          </a:p>
          <a:p>
            <a:pPr marL="0" indent="0">
              <a:buNone/>
            </a:pPr>
            <a:r>
              <a:rPr lang="en-US" sz="2000" b="1" dirty="0">
                <a:solidFill>
                  <a:schemeClr val="bg1"/>
                </a:solidFill>
                <a:latin typeface="Lato" panose="020F0502020204030203" pitchFamily="34" charset="0"/>
              </a:rPr>
              <a:t>	if (a[</a:t>
            </a:r>
            <a:r>
              <a:rPr lang="en-US" sz="2000" b="1" dirty="0" err="1">
                <a:solidFill>
                  <a:schemeClr val="bg1"/>
                </a:solidFill>
                <a:latin typeface="Lato" panose="020F0502020204030203" pitchFamily="34" charset="0"/>
              </a:rPr>
              <a:t>i</a:t>
            </a:r>
            <a:r>
              <a:rPr lang="en-US" sz="2000" b="1" dirty="0">
                <a:solidFill>
                  <a:schemeClr val="bg1"/>
                </a:solidFill>
                <a:latin typeface="Lato" panose="020F0502020204030203" pitchFamily="34" charset="0"/>
              </a:rPr>
              <a:t>] &lt; min) min = a[</a:t>
            </a:r>
            <a:r>
              <a:rPr lang="en-US" sz="2000" b="1" dirty="0" err="1">
                <a:solidFill>
                  <a:schemeClr val="bg1"/>
                </a:solidFill>
                <a:latin typeface="Lato" panose="020F0502020204030203" pitchFamily="34" charset="0"/>
              </a:rPr>
              <a:t>i</a:t>
            </a:r>
            <a:r>
              <a:rPr lang="en-US" sz="2000" b="1" dirty="0">
                <a:solidFill>
                  <a:schemeClr val="bg1"/>
                </a:solidFill>
                <a:latin typeface="Lato" panose="020F0502020204030203" pitchFamily="34" charset="0"/>
              </a:rPr>
              <a:t>];  }</a:t>
            </a:r>
          </a:p>
          <a:p>
            <a:pPr marL="0" indent="0">
              <a:buNone/>
            </a:pPr>
            <a:r>
              <a:rPr lang="en-US" sz="2000" b="1" dirty="0">
                <a:solidFill>
                  <a:schemeClr val="bg1"/>
                </a:solidFill>
                <a:latin typeface="Lato" panose="020F0502020204030203" pitchFamily="34" charset="0"/>
              </a:rPr>
              <a:t>	</a:t>
            </a:r>
            <a:r>
              <a:rPr lang="en-US" sz="2000" b="1" dirty="0" err="1">
                <a:solidFill>
                  <a:schemeClr val="bg1"/>
                </a:solidFill>
                <a:latin typeface="Lato" panose="020F0502020204030203" pitchFamily="34" charset="0"/>
              </a:rPr>
              <a:t>System.out.println</a:t>
            </a:r>
            <a:r>
              <a:rPr lang="en-US" sz="2000" b="1" dirty="0">
                <a:solidFill>
                  <a:schemeClr val="bg1"/>
                </a:solidFill>
                <a:latin typeface="Lato" panose="020F0502020204030203" pitchFamily="34" charset="0"/>
              </a:rPr>
              <a:t>("The minimum value </a:t>
            </a:r>
          </a:p>
          <a:p>
            <a:pPr marL="0" indent="0">
              <a:buNone/>
            </a:pPr>
            <a:r>
              <a:rPr lang="en-US" sz="2000" b="1" dirty="0">
                <a:solidFill>
                  <a:schemeClr val="bg1"/>
                </a:solidFill>
                <a:latin typeface="Lato" panose="020F0502020204030203" pitchFamily="34" charset="0"/>
              </a:rPr>
              <a:t>                      is: " + min);</a:t>
            </a:r>
          </a:p>
          <a:p>
            <a:pPr marL="0" indent="0">
              <a:buNone/>
            </a:pPr>
            <a:r>
              <a:rPr lang="en-US" sz="2000" b="1" dirty="0">
                <a:solidFill>
                  <a:schemeClr val="bg1"/>
                </a:solidFill>
                <a:latin typeface="Lato" panose="020F0502020204030203" pitchFamily="34" charset="0"/>
              </a:rPr>
              <a:t>	}</a:t>
            </a:r>
          </a:p>
          <a:p>
            <a:pPr marL="0" indent="0">
              <a:buNone/>
            </a:pPr>
            <a:r>
              <a:rPr lang="en-US" sz="2000" b="1" dirty="0">
                <a:solidFill>
                  <a:schemeClr val="bg1"/>
                </a:solidFill>
                <a:latin typeface="Lato" panose="020F0502020204030203" pitchFamily="34" charset="0"/>
              </a:rPr>
              <a:t>}</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DATA STRUCTURES AND</a:t>
            </a:r>
            <a:endParaRPr lang="en-US" sz="3200" b="1" cap="all" dirty="0">
              <a:solidFill>
                <a:srgbClr val="ED942B"/>
              </a:solidFill>
              <a:latin typeface="Montserrat ExtraBold" pitchFamily="2" charset="77"/>
            </a:endParaRPr>
          </a:p>
          <a:p>
            <a:r>
              <a:rPr lang="en-US" sz="3200" b="1" cap="all" dirty="0">
                <a:solidFill>
                  <a:srgbClr val="ED942B"/>
                </a:solidFill>
                <a:latin typeface="Montserrat ExtraBold" pitchFamily="2" charset="77"/>
              </a:rPr>
              <a:t>ALGORITHM</a:t>
            </a:r>
            <a:endParaRPr lang="en-US" sz="3200" b="1" dirty="0">
              <a:solidFill>
                <a:srgbClr val="ED942B"/>
              </a:solidFill>
              <a:latin typeface="Montserrat ExtraBold" pitchFamily="2" charset="77"/>
            </a:endParaRPr>
          </a:p>
        </p:txBody>
      </p:sp>
    </p:spTree>
    <p:extLst>
      <p:ext uri="{BB962C8B-B14F-4D97-AF65-F5344CB8AC3E}">
        <p14:creationId xmlns:p14="http://schemas.microsoft.com/office/powerpoint/2010/main" val="19255091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3747820">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15301" y="168076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15301" y="726658"/>
            <a:ext cx="2940527" cy="954107"/>
          </a:xfrm>
          <a:prstGeom prst="rect">
            <a:avLst/>
          </a:prstGeom>
          <a:noFill/>
        </p:spPr>
        <p:txBody>
          <a:bodyPr wrap="square" rtlCol="0">
            <a:spAutoFit/>
          </a:bodyPr>
          <a:lstStyle/>
          <a:p>
            <a:r>
              <a:rPr lang="en-US" sz="2800" b="1" i="1" dirty="0">
                <a:solidFill>
                  <a:schemeClr val="accent5"/>
                </a:solidFill>
                <a:latin typeface="Montserrat Black" pitchFamily="2" charset="77"/>
              </a:rPr>
              <a:t>Mathematical Functions</a:t>
            </a:r>
          </a:p>
        </p:txBody>
      </p:sp>
      <p:sp>
        <p:nvSpPr>
          <p:cNvPr id="4" name="TextBox 3">
            <a:extLst>
              <a:ext uri="{FF2B5EF4-FFF2-40B4-BE49-F238E27FC236}">
                <a16:creationId xmlns:a16="http://schemas.microsoft.com/office/drawing/2014/main" id="{07373F31-968F-741D-70EB-CE25213E1BDA}"/>
              </a:ext>
            </a:extLst>
          </p:cNvPr>
          <p:cNvSpPr txBox="1"/>
          <p:nvPr/>
        </p:nvSpPr>
        <p:spPr>
          <a:xfrm>
            <a:off x="5969423" y="900114"/>
            <a:ext cx="5233082" cy="707886"/>
          </a:xfrm>
          <a:prstGeom prst="rect">
            <a:avLst/>
          </a:prstGeom>
          <a:noFill/>
          <a:ln>
            <a:noFill/>
          </a:ln>
        </p:spPr>
        <p:txBody>
          <a:bodyPr wrap="square" rtlCol="0" anchor="b">
            <a:spAutoFit/>
          </a:bodyPr>
          <a:lstStyle/>
          <a:p>
            <a:pPr algn="just"/>
            <a:r>
              <a:rPr lang="en-US" sz="20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useful  in the creation and analysis  of  algorithms. </a:t>
            </a:r>
          </a:p>
        </p:txBody>
      </p:sp>
      <p:grpSp>
        <p:nvGrpSpPr>
          <p:cNvPr id="2" name="Graphic 3">
            <a:extLst>
              <a:ext uri="{FF2B5EF4-FFF2-40B4-BE49-F238E27FC236}">
                <a16:creationId xmlns:a16="http://schemas.microsoft.com/office/drawing/2014/main" id="{04AAAA5C-FA1C-DFBD-C23A-937D3E12CE5E}"/>
              </a:ext>
            </a:extLst>
          </p:cNvPr>
          <p:cNvGrpSpPr/>
          <p:nvPr/>
        </p:nvGrpSpPr>
        <p:grpSpPr>
          <a:xfrm>
            <a:off x="3661513" y="2121328"/>
            <a:ext cx="1790700" cy="1515745"/>
            <a:chOff x="1739900" y="837564"/>
            <a:chExt cx="1790700" cy="1515745"/>
          </a:xfrm>
          <a:solidFill>
            <a:srgbClr val="FE2635"/>
          </a:solidFill>
        </p:grpSpPr>
        <p:sp>
          <p:nvSpPr>
            <p:cNvPr id="3" name="Freeform 26">
              <a:extLst>
                <a:ext uri="{FF2B5EF4-FFF2-40B4-BE49-F238E27FC236}">
                  <a16:creationId xmlns:a16="http://schemas.microsoft.com/office/drawing/2014/main" id="{B17CC8E9-965E-5295-3731-87B7E00FDF21}"/>
                </a:ext>
              </a:extLst>
            </p:cNvPr>
            <p:cNvSpPr/>
            <p:nvPr/>
          </p:nvSpPr>
          <p:spPr>
            <a:xfrm>
              <a:off x="1739900" y="1004569"/>
              <a:ext cx="586739" cy="1182369"/>
            </a:xfrm>
            <a:custGeom>
              <a:avLst/>
              <a:gdLst>
                <a:gd name="connsiteX0" fmla="*/ 586740 w 586739"/>
                <a:gd name="connsiteY0" fmla="*/ 0 h 1182369"/>
                <a:gd name="connsiteX1" fmla="*/ 381000 w 586739"/>
                <a:gd name="connsiteY1" fmla="*/ 0 h 1182369"/>
                <a:gd name="connsiteX2" fmla="*/ 0 w 586739"/>
                <a:gd name="connsiteY2" fmla="*/ 303530 h 1182369"/>
                <a:gd name="connsiteX3" fmla="*/ 120650 w 586739"/>
                <a:gd name="connsiteY3" fmla="*/ 454025 h 1182369"/>
                <a:gd name="connsiteX4" fmla="*/ 256540 w 586739"/>
                <a:gd name="connsiteY4" fmla="*/ 344805 h 1182369"/>
                <a:gd name="connsiteX5" fmla="*/ 342900 w 586739"/>
                <a:gd name="connsiteY5" fmla="*/ 262890 h 1182369"/>
                <a:gd name="connsiteX6" fmla="*/ 339090 w 586739"/>
                <a:gd name="connsiteY6" fmla="*/ 386080 h 1182369"/>
                <a:gd name="connsiteX7" fmla="*/ 336550 w 586739"/>
                <a:gd name="connsiteY7" fmla="*/ 498475 h 1182369"/>
                <a:gd name="connsiteX8" fmla="*/ 336550 w 586739"/>
                <a:gd name="connsiteY8" fmla="*/ 981075 h 1182369"/>
                <a:gd name="connsiteX9" fmla="*/ 336550 w 586739"/>
                <a:gd name="connsiteY9" fmla="*/ 1182370 h 1182369"/>
                <a:gd name="connsiteX10" fmla="*/ 586105 w 586739"/>
                <a:gd name="connsiteY10" fmla="*/ 1182370 h 1182369"/>
                <a:gd name="connsiteX11" fmla="*/ 586105 w 586739"/>
                <a:gd name="connsiteY11" fmla="*/ 0 h 11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6739" h="1182369">
                  <a:moveTo>
                    <a:pt x="586740" y="0"/>
                  </a:moveTo>
                  <a:lnTo>
                    <a:pt x="381000" y="0"/>
                  </a:lnTo>
                  <a:lnTo>
                    <a:pt x="0" y="303530"/>
                  </a:lnTo>
                  <a:lnTo>
                    <a:pt x="120650" y="454025"/>
                  </a:lnTo>
                  <a:lnTo>
                    <a:pt x="256540" y="344805"/>
                  </a:lnTo>
                  <a:cubicBezTo>
                    <a:pt x="272415" y="332105"/>
                    <a:pt x="301625" y="304800"/>
                    <a:pt x="342900" y="262890"/>
                  </a:cubicBezTo>
                  <a:lnTo>
                    <a:pt x="339090" y="386080"/>
                  </a:lnTo>
                  <a:lnTo>
                    <a:pt x="336550" y="498475"/>
                  </a:lnTo>
                  <a:lnTo>
                    <a:pt x="336550" y="981075"/>
                  </a:lnTo>
                  <a:lnTo>
                    <a:pt x="336550" y="1182370"/>
                  </a:lnTo>
                  <a:lnTo>
                    <a:pt x="586105" y="1182370"/>
                  </a:lnTo>
                  <a:lnTo>
                    <a:pt x="586105" y="0"/>
                  </a:lnTo>
                  <a:close/>
                </a:path>
              </a:pathLst>
            </a:custGeom>
            <a:solidFill>
              <a:schemeClr val="tx2"/>
            </a:solidFill>
            <a:ln w="6350" cap="flat">
              <a:noFill/>
              <a:prstDash val="solid"/>
              <a:miter/>
            </a:ln>
          </p:spPr>
          <p:txBody>
            <a:bodyPr rtlCol="0" anchor="ctr"/>
            <a:lstStyle/>
            <a:p>
              <a:endParaRPr lang="en-US"/>
            </a:p>
          </p:txBody>
        </p:sp>
        <p:sp>
          <p:nvSpPr>
            <p:cNvPr id="5" name="Freeform 27">
              <a:extLst>
                <a:ext uri="{FF2B5EF4-FFF2-40B4-BE49-F238E27FC236}">
                  <a16:creationId xmlns:a16="http://schemas.microsoft.com/office/drawing/2014/main" id="{69C4DB49-A17B-ACE8-D59D-EBA8A9FF935B}"/>
                </a:ext>
              </a:extLst>
            </p:cNvPr>
            <p:cNvSpPr/>
            <p:nvPr/>
          </p:nvSpPr>
          <p:spPr>
            <a:xfrm>
              <a:off x="2417445" y="837564"/>
              <a:ext cx="1113154" cy="1515745"/>
            </a:xfrm>
            <a:custGeom>
              <a:avLst/>
              <a:gdLst>
                <a:gd name="connsiteX0" fmla="*/ 355600 w 1113154"/>
                <a:gd name="connsiteY0" fmla="*/ 0 h 1515745"/>
                <a:gd name="connsiteX1" fmla="*/ 0 w 1113154"/>
                <a:gd name="connsiteY1" fmla="*/ 88900 h 1515745"/>
                <a:gd name="connsiteX2" fmla="*/ 0 w 1113154"/>
                <a:gd name="connsiteY2" fmla="*/ 1426845 h 1515745"/>
                <a:gd name="connsiteX3" fmla="*/ 355600 w 1113154"/>
                <a:gd name="connsiteY3" fmla="*/ 1515745 h 1515745"/>
                <a:gd name="connsiteX4" fmla="*/ 1113155 w 1113154"/>
                <a:gd name="connsiteY4" fmla="*/ 758190 h 1515745"/>
                <a:gd name="connsiteX5" fmla="*/ 355600 w 1113154"/>
                <a:gd name="connsiteY5" fmla="*/ 0 h 151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3154" h="1515745">
                  <a:moveTo>
                    <a:pt x="355600" y="0"/>
                  </a:moveTo>
                  <a:cubicBezTo>
                    <a:pt x="226695" y="0"/>
                    <a:pt x="106045" y="32385"/>
                    <a:pt x="0" y="88900"/>
                  </a:cubicBezTo>
                  <a:lnTo>
                    <a:pt x="0" y="1426845"/>
                  </a:lnTo>
                  <a:cubicBezTo>
                    <a:pt x="106045" y="1483360"/>
                    <a:pt x="227330" y="1515745"/>
                    <a:pt x="355600" y="1515745"/>
                  </a:cubicBezTo>
                  <a:cubicBezTo>
                    <a:pt x="774065" y="1515745"/>
                    <a:pt x="1113155" y="1176655"/>
                    <a:pt x="1113155" y="758190"/>
                  </a:cubicBezTo>
                  <a:cubicBezTo>
                    <a:pt x="1113155" y="339725"/>
                    <a:pt x="774065" y="0"/>
                    <a:pt x="355600" y="0"/>
                  </a:cubicBezTo>
                  <a:close/>
                </a:path>
              </a:pathLst>
            </a:custGeom>
            <a:solidFill>
              <a:schemeClr val="tx2"/>
            </a:solidFill>
            <a:ln w="6350" cap="flat">
              <a:noFill/>
              <a:prstDash val="solid"/>
              <a:miter/>
            </a:ln>
          </p:spPr>
          <p:txBody>
            <a:bodyPr rtlCol="0" anchor="ctr"/>
            <a:lstStyle/>
            <a:p>
              <a:endParaRPr lang="en-US"/>
            </a:p>
          </p:txBody>
        </p:sp>
      </p:gr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5452211" y="2243121"/>
            <a:ext cx="6493983"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400" b="1" i="1" dirty="0">
                <a:solidFill>
                  <a:schemeClr val="tx2"/>
                </a:solidFill>
                <a:latin typeface="Lato" panose="020F0502020204030203" pitchFamily="34" charset="0"/>
                <a:cs typeface="Open Sans" panose="020B0606030504020204" pitchFamily="34" charset="0"/>
              </a:rPr>
              <a:t>Floor of x </a:t>
            </a:r>
            <a:r>
              <a:rPr lang="en-US" altLang="ru-RU" dirty="0">
                <a:solidFill>
                  <a:schemeClr val="tx2"/>
                </a:solidFill>
                <a:latin typeface="Lato" panose="020F0502020204030203" pitchFamily="34" charset="0"/>
                <a:cs typeface="Open Sans" panose="020B0606030504020204" pitchFamily="34" charset="0"/>
              </a:rPr>
              <a:t>- the greatest integer less than or equal to x, where x is any real number. </a:t>
            </a:r>
          </a:p>
          <a:p>
            <a:pPr algn="ctr" eaLnBrk="1" hangingPunct="1"/>
            <a:r>
              <a:rPr lang="en-US" altLang="ru-RU" sz="2000" b="1" dirty="0">
                <a:solidFill>
                  <a:schemeClr val="tx2"/>
                </a:solidFill>
                <a:latin typeface="Lato" panose="020F0502020204030203" pitchFamily="34" charset="0"/>
                <a:cs typeface="Open Sans" panose="020B0606030504020204" pitchFamily="34" charset="0"/>
              </a:rPr>
              <a:t>Notation: └ x ┘</a:t>
            </a:r>
          </a:p>
        </p:txBody>
      </p:sp>
      <p:grpSp>
        <p:nvGrpSpPr>
          <p:cNvPr id="7" name="Graphic 3">
            <a:extLst>
              <a:ext uri="{FF2B5EF4-FFF2-40B4-BE49-F238E27FC236}">
                <a16:creationId xmlns:a16="http://schemas.microsoft.com/office/drawing/2014/main" id="{5C3303BA-96C0-FF81-9731-72050B2762AC}"/>
              </a:ext>
            </a:extLst>
          </p:cNvPr>
          <p:cNvGrpSpPr/>
          <p:nvPr/>
        </p:nvGrpSpPr>
        <p:grpSpPr>
          <a:xfrm>
            <a:off x="3740396" y="4603613"/>
            <a:ext cx="1798319" cy="1515109"/>
            <a:chOff x="1816735" y="2644775"/>
            <a:chExt cx="1798319" cy="1515109"/>
          </a:xfrm>
          <a:solidFill>
            <a:srgbClr val="FFD000"/>
          </a:solidFill>
        </p:grpSpPr>
        <p:sp>
          <p:nvSpPr>
            <p:cNvPr id="8" name="Freeform 24">
              <a:extLst>
                <a:ext uri="{FF2B5EF4-FFF2-40B4-BE49-F238E27FC236}">
                  <a16:creationId xmlns:a16="http://schemas.microsoft.com/office/drawing/2014/main" id="{29E831B0-C49E-6B90-F095-678D055AF0E2}"/>
                </a:ext>
              </a:extLst>
            </p:cNvPr>
            <p:cNvSpPr/>
            <p:nvPr/>
          </p:nvSpPr>
          <p:spPr>
            <a:xfrm>
              <a:off x="2345054" y="2644775"/>
              <a:ext cx="1270000" cy="1515109"/>
            </a:xfrm>
            <a:custGeom>
              <a:avLst/>
              <a:gdLst>
                <a:gd name="connsiteX0" fmla="*/ 512445 w 1270000"/>
                <a:gd name="connsiteY0" fmla="*/ 0 h 1515109"/>
                <a:gd name="connsiteX1" fmla="*/ 106045 w 1270000"/>
                <a:gd name="connsiteY1" fmla="*/ 118110 h 1515109"/>
                <a:gd name="connsiteX2" fmla="*/ 120650 w 1270000"/>
                <a:gd name="connsiteY2" fmla="*/ 124460 h 1515109"/>
                <a:gd name="connsiteX3" fmla="*/ 287655 w 1270000"/>
                <a:gd name="connsiteY3" fmla="*/ 268605 h 1515109"/>
                <a:gd name="connsiteX4" fmla="*/ 348615 w 1270000"/>
                <a:gd name="connsiteY4" fmla="*/ 481965 h 1515109"/>
                <a:gd name="connsiteX5" fmla="*/ 313690 w 1270000"/>
                <a:gd name="connsiteY5" fmla="*/ 666750 h 1515109"/>
                <a:gd name="connsiteX6" fmla="*/ 212725 w 1270000"/>
                <a:gd name="connsiteY6" fmla="*/ 834390 h 1515109"/>
                <a:gd name="connsiteX7" fmla="*/ 0 w 1270000"/>
                <a:gd name="connsiteY7" fmla="*/ 1050290 h 1515109"/>
                <a:gd name="connsiteX8" fmla="*/ 381000 w 1270000"/>
                <a:gd name="connsiteY8" fmla="*/ 1050290 h 1515109"/>
                <a:gd name="connsiteX9" fmla="*/ 381000 w 1270000"/>
                <a:gd name="connsiteY9" fmla="*/ 1439545 h 1515109"/>
                <a:gd name="connsiteX10" fmla="*/ 181610 w 1270000"/>
                <a:gd name="connsiteY10" fmla="*/ 1439545 h 1515109"/>
                <a:gd name="connsiteX11" fmla="*/ 512445 w 1270000"/>
                <a:gd name="connsiteY11" fmla="*/ 1515110 h 1515109"/>
                <a:gd name="connsiteX12" fmla="*/ 1270000 w 1270000"/>
                <a:gd name="connsiteY12" fmla="*/ 757555 h 1515109"/>
                <a:gd name="connsiteX13" fmla="*/ 512445 w 1270000"/>
                <a:gd name="connsiteY13" fmla="*/ 0 h 1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0000" h="1515109">
                  <a:moveTo>
                    <a:pt x="512445" y="0"/>
                  </a:moveTo>
                  <a:cubicBezTo>
                    <a:pt x="363220" y="0"/>
                    <a:pt x="223520" y="43180"/>
                    <a:pt x="106045" y="118110"/>
                  </a:cubicBezTo>
                  <a:cubicBezTo>
                    <a:pt x="111125" y="120015"/>
                    <a:pt x="115570" y="121920"/>
                    <a:pt x="120650" y="124460"/>
                  </a:cubicBezTo>
                  <a:cubicBezTo>
                    <a:pt x="191770" y="158115"/>
                    <a:pt x="247650" y="207010"/>
                    <a:pt x="287655" y="268605"/>
                  </a:cubicBezTo>
                  <a:cubicBezTo>
                    <a:pt x="327660" y="331470"/>
                    <a:pt x="348615" y="403225"/>
                    <a:pt x="348615" y="481965"/>
                  </a:cubicBezTo>
                  <a:cubicBezTo>
                    <a:pt x="348615" y="546735"/>
                    <a:pt x="337185" y="608965"/>
                    <a:pt x="313690" y="666750"/>
                  </a:cubicBezTo>
                  <a:cubicBezTo>
                    <a:pt x="291465" y="721995"/>
                    <a:pt x="257810" y="778510"/>
                    <a:pt x="212725" y="834390"/>
                  </a:cubicBezTo>
                  <a:cubicBezTo>
                    <a:pt x="170815" y="887095"/>
                    <a:pt x="100965" y="957580"/>
                    <a:pt x="0" y="1050290"/>
                  </a:cubicBezTo>
                  <a:lnTo>
                    <a:pt x="381000" y="1050290"/>
                  </a:lnTo>
                  <a:lnTo>
                    <a:pt x="381000" y="1439545"/>
                  </a:lnTo>
                  <a:lnTo>
                    <a:pt x="181610" y="1439545"/>
                  </a:lnTo>
                  <a:cubicBezTo>
                    <a:pt x="281305" y="1487805"/>
                    <a:pt x="393700" y="1515110"/>
                    <a:pt x="512445" y="1515110"/>
                  </a:cubicBezTo>
                  <a:cubicBezTo>
                    <a:pt x="930910" y="1515110"/>
                    <a:pt x="1270000" y="1176020"/>
                    <a:pt x="1270000" y="757555"/>
                  </a:cubicBezTo>
                  <a:cubicBezTo>
                    <a:pt x="1270000" y="339725"/>
                    <a:pt x="930910" y="0"/>
                    <a:pt x="512445" y="0"/>
                  </a:cubicBezTo>
                  <a:close/>
                </a:path>
              </a:pathLst>
            </a:custGeom>
            <a:solidFill>
              <a:schemeClr val="accent2"/>
            </a:solidFill>
            <a:ln w="6350" cap="flat">
              <a:noFill/>
              <a:prstDash val="solid"/>
              <a:miter/>
            </a:ln>
          </p:spPr>
          <p:txBody>
            <a:bodyPr rtlCol="0" anchor="ctr"/>
            <a:lstStyle/>
            <a:p>
              <a:endParaRPr lang="en-US"/>
            </a:p>
          </p:txBody>
        </p:sp>
        <p:sp>
          <p:nvSpPr>
            <p:cNvPr id="9" name="Freeform 25">
              <a:extLst>
                <a:ext uri="{FF2B5EF4-FFF2-40B4-BE49-F238E27FC236}">
                  <a16:creationId xmlns:a16="http://schemas.microsoft.com/office/drawing/2014/main" id="{DABA2606-BA2C-964D-F6B0-A8B040B69321}"/>
                </a:ext>
              </a:extLst>
            </p:cNvPr>
            <p:cNvSpPr/>
            <p:nvPr/>
          </p:nvSpPr>
          <p:spPr>
            <a:xfrm>
              <a:off x="1816735" y="2811779"/>
              <a:ext cx="818514" cy="1182370"/>
            </a:xfrm>
            <a:custGeom>
              <a:avLst/>
              <a:gdLst>
                <a:gd name="connsiteX0" fmla="*/ 818515 w 818514"/>
                <a:gd name="connsiteY0" fmla="*/ 1182370 h 1182370"/>
                <a:gd name="connsiteX1" fmla="*/ 3810 w 818514"/>
                <a:gd name="connsiteY1" fmla="*/ 1182370 h 1182370"/>
                <a:gd name="connsiteX2" fmla="*/ 3810 w 818514"/>
                <a:gd name="connsiteY2" fmla="*/ 1010920 h 1182370"/>
                <a:gd name="connsiteX3" fmla="*/ 296545 w 818514"/>
                <a:gd name="connsiteY3" fmla="*/ 715010 h 1182370"/>
                <a:gd name="connsiteX4" fmla="*/ 466090 w 818514"/>
                <a:gd name="connsiteY4" fmla="*/ 530225 h 1182370"/>
                <a:gd name="connsiteX5" fmla="*/ 523240 w 818514"/>
                <a:gd name="connsiteY5" fmla="*/ 434975 h 1182370"/>
                <a:gd name="connsiteX6" fmla="*/ 541020 w 818514"/>
                <a:gd name="connsiteY6" fmla="*/ 344170 h 1182370"/>
                <a:gd name="connsiteX7" fmla="*/ 502285 w 818514"/>
                <a:gd name="connsiteY7" fmla="*/ 240030 h 1182370"/>
                <a:gd name="connsiteX8" fmla="*/ 398780 w 818514"/>
                <a:gd name="connsiteY8" fmla="*/ 205740 h 1182370"/>
                <a:gd name="connsiteX9" fmla="*/ 267335 w 818514"/>
                <a:gd name="connsiteY9" fmla="*/ 236855 h 1182370"/>
                <a:gd name="connsiteX10" fmla="*/ 133985 w 818514"/>
                <a:gd name="connsiteY10" fmla="*/ 325120 h 1182370"/>
                <a:gd name="connsiteX11" fmla="*/ 0 w 818514"/>
                <a:gd name="connsiteY11" fmla="*/ 166370 h 1182370"/>
                <a:gd name="connsiteX12" fmla="*/ 142875 w 818514"/>
                <a:gd name="connsiteY12" fmla="*/ 62865 h 1182370"/>
                <a:gd name="connsiteX13" fmla="*/ 266700 w 818514"/>
                <a:gd name="connsiteY13" fmla="*/ 16510 h 1182370"/>
                <a:gd name="connsiteX14" fmla="*/ 416560 w 818514"/>
                <a:gd name="connsiteY14" fmla="*/ 0 h 1182370"/>
                <a:gd name="connsiteX15" fmla="*/ 609600 w 818514"/>
                <a:gd name="connsiteY15" fmla="*/ 40005 h 1182370"/>
                <a:gd name="connsiteX16" fmla="*/ 739775 w 818514"/>
                <a:gd name="connsiteY16" fmla="*/ 151765 h 1182370"/>
                <a:gd name="connsiteX17" fmla="*/ 786130 w 818514"/>
                <a:gd name="connsiteY17" fmla="*/ 316230 h 1182370"/>
                <a:gd name="connsiteX18" fmla="*/ 757555 w 818514"/>
                <a:gd name="connsiteY18" fmla="*/ 467360 h 1182370"/>
                <a:gd name="connsiteX19" fmla="*/ 669925 w 818514"/>
                <a:gd name="connsiteY19" fmla="*/ 612140 h 1182370"/>
                <a:gd name="connsiteX20" fmla="*/ 460375 w 818514"/>
                <a:gd name="connsiteY20" fmla="*/ 823595 h 1182370"/>
                <a:gd name="connsiteX21" fmla="*/ 310515 w 818514"/>
                <a:gd name="connsiteY21" fmla="*/ 964565 h 1182370"/>
                <a:gd name="connsiteX22" fmla="*/ 310515 w 818514"/>
                <a:gd name="connsiteY22" fmla="*/ 975995 h 1182370"/>
                <a:gd name="connsiteX23" fmla="*/ 818515 w 818514"/>
                <a:gd name="connsiteY23" fmla="*/ 975995 h 1182370"/>
                <a:gd name="connsiteX24" fmla="*/ 818515 w 818514"/>
                <a:gd name="connsiteY24" fmla="*/ 1182370 h 118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18514" h="1182370">
                  <a:moveTo>
                    <a:pt x="818515" y="1182370"/>
                  </a:moveTo>
                  <a:lnTo>
                    <a:pt x="3810" y="1182370"/>
                  </a:lnTo>
                  <a:lnTo>
                    <a:pt x="3810" y="1010920"/>
                  </a:lnTo>
                  <a:lnTo>
                    <a:pt x="296545" y="715010"/>
                  </a:lnTo>
                  <a:cubicBezTo>
                    <a:pt x="382905" y="626110"/>
                    <a:pt x="440055" y="564515"/>
                    <a:pt x="466090" y="530225"/>
                  </a:cubicBezTo>
                  <a:cubicBezTo>
                    <a:pt x="492760" y="495935"/>
                    <a:pt x="511810" y="464185"/>
                    <a:pt x="523240" y="434975"/>
                  </a:cubicBezTo>
                  <a:cubicBezTo>
                    <a:pt x="534670" y="405765"/>
                    <a:pt x="541020" y="375285"/>
                    <a:pt x="541020" y="344170"/>
                  </a:cubicBezTo>
                  <a:cubicBezTo>
                    <a:pt x="541020" y="297180"/>
                    <a:pt x="528320" y="262890"/>
                    <a:pt x="502285" y="240030"/>
                  </a:cubicBezTo>
                  <a:cubicBezTo>
                    <a:pt x="476250" y="217170"/>
                    <a:pt x="441960" y="205740"/>
                    <a:pt x="398780" y="205740"/>
                  </a:cubicBezTo>
                  <a:cubicBezTo>
                    <a:pt x="353695" y="205740"/>
                    <a:pt x="309880" y="215900"/>
                    <a:pt x="267335" y="236855"/>
                  </a:cubicBezTo>
                  <a:cubicBezTo>
                    <a:pt x="224790" y="257810"/>
                    <a:pt x="180340" y="287020"/>
                    <a:pt x="133985" y="325120"/>
                  </a:cubicBezTo>
                  <a:lnTo>
                    <a:pt x="0" y="166370"/>
                  </a:lnTo>
                  <a:cubicBezTo>
                    <a:pt x="57150" y="117475"/>
                    <a:pt x="104775" y="83185"/>
                    <a:pt x="142875" y="62865"/>
                  </a:cubicBezTo>
                  <a:cubicBezTo>
                    <a:pt x="180340" y="42545"/>
                    <a:pt x="221615" y="27305"/>
                    <a:pt x="266700" y="16510"/>
                  </a:cubicBezTo>
                  <a:cubicBezTo>
                    <a:pt x="311150" y="5715"/>
                    <a:pt x="361315" y="0"/>
                    <a:pt x="416560" y="0"/>
                  </a:cubicBezTo>
                  <a:cubicBezTo>
                    <a:pt x="489585" y="0"/>
                    <a:pt x="553720" y="13335"/>
                    <a:pt x="609600" y="40005"/>
                  </a:cubicBezTo>
                  <a:cubicBezTo>
                    <a:pt x="665480" y="66675"/>
                    <a:pt x="708660" y="103505"/>
                    <a:pt x="739775" y="151765"/>
                  </a:cubicBezTo>
                  <a:cubicBezTo>
                    <a:pt x="770890" y="199390"/>
                    <a:pt x="786130" y="254635"/>
                    <a:pt x="786130" y="316230"/>
                  </a:cubicBezTo>
                  <a:cubicBezTo>
                    <a:pt x="786130" y="370205"/>
                    <a:pt x="776605" y="420370"/>
                    <a:pt x="757555" y="467360"/>
                  </a:cubicBezTo>
                  <a:cubicBezTo>
                    <a:pt x="738505" y="514350"/>
                    <a:pt x="709295" y="562610"/>
                    <a:pt x="669925" y="612140"/>
                  </a:cubicBezTo>
                  <a:cubicBezTo>
                    <a:pt x="630555" y="661670"/>
                    <a:pt x="560705" y="732155"/>
                    <a:pt x="460375" y="823595"/>
                  </a:cubicBezTo>
                  <a:lnTo>
                    <a:pt x="310515" y="964565"/>
                  </a:lnTo>
                  <a:lnTo>
                    <a:pt x="310515" y="975995"/>
                  </a:lnTo>
                  <a:lnTo>
                    <a:pt x="818515" y="975995"/>
                  </a:lnTo>
                  <a:lnTo>
                    <a:pt x="818515" y="1182370"/>
                  </a:lnTo>
                  <a:close/>
                </a:path>
              </a:pathLst>
            </a:custGeom>
            <a:solidFill>
              <a:schemeClr val="accent2"/>
            </a:solidFill>
            <a:ln w="6350" cap="flat">
              <a:noFill/>
              <a:prstDash val="solid"/>
              <a:miter/>
            </a:ln>
          </p:spPr>
          <p:txBody>
            <a:bodyPr rtlCol="0" anchor="ctr"/>
            <a:lstStyle/>
            <a:p>
              <a:endParaRPr lang="en-US"/>
            </a:p>
          </p:txBody>
        </p:sp>
      </p:grpSp>
      <p:sp>
        <p:nvSpPr>
          <p:cNvPr id="10" name="TextBox 956">
            <a:extLst>
              <a:ext uri="{FF2B5EF4-FFF2-40B4-BE49-F238E27FC236}">
                <a16:creationId xmlns:a16="http://schemas.microsoft.com/office/drawing/2014/main" id="{FB894BF5-24A0-9842-F2F1-83B0243A60D6}"/>
              </a:ext>
            </a:extLst>
          </p:cNvPr>
          <p:cNvSpPr txBox="1">
            <a:spLocks noChangeArrowheads="1"/>
          </p:cNvSpPr>
          <p:nvPr/>
        </p:nvSpPr>
        <p:spPr bwMode="auto">
          <a:xfrm>
            <a:off x="5515272" y="4511602"/>
            <a:ext cx="6493983"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400" b="1" i="1" dirty="0">
                <a:solidFill>
                  <a:schemeClr val="tx2"/>
                </a:solidFill>
                <a:latin typeface="Lato" panose="020F0502020204030203" pitchFamily="34" charset="0"/>
                <a:cs typeface="Open Sans" panose="020B0606030504020204" pitchFamily="34" charset="0"/>
              </a:rPr>
              <a:t>Ceiling of x </a:t>
            </a:r>
            <a:r>
              <a:rPr lang="en-US" altLang="ru-RU" dirty="0">
                <a:solidFill>
                  <a:schemeClr val="tx2"/>
                </a:solidFill>
                <a:latin typeface="Lato" panose="020F0502020204030203" pitchFamily="34" charset="0"/>
                <a:cs typeface="Open Sans" panose="020B0606030504020204" pitchFamily="34" charset="0"/>
              </a:rPr>
              <a:t>- is the smallest integer greater than or equal to x, where x is any real number.</a:t>
            </a:r>
          </a:p>
          <a:p>
            <a:pPr algn="ctr" eaLnBrk="1" hangingPunct="1"/>
            <a:r>
              <a:rPr lang="en-US" altLang="ru-RU" sz="2000" b="1" dirty="0">
                <a:solidFill>
                  <a:schemeClr val="tx2"/>
                </a:solidFill>
                <a:latin typeface="Lato" panose="020F0502020204030203" pitchFamily="34" charset="0"/>
                <a:cs typeface="Open Sans" panose="020B0606030504020204" pitchFamily="34" charset="0"/>
              </a:rPr>
              <a:t>Notation : ┌ x ┐</a:t>
            </a:r>
          </a:p>
        </p:txBody>
      </p:sp>
      <p:sp>
        <p:nvSpPr>
          <p:cNvPr id="11" name="TextBox 956">
            <a:extLst>
              <a:ext uri="{FF2B5EF4-FFF2-40B4-BE49-F238E27FC236}">
                <a16:creationId xmlns:a16="http://schemas.microsoft.com/office/drawing/2014/main" id="{106F1401-3F45-8D48-3C09-6DC1578E9CAB}"/>
              </a:ext>
            </a:extLst>
          </p:cNvPr>
          <p:cNvSpPr txBox="1">
            <a:spLocks noChangeArrowheads="1"/>
          </p:cNvSpPr>
          <p:nvPr/>
        </p:nvSpPr>
        <p:spPr bwMode="auto">
          <a:xfrm>
            <a:off x="5452210" y="3093985"/>
            <a:ext cx="673979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dirty="0">
                <a:solidFill>
                  <a:schemeClr val="tx2"/>
                </a:solidFill>
                <a:latin typeface="Lato" panose="020F0502020204030203" pitchFamily="34" charset="0"/>
                <a:cs typeface="Open Sans" panose="020B0606030504020204" pitchFamily="34" charset="0"/>
              </a:rPr>
              <a:t>Example:</a:t>
            </a:r>
          </a:p>
          <a:p>
            <a:pPr algn="ctr" eaLnBrk="1" hangingPunct="1"/>
            <a:r>
              <a:rPr lang="en-US" altLang="ru-RU" sz="2400" b="1" dirty="0">
                <a:solidFill>
                  <a:srgbClr val="CD2354"/>
                </a:solidFill>
                <a:latin typeface="Lato" panose="020F0502020204030203" pitchFamily="34" charset="0"/>
                <a:cs typeface="Open Sans" panose="020B0606030504020204" pitchFamily="34" charset="0"/>
              </a:rPr>
              <a:t>└ 3.14 ┘ = 3 	└ 1/2 ┘ = 0  	└ -1/2 ┘ = - 1</a:t>
            </a:r>
          </a:p>
        </p:txBody>
      </p:sp>
      <p:sp>
        <p:nvSpPr>
          <p:cNvPr id="12" name="TextBox 956">
            <a:extLst>
              <a:ext uri="{FF2B5EF4-FFF2-40B4-BE49-F238E27FC236}">
                <a16:creationId xmlns:a16="http://schemas.microsoft.com/office/drawing/2014/main" id="{1189C2F9-3094-A300-D933-E23A7C2C44EF}"/>
              </a:ext>
            </a:extLst>
          </p:cNvPr>
          <p:cNvSpPr txBox="1">
            <a:spLocks noChangeArrowheads="1"/>
          </p:cNvSpPr>
          <p:nvPr/>
        </p:nvSpPr>
        <p:spPr bwMode="auto">
          <a:xfrm>
            <a:off x="5494247" y="5590035"/>
            <a:ext cx="669775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dirty="0">
                <a:solidFill>
                  <a:srgbClr val="6D316A"/>
                </a:solidFill>
                <a:latin typeface="Lato" panose="020F0502020204030203" pitchFamily="34" charset="0"/>
                <a:cs typeface="Open Sans" panose="020B0606030504020204" pitchFamily="34" charset="0"/>
              </a:rPr>
              <a:t>Example:</a:t>
            </a:r>
          </a:p>
          <a:p>
            <a:pPr algn="ctr" eaLnBrk="1" hangingPunct="1"/>
            <a:r>
              <a:rPr lang="en-US" altLang="ru-RU" sz="2400" b="1" dirty="0">
                <a:solidFill>
                  <a:srgbClr val="CD2354"/>
                </a:solidFill>
                <a:latin typeface="Lato" panose="020F0502020204030203" pitchFamily="34" charset="0"/>
                <a:cs typeface="Open Sans" panose="020B0606030504020204" pitchFamily="34" charset="0"/>
              </a:rPr>
              <a:t>┌ 3.14 ┐ = 4 	┌ 1/2 ┐ = 1 	┌ -1/2 ┐ = 0</a:t>
            </a:r>
          </a:p>
        </p:txBody>
      </p:sp>
    </p:spTree>
    <p:extLst>
      <p:ext uri="{BB962C8B-B14F-4D97-AF65-F5344CB8AC3E}">
        <p14:creationId xmlns:p14="http://schemas.microsoft.com/office/powerpoint/2010/main" val="3167393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6624646">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15301" y="168076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15301" y="726658"/>
            <a:ext cx="2940527" cy="954107"/>
          </a:xfrm>
          <a:prstGeom prst="rect">
            <a:avLst/>
          </a:prstGeom>
          <a:noFill/>
        </p:spPr>
        <p:txBody>
          <a:bodyPr wrap="square" rtlCol="0">
            <a:spAutoFit/>
          </a:bodyPr>
          <a:lstStyle/>
          <a:p>
            <a:r>
              <a:rPr lang="en-US" sz="2800" b="1" i="1" dirty="0">
                <a:solidFill>
                  <a:schemeClr val="accent5"/>
                </a:solidFill>
                <a:latin typeface="Montserrat Black" pitchFamily="2" charset="77"/>
              </a:rPr>
              <a:t>Mathematical Functions</a:t>
            </a:r>
          </a:p>
        </p:txBody>
      </p:sp>
      <p:sp>
        <p:nvSpPr>
          <p:cNvPr id="4" name="TextBox 3">
            <a:extLst>
              <a:ext uri="{FF2B5EF4-FFF2-40B4-BE49-F238E27FC236}">
                <a16:creationId xmlns:a16="http://schemas.microsoft.com/office/drawing/2014/main" id="{07373F31-968F-741D-70EB-CE25213E1BDA}"/>
              </a:ext>
            </a:extLst>
          </p:cNvPr>
          <p:cNvSpPr txBox="1"/>
          <p:nvPr/>
        </p:nvSpPr>
        <p:spPr>
          <a:xfrm>
            <a:off x="5969423" y="900114"/>
            <a:ext cx="5233082" cy="707886"/>
          </a:xfrm>
          <a:prstGeom prst="rect">
            <a:avLst/>
          </a:prstGeom>
          <a:noFill/>
          <a:ln>
            <a:noFill/>
          </a:ln>
        </p:spPr>
        <p:txBody>
          <a:bodyPr wrap="square" rtlCol="0" anchor="b">
            <a:spAutoFit/>
          </a:bodyPr>
          <a:lstStyle/>
          <a:p>
            <a:pPr algn="just"/>
            <a:r>
              <a:rPr lang="en-US" sz="20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useful  in the creation and analysis  of  algorithms. </a:t>
            </a:r>
          </a:p>
        </p:txBody>
      </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5447120" y="3054918"/>
            <a:ext cx="649398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400" b="1" i="1" dirty="0">
                <a:solidFill>
                  <a:schemeClr val="tx2"/>
                </a:solidFill>
                <a:latin typeface="Lato" panose="020F0502020204030203" pitchFamily="34" charset="0"/>
                <a:cs typeface="Open Sans" panose="020B0606030504020204" pitchFamily="34" charset="0"/>
              </a:rPr>
              <a:t>Modulo </a:t>
            </a:r>
            <a:r>
              <a:rPr lang="en-US" altLang="ru-RU" dirty="0">
                <a:solidFill>
                  <a:schemeClr val="tx2"/>
                </a:solidFill>
                <a:latin typeface="Lato" panose="020F0502020204030203" pitchFamily="34" charset="0"/>
                <a:cs typeface="Open Sans" panose="020B0606030504020204" pitchFamily="34" charset="0"/>
              </a:rPr>
              <a:t>- Given any two real numbers x and y, x mod y </a:t>
            </a:r>
          </a:p>
          <a:p>
            <a:pPr algn="just" eaLnBrk="1" hangingPunct="1"/>
            <a:r>
              <a:rPr lang="en-US" altLang="ru-RU" dirty="0">
                <a:solidFill>
                  <a:schemeClr val="tx2"/>
                </a:solidFill>
                <a:latin typeface="Lato" panose="020F0502020204030203" pitchFamily="34" charset="0"/>
                <a:cs typeface="Open Sans" panose="020B0606030504020204" pitchFamily="34" charset="0"/>
              </a:rPr>
              <a:t>is defined as </a:t>
            </a:r>
          </a:p>
          <a:p>
            <a:pPr algn="ctr" eaLnBrk="1" hangingPunct="1"/>
            <a:r>
              <a:rPr lang="en-US" altLang="ru-RU" sz="2400" b="1" dirty="0">
                <a:solidFill>
                  <a:schemeClr val="tx2"/>
                </a:solidFill>
                <a:latin typeface="Lato" panose="020F0502020204030203" pitchFamily="34" charset="0"/>
                <a:cs typeface="Open Sans" panose="020B0606030504020204" pitchFamily="34" charset="0"/>
              </a:rPr>
              <a:t>"-x mod n" is to find "x mod n"</a:t>
            </a:r>
          </a:p>
        </p:txBody>
      </p:sp>
      <p:sp>
        <p:nvSpPr>
          <p:cNvPr id="11" name="TextBox 956">
            <a:extLst>
              <a:ext uri="{FF2B5EF4-FFF2-40B4-BE49-F238E27FC236}">
                <a16:creationId xmlns:a16="http://schemas.microsoft.com/office/drawing/2014/main" id="{106F1401-3F45-8D48-3C09-6DC1578E9CAB}"/>
              </a:ext>
            </a:extLst>
          </p:cNvPr>
          <p:cNvSpPr txBox="1">
            <a:spLocks noChangeArrowheads="1"/>
          </p:cNvSpPr>
          <p:nvPr/>
        </p:nvSpPr>
        <p:spPr bwMode="auto">
          <a:xfrm>
            <a:off x="5447119" y="4101358"/>
            <a:ext cx="649398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dirty="0">
                <a:solidFill>
                  <a:schemeClr val="tx2"/>
                </a:solidFill>
                <a:latin typeface="Lato" panose="020F0502020204030203" pitchFamily="34" charset="0"/>
                <a:cs typeface="Open Sans" panose="020B0606030504020204" pitchFamily="34" charset="0"/>
              </a:rPr>
              <a:t>Example:</a:t>
            </a:r>
          </a:p>
          <a:p>
            <a:pPr algn="ctr" eaLnBrk="1" hangingPunct="1"/>
            <a:r>
              <a:rPr lang="da-DK" altLang="ru-RU" sz="2400" b="1" dirty="0">
                <a:solidFill>
                  <a:srgbClr val="CD2354"/>
                </a:solidFill>
                <a:latin typeface="Lato" panose="020F0502020204030203" pitchFamily="34" charset="0"/>
                <a:cs typeface="Open Sans" panose="020B0606030504020204" pitchFamily="34" charset="0"/>
              </a:rPr>
              <a:t>10 mod 3 = 1 	</a:t>
            </a:r>
          </a:p>
          <a:p>
            <a:pPr algn="ctr" eaLnBrk="1" hangingPunct="1"/>
            <a:r>
              <a:rPr lang="da-DK" altLang="ru-RU" sz="2400" b="1" dirty="0">
                <a:solidFill>
                  <a:srgbClr val="CD2354"/>
                </a:solidFill>
                <a:latin typeface="Lato" panose="020F0502020204030203" pitchFamily="34" charset="0"/>
                <a:cs typeface="Open Sans" panose="020B0606030504020204" pitchFamily="34" charset="0"/>
              </a:rPr>
              <a:t>24 mod 8 = 0 	</a:t>
            </a:r>
          </a:p>
          <a:p>
            <a:pPr algn="ctr" eaLnBrk="1" hangingPunct="1"/>
            <a:r>
              <a:rPr lang="da-DK" altLang="ru-RU" sz="2400" b="1" dirty="0">
                <a:solidFill>
                  <a:srgbClr val="CD2354"/>
                </a:solidFill>
                <a:latin typeface="Lato" panose="020F0502020204030203" pitchFamily="34" charset="0"/>
                <a:cs typeface="Open Sans" panose="020B0606030504020204" pitchFamily="34" charset="0"/>
              </a:rPr>
              <a:t>-5 mod 7  = -5</a:t>
            </a:r>
          </a:p>
        </p:txBody>
      </p:sp>
      <p:grpSp>
        <p:nvGrpSpPr>
          <p:cNvPr id="13" name="Graphic 3">
            <a:extLst>
              <a:ext uri="{FF2B5EF4-FFF2-40B4-BE49-F238E27FC236}">
                <a16:creationId xmlns:a16="http://schemas.microsoft.com/office/drawing/2014/main" id="{852A2959-1BD3-90CB-0526-E517608D95C2}"/>
              </a:ext>
            </a:extLst>
          </p:cNvPr>
          <p:cNvGrpSpPr/>
          <p:nvPr/>
        </p:nvGrpSpPr>
        <p:grpSpPr>
          <a:xfrm>
            <a:off x="3704679" y="2887914"/>
            <a:ext cx="1742439" cy="1514475"/>
            <a:chOff x="1920239" y="4467225"/>
            <a:chExt cx="1742439" cy="1514475"/>
          </a:xfrm>
          <a:solidFill>
            <a:srgbClr val="00CEE8"/>
          </a:solidFill>
        </p:grpSpPr>
        <p:sp>
          <p:nvSpPr>
            <p:cNvPr id="14" name="Freeform 13">
              <a:extLst>
                <a:ext uri="{FF2B5EF4-FFF2-40B4-BE49-F238E27FC236}">
                  <a16:creationId xmlns:a16="http://schemas.microsoft.com/office/drawing/2014/main" id="{821C909A-24A6-1C0A-562A-6ED2B07A16B0}"/>
                </a:ext>
              </a:extLst>
            </p:cNvPr>
            <p:cNvSpPr/>
            <p:nvPr/>
          </p:nvSpPr>
          <p:spPr>
            <a:xfrm>
              <a:off x="2507614" y="4467225"/>
              <a:ext cx="1155064" cy="1514475"/>
            </a:xfrm>
            <a:custGeom>
              <a:avLst/>
              <a:gdLst>
                <a:gd name="connsiteX0" fmla="*/ 398145 w 1155064"/>
                <a:gd name="connsiteY0" fmla="*/ 0 h 1514475"/>
                <a:gd name="connsiteX1" fmla="*/ 8255 w 1155064"/>
                <a:gd name="connsiteY1" fmla="*/ 107950 h 1514475"/>
                <a:gd name="connsiteX2" fmla="*/ 123825 w 1155064"/>
                <a:gd name="connsiteY2" fmla="*/ 164465 h 1514475"/>
                <a:gd name="connsiteX3" fmla="*/ 266065 w 1155064"/>
                <a:gd name="connsiteY3" fmla="*/ 440055 h 1514475"/>
                <a:gd name="connsiteX4" fmla="*/ 178435 w 1155064"/>
                <a:gd name="connsiteY4" fmla="*/ 682625 h 1514475"/>
                <a:gd name="connsiteX5" fmla="*/ 150495 w 1155064"/>
                <a:gd name="connsiteY5" fmla="*/ 711835 h 1514475"/>
                <a:gd name="connsiteX6" fmla="*/ 199390 w 1155064"/>
                <a:gd name="connsiteY6" fmla="*/ 749935 h 1514475"/>
                <a:gd name="connsiteX7" fmla="*/ 299720 w 1155064"/>
                <a:gd name="connsiteY7" fmla="*/ 997585 h 1514475"/>
                <a:gd name="connsiteX8" fmla="*/ 143510 w 1155064"/>
                <a:gd name="connsiteY8" fmla="*/ 1327785 h 1514475"/>
                <a:gd name="connsiteX9" fmla="*/ 0 w 1155064"/>
                <a:gd name="connsiteY9" fmla="*/ 1402080 h 1514475"/>
                <a:gd name="connsiteX10" fmla="*/ 397510 w 1155064"/>
                <a:gd name="connsiteY10" fmla="*/ 1514475 h 1514475"/>
                <a:gd name="connsiteX11" fmla="*/ 1155065 w 1155064"/>
                <a:gd name="connsiteY11" fmla="*/ 756920 h 1514475"/>
                <a:gd name="connsiteX12" fmla="*/ 398145 w 1155064"/>
                <a:gd name="connsiteY12" fmla="*/ 0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64" h="1514475">
                  <a:moveTo>
                    <a:pt x="398145" y="0"/>
                  </a:moveTo>
                  <a:cubicBezTo>
                    <a:pt x="255905" y="0"/>
                    <a:pt x="122555" y="39370"/>
                    <a:pt x="8255" y="107950"/>
                  </a:cubicBezTo>
                  <a:cubicBezTo>
                    <a:pt x="50800" y="121920"/>
                    <a:pt x="89535" y="140970"/>
                    <a:pt x="123825" y="164465"/>
                  </a:cubicBezTo>
                  <a:cubicBezTo>
                    <a:pt x="217170" y="229870"/>
                    <a:pt x="266065" y="325120"/>
                    <a:pt x="266065" y="440055"/>
                  </a:cubicBezTo>
                  <a:cubicBezTo>
                    <a:pt x="266065" y="534035"/>
                    <a:pt x="236855" y="615950"/>
                    <a:pt x="178435" y="682625"/>
                  </a:cubicBezTo>
                  <a:cubicBezTo>
                    <a:pt x="169545" y="692785"/>
                    <a:pt x="160020" y="702310"/>
                    <a:pt x="150495" y="711835"/>
                  </a:cubicBezTo>
                  <a:cubicBezTo>
                    <a:pt x="168275" y="723265"/>
                    <a:pt x="184785" y="735965"/>
                    <a:pt x="199390" y="749935"/>
                  </a:cubicBezTo>
                  <a:cubicBezTo>
                    <a:pt x="266065" y="812165"/>
                    <a:pt x="299720" y="895985"/>
                    <a:pt x="299720" y="997585"/>
                  </a:cubicBezTo>
                  <a:cubicBezTo>
                    <a:pt x="299720" y="1137285"/>
                    <a:pt x="247015" y="1248410"/>
                    <a:pt x="143510" y="1327785"/>
                  </a:cubicBezTo>
                  <a:cubicBezTo>
                    <a:pt x="102870" y="1359535"/>
                    <a:pt x="54610" y="1384300"/>
                    <a:pt x="0" y="1402080"/>
                  </a:cubicBezTo>
                  <a:cubicBezTo>
                    <a:pt x="115570" y="1473200"/>
                    <a:pt x="251460" y="1514475"/>
                    <a:pt x="397510" y="1514475"/>
                  </a:cubicBezTo>
                  <a:cubicBezTo>
                    <a:pt x="815975" y="1514475"/>
                    <a:pt x="1155065" y="1175385"/>
                    <a:pt x="1155065" y="756920"/>
                  </a:cubicBezTo>
                  <a:cubicBezTo>
                    <a:pt x="1155065" y="338455"/>
                    <a:pt x="816610" y="0"/>
                    <a:pt x="398145" y="0"/>
                  </a:cubicBezTo>
                  <a:close/>
                </a:path>
              </a:pathLst>
            </a:custGeom>
            <a:solidFill>
              <a:schemeClr val="accent3"/>
            </a:solidFill>
            <a:ln w="6350"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A8EE267B-BB6D-4D4B-1F5C-5AC8488EFE73}"/>
                </a:ext>
              </a:extLst>
            </p:cNvPr>
            <p:cNvSpPr/>
            <p:nvPr/>
          </p:nvSpPr>
          <p:spPr>
            <a:xfrm>
              <a:off x="1920239" y="4634229"/>
              <a:ext cx="796289" cy="1182370"/>
            </a:xfrm>
            <a:custGeom>
              <a:avLst/>
              <a:gdLst>
                <a:gd name="connsiteX0" fmla="*/ 762635 w 796289"/>
                <a:gd name="connsiteY0" fmla="*/ 273050 h 1182370"/>
                <a:gd name="connsiteX1" fmla="*/ 697230 w 796289"/>
                <a:gd name="connsiteY1" fmla="*/ 456565 h 1182370"/>
                <a:gd name="connsiteX2" fmla="*/ 513715 w 796289"/>
                <a:gd name="connsiteY2" fmla="*/ 560705 h 1182370"/>
                <a:gd name="connsiteX3" fmla="*/ 513715 w 796289"/>
                <a:gd name="connsiteY3" fmla="*/ 565150 h 1182370"/>
                <a:gd name="connsiteX4" fmla="*/ 724535 w 796289"/>
                <a:gd name="connsiteY4" fmla="*/ 649605 h 1182370"/>
                <a:gd name="connsiteX5" fmla="*/ 796290 w 796289"/>
                <a:gd name="connsiteY5" fmla="*/ 831215 h 1182370"/>
                <a:gd name="connsiteX6" fmla="*/ 675640 w 796289"/>
                <a:gd name="connsiteY6" fmla="*/ 1089660 h 1182370"/>
                <a:gd name="connsiteX7" fmla="*/ 332105 w 796289"/>
                <a:gd name="connsiteY7" fmla="*/ 1182370 h 1182370"/>
                <a:gd name="connsiteX8" fmla="*/ 0 w 796289"/>
                <a:gd name="connsiteY8" fmla="*/ 1120140 h 1182370"/>
                <a:gd name="connsiteX9" fmla="*/ 0 w 796289"/>
                <a:gd name="connsiteY9" fmla="*/ 913130 h 1182370"/>
                <a:gd name="connsiteX10" fmla="*/ 147320 w 796289"/>
                <a:gd name="connsiteY10" fmla="*/ 968375 h 1182370"/>
                <a:gd name="connsiteX11" fmla="*/ 306070 w 796289"/>
                <a:gd name="connsiteY11" fmla="*/ 989330 h 1182370"/>
                <a:gd name="connsiteX12" fmla="*/ 483870 w 796289"/>
                <a:gd name="connsiteY12" fmla="*/ 948690 h 1182370"/>
                <a:gd name="connsiteX13" fmla="*/ 541020 w 796289"/>
                <a:gd name="connsiteY13" fmla="*/ 817245 h 1182370"/>
                <a:gd name="connsiteX14" fmla="*/ 474980 w 796289"/>
                <a:gd name="connsiteY14" fmla="*/ 702310 h 1182370"/>
                <a:gd name="connsiteX15" fmla="*/ 264160 w 796289"/>
                <a:gd name="connsiteY15" fmla="*/ 668655 h 1182370"/>
                <a:gd name="connsiteX16" fmla="*/ 177165 w 796289"/>
                <a:gd name="connsiteY16" fmla="*/ 668655 h 1182370"/>
                <a:gd name="connsiteX17" fmla="*/ 177165 w 796289"/>
                <a:gd name="connsiteY17" fmla="*/ 481965 h 1182370"/>
                <a:gd name="connsiteX18" fmla="*/ 266065 w 796289"/>
                <a:gd name="connsiteY18" fmla="*/ 481965 h 1182370"/>
                <a:gd name="connsiteX19" fmla="*/ 461645 w 796289"/>
                <a:gd name="connsiteY19" fmla="*/ 447040 h 1182370"/>
                <a:gd name="connsiteX20" fmla="*/ 523240 w 796289"/>
                <a:gd name="connsiteY20" fmla="*/ 327025 h 1182370"/>
                <a:gd name="connsiteX21" fmla="*/ 359410 w 796289"/>
                <a:gd name="connsiteY21" fmla="*/ 196215 h 1182370"/>
                <a:gd name="connsiteX22" fmla="*/ 244475 w 796289"/>
                <a:gd name="connsiteY22" fmla="*/ 215265 h 1182370"/>
                <a:gd name="connsiteX23" fmla="*/ 114300 w 796289"/>
                <a:gd name="connsiteY23" fmla="*/ 280670 h 1182370"/>
                <a:gd name="connsiteX24" fmla="*/ 1905 w 796289"/>
                <a:gd name="connsiteY24" fmla="*/ 113030 h 1182370"/>
                <a:gd name="connsiteX25" fmla="*/ 377190 w 796289"/>
                <a:gd name="connsiteY25" fmla="*/ 0 h 1182370"/>
                <a:gd name="connsiteX26" fmla="*/ 659130 w 796289"/>
                <a:gd name="connsiteY26" fmla="*/ 72390 h 1182370"/>
                <a:gd name="connsiteX27" fmla="*/ 762635 w 796289"/>
                <a:gd name="connsiteY27" fmla="*/ 273050 h 118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96289" h="1182370">
                  <a:moveTo>
                    <a:pt x="762635" y="273050"/>
                  </a:moveTo>
                  <a:cubicBezTo>
                    <a:pt x="762635" y="344805"/>
                    <a:pt x="741045" y="405765"/>
                    <a:pt x="697230" y="456565"/>
                  </a:cubicBezTo>
                  <a:cubicBezTo>
                    <a:pt x="653415" y="506730"/>
                    <a:pt x="592455" y="541655"/>
                    <a:pt x="513715" y="560705"/>
                  </a:cubicBezTo>
                  <a:lnTo>
                    <a:pt x="513715" y="565150"/>
                  </a:lnTo>
                  <a:cubicBezTo>
                    <a:pt x="606425" y="576580"/>
                    <a:pt x="676910" y="605155"/>
                    <a:pt x="724535" y="649605"/>
                  </a:cubicBezTo>
                  <a:cubicBezTo>
                    <a:pt x="772160" y="694690"/>
                    <a:pt x="796290" y="755015"/>
                    <a:pt x="796290" y="831215"/>
                  </a:cubicBezTo>
                  <a:cubicBezTo>
                    <a:pt x="796290" y="941705"/>
                    <a:pt x="756285" y="1028065"/>
                    <a:pt x="675640" y="1089660"/>
                  </a:cubicBezTo>
                  <a:cubicBezTo>
                    <a:pt x="595630" y="1151255"/>
                    <a:pt x="480695" y="1182370"/>
                    <a:pt x="332105" y="1182370"/>
                  </a:cubicBezTo>
                  <a:cubicBezTo>
                    <a:pt x="207010" y="1182370"/>
                    <a:pt x="96520" y="1161415"/>
                    <a:pt x="0" y="1120140"/>
                  </a:cubicBezTo>
                  <a:lnTo>
                    <a:pt x="0" y="913130"/>
                  </a:lnTo>
                  <a:cubicBezTo>
                    <a:pt x="44450" y="935990"/>
                    <a:pt x="93345" y="953770"/>
                    <a:pt x="147320" y="968375"/>
                  </a:cubicBezTo>
                  <a:cubicBezTo>
                    <a:pt x="200660" y="982345"/>
                    <a:pt x="254000" y="989330"/>
                    <a:pt x="306070" y="989330"/>
                  </a:cubicBezTo>
                  <a:cubicBezTo>
                    <a:pt x="386080" y="989330"/>
                    <a:pt x="445770" y="975995"/>
                    <a:pt x="483870" y="948690"/>
                  </a:cubicBezTo>
                  <a:cubicBezTo>
                    <a:pt x="521970" y="921385"/>
                    <a:pt x="541020" y="877570"/>
                    <a:pt x="541020" y="817245"/>
                  </a:cubicBezTo>
                  <a:cubicBezTo>
                    <a:pt x="541020" y="763270"/>
                    <a:pt x="518795" y="725170"/>
                    <a:pt x="474980" y="702310"/>
                  </a:cubicBezTo>
                  <a:cubicBezTo>
                    <a:pt x="431165" y="680085"/>
                    <a:pt x="360680" y="668655"/>
                    <a:pt x="264160" y="668655"/>
                  </a:cubicBezTo>
                  <a:lnTo>
                    <a:pt x="177165" y="668655"/>
                  </a:lnTo>
                  <a:lnTo>
                    <a:pt x="177165" y="481965"/>
                  </a:lnTo>
                  <a:lnTo>
                    <a:pt x="266065" y="481965"/>
                  </a:lnTo>
                  <a:cubicBezTo>
                    <a:pt x="354965" y="481965"/>
                    <a:pt x="420370" y="470535"/>
                    <a:pt x="461645" y="447040"/>
                  </a:cubicBezTo>
                  <a:cubicBezTo>
                    <a:pt x="502920" y="423545"/>
                    <a:pt x="523240" y="383540"/>
                    <a:pt x="523240" y="327025"/>
                  </a:cubicBezTo>
                  <a:cubicBezTo>
                    <a:pt x="523240" y="240030"/>
                    <a:pt x="468630" y="196215"/>
                    <a:pt x="359410" y="196215"/>
                  </a:cubicBezTo>
                  <a:cubicBezTo>
                    <a:pt x="321945" y="196215"/>
                    <a:pt x="283210" y="202565"/>
                    <a:pt x="244475" y="215265"/>
                  </a:cubicBezTo>
                  <a:cubicBezTo>
                    <a:pt x="205105" y="227965"/>
                    <a:pt x="161925" y="249555"/>
                    <a:pt x="114300" y="280670"/>
                  </a:cubicBezTo>
                  <a:lnTo>
                    <a:pt x="1905" y="113030"/>
                  </a:lnTo>
                  <a:cubicBezTo>
                    <a:pt x="106680" y="37465"/>
                    <a:pt x="231775" y="0"/>
                    <a:pt x="377190" y="0"/>
                  </a:cubicBezTo>
                  <a:cubicBezTo>
                    <a:pt x="495935" y="0"/>
                    <a:pt x="589915" y="24130"/>
                    <a:pt x="659130" y="72390"/>
                  </a:cubicBezTo>
                  <a:cubicBezTo>
                    <a:pt x="728345" y="120015"/>
                    <a:pt x="762635" y="187325"/>
                    <a:pt x="762635" y="273050"/>
                  </a:cubicBezTo>
                  <a:close/>
                </a:path>
              </a:pathLst>
            </a:custGeom>
            <a:solidFill>
              <a:schemeClr val="accent3"/>
            </a:solidFill>
            <a:ln w="6350" cap="flat">
              <a:noFill/>
              <a:prstDash val="solid"/>
              <a:miter/>
            </a:ln>
          </p:spPr>
          <p:txBody>
            <a:bodyPr rtlCol="0" anchor="ctr"/>
            <a:lstStyle/>
            <a:p>
              <a:endParaRPr lang="en-US"/>
            </a:p>
          </p:txBody>
        </p:sp>
      </p:grpSp>
    </p:spTree>
    <p:extLst>
      <p:ext uri="{BB962C8B-B14F-4D97-AF65-F5344CB8AC3E}">
        <p14:creationId xmlns:p14="http://schemas.microsoft.com/office/powerpoint/2010/main" val="1602563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-3.14 ┘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-4</a:t>
            </a:r>
          </a:p>
        </p:txBody>
      </p:sp>
    </p:spTree>
    <p:extLst>
      <p:ext uri="{BB962C8B-B14F-4D97-AF65-F5344CB8AC3E}">
        <p14:creationId xmlns:p14="http://schemas.microsoft.com/office/powerpoint/2010/main" val="2159871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-3.14 ┐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-3</a:t>
            </a:r>
          </a:p>
        </p:txBody>
      </p:sp>
    </p:spTree>
    <p:extLst>
      <p:ext uri="{BB962C8B-B14F-4D97-AF65-F5344CB8AC3E}">
        <p14:creationId xmlns:p14="http://schemas.microsoft.com/office/powerpoint/2010/main" val="3268305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5 ┐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5</a:t>
            </a:r>
          </a:p>
        </p:txBody>
      </p:sp>
    </p:spTree>
    <p:extLst>
      <p:ext uri="{BB962C8B-B14F-4D97-AF65-F5344CB8AC3E}">
        <p14:creationId xmlns:p14="http://schemas.microsoft.com/office/powerpoint/2010/main" val="3711139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-5 ┐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-5</a:t>
            </a:r>
          </a:p>
        </p:txBody>
      </p:sp>
    </p:spTree>
    <p:extLst>
      <p:ext uri="{BB962C8B-B14F-4D97-AF65-F5344CB8AC3E}">
        <p14:creationId xmlns:p14="http://schemas.microsoft.com/office/powerpoint/2010/main" val="4071795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┌-4.2┐ mod 3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-1</a:t>
            </a:r>
          </a:p>
        </p:txBody>
      </p:sp>
    </p:spTree>
    <p:extLst>
      <p:ext uri="{BB962C8B-B14F-4D97-AF65-F5344CB8AC3E}">
        <p14:creationId xmlns:p14="http://schemas.microsoft.com/office/powerpoint/2010/main" val="4107781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-4.2 ┘ mod 3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-2</a:t>
            </a:r>
          </a:p>
        </p:txBody>
      </p:sp>
    </p:spTree>
    <p:extLst>
      <p:ext uri="{BB962C8B-B14F-4D97-AF65-F5344CB8AC3E}">
        <p14:creationId xmlns:p14="http://schemas.microsoft.com/office/powerpoint/2010/main" val="1899892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4.2 ┘ + ┌5.6┐ mod 2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4</a:t>
            </a:r>
          </a:p>
        </p:txBody>
      </p:sp>
      <p:sp>
        <p:nvSpPr>
          <p:cNvPr id="12" name="Text Placeholder 9">
            <a:extLst>
              <a:ext uri="{FF2B5EF4-FFF2-40B4-BE49-F238E27FC236}">
                <a16:creationId xmlns:a16="http://schemas.microsoft.com/office/drawing/2014/main" id="{8A1C23EB-381B-3CB5-3616-D2F946C59E10}"/>
              </a:ext>
            </a:extLst>
          </p:cNvPr>
          <p:cNvSpPr txBox="1">
            <a:spLocks/>
          </p:cNvSpPr>
          <p:nvPr/>
        </p:nvSpPr>
        <p:spPr>
          <a:xfrm>
            <a:off x="7315199" y="4260765"/>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3200" b="1" dirty="0">
                <a:solidFill>
                  <a:srgbClr val="6D316A"/>
                </a:solidFill>
                <a:latin typeface="Lato" panose="020F0502020204030203" pitchFamily="34" charset="0"/>
              </a:rPr>
              <a:t>= 4 + 6 mod 2</a:t>
            </a:r>
          </a:p>
          <a:p>
            <a:pPr marL="0" indent="0" algn="ctr">
              <a:buNone/>
            </a:pPr>
            <a:r>
              <a:rPr lang="da-DK" sz="3200" b="1" dirty="0">
                <a:solidFill>
                  <a:srgbClr val="6D316A"/>
                </a:solidFill>
                <a:latin typeface="Lato" panose="020F0502020204030203" pitchFamily="34" charset="0"/>
              </a:rPr>
              <a:t>= 4 + 0</a:t>
            </a:r>
          </a:p>
        </p:txBody>
      </p:sp>
    </p:spTree>
    <p:extLst>
      <p:ext uri="{BB962C8B-B14F-4D97-AF65-F5344CB8AC3E}">
        <p14:creationId xmlns:p14="http://schemas.microsoft.com/office/powerpoint/2010/main" val="4074777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2853049" y="2602887"/>
            <a:ext cx="3170339" cy="116475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7843708-BC8C-3686-0489-E8F7AE4C0DC7}"/>
              </a:ext>
            </a:extLst>
          </p:cNvPr>
          <p:cNvSpPr/>
          <p:nvPr/>
        </p:nvSpPr>
        <p:spPr>
          <a:xfrm>
            <a:off x="6168614" y="648182"/>
            <a:ext cx="5885035" cy="3168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3458977" y="2914963"/>
            <a:ext cx="2451049"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bg1"/>
                </a:solidFill>
                <a:latin typeface="Lato" panose="020F0502020204030203" pitchFamily="34" charset="0"/>
              </a:rPr>
              <a:t>Example</a:t>
            </a:r>
            <a:endParaRPr lang="en-US" sz="2000" dirty="0">
              <a:solidFill>
                <a:schemeClr val="bg1"/>
              </a:solidFill>
              <a:latin typeface="Lato" panose="020F0502020204030203" pitchFamily="34" charset="0"/>
            </a:endParaRPr>
          </a:p>
        </p:txBody>
      </p:sp>
      <p:sp>
        <p:nvSpPr>
          <p:cNvPr id="11" name="Text Placeholder 9">
            <a:extLst>
              <a:ext uri="{FF2B5EF4-FFF2-40B4-BE49-F238E27FC236}">
                <a16:creationId xmlns:a16="http://schemas.microsoft.com/office/drawing/2014/main" id="{54E9D43C-5944-6691-07C7-645E0D4D3185}"/>
              </a:ext>
            </a:extLst>
          </p:cNvPr>
          <p:cNvSpPr txBox="1">
            <a:spLocks/>
          </p:cNvSpPr>
          <p:nvPr/>
        </p:nvSpPr>
        <p:spPr>
          <a:xfrm>
            <a:off x="6285053" y="862479"/>
            <a:ext cx="5602147"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 4.2 ┘ + ┌-5.6┐) +</a:t>
            </a:r>
          </a:p>
          <a:p>
            <a:pPr marL="0" indent="0" algn="ctr">
              <a:buNone/>
            </a:pPr>
            <a:r>
              <a:rPr lang="en-US" sz="3200" b="1" dirty="0">
                <a:solidFill>
                  <a:schemeClr val="bg1"/>
                </a:solidFill>
                <a:latin typeface="Lato" panose="020F0502020204030203" pitchFamily="34" charset="0"/>
              </a:rPr>
              <a:t>└ 7.2 ┘ mod 3 </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
        <p:nvSpPr>
          <p:cNvPr id="10" name="Text Placeholder 9">
            <a:extLst>
              <a:ext uri="{FF2B5EF4-FFF2-40B4-BE49-F238E27FC236}">
                <a16:creationId xmlns:a16="http://schemas.microsoft.com/office/drawing/2014/main" id="{62E18349-5A32-0814-85DC-E49B06E99F54}"/>
              </a:ext>
            </a:extLst>
          </p:cNvPr>
          <p:cNvSpPr txBox="1">
            <a:spLocks/>
          </p:cNvSpPr>
          <p:nvPr/>
        </p:nvSpPr>
        <p:spPr>
          <a:xfrm>
            <a:off x="7340204" y="2339368"/>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latin typeface="Lato" panose="020F0502020204030203" pitchFamily="34" charset="0"/>
              </a:rPr>
              <a:t>Answer: 0</a:t>
            </a:r>
          </a:p>
        </p:txBody>
      </p:sp>
      <p:sp>
        <p:nvSpPr>
          <p:cNvPr id="12" name="Text Placeholder 9">
            <a:extLst>
              <a:ext uri="{FF2B5EF4-FFF2-40B4-BE49-F238E27FC236}">
                <a16:creationId xmlns:a16="http://schemas.microsoft.com/office/drawing/2014/main" id="{8A1C23EB-381B-3CB5-3616-D2F946C59E10}"/>
              </a:ext>
            </a:extLst>
          </p:cNvPr>
          <p:cNvSpPr txBox="1">
            <a:spLocks/>
          </p:cNvSpPr>
          <p:nvPr/>
        </p:nvSpPr>
        <p:spPr>
          <a:xfrm>
            <a:off x="7315199" y="4260765"/>
            <a:ext cx="3541853"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3200" b="1" dirty="0">
                <a:solidFill>
                  <a:srgbClr val="6D316A"/>
                </a:solidFill>
                <a:latin typeface="Lato" panose="020F0502020204030203" pitchFamily="34" charset="0"/>
              </a:rPr>
              <a:t>=(4 + -5) + 7 mod 3</a:t>
            </a:r>
          </a:p>
          <a:p>
            <a:pPr marL="0" indent="0" algn="ctr">
              <a:buNone/>
            </a:pPr>
            <a:r>
              <a:rPr lang="da-DK" sz="3200" b="1" dirty="0">
                <a:solidFill>
                  <a:srgbClr val="6D316A"/>
                </a:solidFill>
                <a:latin typeface="Lato" panose="020F0502020204030203" pitchFamily="34" charset="0"/>
              </a:rPr>
              <a:t>=-1 + 1</a:t>
            </a:r>
          </a:p>
        </p:txBody>
      </p:sp>
    </p:spTree>
    <p:extLst>
      <p:ext uri="{BB962C8B-B14F-4D97-AF65-F5344CB8AC3E}">
        <p14:creationId xmlns:p14="http://schemas.microsoft.com/office/powerpoint/2010/main" val="609566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Freeform 2">
            <a:extLst>
              <a:ext uri="{FF2B5EF4-FFF2-40B4-BE49-F238E27FC236}">
                <a16:creationId xmlns:a16="http://schemas.microsoft.com/office/drawing/2014/main" id="{DA0A077F-9796-4137-B53A-05262C94D498}"/>
              </a:ext>
            </a:extLst>
          </p:cNvPr>
          <p:cNvSpPr>
            <a:spLocks noChangeArrowheads="1"/>
          </p:cNvSpPr>
          <p:nvPr/>
        </p:nvSpPr>
        <p:spPr bwMode="auto">
          <a:xfrm>
            <a:off x="1588" y="2659"/>
            <a:ext cx="6444460" cy="6855342"/>
          </a:xfrm>
          <a:custGeom>
            <a:avLst/>
            <a:gdLst>
              <a:gd name="T0" fmla="*/ 0 w 14250"/>
              <a:gd name="T1" fmla="*/ 0 h 15157"/>
              <a:gd name="T2" fmla="*/ 0 w 14250"/>
              <a:gd name="T3" fmla="*/ 15156 h 15157"/>
              <a:gd name="T4" fmla="*/ 14249 w 14250"/>
              <a:gd name="T5" fmla="*/ 15156 h 15157"/>
              <a:gd name="T6" fmla="*/ 10748 w 14250"/>
              <a:gd name="T7" fmla="*/ 0 h 15157"/>
              <a:gd name="T8" fmla="*/ 0 w 14250"/>
              <a:gd name="T9" fmla="*/ 0 h 15157"/>
            </a:gdLst>
            <a:ahLst/>
            <a:cxnLst>
              <a:cxn ang="0">
                <a:pos x="T0" y="T1"/>
              </a:cxn>
              <a:cxn ang="0">
                <a:pos x="T2" y="T3"/>
              </a:cxn>
              <a:cxn ang="0">
                <a:pos x="T4" y="T5"/>
              </a:cxn>
              <a:cxn ang="0">
                <a:pos x="T6" y="T7"/>
              </a:cxn>
              <a:cxn ang="0">
                <a:pos x="T8" y="T9"/>
              </a:cxn>
            </a:cxnLst>
            <a:rect l="0" t="0" r="r" b="b"/>
            <a:pathLst>
              <a:path w="14250" h="15157">
                <a:moveTo>
                  <a:pt x="0" y="0"/>
                </a:moveTo>
                <a:lnTo>
                  <a:pt x="0" y="15156"/>
                </a:lnTo>
                <a:lnTo>
                  <a:pt x="14249" y="15156"/>
                </a:lnTo>
                <a:lnTo>
                  <a:pt x="10748" y="0"/>
                </a:lnTo>
                <a:lnTo>
                  <a:pt x="0" y="0"/>
                </a:lnTo>
              </a:path>
            </a:pathLst>
          </a:custGeom>
          <a:solidFill>
            <a:srgbClr val="11134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1" name="Freeform 3">
            <a:extLst>
              <a:ext uri="{FF2B5EF4-FFF2-40B4-BE49-F238E27FC236}">
                <a16:creationId xmlns:a16="http://schemas.microsoft.com/office/drawing/2014/main" id="{4B5370FA-BDC6-4735-8E5E-7B793E0C2B38}"/>
              </a:ext>
            </a:extLst>
          </p:cNvPr>
          <p:cNvSpPr>
            <a:spLocks noChangeArrowheads="1"/>
          </p:cNvSpPr>
          <p:nvPr/>
        </p:nvSpPr>
        <p:spPr bwMode="auto">
          <a:xfrm>
            <a:off x="2205590" y="1376920"/>
            <a:ext cx="1120949" cy="1120949"/>
          </a:xfrm>
          <a:custGeom>
            <a:avLst/>
            <a:gdLst>
              <a:gd name="T0" fmla="*/ 2476 w 2477"/>
              <a:gd name="T1" fmla="*/ 1238 h 2477"/>
              <a:gd name="T2" fmla="*/ 2476 w 2477"/>
              <a:gd name="T3" fmla="*/ 1238 h 2477"/>
              <a:gd name="T4" fmla="*/ 1238 w 2477"/>
              <a:gd name="T5" fmla="*/ 2476 h 2477"/>
              <a:gd name="T6" fmla="*/ 1238 w 2477"/>
              <a:gd name="T7" fmla="*/ 2476 h 2477"/>
              <a:gd name="T8" fmla="*/ 0 w 2477"/>
              <a:gd name="T9" fmla="*/ 1238 h 2477"/>
              <a:gd name="T10" fmla="*/ 0 w 2477"/>
              <a:gd name="T11" fmla="*/ 1238 h 2477"/>
              <a:gd name="T12" fmla="*/ 1238 w 2477"/>
              <a:gd name="T13" fmla="*/ 0 h 2477"/>
              <a:gd name="T14" fmla="*/ 1238 w 2477"/>
              <a:gd name="T15" fmla="*/ 0 h 2477"/>
              <a:gd name="T16" fmla="*/ 2476 w 2477"/>
              <a:gd name="T17" fmla="*/ 1238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77" h="2477">
                <a:moveTo>
                  <a:pt x="2476" y="1238"/>
                </a:moveTo>
                <a:lnTo>
                  <a:pt x="2476" y="1238"/>
                </a:lnTo>
                <a:cubicBezTo>
                  <a:pt x="2476" y="1922"/>
                  <a:pt x="1922" y="2476"/>
                  <a:pt x="1238" y="2476"/>
                </a:cubicBezTo>
                <a:lnTo>
                  <a:pt x="1238" y="2476"/>
                </a:lnTo>
                <a:cubicBezTo>
                  <a:pt x="555" y="2476"/>
                  <a:pt x="0" y="1922"/>
                  <a:pt x="0" y="1238"/>
                </a:cubicBezTo>
                <a:lnTo>
                  <a:pt x="0" y="1238"/>
                </a:lnTo>
                <a:cubicBezTo>
                  <a:pt x="0" y="555"/>
                  <a:pt x="555" y="0"/>
                  <a:pt x="1238" y="0"/>
                </a:cubicBezTo>
                <a:lnTo>
                  <a:pt x="1238" y="0"/>
                </a:lnTo>
                <a:cubicBezTo>
                  <a:pt x="1922" y="0"/>
                  <a:pt x="2476" y="555"/>
                  <a:pt x="2476" y="1238"/>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2" name="Freeform 4">
            <a:extLst>
              <a:ext uri="{FF2B5EF4-FFF2-40B4-BE49-F238E27FC236}">
                <a16:creationId xmlns:a16="http://schemas.microsoft.com/office/drawing/2014/main" id="{9D44E50F-8E4E-4F0E-9F42-EBD3638C4167}"/>
              </a:ext>
            </a:extLst>
          </p:cNvPr>
          <p:cNvSpPr>
            <a:spLocks noChangeArrowheads="1"/>
          </p:cNvSpPr>
          <p:nvPr/>
        </p:nvSpPr>
        <p:spPr bwMode="auto">
          <a:xfrm>
            <a:off x="1631153" y="1618261"/>
            <a:ext cx="674165" cy="590393"/>
          </a:xfrm>
          <a:custGeom>
            <a:avLst/>
            <a:gdLst>
              <a:gd name="T0" fmla="*/ 56 w 1491"/>
              <a:gd name="T1" fmla="*/ 655 h 1304"/>
              <a:gd name="T2" fmla="*/ 56 w 1491"/>
              <a:gd name="T3" fmla="*/ 655 h 1304"/>
              <a:gd name="T4" fmla="*/ 1449 w 1491"/>
              <a:gd name="T5" fmla="*/ 64 h 1304"/>
              <a:gd name="T6" fmla="*/ 1449 w 1491"/>
              <a:gd name="T7" fmla="*/ 64 h 1304"/>
              <a:gd name="T8" fmla="*/ 1490 w 1491"/>
              <a:gd name="T9" fmla="*/ 0 h 1304"/>
              <a:gd name="T10" fmla="*/ 1490 w 1491"/>
              <a:gd name="T11" fmla="*/ 0 h 1304"/>
              <a:gd name="T12" fmla="*/ 0 w 1491"/>
              <a:gd name="T13" fmla="*/ 655 h 1304"/>
              <a:gd name="T14" fmla="*/ 0 w 1491"/>
              <a:gd name="T15" fmla="*/ 655 h 1304"/>
              <a:gd name="T16" fmla="*/ 1424 w 1491"/>
              <a:gd name="T17" fmla="*/ 1303 h 1304"/>
              <a:gd name="T18" fmla="*/ 1424 w 1491"/>
              <a:gd name="T19" fmla="*/ 1303 h 1304"/>
              <a:gd name="T20" fmla="*/ 1392 w 1491"/>
              <a:gd name="T21" fmla="*/ 1240 h 1304"/>
              <a:gd name="T22" fmla="*/ 1392 w 1491"/>
              <a:gd name="T23" fmla="*/ 1240 h 1304"/>
              <a:gd name="T24" fmla="*/ 56 w 1491"/>
              <a:gd name="T25" fmla="*/ 655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91" h="1304">
                <a:moveTo>
                  <a:pt x="56" y="655"/>
                </a:moveTo>
                <a:lnTo>
                  <a:pt x="56" y="655"/>
                </a:lnTo>
                <a:cubicBezTo>
                  <a:pt x="56" y="398"/>
                  <a:pt x="634" y="170"/>
                  <a:pt x="1449" y="64"/>
                </a:cubicBezTo>
                <a:lnTo>
                  <a:pt x="1449" y="64"/>
                </a:lnTo>
                <a:cubicBezTo>
                  <a:pt x="1462" y="42"/>
                  <a:pt x="1475" y="21"/>
                  <a:pt x="1490" y="0"/>
                </a:cubicBezTo>
                <a:lnTo>
                  <a:pt x="1490" y="0"/>
                </a:lnTo>
                <a:cubicBezTo>
                  <a:pt x="606" y="107"/>
                  <a:pt x="0" y="357"/>
                  <a:pt x="0" y="655"/>
                </a:cubicBezTo>
                <a:lnTo>
                  <a:pt x="0" y="655"/>
                </a:lnTo>
                <a:cubicBezTo>
                  <a:pt x="0" y="947"/>
                  <a:pt x="576" y="1192"/>
                  <a:pt x="1424" y="1303"/>
                </a:cubicBezTo>
                <a:lnTo>
                  <a:pt x="1424" y="1303"/>
                </a:lnTo>
                <a:cubicBezTo>
                  <a:pt x="1413" y="1282"/>
                  <a:pt x="1402" y="1261"/>
                  <a:pt x="1392" y="1240"/>
                </a:cubicBezTo>
                <a:lnTo>
                  <a:pt x="1392" y="1240"/>
                </a:lnTo>
                <a:cubicBezTo>
                  <a:pt x="607" y="1130"/>
                  <a:pt x="56" y="906"/>
                  <a:pt x="56" y="655"/>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3" name="Freeform 5">
            <a:extLst>
              <a:ext uri="{FF2B5EF4-FFF2-40B4-BE49-F238E27FC236}">
                <a16:creationId xmlns:a16="http://schemas.microsoft.com/office/drawing/2014/main" id="{A84C9AA8-A70F-45B7-AE6E-72A23732F5C9}"/>
              </a:ext>
            </a:extLst>
          </p:cNvPr>
          <p:cNvSpPr>
            <a:spLocks noChangeArrowheads="1"/>
          </p:cNvSpPr>
          <p:nvPr/>
        </p:nvSpPr>
        <p:spPr bwMode="auto">
          <a:xfrm>
            <a:off x="3228803" y="1624247"/>
            <a:ext cx="632280" cy="578426"/>
          </a:xfrm>
          <a:custGeom>
            <a:avLst/>
            <a:gdLst>
              <a:gd name="T0" fmla="*/ 1398 w 1399"/>
              <a:gd name="T1" fmla="*/ 643 h 1279"/>
              <a:gd name="T2" fmla="*/ 1398 w 1399"/>
              <a:gd name="T3" fmla="*/ 643 h 1279"/>
              <a:gd name="T4" fmla="*/ 0 w 1399"/>
              <a:gd name="T5" fmla="*/ 0 h 1279"/>
              <a:gd name="T6" fmla="*/ 0 w 1399"/>
              <a:gd name="T7" fmla="*/ 0 h 1279"/>
              <a:gd name="T8" fmla="*/ 42 w 1399"/>
              <a:gd name="T9" fmla="*/ 65 h 1279"/>
              <a:gd name="T10" fmla="*/ 42 w 1399"/>
              <a:gd name="T11" fmla="*/ 65 h 1279"/>
              <a:gd name="T12" fmla="*/ 1342 w 1399"/>
              <a:gd name="T13" fmla="*/ 643 h 1279"/>
              <a:gd name="T14" fmla="*/ 1342 w 1399"/>
              <a:gd name="T15" fmla="*/ 643 h 1279"/>
              <a:gd name="T16" fmla="*/ 97 w 1399"/>
              <a:gd name="T17" fmla="*/ 1214 h 1279"/>
              <a:gd name="T18" fmla="*/ 97 w 1399"/>
              <a:gd name="T19" fmla="*/ 1214 h 1279"/>
              <a:gd name="T20" fmla="*/ 65 w 1399"/>
              <a:gd name="T21" fmla="*/ 1278 h 1279"/>
              <a:gd name="T22" fmla="*/ 65 w 1399"/>
              <a:gd name="T23" fmla="*/ 1278 h 1279"/>
              <a:gd name="T24" fmla="*/ 1398 w 1399"/>
              <a:gd name="T25" fmla="*/ 643 h 1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9" h="1279">
                <a:moveTo>
                  <a:pt x="1398" y="643"/>
                </a:moveTo>
                <a:lnTo>
                  <a:pt x="1398" y="643"/>
                </a:lnTo>
                <a:cubicBezTo>
                  <a:pt x="1398" y="356"/>
                  <a:pt x="834" y="113"/>
                  <a:pt x="0" y="0"/>
                </a:cubicBezTo>
                <a:lnTo>
                  <a:pt x="0" y="0"/>
                </a:lnTo>
                <a:cubicBezTo>
                  <a:pt x="14" y="21"/>
                  <a:pt x="28" y="43"/>
                  <a:pt x="42" y="65"/>
                </a:cubicBezTo>
                <a:lnTo>
                  <a:pt x="42" y="65"/>
                </a:lnTo>
                <a:cubicBezTo>
                  <a:pt x="807" y="176"/>
                  <a:pt x="1342" y="396"/>
                  <a:pt x="1342" y="643"/>
                </a:cubicBezTo>
                <a:lnTo>
                  <a:pt x="1342" y="643"/>
                </a:lnTo>
                <a:cubicBezTo>
                  <a:pt x="1342" y="885"/>
                  <a:pt x="833" y="1101"/>
                  <a:pt x="97" y="1214"/>
                </a:cubicBezTo>
                <a:lnTo>
                  <a:pt x="97" y="1214"/>
                </a:lnTo>
                <a:cubicBezTo>
                  <a:pt x="87" y="1236"/>
                  <a:pt x="76" y="1257"/>
                  <a:pt x="65" y="1278"/>
                </a:cubicBezTo>
                <a:lnTo>
                  <a:pt x="65" y="1278"/>
                </a:lnTo>
                <a:cubicBezTo>
                  <a:pt x="863" y="1162"/>
                  <a:pt x="1398" y="924"/>
                  <a:pt x="1398" y="643"/>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4" name="Freeform 6">
            <a:extLst>
              <a:ext uri="{FF2B5EF4-FFF2-40B4-BE49-F238E27FC236}">
                <a16:creationId xmlns:a16="http://schemas.microsoft.com/office/drawing/2014/main" id="{E0902CE5-8C98-406F-B2CF-08D57A00A2F9}"/>
              </a:ext>
            </a:extLst>
          </p:cNvPr>
          <p:cNvSpPr>
            <a:spLocks noChangeArrowheads="1"/>
          </p:cNvSpPr>
          <p:nvPr/>
        </p:nvSpPr>
        <p:spPr bwMode="auto">
          <a:xfrm>
            <a:off x="2261436" y="2172752"/>
            <a:ext cx="1013242" cy="63827"/>
          </a:xfrm>
          <a:custGeom>
            <a:avLst/>
            <a:gdLst>
              <a:gd name="T0" fmla="*/ 1075 w 2240"/>
              <a:gd name="T1" fmla="*/ 84 h 142"/>
              <a:gd name="T2" fmla="*/ 1075 w 2240"/>
              <a:gd name="T3" fmla="*/ 84 h 142"/>
              <a:gd name="T4" fmla="*/ 0 w 2240"/>
              <a:gd name="T5" fmla="*/ 14 h 142"/>
              <a:gd name="T6" fmla="*/ 0 w 2240"/>
              <a:gd name="T7" fmla="*/ 14 h 142"/>
              <a:gd name="T8" fmla="*/ 32 w 2240"/>
              <a:gd name="T9" fmla="*/ 77 h 142"/>
              <a:gd name="T10" fmla="*/ 32 w 2240"/>
              <a:gd name="T11" fmla="*/ 77 h 142"/>
              <a:gd name="T12" fmla="*/ 1075 w 2240"/>
              <a:gd name="T13" fmla="*/ 141 h 142"/>
              <a:gd name="T14" fmla="*/ 1075 w 2240"/>
              <a:gd name="T15" fmla="*/ 141 h 142"/>
              <a:gd name="T16" fmla="*/ 2207 w 2240"/>
              <a:gd name="T17" fmla="*/ 64 h 142"/>
              <a:gd name="T18" fmla="*/ 2207 w 2240"/>
              <a:gd name="T19" fmla="*/ 64 h 142"/>
              <a:gd name="T20" fmla="*/ 2239 w 2240"/>
              <a:gd name="T21" fmla="*/ 0 h 142"/>
              <a:gd name="T22" fmla="*/ 2239 w 2240"/>
              <a:gd name="T23" fmla="*/ 0 h 142"/>
              <a:gd name="T24" fmla="*/ 1075 w 2240"/>
              <a:gd name="T25" fmla="*/ 8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0" h="142">
                <a:moveTo>
                  <a:pt x="1075" y="84"/>
                </a:moveTo>
                <a:lnTo>
                  <a:pt x="1075" y="84"/>
                </a:lnTo>
                <a:cubicBezTo>
                  <a:pt x="690" y="84"/>
                  <a:pt x="325" y="59"/>
                  <a:pt x="0" y="14"/>
                </a:cubicBezTo>
                <a:lnTo>
                  <a:pt x="0" y="14"/>
                </a:lnTo>
                <a:cubicBezTo>
                  <a:pt x="10" y="35"/>
                  <a:pt x="21" y="56"/>
                  <a:pt x="32" y="77"/>
                </a:cubicBezTo>
                <a:lnTo>
                  <a:pt x="32" y="77"/>
                </a:lnTo>
                <a:cubicBezTo>
                  <a:pt x="347" y="118"/>
                  <a:pt x="700" y="141"/>
                  <a:pt x="1075" y="141"/>
                </a:cubicBezTo>
                <a:lnTo>
                  <a:pt x="1075" y="141"/>
                </a:lnTo>
                <a:cubicBezTo>
                  <a:pt x="1485" y="141"/>
                  <a:pt x="1870" y="113"/>
                  <a:pt x="2207" y="64"/>
                </a:cubicBezTo>
                <a:lnTo>
                  <a:pt x="2207" y="64"/>
                </a:lnTo>
                <a:cubicBezTo>
                  <a:pt x="2218" y="43"/>
                  <a:pt x="2229" y="22"/>
                  <a:pt x="2239" y="0"/>
                </a:cubicBezTo>
                <a:lnTo>
                  <a:pt x="2239" y="0"/>
                </a:lnTo>
                <a:cubicBezTo>
                  <a:pt x="1892" y="54"/>
                  <a:pt x="1493" y="84"/>
                  <a:pt x="1075" y="84"/>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5" name="Freeform 8">
            <a:extLst>
              <a:ext uri="{FF2B5EF4-FFF2-40B4-BE49-F238E27FC236}">
                <a16:creationId xmlns:a16="http://schemas.microsoft.com/office/drawing/2014/main" id="{9D751429-B060-46EF-9564-0BC5B1BC4986}"/>
              </a:ext>
            </a:extLst>
          </p:cNvPr>
          <p:cNvSpPr>
            <a:spLocks noChangeArrowheads="1"/>
          </p:cNvSpPr>
          <p:nvPr/>
        </p:nvSpPr>
        <p:spPr bwMode="auto">
          <a:xfrm>
            <a:off x="2157720" y="1821708"/>
            <a:ext cx="1994" cy="1995"/>
          </a:xfrm>
          <a:custGeom>
            <a:avLst/>
            <a:gdLst>
              <a:gd name="T0" fmla="*/ 0 w 4"/>
              <a:gd name="T1" fmla="*/ 1 h 2"/>
              <a:gd name="T2" fmla="*/ 0 w 4"/>
              <a:gd name="T3" fmla="*/ 1 h 2"/>
              <a:gd name="T4" fmla="*/ 3 w 4"/>
              <a:gd name="T5" fmla="*/ 1 h 2"/>
              <a:gd name="T6" fmla="*/ 3 w 4"/>
              <a:gd name="T7" fmla="*/ 1 h 2"/>
              <a:gd name="T8" fmla="*/ 3 w 4"/>
              <a:gd name="T9" fmla="*/ 0 h 2"/>
              <a:gd name="T10" fmla="*/ 0 w 4"/>
              <a:gd name="T11" fmla="*/ 1 h 2"/>
            </a:gdLst>
            <a:ahLst/>
            <a:cxnLst>
              <a:cxn ang="0">
                <a:pos x="T0" y="T1"/>
              </a:cxn>
              <a:cxn ang="0">
                <a:pos x="T2" y="T3"/>
              </a:cxn>
              <a:cxn ang="0">
                <a:pos x="T4" y="T5"/>
              </a:cxn>
              <a:cxn ang="0">
                <a:pos x="T6" y="T7"/>
              </a:cxn>
              <a:cxn ang="0">
                <a:pos x="T8" y="T9"/>
              </a:cxn>
              <a:cxn ang="0">
                <a:pos x="T10" y="T11"/>
              </a:cxn>
            </a:cxnLst>
            <a:rect l="0" t="0" r="r" b="b"/>
            <a:pathLst>
              <a:path w="4" h="2">
                <a:moveTo>
                  <a:pt x="0" y="1"/>
                </a:moveTo>
                <a:lnTo>
                  <a:pt x="0" y="1"/>
                </a:lnTo>
                <a:cubicBezTo>
                  <a:pt x="1" y="1"/>
                  <a:pt x="1" y="1"/>
                  <a:pt x="3" y="1"/>
                </a:cubicBezTo>
                <a:lnTo>
                  <a:pt x="3" y="1"/>
                </a:lnTo>
                <a:lnTo>
                  <a:pt x="3" y="0"/>
                </a:lnTo>
                <a:lnTo>
                  <a:pt x="0" y="1"/>
                </a:ln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6" name="Freeform: Shape 505">
            <a:extLst>
              <a:ext uri="{FF2B5EF4-FFF2-40B4-BE49-F238E27FC236}">
                <a16:creationId xmlns:a16="http://schemas.microsoft.com/office/drawing/2014/main" id="{AE12FA26-16FE-49C5-B517-3AA0415C19C8}"/>
              </a:ext>
            </a:extLst>
          </p:cNvPr>
          <p:cNvSpPr>
            <a:spLocks noChangeArrowheads="1"/>
          </p:cNvSpPr>
          <p:nvPr/>
        </p:nvSpPr>
        <p:spPr bwMode="auto">
          <a:xfrm>
            <a:off x="2205588" y="1821708"/>
            <a:ext cx="1120498" cy="280354"/>
          </a:xfrm>
          <a:custGeom>
            <a:avLst/>
            <a:gdLst>
              <a:gd name="connsiteX0" fmla="*/ 1976064 w 2240996"/>
              <a:gd name="connsiteY0" fmla="*/ 17766 h 560708"/>
              <a:gd name="connsiteX1" fmla="*/ 2223816 w 2240996"/>
              <a:gd name="connsiteY1" fmla="*/ 29527 h 560708"/>
              <a:gd name="connsiteX2" fmla="*/ 2240996 w 2240996"/>
              <a:gd name="connsiteY2" fmla="*/ 227669 h 560708"/>
              <a:gd name="connsiteX3" fmla="*/ 2207540 w 2240996"/>
              <a:gd name="connsiteY3" fmla="*/ 501809 h 560708"/>
              <a:gd name="connsiteX4" fmla="*/ 2166851 w 2240996"/>
              <a:gd name="connsiteY4" fmla="*/ 510857 h 560708"/>
              <a:gd name="connsiteX5" fmla="*/ 1680389 w 2240996"/>
              <a:gd name="connsiteY5" fmla="*/ 455667 h 560708"/>
              <a:gd name="connsiteX6" fmla="*/ 1584543 w 2240996"/>
              <a:gd name="connsiteY6" fmla="*/ 374239 h 560708"/>
              <a:gd name="connsiteX7" fmla="*/ 1595393 w 2240996"/>
              <a:gd name="connsiteY7" fmla="*/ 257526 h 560708"/>
              <a:gd name="connsiteX8" fmla="*/ 1706611 w 2240996"/>
              <a:gd name="connsiteY8" fmla="*/ 233097 h 560708"/>
              <a:gd name="connsiteX9" fmla="*/ 1983298 w 2240996"/>
              <a:gd name="connsiteY9" fmla="*/ 259335 h 560708"/>
              <a:gd name="connsiteX10" fmla="*/ 2056538 w 2240996"/>
              <a:gd name="connsiteY10" fmla="*/ 229478 h 560708"/>
              <a:gd name="connsiteX11" fmla="*/ 2048400 w 2240996"/>
              <a:gd name="connsiteY11" fmla="*/ 204145 h 560708"/>
              <a:gd name="connsiteX12" fmla="*/ 1948034 w 2240996"/>
              <a:gd name="connsiteY12" fmla="*/ 135384 h 560708"/>
              <a:gd name="connsiteX13" fmla="*/ 1918195 w 2240996"/>
              <a:gd name="connsiteY13" fmla="*/ 32242 h 560708"/>
              <a:gd name="connsiteX14" fmla="*/ 1976064 w 2240996"/>
              <a:gd name="connsiteY14" fmla="*/ 17766 h 560708"/>
              <a:gd name="connsiteX15" fmla="*/ 22572 w 2240996"/>
              <a:gd name="connsiteY15" fmla="*/ 0 h 560708"/>
              <a:gd name="connsiteX16" fmla="*/ 200435 w 2240996"/>
              <a:gd name="connsiteY16" fmla="*/ 0 h 560708"/>
              <a:gd name="connsiteX17" fmla="*/ 316002 w 2240996"/>
              <a:gd name="connsiteY17" fmla="*/ 59683 h 560708"/>
              <a:gd name="connsiteX18" fmla="*/ 176058 w 2240996"/>
              <a:gd name="connsiteY18" fmla="*/ 169103 h 560708"/>
              <a:gd name="connsiteX19" fmla="*/ 921821 w 2240996"/>
              <a:gd name="connsiteY19" fmla="*/ 133835 h 560708"/>
              <a:gd name="connsiteX20" fmla="*/ 962450 w 2240996"/>
              <a:gd name="connsiteY20" fmla="*/ 177241 h 560708"/>
              <a:gd name="connsiteX21" fmla="*/ 918210 w 2240996"/>
              <a:gd name="connsiteY21" fmla="*/ 217935 h 560708"/>
              <a:gd name="connsiteX22" fmla="*/ 711455 w 2240996"/>
              <a:gd name="connsiteY22" fmla="*/ 293895 h 560708"/>
              <a:gd name="connsiteX23" fmla="*/ 655477 w 2240996"/>
              <a:gd name="connsiteY23" fmla="*/ 326450 h 560708"/>
              <a:gd name="connsiteX24" fmla="*/ 649157 w 2240996"/>
              <a:gd name="connsiteY24" fmla="*/ 386133 h 560708"/>
              <a:gd name="connsiteX25" fmla="*/ 686175 w 2240996"/>
              <a:gd name="connsiteY25" fmla="*/ 404219 h 560708"/>
              <a:gd name="connsiteX26" fmla="*/ 968770 w 2240996"/>
              <a:gd name="connsiteY26" fmla="*/ 469328 h 560708"/>
              <a:gd name="connsiteX27" fmla="*/ 988633 w 2240996"/>
              <a:gd name="connsiteY27" fmla="*/ 486510 h 560708"/>
              <a:gd name="connsiteX28" fmla="*/ 937170 w 2240996"/>
              <a:gd name="connsiteY28" fmla="*/ 533533 h 560708"/>
              <a:gd name="connsiteX29" fmla="*/ 532688 w 2240996"/>
              <a:gd name="connsiteY29" fmla="*/ 560662 h 560708"/>
              <a:gd name="connsiteX30" fmla="*/ 31600 w 2240996"/>
              <a:gd name="connsiteY30" fmla="*/ 487414 h 560708"/>
              <a:gd name="connsiteX31" fmla="*/ 0 w 2240996"/>
              <a:gd name="connsiteY31" fmla="*/ 226073 h 560708"/>
              <a:gd name="connsiteX32" fmla="*/ 22572 w 2240996"/>
              <a:gd name="connsiteY32" fmla="*/ 0 h 560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40996" h="560708">
                <a:moveTo>
                  <a:pt x="1976064" y="17766"/>
                </a:moveTo>
                <a:cubicBezTo>
                  <a:pt x="2059251" y="17766"/>
                  <a:pt x="2141533" y="21385"/>
                  <a:pt x="2223816" y="29527"/>
                </a:cubicBezTo>
                <a:cubicBezTo>
                  <a:pt x="2235571" y="93765"/>
                  <a:pt x="2240996" y="159812"/>
                  <a:pt x="2240996" y="227669"/>
                </a:cubicBezTo>
                <a:cubicBezTo>
                  <a:pt x="2240996" y="321763"/>
                  <a:pt x="2229241" y="414048"/>
                  <a:pt x="2207540" y="501809"/>
                </a:cubicBezTo>
                <a:cubicBezTo>
                  <a:pt x="2193977" y="505428"/>
                  <a:pt x="2179510" y="509047"/>
                  <a:pt x="2166851" y="510857"/>
                </a:cubicBezTo>
                <a:cubicBezTo>
                  <a:pt x="2003190" y="541618"/>
                  <a:pt x="1828678" y="530761"/>
                  <a:pt x="1680389" y="455667"/>
                </a:cubicBezTo>
                <a:cubicBezTo>
                  <a:pt x="1642412" y="436667"/>
                  <a:pt x="1606244" y="412239"/>
                  <a:pt x="1584543" y="374239"/>
                </a:cubicBezTo>
                <a:cubicBezTo>
                  <a:pt x="1563746" y="338049"/>
                  <a:pt x="1563746" y="286478"/>
                  <a:pt x="1595393" y="257526"/>
                </a:cubicBezTo>
                <a:cubicBezTo>
                  <a:pt x="1623424" y="230383"/>
                  <a:pt x="1667730" y="230383"/>
                  <a:pt x="1706611" y="233097"/>
                </a:cubicBezTo>
                <a:cubicBezTo>
                  <a:pt x="1798840" y="237621"/>
                  <a:pt x="1891069" y="246668"/>
                  <a:pt x="1983298" y="259335"/>
                </a:cubicBezTo>
                <a:cubicBezTo>
                  <a:pt x="2013136" y="262954"/>
                  <a:pt x="2053826" y="259335"/>
                  <a:pt x="2056538" y="229478"/>
                </a:cubicBezTo>
                <a:cubicBezTo>
                  <a:pt x="2058347" y="220431"/>
                  <a:pt x="2053826" y="211383"/>
                  <a:pt x="2048400" y="204145"/>
                </a:cubicBezTo>
                <a:cubicBezTo>
                  <a:pt x="2025795" y="169764"/>
                  <a:pt x="1982393" y="157098"/>
                  <a:pt x="1948034" y="135384"/>
                </a:cubicBezTo>
                <a:cubicBezTo>
                  <a:pt x="1913674" y="112765"/>
                  <a:pt x="1887452" y="60289"/>
                  <a:pt x="1918195" y="32242"/>
                </a:cubicBezTo>
                <a:cubicBezTo>
                  <a:pt x="1933566" y="17766"/>
                  <a:pt x="1956171" y="15956"/>
                  <a:pt x="1976064" y="17766"/>
                </a:cubicBezTo>
                <a:close/>
                <a:moveTo>
                  <a:pt x="22572" y="0"/>
                </a:moveTo>
                <a:cubicBezTo>
                  <a:pt x="82161" y="0"/>
                  <a:pt x="141749" y="0"/>
                  <a:pt x="200435" y="0"/>
                </a:cubicBezTo>
                <a:cubicBezTo>
                  <a:pt x="248287" y="0"/>
                  <a:pt x="311487" y="11756"/>
                  <a:pt x="316002" y="59683"/>
                </a:cubicBezTo>
                <a:cubicBezTo>
                  <a:pt x="261830" y="84099"/>
                  <a:pt x="213075" y="122080"/>
                  <a:pt x="176058" y="169103"/>
                </a:cubicBezTo>
                <a:cubicBezTo>
                  <a:pt x="427054" y="174529"/>
                  <a:pt x="688883" y="38885"/>
                  <a:pt x="921821" y="133835"/>
                </a:cubicBezTo>
                <a:cubicBezTo>
                  <a:pt x="941684" y="141974"/>
                  <a:pt x="964256" y="156443"/>
                  <a:pt x="962450" y="177241"/>
                </a:cubicBezTo>
                <a:cubicBezTo>
                  <a:pt x="961547" y="198945"/>
                  <a:pt x="938073" y="209796"/>
                  <a:pt x="918210" y="217935"/>
                </a:cubicBezTo>
                <a:cubicBezTo>
                  <a:pt x="849593" y="242351"/>
                  <a:pt x="780975" y="268575"/>
                  <a:pt x="711455" y="293895"/>
                </a:cubicBezTo>
                <a:cubicBezTo>
                  <a:pt x="690689" y="301130"/>
                  <a:pt x="669923" y="310173"/>
                  <a:pt x="655477" y="326450"/>
                </a:cubicBezTo>
                <a:cubicBezTo>
                  <a:pt x="640129" y="342727"/>
                  <a:pt x="634712" y="369856"/>
                  <a:pt x="649157" y="386133"/>
                </a:cubicBezTo>
                <a:cubicBezTo>
                  <a:pt x="657283" y="396985"/>
                  <a:pt x="671729" y="401506"/>
                  <a:pt x="686175" y="404219"/>
                </a:cubicBezTo>
                <a:cubicBezTo>
                  <a:pt x="780975" y="426826"/>
                  <a:pt x="882096" y="426826"/>
                  <a:pt x="968770" y="469328"/>
                </a:cubicBezTo>
                <a:cubicBezTo>
                  <a:pt x="975993" y="473849"/>
                  <a:pt x="985022" y="479275"/>
                  <a:pt x="988633" y="486510"/>
                </a:cubicBezTo>
                <a:cubicBezTo>
                  <a:pt x="1000370" y="510925"/>
                  <a:pt x="964256" y="530820"/>
                  <a:pt x="937170" y="533533"/>
                </a:cubicBezTo>
                <a:cubicBezTo>
                  <a:pt x="802644" y="550714"/>
                  <a:pt x="667215" y="558853"/>
                  <a:pt x="532688" y="560662"/>
                </a:cubicBezTo>
                <a:cubicBezTo>
                  <a:pt x="362950" y="561566"/>
                  <a:pt x="186892" y="549810"/>
                  <a:pt x="31600" y="487414"/>
                </a:cubicBezTo>
                <a:cubicBezTo>
                  <a:pt x="10835" y="403315"/>
                  <a:pt x="0" y="315598"/>
                  <a:pt x="0" y="226073"/>
                </a:cubicBezTo>
                <a:cubicBezTo>
                  <a:pt x="0" y="148304"/>
                  <a:pt x="8126" y="73248"/>
                  <a:pt x="22572" y="0"/>
                </a:cubicBezTo>
                <a:close/>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07" name="Freeform 10">
            <a:extLst>
              <a:ext uri="{FF2B5EF4-FFF2-40B4-BE49-F238E27FC236}">
                <a16:creationId xmlns:a16="http://schemas.microsoft.com/office/drawing/2014/main" id="{614F9E11-B149-4DD8-9A81-E07D55595BC2}"/>
              </a:ext>
            </a:extLst>
          </p:cNvPr>
          <p:cNvSpPr>
            <a:spLocks noChangeArrowheads="1"/>
          </p:cNvSpPr>
          <p:nvPr/>
        </p:nvSpPr>
        <p:spPr bwMode="auto">
          <a:xfrm>
            <a:off x="2949564" y="2950636"/>
            <a:ext cx="1240624" cy="1527842"/>
          </a:xfrm>
          <a:custGeom>
            <a:avLst/>
            <a:gdLst>
              <a:gd name="T0" fmla="*/ 398 w 2742"/>
              <a:gd name="T1" fmla="*/ 2549 h 3380"/>
              <a:gd name="T2" fmla="*/ 480 w 2742"/>
              <a:gd name="T3" fmla="*/ 2543 h 3380"/>
              <a:gd name="T4" fmla="*/ 474 w 2742"/>
              <a:gd name="T5" fmla="*/ 2460 h 3380"/>
              <a:gd name="T6" fmla="*/ 2069 w 2742"/>
              <a:gd name="T7" fmla="*/ 371 h 3380"/>
              <a:gd name="T8" fmla="*/ 2152 w 2742"/>
              <a:gd name="T9" fmla="*/ 441 h 3380"/>
              <a:gd name="T10" fmla="*/ 2233 w 2742"/>
              <a:gd name="T11" fmla="*/ 433 h 3380"/>
              <a:gd name="T12" fmla="*/ 2144 w 2742"/>
              <a:gd name="T13" fmla="*/ 282 h 3380"/>
              <a:gd name="T14" fmla="*/ 2182 w 2742"/>
              <a:gd name="T15" fmla="*/ 236 h 3380"/>
              <a:gd name="T16" fmla="*/ 2689 w 2742"/>
              <a:gd name="T17" fmla="*/ 1358 h 3380"/>
              <a:gd name="T18" fmla="*/ 1186 w 2742"/>
              <a:gd name="T19" fmla="*/ 2860 h 3380"/>
              <a:gd name="T20" fmla="*/ 302 w 2742"/>
              <a:gd name="T21" fmla="*/ 2468 h 3380"/>
              <a:gd name="T22" fmla="*/ 2741 w 2742"/>
              <a:gd name="T23" fmla="*/ 1358 h 3380"/>
              <a:gd name="T24" fmla="*/ 2220 w 2742"/>
              <a:gd name="T25" fmla="*/ 201 h 3380"/>
              <a:gd name="T26" fmla="*/ 2242 w 2742"/>
              <a:gd name="T27" fmla="*/ 203 h 3380"/>
              <a:gd name="T28" fmla="*/ 2343 w 2742"/>
              <a:gd name="T29" fmla="*/ 102 h 3380"/>
              <a:gd name="T30" fmla="*/ 2242 w 2742"/>
              <a:gd name="T31" fmla="*/ 0 h 3380"/>
              <a:gd name="T32" fmla="*/ 2140 w 2742"/>
              <a:gd name="T33" fmla="*/ 102 h 3380"/>
              <a:gd name="T34" fmla="*/ 2080 w 2742"/>
              <a:gd name="T35" fmla="*/ 229 h 3380"/>
              <a:gd name="T36" fmla="*/ 1971 w 2742"/>
              <a:gd name="T37" fmla="*/ 137 h 3380"/>
              <a:gd name="T38" fmla="*/ 1890 w 2742"/>
              <a:gd name="T39" fmla="*/ 145 h 3380"/>
              <a:gd name="T40" fmla="*/ 2005 w 2742"/>
              <a:gd name="T41" fmla="*/ 318 h 3380"/>
              <a:gd name="T42" fmla="*/ 218 w 2742"/>
              <a:gd name="T43" fmla="*/ 2246 h 3380"/>
              <a:gd name="T44" fmla="*/ 137 w 2742"/>
              <a:gd name="T45" fmla="*/ 2253 h 3380"/>
              <a:gd name="T46" fmla="*/ 143 w 2742"/>
              <a:gd name="T47" fmla="*/ 2336 h 3380"/>
              <a:gd name="T48" fmla="*/ 130 w 2742"/>
              <a:gd name="T49" fmla="*/ 2544 h 3380"/>
              <a:gd name="T50" fmla="*/ 102 w 2742"/>
              <a:gd name="T51" fmla="*/ 2540 h 3380"/>
              <a:gd name="T52" fmla="*/ 0 w 2742"/>
              <a:gd name="T53" fmla="*/ 2641 h 3380"/>
              <a:gd name="T54" fmla="*/ 102 w 2742"/>
              <a:gd name="T55" fmla="*/ 2743 h 3380"/>
              <a:gd name="T56" fmla="*/ 204 w 2742"/>
              <a:gd name="T57" fmla="*/ 2641 h 3380"/>
              <a:gd name="T58" fmla="*/ 193 w 2742"/>
              <a:gd name="T59" fmla="*/ 2597 h 3380"/>
              <a:gd name="T60" fmla="*/ 217 w 2742"/>
              <a:gd name="T61" fmla="*/ 2570 h 3380"/>
              <a:gd name="T62" fmla="*/ 1027 w 2742"/>
              <a:gd name="T63" fmla="*/ 3129 h 3380"/>
              <a:gd name="T64" fmla="*/ 866 w 2742"/>
              <a:gd name="T65" fmla="*/ 3129 h 3380"/>
              <a:gd name="T66" fmla="*/ 740 w 2742"/>
              <a:gd name="T67" fmla="*/ 3253 h 3380"/>
              <a:gd name="T68" fmla="*/ 1027 w 2742"/>
              <a:gd name="T69" fmla="*/ 3379 h 3380"/>
              <a:gd name="T70" fmla="*/ 1613 w 2742"/>
              <a:gd name="T71" fmla="*/ 3379 h 3380"/>
              <a:gd name="T72" fmla="*/ 1739 w 2742"/>
              <a:gd name="T73" fmla="*/ 3253 h 3380"/>
              <a:gd name="T74" fmla="*/ 1613 w 2742"/>
              <a:gd name="T75" fmla="*/ 3129 h 3380"/>
              <a:gd name="T76" fmla="*/ 1439 w 2742"/>
              <a:gd name="T77" fmla="*/ 2891 h 3380"/>
              <a:gd name="T78" fmla="*/ 2741 w 2742"/>
              <a:gd name="T79" fmla="*/ 1358 h 3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42" h="3380">
                <a:moveTo>
                  <a:pt x="302" y="2468"/>
                </a:moveTo>
                <a:lnTo>
                  <a:pt x="398" y="2549"/>
                </a:lnTo>
                <a:lnTo>
                  <a:pt x="398" y="2549"/>
                </a:lnTo>
                <a:cubicBezTo>
                  <a:pt x="423" y="2570"/>
                  <a:pt x="459" y="2567"/>
                  <a:pt x="480" y="2543"/>
                </a:cubicBezTo>
                <a:lnTo>
                  <a:pt x="480" y="2543"/>
                </a:lnTo>
                <a:cubicBezTo>
                  <a:pt x="500" y="2518"/>
                  <a:pt x="498" y="2481"/>
                  <a:pt x="474" y="2460"/>
                </a:cubicBezTo>
                <a:lnTo>
                  <a:pt x="377" y="2379"/>
                </a:lnTo>
                <a:lnTo>
                  <a:pt x="2069" y="371"/>
                </a:lnTo>
                <a:lnTo>
                  <a:pt x="2152" y="441"/>
                </a:lnTo>
                <a:lnTo>
                  <a:pt x="2152" y="441"/>
                </a:lnTo>
                <a:cubicBezTo>
                  <a:pt x="2176" y="461"/>
                  <a:pt x="2213" y="459"/>
                  <a:pt x="2233" y="433"/>
                </a:cubicBezTo>
                <a:lnTo>
                  <a:pt x="2233" y="433"/>
                </a:lnTo>
                <a:cubicBezTo>
                  <a:pt x="2254" y="409"/>
                  <a:pt x="2251" y="372"/>
                  <a:pt x="2226" y="352"/>
                </a:cubicBezTo>
                <a:lnTo>
                  <a:pt x="2144" y="282"/>
                </a:lnTo>
                <a:lnTo>
                  <a:pt x="2182" y="236"/>
                </a:lnTo>
                <a:lnTo>
                  <a:pt x="2182" y="236"/>
                </a:lnTo>
                <a:cubicBezTo>
                  <a:pt x="2493" y="512"/>
                  <a:pt x="2689" y="914"/>
                  <a:pt x="2689" y="1358"/>
                </a:cubicBezTo>
                <a:lnTo>
                  <a:pt x="2689" y="1358"/>
                </a:lnTo>
                <a:cubicBezTo>
                  <a:pt x="2689" y="2186"/>
                  <a:pt x="2015" y="2860"/>
                  <a:pt x="1186" y="2860"/>
                </a:cubicBezTo>
                <a:lnTo>
                  <a:pt x="1186" y="2860"/>
                </a:lnTo>
                <a:cubicBezTo>
                  <a:pt x="833" y="2860"/>
                  <a:pt x="507" y="2736"/>
                  <a:pt x="250" y="2530"/>
                </a:cubicBezTo>
                <a:lnTo>
                  <a:pt x="302" y="2468"/>
                </a:lnTo>
                <a:close/>
                <a:moveTo>
                  <a:pt x="2741" y="1358"/>
                </a:moveTo>
                <a:lnTo>
                  <a:pt x="2741" y="1358"/>
                </a:lnTo>
                <a:cubicBezTo>
                  <a:pt x="2741" y="899"/>
                  <a:pt x="2539" y="485"/>
                  <a:pt x="2220" y="201"/>
                </a:cubicBezTo>
                <a:lnTo>
                  <a:pt x="2220" y="201"/>
                </a:lnTo>
                <a:cubicBezTo>
                  <a:pt x="2226" y="202"/>
                  <a:pt x="2234" y="203"/>
                  <a:pt x="2242" y="203"/>
                </a:cubicBezTo>
                <a:lnTo>
                  <a:pt x="2242" y="203"/>
                </a:lnTo>
                <a:cubicBezTo>
                  <a:pt x="2297" y="203"/>
                  <a:pt x="2343" y="157"/>
                  <a:pt x="2343" y="102"/>
                </a:cubicBezTo>
                <a:lnTo>
                  <a:pt x="2343" y="102"/>
                </a:lnTo>
                <a:cubicBezTo>
                  <a:pt x="2343" y="45"/>
                  <a:pt x="2297" y="0"/>
                  <a:pt x="2242" y="0"/>
                </a:cubicBezTo>
                <a:lnTo>
                  <a:pt x="2242" y="0"/>
                </a:lnTo>
                <a:cubicBezTo>
                  <a:pt x="2185" y="0"/>
                  <a:pt x="2140" y="45"/>
                  <a:pt x="2140" y="102"/>
                </a:cubicBezTo>
                <a:lnTo>
                  <a:pt x="2140" y="102"/>
                </a:lnTo>
                <a:cubicBezTo>
                  <a:pt x="2140" y="117"/>
                  <a:pt x="2144" y="132"/>
                  <a:pt x="2150" y="145"/>
                </a:cubicBezTo>
                <a:lnTo>
                  <a:pt x="2080" y="229"/>
                </a:lnTo>
                <a:lnTo>
                  <a:pt x="1971" y="137"/>
                </a:lnTo>
                <a:lnTo>
                  <a:pt x="1971" y="137"/>
                </a:lnTo>
                <a:cubicBezTo>
                  <a:pt x="1947" y="117"/>
                  <a:pt x="1910" y="120"/>
                  <a:pt x="1890" y="145"/>
                </a:cubicBezTo>
                <a:lnTo>
                  <a:pt x="1890" y="145"/>
                </a:lnTo>
                <a:cubicBezTo>
                  <a:pt x="1869" y="169"/>
                  <a:pt x="1872" y="206"/>
                  <a:pt x="1897" y="226"/>
                </a:cubicBezTo>
                <a:lnTo>
                  <a:pt x="2005" y="318"/>
                </a:lnTo>
                <a:lnTo>
                  <a:pt x="313" y="2326"/>
                </a:lnTo>
                <a:lnTo>
                  <a:pt x="218" y="2246"/>
                </a:lnTo>
                <a:lnTo>
                  <a:pt x="218" y="2246"/>
                </a:lnTo>
                <a:cubicBezTo>
                  <a:pt x="194" y="2225"/>
                  <a:pt x="157" y="2229"/>
                  <a:pt x="137" y="2253"/>
                </a:cubicBezTo>
                <a:lnTo>
                  <a:pt x="137" y="2253"/>
                </a:lnTo>
                <a:cubicBezTo>
                  <a:pt x="115" y="2277"/>
                  <a:pt x="119" y="2314"/>
                  <a:pt x="143" y="2336"/>
                </a:cubicBezTo>
                <a:lnTo>
                  <a:pt x="238" y="2415"/>
                </a:lnTo>
                <a:lnTo>
                  <a:pt x="130" y="2544"/>
                </a:lnTo>
                <a:lnTo>
                  <a:pt x="130" y="2544"/>
                </a:lnTo>
                <a:cubicBezTo>
                  <a:pt x="121" y="2542"/>
                  <a:pt x="111" y="2540"/>
                  <a:pt x="102" y="2540"/>
                </a:cubicBezTo>
                <a:lnTo>
                  <a:pt x="102" y="2540"/>
                </a:lnTo>
                <a:cubicBezTo>
                  <a:pt x="45" y="2540"/>
                  <a:pt x="0" y="2585"/>
                  <a:pt x="0" y="2641"/>
                </a:cubicBezTo>
                <a:lnTo>
                  <a:pt x="0" y="2641"/>
                </a:lnTo>
                <a:cubicBezTo>
                  <a:pt x="0" y="2698"/>
                  <a:pt x="45" y="2743"/>
                  <a:pt x="102" y="2743"/>
                </a:cubicBezTo>
                <a:lnTo>
                  <a:pt x="102" y="2743"/>
                </a:lnTo>
                <a:cubicBezTo>
                  <a:pt x="158" y="2743"/>
                  <a:pt x="204" y="2698"/>
                  <a:pt x="204" y="2641"/>
                </a:cubicBezTo>
                <a:lnTo>
                  <a:pt x="204" y="2641"/>
                </a:lnTo>
                <a:cubicBezTo>
                  <a:pt x="204" y="2626"/>
                  <a:pt x="200" y="2611"/>
                  <a:pt x="193" y="2597"/>
                </a:cubicBezTo>
                <a:lnTo>
                  <a:pt x="217" y="2570"/>
                </a:lnTo>
                <a:lnTo>
                  <a:pt x="217" y="2570"/>
                </a:lnTo>
                <a:cubicBezTo>
                  <a:pt x="444" y="2752"/>
                  <a:pt x="723" y="2873"/>
                  <a:pt x="1027" y="2904"/>
                </a:cubicBezTo>
                <a:lnTo>
                  <a:pt x="1027" y="3129"/>
                </a:lnTo>
                <a:lnTo>
                  <a:pt x="866" y="3129"/>
                </a:lnTo>
                <a:lnTo>
                  <a:pt x="866" y="3129"/>
                </a:lnTo>
                <a:cubicBezTo>
                  <a:pt x="797" y="3129"/>
                  <a:pt x="740" y="3185"/>
                  <a:pt x="740" y="3253"/>
                </a:cubicBezTo>
                <a:lnTo>
                  <a:pt x="740" y="3253"/>
                </a:lnTo>
                <a:cubicBezTo>
                  <a:pt x="740" y="3323"/>
                  <a:pt x="797" y="3379"/>
                  <a:pt x="866" y="3379"/>
                </a:cubicBezTo>
                <a:lnTo>
                  <a:pt x="1027" y="3379"/>
                </a:lnTo>
                <a:lnTo>
                  <a:pt x="1439" y="3379"/>
                </a:lnTo>
                <a:lnTo>
                  <a:pt x="1613" y="3379"/>
                </a:lnTo>
                <a:lnTo>
                  <a:pt x="1613" y="3379"/>
                </a:lnTo>
                <a:cubicBezTo>
                  <a:pt x="1683" y="3379"/>
                  <a:pt x="1739" y="3323"/>
                  <a:pt x="1739" y="3253"/>
                </a:cubicBezTo>
                <a:lnTo>
                  <a:pt x="1739" y="3253"/>
                </a:lnTo>
                <a:cubicBezTo>
                  <a:pt x="1739" y="3185"/>
                  <a:pt x="1683" y="3129"/>
                  <a:pt x="1613" y="3129"/>
                </a:cubicBezTo>
                <a:lnTo>
                  <a:pt x="1439" y="3129"/>
                </a:lnTo>
                <a:lnTo>
                  <a:pt x="1439" y="2891"/>
                </a:lnTo>
                <a:lnTo>
                  <a:pt x="1439" y="2891"/>
                </a:lnTo>
                <a:cubicBezTo>
                  <a:pt x="2176" y="2771"/>
                  <a:pt x="2741" y="2129"/>
                  <a:pt x="2741" y="1358"/>
                </a:cubicBezTo>
                <a:close/>
              </a:path>
            </a:pathLst>
          </a:custGeom>
          <a:solidFill>
            <a:srgbClr val="DCDFE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8" name="Freeform 11">
            <a:extLst>
              <a:ext uri="{FF2B5EF4-FFF2-40B4-BE49-F238E27FC236}">
                <a16:creationId xmlns:a16="http://schemas.microsoft.com/office/drawing/2014/main" id="{B82998DA-EA60-4779-B214-6638BEBCDAFA}"/>
              </a:ext>
            </a:extLst>
          </p:cNvPr>
          <p:cNvSpPr>
            <a:spLocks noChangeArrowheads="1"/>
          </p:cNvSpPr>
          <p:nvPr/>
        </p:nvSpPr>
        <p:spPr bwMode="auto">
          <a:xfrm>
            <a:off x="2901694" y="2974570"/>
            <a:ext cx="1192754" cy="1190760"/>
          </a:xfrm>
          <a:custGeom>
            <a:avLst/>
            <a:gdLst>
              <a:gd name="T0" fmla="*/ 2635 w 2636"/>
              <a:gd name="T1" fmla="*/ 1316 h 2634"/>
              <a:gd name="T2" fmla="*/ 2635 w 2636"/>
              <a:gd name="T3" fmla="*/ 1316 h 2634"/>
              <a:gd name="T4" fmla="*/ 1318 w 2636"/>
              <a:gd name="T5" fmla="*/ 2633 h 2634"/>
              <a:gd name="T6" fmla="*/ 1318 w 2636"/>
              <a:gd name="T7" fmla="*/ 2633 h 2634"/>
              <a:gd name="T8" fmla="*/ 0 w 2636"/>
              <a:gd name="T9" fmla="*/ 1316 h 2634"/>
              <a:gd name="T10" fmla="*/ 0 w 2636"/>
              <a:gd name="T11" fmla="*/ 1316 h 2634"/>
              <a:gd name="T12" fmla="*/ 1318 w 2636"/>
              <a:gd name="T13" fmla="*/ 0 h 2634"/>
              <a:gd name="T14" fmla="*/ 1318 w 2636"/>
              <a:gd name="T15" fmla="*/ 0 h 2634"/>
              <a:gd name="T16" fmla="*/ 2635 w 2636"/>
              <a:gd name="T17" fmla="*/ 1316 h 2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6" h="2634">
                <a:moveTo>
                  <a:pt x="2635" y="1316"/>
                </a:moveTo>
                <a:lnTo>
                  <a:pt x="2635" y="1316"/>
                </a:lnTo>
                <a:cubicBezTo>
                  <a:pt x="2635" y="2044"/>
                  <a:pt x="2046" y="2633"/>
                  <a:pt x="1318" y="2633"/>
                </a:cubicBezTo>
                <a:lnTo>
                  <a:pt x="1318" y="2633"/>
                </a:lnTo>
                <a:cubicBezTo>
                  <a:pt x="591" y="2633"/>
                  <a:pt x="0" y="2044"/>
                  <a:pt x="0" y="1316"/>
                </a:cubicBezTo>
                <a:lnTo>
                  <a:pt x="0" y="1316"/>
                </a:lnTo>
                <a:cubicBezTo>
                  <a:pt x="0" y="589"/>
                  <a:pt x="591" y="0"/>
                  <a:pt x="1318" y="0"/>
                </a:cubicBezTo>
                <a:lnTo>
                  <a:pt x="1318" y="0"/>
                </a:lnTo>
                <a:cubicBezTo>
                  <a:pt x="2046" y="0"/>
                  <a:pt x="2635" y="589"/>
                  <a:pt x="2635" y="1316"/>
                </a:cubicBez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9" name="Freeform 12">
            <a:extLst>
              <a:ext uri="{FF2B5EF4-FFF2-40B4-BE49-F238E27FC236}">
                <a16:creationId xmlns:a16="http://schemas.microsoft.com/office/drawing/2014/main" id="{299A42E5-5E3C-4D89-AA26-57BDFF8042AC}"/>
              </a:ext>
            </a:extLst>
          </p:cNvPr>
          <p:cNvSpPr>
            <a:spLocks noChangeArrowheads="1"/>
          </p:cNvSpPr>
          <p:nvPr/>
        </p:nvSpPr>
        <p:spPr bwMode="auto">
          <a:xfrm>
            <a:off x="3023362" y="2982549"/>
            <a:ext cx="829742" cy="1152862"/>
          </a:xfrm>
          <a:custGeom>
            <a:avLst/>
            <a:gdLst>
              <a:gd name="T0" fmla="*/ 1832 w 1833"/>
              <a:gd name="T1" fmla="*/ 1720 h 2550"/>
              <a:gd name="T2" fmla="*/ 1599 w 1833"/>
              <a:gd name="T3" fmla="*/ 1529 h 2550"/>
              <a:gd name="T4" fmla="*/ 1549 w 1833"/>
              <a:gd name="T5" fmla="*/ 1294 h 2550"/>
              <a:gd name="T6" fmla="*/ 1258 w 1833"/>
              <a:gd name="T7" fmla="*/ 1338 h 2550"/>
              <a:gd name="T8" fmla="*/ 1048 w 1833"/>
              <a:gd name="T9" fmla="*/ 1294 h 2550"/>
              <a:gd name="T10" fmla="*/ 950 w 1833"/>
              <a:gd name="T11" fmla="*/ 1412 h 2550"/>
              <a:gd name="T12" fmla="*/ 875 w 1833"/>
              <a:gd name="T13" fmla="*/ 1294 h 2550"/>
              <a:gd name="T14" fmla="*/ 792 w 1833"/>
              <a:gd name="T15" fmla="*/ 1196 h 2550"/>
              <a:gd name="T16" fmla="*/ 817 w 1833"/>
              <a:gd name="T17" fmla="*/ 922 h 2550"/>
              <a:gd name="T18" fmla="*/ 950 w 1833"/>
              <a:gd name="T19" fmla="*/ 640 h 2550"/>
              <a:gd name="T20" fmla="*/ 875 w 1833"/>
              <a:gd name="T21" fmla="*/ 365 h 2550"/>
              <a:gd name="T22" fmla="*/ 825 w 1833"/>
              <a:gd name="T23" fmla="*/ 66 h 2550"/>
              <a:gd name="T24" fmla="*/ 806 w 1833"/>
              <a:gd name="T25" fmla="*/ 0 h 2550"/>
              <a:gd name="T26" fmla="*/ 806 w 1833"/>
              <a:gd name="T27" fmla="*/ 0 h 2550"/>
              <a:gd name="T28" fmla="*/ 0 w 1833"/>
              <a:gd name="T29" fmla="*/ 496 h 2550"/>
              <a:gd name="T30" fmla="*/ 218 w 1833"/>
              <a:gd name="T31" fmla="*/ 848 h 2550"/>
              <a:gd name="T32" fmla="*/ 417 w 1833"/>
              <a:gd name="T33" fmla="*/ 1104 h 2550"/>
              <a:gd name="T34" fmla="*/ 609 w 1833"/>
              <a:gd name="T35" fmla="*/ 1142 h 2550"/>
              <a:gd name="T36" fmla="*/ 792 w 1833"/>
              <a:gd name="T37" fmla="*/ 1346 h 2550"/>
              <a:gd name="T38" fmla="*/ 867 w 1833"/>
              <a:gd name="T39" fmla="*/ 1495 h 2550"/>
              <a:gd name="T40" fmla="*/ 992 w 1833"/>
              <a:gd name="T41" fmla="*/ 1562 h 2550"/>
              <a:gd name="T42" fmla="*/ 992 w 1833"/>
              <a:gd name="T43" fmla="*/ 1562 h 2550"/>
              <a:gd name="T44" fmla="*/ 1308 w 1833"/>
              <a:gd name="T45" fmla="*/ 1844 h 2550"/>
              <a:gd name="T46" fmla="*/ 1308 w 1833"/>
              <a:gd name="T47" fmla="*/ 1844 h 2550"/>
              <a:gd name="T48" fmla="*/ 1391 w 1833"/>
              <a:gd name="T49" fmla="*/ 2261 h 2550"/>
              <a:gd name="T50" fmla="*/ 1449 w 1833"/>
              <a:gd name="T51" fmla="*/ 2469 h 2550"/>
              <a:gd name="T52" fmla="*/ 1449 w 1833"/>
              <a:gd name="T53" fmla="*/ 2549 h 2550"/>
              <a:gd name="T54" fmla="*/ 1449 w 1833"/>
              <a:gd name="T55" fmla="*/ 2549 h 2550"/>
              <a:gd name="T56" fmla="*/ 1483 w 1833"/>
              <a:gd name="T57" fmla="*/ 2537 h 2550"/>
              <a:gd name="T58" fmla="*/ 1649 w 1833"/>
              <a:gd name="T59" fmla="*/ 2169 h 2550"/>
              <a:gd name="T60" fmla="*/ 1832 w 1833"/>
              <a:gd name="T61" fmla="*/ 1720 h 2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33" h="2550">
                <a:moveTo>
                  <a:pt x="1832" y="1720"/>
                </a:moveTo>
                <a:lnTo>
                  <a:pt x="1599" y="1529"/>
                </a:lnTo>
                <a:lnTo>
                  <a:pt x="1549" y="1294"/>
                </a:lnTo>
                <a:lnTo>
                  <a:pt x="1258" y="1338"/>
                </a:lnTo>
                <a:lnTo>
                  <a:pt x="1048" y="1294"/>
                </a:lnTo>
                <a:lnTo>
                  <a:pt x="950" y="1412"/>
                </a:lnTo>
                <a:lnTo>
                  <a:pt x="875" y="1294"/>
                </a:lnTo>
                <a:lnTo>
                  <a:pt x="792" y="1196"/>
                </a:lnTo>
                <a:lnTo>
                  <a:pt x="817" y="922"/>
                </a:lnTo>
                <a:lnTo>
                  <a:pt x="950" y="640"/>
                </a:lnTo>
                <a:lnTo>
                  <a:pt x="875" y="365"/>
                </a:lnTo>
                <a:lnTo>
                  <a:pt x="825" y="66"/>
                </a:lnTo>
                <a:lnTo>
                  <a:pt x="806" y="0"/>
                </a:lnTo>
                <a:lnTo>
                  <a:pt x="806" y="0"/>
                </a:lnTo>
                <a:cubicBezTo>
                  <a:pt x="478" y="61"/>
                  <a:pt x="194" y="242"/>
                  <a:pt x="0" y="496"/>
                </a:cubicBezTo>
                <a:lnTo>
                  <a:pt x="218" y="848"/>
                </a:lnTo>
                <a:lnTo>
                  <a:pt x="417" y="1104"/>
                </a:lnTo>
                <a:lnTo>
                  <a:pt x="609" y="1142"/>
                </a:lnTo>
                <a:lnTo>
                  <a:pt x="792" y="1346"/>
                </a:lnTo>
                <a:lnTo>
                  <a:pt x="867" y="1495"/>
                </a:lnTo>
                <a:lnTo>
                  <a:pt x="992" y="1562"/>
                </a:lnTo>
                <a:lnTo>
                  <a:pt x="992" y="1562"/>
                </a:lnTo>
                <a:cubicBezTo>
                  <a:pt x="992" y="1562"/>
                  <a:pt x="1215" y="1578"/>
                  <a:pt x="1308" y="1844"/>
                </a:cubicBezTo>
                <a:lnTo>
                  <a:pt x="1308" y="1844"/>
                </a:lnTo>
                <a:cubicBezTo>
                  <a:pt x="1399" y="2111"/>
                  <a:pt x="1391" y="2261"/>
                  <a:pt x="1391" y="2261"/>
                </a:cubicBezTo>
                <a:lnTo>
                  <a:pt x="1449" y="2469"/>
                </a:lnTo>
                <a:lnTo>
                  <a:pt x="1449" y="2549"/>
                </a:lnTo>
                <a:lnTo>
                  <a:pt x="1449" y="2549"/>
                </a:lnTo>
                <a:cubicBezTo>
                  <a:pt x="1460" y="2545"/>
                  <a:pt x="1472" y="2542"/>
                  <a:pt x="1483" y="2537"/>
                </a:cubicBezTo>
                <a:lnTo>
                  <a:pt x="1649" y="2169"/>
                </a:lnTo>
                <a:lnTo>
                  <a:pt x="1832" y="1720"/>
                </a:lnTo>
              </a:path>
            </a:pathLst>
          </a:custGeom>
          <a:solidFill>
            <a:srgbClr val="0E167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0" name="Freeform 16">
            <a:extLst>
              <a:ext uri="{FF2B5EF4-FFF2-40B4-BE49-F238E27FC236}">
                <a16:creationId xmlns:a16="http://schemas.microsoft.com/office/drawing/2014/main" id="{AFBA5BC1-172B-473C-9C48-4662B976D72F}"/>
              </a:ext>
            </a:extLst>
          </p:cNvPr>
          <p:cNvSpPr>
            <a:spLocks noChangeArrowheads="1"/>
          </p:cNvSpPr>
          <p:nvPr/>
        </p:nvSpPr>
        <p:spPr bwMode="auto">
          <a:xfrm>
            <a:off x="1331967" y="2958614"/>
            <a:ext cx="935453" cy="1152862"/>
          </a:xfrm>
          <a:custGeom>
            <a:avLst/>
            <a:gdLst>
              <a:gd name="T0" fmla="*/ 2068 w 2069"/>
              <a:gd name="T1" fmla="*/ 395 h 2551"/>
              <a:gd name="T2" fmla="*/ 1455 w 2069"/>
              <a:gd name="T3" fmla="*/ 0 h 2551"/>
              <a:gd name="T4" fmla="*/ 1455 w 2069"/>
              <a:gd name="T5" fmla="*/ 0 h 2551"/>
              <a:gd name="T6" fmla="*/ 240 w 2069"/>
              <a:gd name="T7" fmla="*/ 1311 h 2551"/>
              <a:gd name="T8" fmla="*/ 240 w 2069"/>
              <a:gd name="T9" fmla="*/ 1311 h 2551"/>
              <a:gd name="T10" fmla="*/ 40 w 2069"/>
              <a:gd name="T11" fmla="*/ 1854 h 2551"/>
              <a:gd name="T12" fmla="*/ 40 w 2069"/>
              <a:gd name="T13" fmla="*/ 1854 h 2551"/>
              <a:gd name="T14" fmla="*/ 0 w 2069"/>
              <a:gd name="T15" fmla="*/ 2006 h 2551"/>
              <a:gd name="T16" fmla="*/ 416 w 2069"/>
              <a:gd name="T17" fmla="*/ 2275 h 2551"/>
              <a:gd name="T18" fmla="*/ 425 w 2069"/>
              <a:gd name="T19" fmla="*/ 2281 h 2551"/>
              <a:gd name="T20" fmla="*/ 841 w 2069"/>
              <a:gd name="T21" fmla="*/ 2550 h 2551"/>
              <a:gd name="T22" fmla="*/ 841 w 2069"/>
              <a:gd name="T23" fmla="*/ 2550 h 2551"/>
              <a:gd name="T24" fmla="*/ 965 w 2069"/>
              <a:gd name="T25" fmla="*/ 2449 h 2551"/>
              <a:gd name="T26" fmla="*/ 965 w 2069"/>
              <a:gd name="T27" fmla="*/ 2449 h 2551"/>
              <a:gd name="T28" fmla="*/ 1378 w 2069"/>
              <a:gd name="T29" fmla="*/ 2041 h 2551"/>
              <a:gd name="T30" fmla="*/ 1378 w 2069"/>
              <a:gd name="T31" fmla="*/ 2041 h 2551"/>
              <a:gd name="T32" fmla="*/ 2068 w 2069"/>
              <a:gd name="T33" fmla="*/ 395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69" h="2551">
                <a:moveTo>
                  <a:pt x="2068" y="395"/>
                </a:moveTo>
                <a:lnTo>
                  <a:pt x="1455" y="0"/>
                </a:lnTo>
                <a:lnTo>
                  <a:pt x="1455" y="0"/>
                </a:lnTo>
                <a:cubicBezTo>
                  <a:pt x="1069" y="210"/>
                  <a:pt x="573" y="602"/>
                  <a:pt x="240" y="1311"/>
                </a:cubicBezTo>
                <a:lnTo>
                  <a:pt x="240" y="1311"/>
                </a:lnTo>
                <a:cubicBezTo>
                  <a:pt x="163" y="1474"/>
                  <a:pt x="95" y="1655"/>
                  <a:pt x="40" y="1854"/>
                </a:cubicBezTo>
                <a:lnTo>
                  <a:pt x="40" y="1854"/>
                </a:lnTo>
                <a:cubicBezTo>
                  <a:pt x="25" y="1904"/>
                  <a:pt x="12" y="1954"/>
                  <a:pt x="0" y="2006"/>
                </a:cubicBezTo>
                <a:lnTo>
                  <a:pt x="416" y="2275"/>
                </a:lnTo>
                <a:lnTo>
                  <a:pt x="425" y="2281"/>
                </a:lnTo>
                <a:lnTo>
                  <a:pt x="841" y="2550"/>
                </a:lnTo>
                <a:lnTo>
                  <a:pt x="841" y="2550"/>
                </a:lnTo>
                <a:cubicBezTo>
                  <a:pt x="884" y="2516"/>
                  <a:pt x="926" y="2483"/>
                  <a:pt x="965" y="2449"/>
                </a:cubicBezTo>
                <a:lnTo>
                  <a:pt x="965" y="2449"/>
                </a:lnTo>
                <a:cubicBezTo>
                  <a:pt x="1123" y="2315"/>
                  <a:pt x="1260" y="2179"/>
                  <a:pt x="1378" y="2041"/>
                </a:cubicBezTo>
                <a:lnTo>
                  <a:pt x="1378" y="2041"/>
                </a:lnTo>
                <a:cubicBezTo>
                  <a:pt x="1886" y="1445"/>
                  <a:pt x="2037" y="834"/>
                  <a:pt x="2068" y="395"/>
                </a:cubicBezTo>
              </a:path>
            </a:pathLst>
          </a:custGeom>
          <a:solidFill>
            <a:srgbClr val="DCDFE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1" name="Freeform 17">
            <a:extLst>
              <a:ext uri="{FF2B5EF4-FFF2-40B4-BE49-F238E27FC236}">
                <a16:creationId xmlns:a16="http://schemas.microsoft.com/office/drawing/2014/main" id="{80804034-85B4-4A07-93A0-759BBEB668FE}"/>
              </a:ext>
            </a:extLst>
          </p:cNvPr>
          <p:cNvSpPr>
            <a:spLocks noChangeArrowheads="1"/>
          </p:cNvSpPr>
          <p:nvPr/>
        </p:nvSpPr>
        <p:spPr bwMode="auto">
          <a:xfrm>
            <a:off x="1810663" y="3170039"/>
            <a:ext cx="285223" cy="285225"/>
          </a:xfrm>
          <a:custGeom>
            <a:avLst/>
            <a:gdLst>
              <a:gd name="T0" fmla="*/ 547 w 630"/>
              <a:gd name="T1" fmla="*/ 465 h 630"/>
              <a:gd name="T2" fmla="*/ 547 w 630"/>
              <a:gd name="T3" fmla="*/ 465 h 630"/>
              <a:gd name="T4" fmla="*/ 165 w 630"/>
              <a:gd name="T5" fmla="*/ 548 h 630"/>
              <a:gd name="T6" fmla="*/ 165 w 630"/>
              <a:gd name="T7" fmla="*/ 548 h 630"/>
              <a:gd name="T8" fmla="*/ 82 w 630"/>
              <a:gd name="T9" fmla="*/ 165 h 630"/>
              <a:gd name="T10" fmla="*/ 82 w 630"/>
              <a:gd name="T11" fmla="*/ 165 h 630"/>
              <a:gd name="T12" fmla="*/ 464 w 630"/>
              <a:gd name="T13" fmla="*/ 83 h 630"/>
              <a:gd name="T14" fmla="*/ 464 w 630"/>
              <a:gd name="T15" fmla="*/ 83 h 630"/>
              <a:gd name="T16" fmla="*/ 547 w 630"/>
              <a:gd name="T17" fmla="*/ 465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0" h="630">
                <a:moveTo>
                  <a:pt x="547" y="465"/>
                </a:moveTo>
                <a:lnTo>
                  <a:pt x="547" y="465"/>
                </a:lnTo>
                <a:cubicBezTo>
                  <a:pt x="464" y="592"/>
                  <a:pt x="294" y="629"/>
                  <a:pt x="165" y="548"/>
                </a:cubicBezTo>
                <a:lnTo>
                  <a:pt x="165" y="548"/>
                </a:lnTo>
                <a:cubicBezTo>
                  <a:pt x="37" y="465"/>
                  <a:pt x="0" y="293"/>
                  <a:pt x="82" y="165"/>
                </a:cubicBezTo>
                <a:lnTo>
                  <a:pt x="82" y="165"/>
                </a:lnTo>
                <a:cubicBezTo>
                  <a:pt x="165" y="38"/>
                  <a:pt x="336" y="0"/>
                  <a:pt x="464" y="83"/>
                </a:cubicBezTo>
                <a:lnTo>
                  <a:pt x="464" y="83"/>
                </a:lnTo>
                <a:cubicBezTo>
                  <a:pt x="592" y="165"/>
                  <a:pt x="629" y="336"/>
                  <a:pt x="547" y="465"/>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2" name="Freeform 18">
            <a:extLst>
              <a:ext uri="{FF2B5EF4-FFF2-40B4-BE49-F238E27FC236}">
                <a16:creationId xmlns:a16="http://schemas.microsoft.com/office/drawing/2014/main" id="{667F3D7B-9E05-4790-B6E7-5CCB4724DC08}"/>
              </a:ext>
            </a:extLst>
          </p:cNvPr>
          <p:cNvSpPr>
            <a:spLocks noChangeArrowheads="1"/>
          </p:cNvSpPr>
          <p:nvPr/>
        </p:nvSpPr>
        <p:spPr bwMode="auto">
          <a:xfrm>
            <a:off x="1840582" y="3199958"/>
            <a:ext cx="227381" cy="227381"/>
          </a:xfrm>
          <a:custGeom>
            <a:avLst/>
            <a:gdLst>
              <a:gd name="T0" fmla="*/ 436 w 502"/>
              <a:gd name="T1" fmla="*/ 371 h 503"/>
              <a:gd name="T2" fmla="*/ 436 w 502"/>
              <a:gd name="T3" fmla="*/ 371 h 503"/>
              <a:gd name="T4" fmla="*/ 131 w 502"/>
              <a:gd name="T5" fmla="*/ 437 h 503"/>
              <a:gd name="T6" fmla="*/ 131 w 502"/>
              <a:gd name="T7" fmla="*/ 437 h 503"/>
              <a:gd name="T8" fmla="*/ 65 w 502"/>
              <a:gd name="T9" fmla="*/ 132 h 503"/>
              <a:gd name="T10" fmla="*/ 65 w 502"/>
              <a:gd name="T11" fmla="*/ 132 h 503"/>
              <a:gd name="T12" fmla="*/ 370 w 502"/>
              <a:gd name="T13" fmla="*/ 66 h 503"/>
              <a:gd name="T14" fmla="*/ 370 w 502"/>
              <a:gd name="T15" fmla="*/ 66 h 503"/>
              <a:gd name="T16" fmla="*/ 436 w 502"/>
              <a:gd name="T17" fmla="*/ 37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3">
                <a:moveTo>
                  <a:pt x="436" y="371"/>
                </a:moveTo>
                <a:lnTo>
                  <a:pt x="436" y="371"/>
                </a:lnTo>
                <a:cubicBezTo>
                  <a:pt x="370" y="473"/>
                  <a:pt x="234" y="502"/>
                  <a:pt x="131" y="437"/>
                </a:cubicBezTo>
                <a:lnTo>
                  <a:pt x="131" y="437"/>
                </a:lnTo>
                <a:cubicBezTo>
                  <a:pt x="29" y="371"/>
                  <a:pt x="0" y="234"/>
                  <a:pt x="65" y="132"/>
                </a:cubicBezTo>
                <a:lnTo>
                  <a:pt x="65" y="132"/>
                </a:lnTo>
                <a:cubicBezTo>
                  <a:pt x="131" y="29"/>
                  <a:pt x="267" y="0"/>
                  <a:pt x="370" y="66"/>
                </a:cubicBezTo>
                <a:lnTo>
                  <a:pt x="370" y="66"/>
                </a:lnTo>
                <a:cubicBezTo>
                  <a:pt x="472" y="132"/>
                  <a:pt x="501" y="268"/>
                  <a:pt x="436" y="37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3" name="Freeform 19">
            <a:extLst>
              <a:ext uri="{FF2B5EF4-FFF2-40B4-BE49-F238E27FC236}">
                <a16:creationId xmlns:a16="http://schemas.microsoft.com/office/drawing/2014/main" id="{D612F8E2-1E78-4B00-8818-0943F7F4EFA0}"/>
              </a:ext>
            </a:extLst>
          </p:cNvPr>
          <p:cNvSpPr>
            <a:spLocks noChangeArrowheads="1"/>
          </p:cNvSpPr>
          <p:nvPr/>
        </p:nvSpPr>
        <p:spPr bwMode="auto">
          <a:xfrm>
            <a:off x="1840582" y="3199958"/>
            <a:ext cx="227381" cy="227381"/>
          </a:xfrm>
          <a:custGeom>
            <a:avLst/>
            <a:gdLst>
              <a:gd name="T0" fmla="*/ 436 w 502"/>
              <a:gd name="T1" fmla="*/ 371 h 503"/>
              <a:gd name="T2" fmla="*/ 436 w 502"/>
              <a:gd name="T3" fmla="*/ 371 h 503"/>
              <a:gd name="T4" fmla="*/ 131 w 502"/>
              <a:gd name="T5" fmla="*/ 437 h 503"/>
              <a:gd name="T6" fmla="*/ 131 w 502"/>
              <a:gd name="T7" fmla="*/ 437 h 503"/>
              <a:gd name="T8" fmla="*/ 65 w 502"/>
              <a:gd name="T9" fmla="*/ 132 h 503"/>
              <a:gd name="T10" fmla="*/ 65 w 502"/>
              <a:gd name="T11" fmla="*/ 132 h 503"/>
              <a:gd name="T12" fmla="*/ 370 w 502"/>
              <a:gd name="T13" fmla="*/ 66 h 503"/>
              <a:gd name="T14" fmla="*/ 370 w 502"/>
              <a:gd name="T15" fmla="*/ 66 h 503"/>
              <a:gd name="T16" fmla="*/ 436 w 502"/>
              <a:gd name="T17" fmla="*/ 37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3">
                <a:moveTo>
                  <a:pt x="436" y="371"/>
                </a:moveTo>
                <a:lnTo>
                  <a:pt x="436" y="371"/>
                </a:lnTo>
                <a:cubicBezTo>
                  <a:pt x="370" y="473"/>
                  <a:pt x="234" y="502"/>
                  <a:pt x="131" y="437"/>
                </a:cubicBezTo>
                <a:lnTo>
                  <a:pt x="131" y="437"/>
                </a:lnTo>
                <a:cubicBezTo>
                  <a:pt x="29" y="371"/>
                  <a:pt x="0" y="234"/>
                  <a:pt x="65" y="132"/>
                </a:cubicBezTo>
                <a:lnTo>
                  <a:pt x="65" y="132"/>
                </a:lnTo>
                <a:cubicBezTo>
                  <a:pt x="131" y="29"/>
                  <a:pt x="267" y="0"/>
                  <a:pt x="370" y="66"/>
                </a:cubicBezTo>
                <a:lnTo>
                  <a:pt x="370" y="66"/>
                </a:lnTo>
                <a:cubicBezTo>
                  <a:pt x="472" y="132"/>
                  <a:pt x="501" y="268"/>
                  <a:pt x="436" y="371"/>
                </a:cubicBezTo>
              </a:path>
            </a:pathLst>
          </a:custGeom>
          <a:solidFill>
            <a:srgbClr val="F95023">
              <a:alpha val="50000"/>
            </a:srgbClr>
          </a:solidFill>
          <a:ln>
            <a:noFill/>
          </a:ln>
          <a:effectLst/>
        </p:spPr>
        <p:txBody>
          <a:bodyPr wrap="none" anchor="ctr"/>
          <a:lstStyle/>
          <a:p>
            <a:endParaRPr lang="en-US" sz="900" dirty="0">
              <a:latin typeface="Raleway Light" panose="020B0403030101060003" pitchFamily="34" charset="0"/>
            </a:endParaRPr>
          </a:p>
        </p:txBody>
      </p:sp>
      <p:sp>
        <p:nvSpPr>
          <p:cNvPr id="514" name="Freeform 20">
            <a:extLst>
              <a:ext uri="{FF2B5EF4-FFF2-40B4-BE49-F238E27FC236}">
                <a16:creationId xmlns:a16="http://schemas.microsoft.com/office/drawing/2014/main" id="{C2F797C5-E443-4347-BEE1-010011F0138E}"/>
              </a:ext>
            </a:extLst>
          </p:cNvPr>
          <p:cNvSpPr>
            <a:spLocks noChangeArrowheads="1"/>
          </p:cNvSpPr>
          <p:nvPr/>
        </p:nvSpPr>
        <p:spPr bwMode="auto">
          <a:xfrm>
            <a:off x="1854545" y="3291707"/>
            <a:ext cx="203447" cy="135631"/>
          </a:xfrm>
          <a:custGeom>
            <a:avLst/>
            <a:gdLst>
              <a:gd name="T0" fmla="*/ 100 w 448"/>
              <a:gd name="T1" fmla="*/ 233 h 299"/>
              <a:gd name="T2" fmla="*/ 100 w 448"/>
              <a:gd name="T3" fmla="*/ 233 h 299"/>
              <a:gd name="T4" fmla="*/ 405 w 448"/>
              <a:gd name="T5" fmla="*/ 167 h 299"/>
              <a:gd name="T6" fmla="*/ 405 w 448"/>
              <a:gd name="T7" fmla="*/ 167 h 299"/>
              <a:gd name="T8" fmla="*/ 435 w 448"/>
              <a:gd name="T9" fmla="*/ 0 h 299"/>
              <a:gd name="T10" fmla="*/ 0 w 448"/>
              <a:gd name="T11" fmla="*/ 66 h 299"/>
              <a:gd name="T12" fmla="*/ 0 w 448"/>
              <a:gd name="T13" fmla="*/ 66 h 299"/>
              <a:gd name="T14" fmla="*/ 100 w 448"/>
              <a:gd name="T15" fmla="*/ 233 h 2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299">
                <a:moveTo>
                  <a:pt x="100" y="233"/>
                </a:moveTo>
                <a:lnTo>
                  <a:pt x="100" y="233"/>
                </a:lnTo>
                <a:cubicBezTo>
                  <a:pt x="203" y="298"/>
                  <a:pt x="339" y="269"/>
                  <a:pt x="405" y="167"/>
                </a:cubicBezTo>
                <a:lnTo>
                  <a:pt x="405" y="167"/>
                </a:lnTo>
                <a:cubicBezTo>
                  <a:pt x="438" y="116"/>
                  <a:pt x="447" y="56"/>
                  <a:pt x="435" y="0"/>
                </a:cubicBezTo>
                <a:lnTo>
                  <a:pt x="0" y="66"/>
                </a:lnTo>
                <a:lnTo>
                  <a:pt x="0" y="66"/>
                </a:lnTo>
                <a:cubicBezTo>
                  <a:pt x="6" y="132"/>
                  <a:pt x="40" y="194"/>
                  <a:pt x="100" y="233"/>
                </a:cubicBezTo>
              </a:path>
            </a:pathLst>
          </a:custGeom>
          <a:solidFill>
            <a:srgbClr val="FFFFFF">
              <a:alpha val="20000"/>
            </a:srgbClr>
          </a:solidFill>
          <a:ln>
            <a:noFill/>
          </a:ln>
          <a:effectLst/>
        </p:spPr>
        <p:txBody>
          <a:bodyPr wrap="none" anchor="ctr"/>
          <a:lstStyle/>
          <a:p>
            <a:endParaRPr lang="en-US" sz="900" dirty="0">
              <a:latin typeface="Raleway Light" panose="020B0403030101060003" pitchFamily="34" charset="0"/>
            </a:endParaRPr>
          </a:p>
        </p:txBody>
      </p:sp>
      <p:sp>
        <p:nvSpPr>
          <p:cNvPr id="515" name="Freeform: Shape 514">
            <a:extLst>
              <a:ext uri="{FF2B5EF4-FFF2-40B4-BE49-F238E27FC236}">
                <a16:creationId xmlns:a16="http://schemas.microsoft.com/office/drawing/2014/main" id="{23053DC1-07B2-4048-8EFB-1BCDC888F145}"/>
              </a:ext>
            </a:extLst>
          </p:cNvPr>
          <p:cNvSpPr>
            <a:spLocks noChangeArrowheads="1"/>
          </p:cNvSpPr>
          <p:nvPr/>
        </p:nvSpPr>
        <p:spPr bwMode="auto">
          <a:xfrm>
            <a:off x="1835428" y="3196670"/>
            <a:ext cx="229420" cy="233562"/>
          </a:xfrm>
          <a:custGeom>
            <a:avLst/>
            <a:gdLst>
              <a:gd name="connsiteX0" fmla="*/ 249005 w 458839"/>
              <a:gd name="connsiteY0" fmla="*/ 443507 h 467124"/>
              <a:gd name="connsiteX1" fmla="*/ 257996 w 458839"/>
              <a:gd name="connsiteY1" fmla="*/ 445622 h 467124"/>
              <a:gd name="connsiteX2" fmla="*/ 261380 w 458839"/>
              <a:gd name="connsiteY2" fmla="*/ 462547 h 467124"/>
              <a:gd name="connsiteX3" fmla="*/ 245303 w 458839"/>
              <a:gd name="connsiteY3" fmla="*/ 465931 h 467124"/>
              <a:gd name="connsiteX4" fmla="*/ 241919 w 458839"/>
              <a:gd name="connsiteY4" fmla="*/ 449007 h 467124"/>
              <a:gd name="connsiteX5" fmla="*/ 249005 w 458839"/>
              <a:gd name="connsiteY5" fmla="*/ 443507 h 467124"/>
              <a:gd name="connsiteX6" fmla="*/ 108858 w 458839"/>
              <a:gd name="connsiteY6" fmla="*/ 408303 h 467124"/>
              <a:gd name="connsiteX7" fmla="*/ 117532 w 458839"/>
              <a:gd name="connsiteY7" fmla="*/ 410180 h 467124"/>
              <a:gd name="connsiteX8" fmla="*/ 121763 w 458839"/>
              <a:gd name="connsiteY8" fmla="*/ 428953 h 467124"/>
              <a:gd name="connsiteX9" fmla="*/ 104839 w 458839"/>
              <a:gd name="connsiteY9" fmla="*/ 432707 h 467124"/>
              <a:gd name="connsiteX10" fmla="*/ 101454 w 458839"/>
              <a:gd name="connsiteY10" fmla="*/ 414873 h 467124"/>
              <a:gd name="connsiteX11" fmla="*/ 108858 w 458839"/>
              <a:gd name="connsiteY11" fmla="*/ 408303 h 467124"/>
              <a:gd name="connsiteX12" fmla="*/ 376553 w 458839"/>
              <a:gd name="connsiteY12" fmla="*/ 391291 h 467124"/>
              <a:gd name="connsiteX13" fmla="*/ 385649 w 458839"/>
              <a:gd name="connsiteY13" fmla="*/ 393286 h 467124"/>
              <a:gd name="connsiteX14" fmla="*/ 389880 w 458839"/>
              <a:gd name="connsiteY14" fmla="*/ 411119 h 467124"/>
              <a:gd name="connsiteX15" fmla="*/ 372956 w 458839"/>
              <a:gd name="connsiteY15" fmla="*/ 415813 h 467124"/>
              <a:gd name="connsiteX16" fmla="*/ 368726 w 458839"/>
              <a:gd name="connsiteY16" fmla="*/ 397040 h 467124"/>
              <a:gd name="connsiteX17" fmla="*/ 376553 w 458839"/>
              <a:gd name="connsiteY17" fmla="*/ 391291 h 467124"/>
              <a:gd name="connsiteX18" fmla="*/ 21520 w 458839"/>
              <a:gd name="connsiteY18" fmla="*/ 299792 h 467124"/>
              <a:gd name="connsiteX19" fmla="*/ 30617 w 458839"/>
              <a:gd name="connsiteY19" fmla="*/ 301167 h 467124"/>
              <a:gd name="connsiteX20" fmla="*/ 34002 w 458839"/>
              <a:gd name="connsiteY20" fmla="*/ 318091 h 467124"/>
              <a:gd name="connsiteX21" fmla="*/ 17924 w 458839"/>
              <a:gd name="connsiteY21" fmla="*/ 321476 h 467124"/>
              <a:gd name="connsiteX22" fmla="*/ 13693 w 458839"/>
              <a:gd name="connsiteY22" fmla="*/ 305398 h 467124"/>
              <a:gd name="connsiteX23" fmla="*/ 21520 w 458839"/>
              <a:gd name="connsiteY23" fmla="*/ 299792 h 467124"/>
              <a:gd name="connsiteX24" fmla="*/ 443946 w 458839"/>
              <a:gd name="connsiteY24" fmla="*/ 288160 h 467124"/>
              <a:gd name="connsiteX25" fmla="*/ 452620 w 458839"/>
              <a:gd name="connsiteY25" fmla="*/ 290506 h 467124"/>
              <a:gd name="connsiteX26" fmla="*/ 457697 w 458839"/>
              <a:gd name="connsiteY26" fmla="*/ 308340 h 467124"/>
              <a:gd name="connsiteX27" fmla="*/ 439927 w 458839"/>
              <a:gd name="connsiteY27" fmla="*/ 313033 h 467124"/>
              <a:gd name="connsiteX28" fmla="*/ 436542 w 458839"/>
              <a:gd name="connsiteY28" fmla="*/ 294261 h 467124"/>
              <a:gd name="connsiteX29" fmla="*/ 443946 w 458839"/>
              <a:gd name="connsiteY29" fmla="*/ 288160 h 467124"/>
              <a:gd name="connsiteX30" fmla="*/ 9551 w 458839"/>
              <a:gd name="connsiteY30" fmla="*/ 160508 h 467124"/>
              <a:gd name="connsiteX31" fmla="*/ 18648 w 458839"/>
              <a:gd name="connsiteY31" fmla="*/ 162854 h 467124"/>
              <a:gd name="connsiteX32" fmla="*/ 22032 w 458839"/>
              <a:gd name="connsiteY32" fmla="*/ 181627 h 467124"/>
              <a:gd name="connsiteX33" fmla="*/ 5955 w 458839"/>
              <a:gd name="connsiteY33" fmla="*/ 185381 h 467124"/>
              <a:gd name="connsiteX34" fmla="*/ 1724 w 458839"/>
              <a:gd name="connsiteY34" fmla="*/ 166609 h 467124"/>
              <a:gd name="connsiteX35" fmla="*/ 9551 w 458839"/>
              <a:gd name="connsiteY35" fmla="*/ 160508 h 467124"/>
              <a:gd name="connsiteX36" fmla="*/ 444475 w 458839"/>
              <a:gd name="connsiteY36" fmla="*/ 144551 h 467124"/>
              <a:gd name="connsiteX37" fmla="*/ 453466 w 458839"/>
              <a:gd name="connsiteY37" fmla="*/ 146897 h 467124"/>
              <a:gd name="connsiteX38" fmla="*/ 456851 w 458839"/>
              <a:gd name="connsiteY38" fmla="*/ 164731 h 467124"/>
              <a:gd name="connsiteX39" fmla="*/ 440773 w 458839"/>
              <a:gd name="connsiteY39" fmla="*/ 168486 h 467124"/>
              <a:gd name="connsiteX40" fmla="*/ 437388 w 458839"/>
              <a:gd name="connsiteY40" fmla="*/ 150652 h 467124"/>
              <a:gd name="connsiteX41" fmla="*/ 444475 w 458839"/>
              <a:gd name="connsiteY41" fmla="*/ 144551 h 467124"/>
              <a:gd name="connsiteX42" fmla="*/ 77051 w 458839"/>
              <a:gd name="connsiteY42" fmla="*/ 56555 h 467124"/>
              <a:gd name="connsiteX43" fmla="*/ 86465 w 458839"/>
              <a:gd name="connsiteY43" fmla="*/ 58198 h 467124"/>
              <a:gd name="connsiteX44" fmla="*/ 89850 w 458839"/>
              <a:gd name="connsiteY44" fmla="*/ 76970 h 467124"/>
              <a:gd name="connsiteX45" fmla="*/ 72926 w 458839"/>
              <a:gd name="connsiteY45" fmla="*/ 80725 h 467124"/>
              <a:gd name="connsiteX46" fmla="*/ 69541 w 458839"/>
              <a:gd name="connsiteY46" fmla="*/ 61952 h 467124"/>
              <a:gd name="connsiteX47" fmla="*/ 77051 w 458839"/>
              <a:gd name="connsiteY47" fmla="*/ 56555 h 467124"/>
              <a:gd name="connsiteX48" fmla="*/ 357479 w 458839"/>
              <a:gd name="connsiteY48" fmla="*/ 32624 h 467124"/>
              <a:gd name="connsiteX49" fmla="*/ 367921 w 458839"/>
              <a:gd name="connsiteY49" fmla="*/ 34739 h 467124"/>
              <a:gd name="connsiteX50" fmla="*/ 371675 w 458839"/>
              <a:gd name="connsiteY50" fmla="*/ 50816 h 467124"/>
              <a:gd name="connsiteX51" fmla="*/ 352903 w 458839"/>
              <a:gd name="connsiteY51" fmla="*/ 54200 h 467124"/>
              <a:gd name="connsiteX52" fmla="*/ 349149 w 458839"/>
              <a:gd name="connsiteY52" fmla="*/ 38124 h 467124"/>
              <a:gd name="connsiteX53" fmla="*/ 357479 w 458839"/>
              <a:gd name="connsiteY53" fmla="*/ 32624 h 467124"/>
              <a:gd name="connsiteX54" fmla="*/ 219150 w 458839"/>
              <a:gd name="connsiteY54" fmla="*/ 181 h 467124"/>
              <a:gd name="connsiteX55" fmla="*/ 229240 w 458839"/>
              <a:gd name="connsiteY55" fmla="*/ 1979 h 467124"/>
              <a:gd name="connsiteX56" fmla="*/ 232995 w 458839"/>
              <a:gd name="connsiteY56" fmla="*/ 18902 h 467124"/>
              <a:gd name="connsiteX57" fmla="*/ 215161 w 458839"/>
              <a:gd name="connsiteY57" fmla="*/ 22287 h 467124"/>
              <a:gd name="connsiteX58" fmla="*/ 210468 w 458839"/>
              <a:gd name="connsiteY58" fmla="*/ 5364 h 467124"/>
              <a:gd name="connsiteX59" fmla="*/ 219150 w 458839"/>
              <a:gd name="connsiteY59" fmla="*/ 181 h 46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58839" h="467124">
                <a:moveTo>
                  <a:pt x="249005" y="443507"/>
                </a:moveTo>
                <a:cubicBezTo>
                  <a:pt x="251861" y="442872"/>
                  <a:pt x="255034" y="443507"/>
                  <a:pt x="257996" y="445622"/>
                </a:cubicBezTo>
                <a:cubicBezTo>
                  <a:pt x="263072" y="449007"/>
                  <a:pt x="264765" y="456623"/>
                  <a:pt x="261380" y="462547"/>
                </a:cubicBezTo>
                <a:cubicBezTo>
                  <a:pt x="257996" y="466778"/>
                  <a:pt x="250380" y="468470"/>
                  <a:pt x="245303" y="465931"/>
                </a:cubicBezTo>
                <a:cubicBezTo>
                  <a:pt x="239380" y="462547"/>
                  <a:pt x="237688" y="454084"/>
                  <a:pt x="241919" y="449007"/>
                </a:cubicBezTo>
                <a:cubicBezTo>
                  <a:pt x="243611" y="446046"/>
                  <a:pt x="246149" y="444142"/>
                  <a:pt x="249005" y="443507"/>
                </a:cubicBezTo>
                <a:close/>
                <a:moveTo>
                  <a:pt x="108858" y="408303"/>
                </a:moveTo>
                <a:cubicBezTo>
                  <a:pt x="111820" y="407365"/>
                  <a:pt x="114993" y="407834"/>
                  <a:pt x="117532" y="410180"/>
                </a:cubicBezTo>
                <a:cubicBezTo>
                  <a:pt x="123455" y="414873"/>
                  <a:pt x="125148" y="422382"/>
                  <a:pt x="121763" y="428953"/>
                </a:cubicBezTo>
                <a:cubicBezTo>
                  <a:pt x="117532" y="435523"/>
                  <a:pt x="110762" y="436462"/>
                  <a:pt x="104839" y="432707"/>
                </a:cubicBezTo>
                <a:cubicBezTo>
                  <a:pt x="98915" y="428953"/>
                  <a:pt x="98069" y="420505"/>
                  <a:pt x="101454" y="414873"/>
                </a:cubicBezTo>
                <a:cubicBezTo>
                  <a:pt x="103146" y="411588"/>
                  <a:pt x="105896" y="409242"/>
                  <a:pt x="108858" y="408303"/>
                </a:cubicBezTo>
                <a:close/>
                <a:moveTo>
                  <a:pt x="376553" y="391291"/>
                </a:moveTo>
                <a:cubicBezTo>
                  <a:pt x="379514" y="390704"/>
                  <a:pt x="382687" y="391408"/>
                  <a:pt x="385649" y="393286"/>
                </a:cubicBezTo>
                <a:cubicBezTo>
                  <a:pt x="391572" y="397040"/>
                  <a:pt x="392418" y="406426"/>
                  <a:pt x="389880" y="411119"/>
                </a:cubicBezTo>
                <a:cubicBezTo>
                  <a:pt x="385649" y="417690"/>
                  <a:pt x="378033" y="420506"/>
                  <a:pt x="372956" y="415813"/>
                </a:cubicBezTo>
                <a:cubicBezTo>
                  <a:pt x="367033" y="411119"/>
                  <a:pt x="365341" y="403611"/>
                  <a:pt x="368726" y="397040"/>
                </a:cubicBezTo>
                <a:cubicBezTo>
                  <a:pt x="370841" y="393755"/>
                  <a:pt x="373591" y="391878"/>
                  <a:pt x="376553" y="391291"/>
                </a:cubicBezTo>
                <a:close/>
                <a:moveTo>
                  <a:pt x="21520" y="299792"/>
                </a:moveTo>
                <a:cubicBezTo>
                  <a:pt x="24482" y="299052"/>
                  <a:pt x="27655" y="299475"/>
                  <a:pt x="30617" y="301167"/>
                </a:cubicBezTo>
                <a:cubicBezTo>
                  <a:pt x="35694" y="305398"/>
                  <a:pt x="37387" y="312168"/>
                  <a:pt x="34002" y="318091"/>
                </a:cubicBezTo>
                <a:cubicBezTo>
                  <a:pt x="30617" y="324015"/>
                  <a:pt x="23001" y="324861"/>
                  <a:pt x="17924" y="321476"/>
                </a:cubicBezTo>
                <a:cubicBezTo>
                  <a:pt x="12000" y="318091"/>
                  <a:pt x="10308" y="310475"/>
                  <a:pt x="13693" y="305398"/>
                </a:cubicBezTo>
                <a:cubicBezTo>
                  <a:pt x="15808" y="302436"/>
                  <a:pt x="18558" y="300533"/>
                  <a:pt x="21520" y="299792"/>
                </a:cubicBezTo>
                <a:close/>
                <a:moveTo>
                  <a:pt x="443946" y="288160"/>
                </a:moveTo>
                <a:cubicBezTo>
                  <a:pt x="446908" y="287456"/>
                  <a:pt x="450081" y="288160"/>
                  <a:pt x="452620" y="290506"/>
                </a:cubicBezTo>
                <a:cubicBezTo>
                  <a:pt x="458543" y="294261"/>
                  <a:pt x="460236" y="302708"/>
                  <a:pt x="457697" y="308340"/>
                </a:cubicBezTo>
                <a:cubicBezTo>
                  <a:pt x="452620" y="313972"/>
                  <a:pt x="445850" y="316788"/>
                  <a:pt x="439927" y="313033"/>
                </a:cubicBezTo>
                <a:cubicBezTo>
                  <a:pt x="434003" y="308340"/>
                  <a:pt x="433157" y="299893"/>
                  <a:pt x="436542" y="294261"/>
                </a:cubicBezTo>
                <a:cubicBezTo>
                  <a:pt x="438234" y="290975"/>
                  <a:pt x="440985" y="288864"/>
                  <a:pt x="443946" y="288160"/>
                </a:cubicBezTo>
                <a:close/>
                <a:moveTo>
                  <a:pt x="9551" y="160508"/>
                </a:moveTo>
                <a:cubicBezTo>
                  <a:pt x="12513" y="159804"/>
                  <a:pt x="15686" y="160508"/>
                  <a:pt x="18648" y="162854"/>
                </a:cubicBezTo>
                <a:cubicBezTo>
                  <a:pt x="24571" y="166609"/>
                  <a:pt x="25417" y="175056"/>
                  <a:pt x="22032" y="181627"/>
                </a:cubicBezTo>
                <a:cubicBezTo>
                  <a:pt x="18648" y="187258"/>
                  <a:pt x="11032" y="189136"/>
                  <a:pt x="5955" y="185381"/>
                </a:cubicBezTo>
                <a:cubicBezTo>
                  <a:pt x="32" y="181627"/>
                  <a:pt x="-1660" y="172241"/>
                  <a:pt x="1724" y="166609"/>
                </a:cubicBezTo>
                <a:cubicBezTo>
                  <a:pt x="3840" y="163324"/>
                  <a:pt x="6590" y="161212"/>
                  <a:pt x="9551" y="160508"/>
                </a:cubicBezTo>
                <a:close/>
                <a:moveTo>
                  <a:pt x="444475" y="144551"/>
                </a:moveTo>
                <a:cubicBezTo>
                  <a:pt x="447331" y="143847"/>
                  <a:pt x="450504" y="144551"/>
                  <a:pt x="453466" y="146897"/>
                </a:cubicBezTo>
                <a:cubicBezTo>
                  <a:pt x="459390" y="150652"/>
                  <a:pt x="460236" y="158161"/>
                  <a:pt x="456851" y="164731"/>
                </a:cubicBezTo>
                <a:cubicBezTo>
                  <a:pt x="453466" y="171301"/>
                  <a:pt x="445850" y="173179"/>
                  <a:pt x="440773" y="168486"/>
                </a:cubicBezTo>
                <a:cubicBezTo>
                  <a:pt x="434850" y="164731"/>
                  <a:pt x="433157" y="156284"/>
                  <a:pt x="437388" y="150652"/>
                </a:cubicBezTo>
                <a:cubicBezTo>
                  <a:pt x="439081" y="147367"/>
                  <a:pt x="441619" y="145255"/>
                  <a:pt x="444475" y="144551"/>
                </a:cubicBezTo>
                <a:close/>
                <a:moveTo>
                  <a:pt x="77051" y="56555"/>
                </a:moveTo>
                <a:cubicBezTo>
                  <a:pt x="80118" y="55851"/>
                  <a:pt x="83503" y="56321"/>
                  <a:pt x="86465" y="58198"/>
                </a:cubicBezTo>
                <a:cubicBezTo>
                  <a:pt x="91542" y="61952"/>
                  <a:pt x="93235" y="71338"/>
                  <a:pt x="89850" y="76970"/>
                </a:cubicBezTo>
                <a:cubicBezTo>
                  <a:pt x="86465" y="82602"/>
                  <a:pt x="78849" y="85418"/>
                  <a:pt x="72926" y="80725"/>
                </a:cubicBezTo>
                <a:cubicBezTo>
                  <a:pt x="67002" y="76970"/>
                  <a:pt x="66156" y="68523"/>
                  <a:pt x="69541" y="61952"/>
                </a:cubicBezTo>
                <a:cubicBezTo>
                  <a:pt x="71233" y="59136"/>
                  <a:pt x="73983" y="57259"/>
                  <a:pt x="77051" y="56555"/>
                </a:cubicBezTo>
                <a:close/>
                <a:moveTo>
                  <a:pt x="357479" y="32624"/>
                </a:moveTo>
                <a:cubicBezTo>
                  <a:pt x="360881" y="31989"/>
                  <a:pt x="364636" y="32624"/>
                  <a:pt x="367921" y="34739"/>
                </a:cubicBezTo>
                <a:cubicBezTo>
                  <a:pt x="373553" y="38124"/>
                  <a:pt x="376369" y="44893"/>
                  <a:pt x="371675" y="50816"/>
                </a:cubicBezTo>
                <a:cubicBezTo>
                  <a:pt x="367921" y="56739"/>
                  <a:pt x="359473" y="57585"/>
                  <a:pt x="352903" y="54200"/>
                </a:cubicBezTo>
                <a:cubicBezTo>
                  <a:pt x="347271" y="50816"/>
                  <a:pt x="345394" y="43201"/>
                  <a:pt x="349149" y="38124"/>
                </a:cubicBezTo>
                <a:cubicBezTo>
                  <a:pt x="351026" y="35162"/>
                  <a:pt x="354076" y="33258"/>
                  <a:pt x="357479" y="32624"/>
                </a:cubicBezTo>
                <a:close/>
                <a:moveTo>
                  <a:pt x="219150" y="181"/>
                </a:moveTo>
                <a:cubicBezTo>
                  <a:pt x="222435" y="-348"/>
                  <a:pt x="225955" y="287"/>
                  <a:pt x="229240" y="1979"/>
                </a:cubicBezTo>
                <a:cubicBezTo>
                  <a:pt x="235811" y="5364"/>
                  <a:pt x="236749" y="12979"/>
                  <a:pt x="232995" y="18902"/>
                </a:cubicBezTo>
                <a:cubicBezTo>
                  <a:pt x="229240" y="24825"/>
                  <a:pt x="220793" y="25672"/>
                  <a:pt x="215161" y="22287"/>
                </a:cubicBezTo>
                <a:cubicBezTo>
                  <a:pt x="208591" y="18902"/>
                  <a:pt x="205775" y="11287"/>
                  <a:pt x="210468" y="5364"/>
                </a:cubicBezTo>
                <a:cubicBezTo>
                  <a:pt x="212815" y="2402"/>
                  <a:pt x="215865" y="710"/>
                  <a:pt x="219150" y="18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16" name="Freeform: Shape 515">
            <a:extLst>
              <a:ext uri="{FF2B5EF4-FFF2-40B4-BE49-F238E27FC236}">
                <a16:creationId xmlns:a16="http://schemas.microsoft.com/office/drawing/2014/main" id="{DB6E4D7E-2BCC-413E-8040-5227AF9E7975}"/>
              </a:ext>
            </a:extLst>
          </p:cNvPr>
          <p:cNvSpPr>
            <a:spLocks noChangeArrowheads="1"/>
          </p:cNvSpPr>
          <p:nvPr/>
        </p:nvSpPr>
        <p:spPr bwMode="auto">
          <a:xfrm>
            <a:off x="990895" y="2854895"/>
            <a:ext cx="1279739" cy="1555315"/>
          </a:xfrm>
          <a:custGeom>
            <a:avLst/>
            <a:gdLst>
              <a:gd name="connsiteX0" fmla="*/ 1930011 w 2559478"/>
              <a:gd name="connsiteY0" fmla="*/ 2054412 h 3110630"/>
              <a:gd name="connsiteX1" fmla="*/ 1785025 w 2559478"/>
              <a:gd name="connsiteY1" fmla="*/ 3110630 h 3110630"/>
              <a:gd name="connsiteX2" fmla="*/ 1555765 w 2559478"/>
              <a:gd name="connsiteY2" fmla="*/ 2423049 h 3110630"/>
              <a:gd name="connsiteX3" fmla="*/ 1930011 w 2559478"/>
              <a:gd name="connsiteY3" fmla="*/ 2054412 h 3110630"/>
              <a:gd name="connsiteX4" fmla="*/ 1467318 w 2559478"/>
              <a:gd name="connsiteY4" fmla="*/ 1660188 h 3110630"/>
              <a:gd name="connsiteX5" fmla="*/ 1306426 w 2559478"/>
              <a:gd name="connsiteY5" fmla="*/ 2122559 h 3110630"/>
              <a:gd name="connsiteX6" fmla="*/ 897871 w 2559478"/>
              <a:gd name="connsiteY6" fmla="*/ 2545117 h 3110630"/>
              <a:gd name="connsiteX7" fmla="*/ 1112995 w 2559478"/>
              <a:gd name="connsiteY7" fmla="*/ 1997691 h 3110630"/>
              <a:gd name="connsiteX8" fmla="*/ 1467318 w 2559478"/>
              <a:gd name="connsiteY8" fmla="*/ 1660188 h 3110630"/>
              <a:gd name="connsiteX9" fmla="*/ 832544 w 2559478"/>
              <a:gd name="connsiteY9" fmla="*/ 1389561 h 3110630"/>
              <a:gd name="connsiteX10" fmla="*/ 900640 w 2559478"/>
              <a:gd name="connsiteY10" fmla="*/ 1392908 h 3110630"/>
              <a:gd name="connsiteX11" fmla="*/ 719424 w 2559478"/>
              <a:gd name="connsiteY11" fmla="*/ 1884759 h 3110630"/>
              <a:gd name="connsiteX12" fmla="*/ 0 w 2559478"/>
              <a:gd name="connsiteY12" fmla="*/ 1961752 h 3110630"/>
              <a:gd name="connsiteX13" fmla="*/ 832544 w 2559478"/>
              <a:gd name="connsiteY13" fmla="*/ 1389561 h 3110630"/>
              <a:gd name="connsiteX14" fmla="*/ 2523578 w 2559478"/>
              <a:gd name="connsiteY14" fmla="*/ 0 h 3110630"/>
              <a:gd name="connsiteX15" fmla="*/ 2522673 w 2559478"/>
              <a:gd name="connsiteY15" fmla="*/ 1805 h 3110630"/>
              <a:gd name="connsiteX16" fmla="*/ 2553450 w 2559478"/>
              <a:gd name="connsiteY16" fmla="*/ 561567 h 3110630"/>
              <a:gd name="connsiteX17" fmla="*/ 1998561 w 2559478"/>
              <a:gd name="connsiteY17" fmla="*/ 204945 h 3110630"/>
              <a:gd name="connsiteX18" fmla="*/ 2522673 w 2559478"/>
              <a:gd name="connsiteY18" fmla="*/ 903 h 3110630"/>
              <a:gd name="connsiteX19" fmla="*/ 2523578 w 2559478"/>
              <a:gd name="connsiteY19" fmla="*/ 0 h 31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59478" h="3110630">
                <a:moveTo>
                  <a:pt x="1930011" y="2054412"/>
                </a:moveTo>
                <a:cubicBezTo>
                  <a:pt x="1987100" y="2154703"/>
                  <a:pt x="2268917" y="2702237"/>
                  <a:pt x="1785025" y="3110630"/>
                </a:cubicBezTo>
                <a:cubicBezTo>
                  <a:pt x="1785025" y="3110630"/>
                  <a:pt x="1862049" y="2654351"/>
                  <a:pt x="1555765" y="2423049"/>
                </a:cubicBezTo>
                <a:cubicBezTo>
                  <a:pt x="1698939" y="2301977"/>
                  <a:pt x="1823084" y="2179098"/>
                  <a:pt x="1930011" y="2054412"/>
                </a:cubicBezTo>
                <a:close/>
                <a:moveTo>
                  <a:pt x="1467318" y="1660188"/>
                </a:moveTo>
                <a:cubicBezTo>
                  <a:pt x="1479068" y="1657473"/>
                  <a:pt x="1462798" y="1890016"/>
                  <a:pt x="1306426" y="2122559"/>
                </a:cubicBezTo>
                <a:cubicBezTo>
                  <a:pt x="1153670" y="2349672"/>
                  <a:pt x="896063" y="2564118"/>
                  <a:pt x="897871" y="2545117"/>
                </a:cubicBezTo>
                <a:cubicBezTo>
                  <a:pt x="881601" y="2555070"/>
                  <a:pt x="970182" y="2231139"/>
                  <a:pt x="1112995" y="1997691"/>
                </a:cubicBezTo>
                <a:cubicBezTo>
                  <a:pt x="1259425" y="1758815"/>
                  <a:pt x="1465510" y="1647520"/>
                  <a:pt x="1467318" y="1660188"/>
                </a:cubicBezTo>
                <a:close/>
                <a:moveTo>
                  <a:pt x="832544" y="1389561"/>
                </a:moveTo>
                <a:cubicBezTo>
                  <a:pt x="861495" y="1390021"/>
                  <a:pt x="884784" y="1391549"/>
                  <a:pt x="900640" y="1392908"/>
                </a:cubicBezTo>
                <a:cubicBezTo>
                  <a:pt x="830872" y="1540554"/>
                  <a:pt x="769259" y="1704504"/>
                  <a:pt x="719424" y="1884759"/>
                </a:cubicBezTo>
                <a:cubicBezTo>
                  <a:pt x="382364" y="1706316"/>
                  <a:pt x="0" y="1961752"/>
                  <a:pt x="0" y="1961752"/>
                </a:cubicBezTo>
                <a:cubicBezTo>
                  <a:pt x="149842" y="1435480"/>
                  <a:pt x="629893" y="1386341"/>
                  <a:pt x="832544" y="1389561"/>
                </a:cubicBezTo>
                <a:close/>
                <a:moveTo>
                  <a:pt x="2523578" y="0"/>
                </a:moveTo>
                <a:lnTo>
                  <a:pt x="2522673" y="1805"/>
                </a:lnTo>
                <a:cubicBezTo>
                  <a:pt x="2528104" y="23474"/>
                  <a:pt x="2576080" y="241058"/>
                  <a:pt x="2553450" y="561567"/>
                </a:cubicBezTo>
                <a:lnTo>
                  <a:pt x="1998561" y="204945"/>
                </a:lnTo>
                <a:cubicBezTo>
                  <a:pt x="2281889" y="51462"/>
                  <a:pt x="2500043" y="4514"/>
                  <a:pt x="2522673" y="903"/>
                </a:cubicBezTo>
                <a:cubicBezTo>
                  <a:pt x="2523578" y="0"/>
                  <a:pt x="2523578" y="0"/>
                  <a:pt x="2523578" y="0"/>
                </a:cubicBezTo>
                <a:close/>
              </a:path>
            </a:pathLst>
          </a:custGeom>
          <a:solidFill>
            <a:srgbClr val="FF267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17" name="Freeform 32">
            <a:extLst>
              <a:ext uri="{FF2B5EF4-FFF2-40B4-BE49-F238E27FC236}">
                <a16:creationId xmlns:a16="http://schemas.microsoft.com/office/drawing/2014/main" id="{E74C5CD9-1FF4-48AD-B303-0B289FD7F0B9}"/>
              </a:ext>
            </a:extLst>
          </p:cNvPr>
          <p:cNvSpPr>
            <a:spLocks noChangeArrowheads="1"/>
          </p:cNvSpPr>
          <p:nvPr/>
        </p:nvSpPr>
        <p:spPr bwMode="auto">
          <a:xfrm>
            <a:off x="761519" y="2783092"/>
            <a:ext cx="61831" cy="61833"/>
          </a:xfrm>
          <a:custGeom>
            <a:avLst/>
            <a:gdLst>
              <a:gd name="T0" fmla="*/ 91 w 137"/>
              <a:gd name="T1" fmla="*/ 44 h 137"/>
              <a:gd name="T2" fmla="*/ 136 w 137"/>
              <a:gd name="T3" fmla="*/ 67 h 137"/>
              <a:gd name="T4" fmla="*/ 91 w 137"/>
              <a:gd name="T5" fmla="*/ 91 h 137"/>
              <a:gd name="T6" fmla="*/ 69 w 137"/>
              <a:gd name="T7" fmla="*/ 136 h 137"/>
              <a:gd name="T8" fmla="*/ 44 w 137"/>
              <a:gd name="T9" fmla="*/ 92 h 137"/>
              <a:gd name="T10" fmla="*/ 0 w 137"/>
              <a:gd name="T11" fmla="*/ 69 h 137"/>
              <a:gd name="T12" fmla="*/ 43 w 137"/>
              <a:gd name="T13" fmla="*/ 44 h 137"/>
              <a:gd name="T14" fmla="*/ 66 w 137"/>
              <a:gd name="T15" fmla="*/ 0 h 137"/>
              <a:gd name="T16" fmla="*/ 91 w 137"/>
              <a:gd name="T17" fmla="*/ 4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7" h="137">
                <a:moveTo>
                  <a:pt x="91" y="44"/>
                </a:moveTo>
                <a:lnTo>
                  <a:pt x="136" y="67"/>
                </a:lnTo>
                <a:lnTo>
                  <a:pt x="91" y="91"/>
                </a:lnTo>
                <a:lnTo>
                  <a:pt x="69" y="136"/>
                </a:lnTo>
                <a:lnTo>
                  <a:pt x="44" y="92"/>
                </a:lnTo>
                <a:lnTo>
                  <a:pt x="0" y="69"/>
                </a:lnTo>
                <a:lnTo>
                  <a:pt x="43" y="44"/>
                </a:lnTo>
                <a:lnTo>
                  <a:pt x="66" y="0"/>
                </a:lnTo>
                <a:lnTo>
                  <a:pt x="91" y="44"/>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8" name="Freeform 33">
            <a:extLst>
              <a:ext uri="{FF2B5EF4-FFF2-40B4-BE49-F238E27FC236}">
                <a16:creationId xmlns:a16="http://schemas.microsoft.com/office/drawing/2014/main" id="{25553CD9-4F5A-43D3-BC67-2EEFA4AB41CA}"/>
              </a:ext>
            </a:extLst>
          </p:cNvPr>
          <p:cNvSpPr>
            <a:spLocks noChangeArrowheads="1"/>
          </p:cNvSpPr>
          <p:nvPr/>
        </p:nvSpPr>
        <p:spPr bwMode="auto">
          <a:xfrm>
            <a:off x="2706225" y="3142114"/>
            <a:ext cx="73800" cy="73800"/>
          </a:xfrm>
          <a:custGeom>
            <a:avLst/>
            <a:gdLst>
              <a:gd name="T0" fmla="*/ 111 w 165"/>
              <a:gd name="T1" fmla="*/ 53 h 164"/>
              <a:gd name="T2" fmla="*/ 164 w 165"/>
              <a:gd name="T3" fmla="*/ 81 h 164"/>
              <a:gd name="T4" fmla="*/ 111 w 165"/>
              <a:gd name="T5" fmla="*/ 110 h 164"/>
              <a:gd name="T6" fmla="*/ 84 w 165"/>
              <a:gd name="T7" fmla="*/ 163 h 164"/>
              <a:gd name="T8" fmla="*/ 53 w 165"/>
              <a:gd name="T9" fmla="*/ 111 h 164"/>
              <a:gd name="T10" fmla="*/ 0 w 165"/>
              <a:gd name="T11" fmla="*/ 83 h 164"/>
              <a:gd name="T12" fmla="*/ 53 w 165"/>
              <a:gd name="T13" fmla="*/ 54 h 164"/>
              <a:gd name="T14" fmla="*/ 81 w 165"/>
              <a:gd name="T15" fmla="*/ 0 h 164"/>
              <a:gd name="T16" fmla="*/ 111 w 165"/>
              <a:gd name="T17" fmla="*/ 5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164">
                <a:moveTo>
                  <a:pt x="111" y="53"/>
                </a:moveTo>
                <a:lnTo>
                  <a:pt x="164" y="81"/>
                </a:lnTo>
                <a:lnTo>
                  <a:pt x="111" y="110"/>
                </a:lnTo>
                <a:lnTo>
                  <a:pt x="84" y="163"/>
                </a:lnTo>
                <a:lnTo>
                  <a:pt x="53" y="111"/>
                </a:lnTo>
                <a:lnTo>
                  <a:pt x="0" y="83"/>
                </a:lnTo>
                <a:lnTo>
                  <a:pt x="53" y="54"/>
                </a:lnTo>
                <a:lnTo>
                  <a:pt x="81" y="0"/>
                </a:lnTo>
                <a:lnTo>
                  <a:pt x="111" y="53"/>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9" name="Freeform 34">
            <a:extLst>
              <a:ext uri="{FF2B5EF4-FFF2-40B4-BE49-F238E27FC236}">
                <a16:creationId xmlns:a16="http://schemas.microsoft.com/office/drawing/2014/main" id="{F2FBFE4B-CFD5-467F-9A14-3209ADCE4F71}"/>
              </a:ext>
            </a:extLst>
          </p:cNvPr>
          <p:cNvSpPr>
            <a:spLocks noChangeArrowheads="1"/>
          </p:cNvSpPr>
          <p:nvPr/>
        </p:nvSpPr>
        <p:spPr bwMode="auto">
          <a:xfrm>
            <a:off x="4044584" y="2124882"/>
            <a:ext cx="97734" cy="97735"/>
          </a:xfrm>
          <a:custGeom>
            <a:avLst/>
            <a:gdLst>
              <a:gd name="T0" fmla="*/ 145 w 215"/>
              <a:gd name="T1" fmla="*/ 68 h 215"/>
              <a:gd name="T2" fmla="*/ 214 w 215"/>
              <a:gd name="T3" fmla="*/ 106 h 215"/>
              <a:gd name="T4" fmla="*/ 146 w 215"/>
              <a:gd name="T5" fmla="*/ 144 h 215"/>
              <a:gd name="T6" fmla="*/ 109 w 215"/>
              <a:gd name="T7" fmla="*/ 214 h 215"/>
              <a:gd name="T8" fmla="*/ 70 w 215"/>
              <a:gd name="T9" fmla="*/ 146 h 215"/>
              <a:gd name="T10" fmla="*/ 0 w 215"/>
              <a:gd name="T11" fmla="*/ 109 h 215"/>
              <a:gd name="T12" fmla="*/ 69 w 215"/>
              <a:gd name="T13" fmla="*/ 70 h 215"/>
              <a:gd name="T14" fmla="*/ 106 w 215"/>
              <a:gd name="T15" fmla="*/ 0 h 215"/>
              <a:gd name="T16" fmla="*/ 145 w 215"/>
              <a:gd name="T17"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5">
                <a:moveTo>
                  <a:pt x="145" y="68"/>
                </a:moveTo>
                <a:lnTo>
                  <a:pt x="214" y="106"/>
                </a:lnTo>
                <a:lnTo>
                  <a:pt x="146" y="144"/>
                </a:lnTo>
                <a:lnTo>
                  <a:pt x="109" y="214"/>
                </a:lnTo>
                <a:lnTo>
                  <a:pt x="70" y="146"/>
                </a:lnTo>
                <a:lnTo>
                  <a:pt x="0" y="109"/>
                </a:lnTo>
                <a:lnTo>
                  <a:pt x="69" y="70"/>
                </a:lnTo>
                <a:lnTo>
                  <a:pt x="106" y="0"/>
                </a:lnTo>
                <a:lnTo>
                  <a:pt x="145" y="68"/>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0" name="Freeform 35">
            <a:extLst>
              <a:ext uri="{FF2B5EF4-FFF2-40B4-BE49-F238E27FC236}">
                <a16:creationId xmlns:a16="http://schemas.microsoft.com/office/drawing/2014/main" id="{D0B5E86F-F39A-4C12-A521-507D1400D386}"/>
              </a:ext>
            </a:extLst>
          </p:cNvPr>
          <p:cNvSpPr>
            <a:spLocks noChangeArrowheads="1"/>
          </p:cNvSpPr>
          <p:nvPr/>
        </p:nvSpPr>
        <p:spPr bwMode="auto">
          <a:xfrm>
            <a:off x="4323824" y="4646020"/>
            <a:ext cx="193473" cy="193474"/>
          </a:xfrm>
          <a:custGeom>
            <a:avLst/>
            <a:gdLst>
              <a:gd name="T0" fmla="*/ 288 w 428"/>
              <a:gd name="T1" fmla="*/ 137 h 429"/>
              <a:gd name="T2" fmla="*/ 427 w 428"/>
              <a:gd name="T3" fmla="*/ 210 h 429"/>
              <a:gd name="T4" fmla="*/ 290 w 428"/>
              <a:gd name="T5" fmla="*/ 288 h 429"/>
              <a:gd name="T6" fmla="*/ 217 w 428"/>
              <a:gd name="T7" fmla="*/ 428 h 429"/>
              <a:gd name="T8" fmla="*/ 139 w 428"/>
              <a:gd name="T9" fmla="*/ 291 h 429"/>
              <a:gd name="T10" fmla="*/ 0 w 428"/>
              <a:gd name="T11" fmla="*/ 217 h 429"/>
              <a:gd name="T12" fmla="*/ 136 w 428"/>
              <a:gd name="T13" fmla="*/ 140 h 429"/>
              <a:gd name="T14" fmla="*/ 210 w 428"/>
              <a:gd name="T15" fmla="*/ 0 h 429"/>
              <a:gd name="T16" fmla="*/ 288 w 428"/>
              <a:gd name="T17" fmla="*/ 137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429">
                <a:moveTo>
                  <a:pt x="288" y="137"/>
                </a:moveTo>
                <a:lnTo>
                  <a:pt x="427" y="210"/>
                </a:lnTo>
                <a:lnTo>
                  <a:pt x="290" y="288"/>
                </a:lnTo>
                <a:lnTo>
                  <a:pt x="217" y="428"/>
                </a:lnTo>
                <a:lnTo>
                  <a:pt x="139" y="291"/>
                </a:lnTo>
                <a:lnTo>
                  <a:pt x="0" y="217"/>
                </a:lnTo>
                <a:lnTo>
                  <a:pt x="136" y="140"/>
                </a:lnTo>
                <a:lnTo>
                  <a:pt x="210" y="0"/>
                </a:lnTo>
                <a:lnTo>
                  <a:pt x="288" y="137"/>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1" name="Freeform 36">
            <a:extLst>
              <a:ext uri="{FF2B5EF4-FFF2-40B4-BE49-F238E27FC236}">
                <a16:creationId xmlns:a16="http://schemas.microsoft.com/office/drawing/2014/main" id="{2A0DB054-CF4E-4C81-851F-8F301263DABA}"/>
              </a:ext>
            </a:extLst>
          </p:cNvPr>
          <p:cNvSpPr>
            <a:spLocks noChangeArrowheads="1"/>
          </p:cNvSpPr>
          <p:nvPr/>
        </p:nvSpPr>
        <p:spPr bwMode="auto">
          <a:xfrm>
            <a:off x="4190186" y="2358249"/>
            <a:ext cx="97735" cy="97734"/>
          </a:xfrm>
          <a:custGeom>
            <a:avLst/>
            <a:gdLst>
              <a:gd name="T0" fmla="*/ 144 w 215"/>
              <a:gd name="T1" fmla="*/ 69 h 214"/>
              <a:gd name="T2" fmla="*/ 214 w 215"/>
              <a:gd name="T3" fmla="*/ 105 h 214"/>
              <a:gd name="T4" fmla="*/ 145 w 215"/>
              <a:gd name="T5" fmla="*/ 144 h 214"/>
              <a:gd name="T6" fmla="*/ 109 w 215"/>
              <a:gd name="T7" fmla="*/ 213 h 214"/>
              <a:gd name="T8" fmla="*/ 69 w 215"/>
              <a:gd name="T9" fmla="*/ 145 h 214"/>
              <a:gd name="T10" fmla="*/ 0 w 215"/>
              <a:gd name="T11" fmla="*/ 108 h 214"/>
              <a:gd name="T12" fmla="*/ 68 w 215"/>
              <a:gd name="T13" fmla="*/ 69 h 214"/>
              <a:gd name="T14" fmla="*/ 105 w 215"/>
              <a:gd name="T15" fmla="*/ 0 h 214"/>
              <a:gd name="T16" fmla="*/ 144 w 215"/>
              <a:gd name="T17" fmla="*/ 6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4">
                <a:moveTo>
                  <a:pt x="144" y="69"/>
                </a:moveTo>
                <a:lnTo>
                  <a:pt x="214" y="105"/>
                </a:lnTo>
                <a:lnTo>
                  <a:pt x="145" y="144"/>
                </a:lnTo>
                <a:lnTo>
                  <a:pt x="109" y="213"/>
                </a:lnTo>
                <a:lnTo>
                  <a:pt x="69" y="145"/>
                </a:lnTo>
                <a:lnTo>
                  <a:pt x="0" y="108"/>
                </a:lnTo>
                <a:lnTo>
                  <a:pt x="68" y="69"/>
                </a:lnTo>
                <a:lnTo>
                  <a:pt x="105" y="0"/>
                </a:lnTo>
                <a:lnTo>
                  <a:pt x="144" y="69"/>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2" name="Freeform 37">
            <a:extLst>
              <a:ext uri="{FF2B5EF4-FFF2-40B4-BE49-F238E27FC236}">
                <a16:creationId xmlns:a16="http://schemas.microsoft.com/office/drawing/2014/main" id="{48F0BED8-0AEE-4AE0-9252-263CF7530769}"/>
              </a:ext>
            </a:extLst>
          </p:cNvPr>
          <p:cNvSpPr>
            <a:spLocks noChangeArrowheads="1"/>
          </p:cNvSpPr>
          <p:nvPr/>
        </p:nvSpPr>
        <p:spPr bwMode="auto">
          <a:xfrm>
            <a:off x="2811939" y="2928696"/>
            <a:ext cx="147599" cy="147599"/>
          </a:xfrm>
          <a:custGeom>
            <a:avLst/>
            <a:gdLst>
              <a:gd name="T0" fmla="*/ 220 w 328"/>
              <a:gd name="T1" fmla="*/ 105 h 328"/>
              <a:gd name="T2" fmla="*/ 327 w 328"/>
              <a:gd name="T3" fmla="*/ 161 h 328"/>
              <a:gd name="T4" fmla="*/ 221 w 328"/>
              <a:gd name="T5" fmla="*/ 220 h 328"/>
              <a:gd name="T6" fmla="*/ 165 w 328"/>
              <a:gd name="T7" fmla="*/ 327 h 328"/>
              <a:gd name="T8" fmla="*/ 106 w 328"/>
              <a:gd name="T9" fmla="*/ 222 h 328"/>
              <a:gd name="T10" fmla="*/ 0 w 328"/>
              <a:gd name="T11" fmla="*/ 166 h 328"/>
              <a:gd name="T12" fmla="*/ 104 w 328"/>
              <a:gd name="T13" fmla="*/ 106 h 328"/>
              <a:gd name="T14" fmla="*/ 161 w 328"/>
              <a:gd name="T15" fmla="*/ 0 h 328"/>
              <a:gd name="T16" fmla="*/ 220 w 328"/>
              <a:gd name="T17" fmla="*/ 10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328">
                <a:moveTo>
                  <a:pt x="220" y="105"/>
                </a:moveTo>
                <a:lnTo>
                  <a:pt x="327" y="161"/>
                </a:lnTo>
                <a:lnTo>
                  <a:pt x="221" y="220"/>
                </a:lnTo>
                <a:lnTo>
                  <a:pt x="165" y="327"/>
                </a:lnTo>
                <a:lnTo>
                  <a:pt x="106" y="222"/>
                </a:lnTo>
                <a:lnTo>
                  <a:pt x="0" y="166"/>
                </a:lnTo>
                <a:lnTo>
                  <a:pt x="104" y="106"/>
                </a:lnTo>
                <a:lnTo>
                  <a:pt x="161" y="0"/>
                </a:lnTo>
                <a:lnTo>
                  <a:pt x="220" y="105"/>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3" name="Freeform 38">
            <a:extLst>
              <a:ext uri="{FF2B5EF4-FFF2-40B4-BE49-F238E27FC236}">
                <a16:creationId xmlns:a16="http://schemas.microsoft.com/office/drawing/2014/main" id="{C646CA77-338F-4EF7-8D85-F46CB11F9C67}"/>
              </a:ext>
            </a:extLst>
          </p:cNvPr>
          <p:cNvSpPr>
            <a:spLocks noChangeArrowheads="1"/>
          </p:cNvSpPr>
          <p:nvPr/>
        </p:nvSpPr>
        <p:spPr bwMode="auto">
          <a:xfrm>
            <a:off x="1188358" y="2188709"/>
            <a:ext cx="97734" cy="97735"/>
          </a:xfrm>
          <a:custGeom>
            <a:avLst/>
            <a:gdLst>
              <a:gd name="T0" fmla="*/ 145 w 214"/>
              <a:gd name="T1" fmla="*/ 68 h 215"/>
              <a:gd name="T2" fmla="*/ 213 w 214"/>
              <a:gd name="T3" fmla="*/ 105 h 215"/>
              <a:gd name="T4" fmla="*/ 145 w 214"/>
              <a:gd name="T5" fmla="*/ 144 h 215"/>
              <a:gd name="T6" fmla="*/ 108 w 214"/>
              <a:gd name="T7" fmla="*/ 214 h 215"/>
              <a:gd name="T8" fmla="*/ 69 w 214"/>
              <a:gd name="T9" fmla="*/ 145 h 215"/>
              <a:gd name="T10" fmla="*/ 0 w 214"/>
              <a:gd name="T11" fmla="*/ 108 h 215"/>
              <a:gd name="T12" fmla="*/ 69 w 214"/>
              <a:gd name="T13" fmla="*/ 70 h 215"/>
              <a:gd name="T14" fmla="*/ 105 w 214"/>
              <a:gd name="T15" fmla="*/ 0 h 215"/>
              <a:gd name="T16" fmla="*/ 145 w 214"/>
              <a:gd name="T17"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5">
                <a:moveTo>
                  <a:pt x="145" y="68"/>
                </a:moveTo>
                <a:lnTo>
                  <a:pt x="213" y="105"/>
                </a:lnTo>
                <a:lnTo>
                  <a:pt x="145" y="144"/>
                </a:lnTo>
                <a:lnTo>
                  <a:pt x="108" y="214"/>
                </a:lnTo>
                <a:lnTo>
                  <a:pt x="69" y="145"/>
                </a:lnTo>
                <a:lnTo>
                  <a:pt x="0" y="108"/>
                </a:lnTo>
                <a:lnTo>
                  <a:pt x="69" y="70"/>
                </a:lnTo>
                <a:lnTo>
                  <a:pt x="105" y="0"/>
                </a:lnTo>
                <a:lnTo>
                  <a:pt x="145" y="68"/>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4" name="Freeform 39">
            <a:extLst>
              <a:ext uri="{FF2B5EF4-FFF2-40B4-BE49-F238E27FC236}">
                <a16:creationId xmlns:a16="http://schemas.microsoft.com/office/drawing/2014/main" id="{E6AA7559-81BA-41F7-B405-C6C7F77E082A}"/>
              </a:ext>
            </a:extLst>
          </p:cNvPr>
          <p:cNvSpPr>
            <a:spLocks noChangeArrowheads="1"/>
          </p:cNvSpPr>
          <p:nvPr/>
        </p:nvSpPr>
        <p:spPr bwMode="auto">
          <a:xfrm>
            <a:off x="1188358" y="4596158"/>
            <a:ext cx="97734" cy="97734"/>
          </a:xfrm>
          <a:custGeom>
            <a:avLst/>
            <a:gdLst>
              <a:gd name="T0" fmla="*/ 145 w 214"/>
              <a:gd name="T1" fmla="*/ 68 h 215"/>
              <a:gd name="T2" fmla="*/ 213 w 214"/>
              <a:gd name="T3" fmla="*/ 105 h 215"/>
              <a:gd name="T4" fmla="*/ 145 w 214"/>
              <a:gd name="T5" fmla="*/ 144 h 215"/>
              <a:gd name="T6" fmla="*/ 108 w 214"/>
              <a:gd name="T7" fmla="*/ 214 h 215"/>
              <a:gd name="T8" fmla="*/ 69 w 214"/>
              <a:gd name="T9" fmla="*/ 146 h 215"/>
              <a:gd name="T10" fmla="*/ 0 w 214"/>
              <a:gd name="T11" fmla="*/ 108 h 215"/>
              <a:gd name="T12" fmla="*/ 69 w 214"/>
              <a:gd name="T13" fmla="*/ 70 h 215"/>
              <a:gd name="T14" fmla="*/ 105 w 214"/>
              <a:gd name="T15" fmla="*/ 0 h 215"/>
              <a:gd name="T16" fmla="*/ 145 w 214"/>
              <a:gd name="T17"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5">
                <a:moveTo>
                  <a:pt x="145" y="68"/>
                </a:moveTo>
                <a:lnTo>
                  <a:pt x="213" y="105"/>
                </a:lnTo>
                <a:lnTo>
                  <a:pt x="145" y="144"/>
                </a:lnTo>
                <a:lnTo>
                  <a:pt x="108" y="214"/>
                </a:lnTo>
                <a:lnTo>
                  <a:pt x="69" y="146"/>
                </a:lnTo>
                <a:lnTo>
                  <a:pt x="0" y="108"/>
                </a:lnTo>
                <a:lnTo>
                  <a:pt x="69" y="70"/>
                </a:lnTo>
                <a:lnTo>
                  <a:pt x="105" y="0"/>
                </a:lnTo>
                <a:lnTo>
                  <a:pt x="145" y="68"/>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5" name="Freeform 40">
            <a:extLst>
              <a:ext uri="{FF2B5EF4-FFF2-40B4-BE49-F238E27FC236}">
                <a16:creationId xmlns:a16="http://schemas.microsoft.com/office/drawing/2014/main" id="{91AD68ED-9DFC-4267-8970-244EDC47F1E8}"/>
              </a:ext>
            </a:extLst>
          </p:cNvPr>
          <p:cNvSpPr>
            <a:spLocks noChangeArrowheads="1"/>
          </p:cNvSpPr>
          <p:nvPr/>
        </p:nvSpPr>
        <p:spPr bwMode="auto">
          <a:xfrm>
            <a:off x="4317838" y="2691342"/>
            <a:ext cx="606350" cy="610339"/>
          </a:xfrm>
          <a:custGeom>
            <a:avLst/>
            <a:gdLst>
              <a:gd name="T0" fmla="*/ 946 w 1342"/>
              <a:gd name="T1" fmla="*/ 408 h 1350"/>
              <a:gd name="T2" fmla="*/ 611 w 1342"/>
              <a:gd name="T3" fmla="*/ 376 h 1350"/>
              <a:gd name="T4" fmla="*/ 735 w 1342"/>
              <a:gd name="T5" fmla="*/ 244 h 1350"/>
              <a:gd name="T6" fmla="*/ 746 w 1342"/>
              <a:gd name="T7" fmla="*/ 129 h 1350"/>
              <a:gd name="T8" fmla="*/ 1090 w 1342"/>
              <a:gd name="T9" fmla="*/ 709 h 1350"/>
              <a:gd name="T10" fmla="*/ 969 w 1342"/>
              <a:gd name="T11" fmla="*/ 430 h 1350"/>
              <a:gd name="T12" fmla="*/ 1184 w 1342"/>
              <a:gd name="T13" fmla="*/ 846 h 1350"/>
              <a:gd name="T14" fmla="*/ 1250 w 1342"/>
              <a:gd name="T15" fmla="*/ 948 h 1350"/>
              <a:gd name="T16" fmla="*/ 832 w 1342"/>
              <a:gd name="T17" fmla="*/ 961 h 1350"/>
              <a:gd name="T18" fmla="*/ 1086 w 1342"/>
              <a:gd name="T19" fmla="*/ 739 h 1350"/>
              <a:gd name="T20" fmla="*/ 693 w 1342"/>
              <a:gd name="T21" fmla="*/ 1127 h 1350"/>
              <a:gd name="T22" fmla="*/ 663 w 1342"/>
              <a:gd name="T23" fmla="*/ 1227 h 1350"/>
              <a:gd name="T24" fmla="*/ 466 w 1342"/>
              <a:gd name="T25" fmla="*/ 954 h 1350"/>
              <a:gd name="T26" fmla="*/ 801 w 1342"/>
              <a:gd name="T27" fmla="*/ 974 h 1350"/>
              <a:gd name="T28" fmla="*/ 41 w 1342"/>
              <a:gd name="T29" fmla="*/ 887 h 1350"/>
              <a:gd name="T30" fmla="*/ 469 w 1342"/>
              <a:gd name="T31" fmla="*/ 764 h 1350"/>
              <a:gd name="T32" fmla="*/ 566 w 1342"/>
              <a:gd name="T33" fmla="*/ 500 h 1350"/>
              <a:gd name="T34" fmla="*/ 707 w 1342"/>
              <a:gd name="T35" fmla="*/ 457 h 1350"/>
              <a:gd name="T36" fmla="*/ 566 w 1342"/>
              <a:gd name="T37" fmla="*/ 500 h 1350"/>
              <a:gd name="T38" fmla="*/ 336 w 1342"/>
              <a:gd name="T39" fmla="*/ 619 h 1350"/>
              <a:gd name="T40" fmla="*/ 504 w 1342"/>
              <a:gd name="T41" fmla="*/ 620 h 1350"/>
              <a:gd name="T42" fmla="*/ 468 w 1342"/>
              <a:gd name="T43" fmla="*/ 929 h 1350"/>
              <a:gd name="T44" fmla="*/ 590 w 1342"/>
              <a:gd name="T45" fmla="*/ 850 h 1350"/>
              <a:gd name="T46" fmla="*/ 847 w 1342"/>
              <a:gd name="T47" fmla="*/ 847 h 1350"/>
              <a:gd name="T48" fmla="*/ 709 w 1342"/>
              <a:gd name="T49" fmla="*/ 895 h 1350"/>
              <a:gd name="T50" fmla="*/ 937 w 1342"/>
              <a:gd name="T51" fmla="*/ 613 h 1350"/>
              <a:gd name="T52" fmla="*/ 887 w 1342"/>
              <a:gd name="T53" fmla="*/ 805 h 1350"/>
              <a:gd name="T54" fmla="*/ 937 w 1342"/>
              <a:gd name="T55" fmla="*/ 613 h 1350"/>
              <a:gd name="T56" fmla="*/ 943 w 1342"/>
              <a:gd name="T57" fmla="*/ 433 h 1350"/>
              <a:gd name="T58" fmla="*/ 822 w 1342"/>
              <a:gd name="T59" fmla="*/ 500 h 1350"/>
              <a:gd name="T60" fmla="*/ 915 w 1342"/>
              <a:gd name="T61" fmla="*/ 596 h 1350"/>
              <a:gd name="T62" fmla="*/ 857 w 1342"/>
              <a:gd name="T63" fmla="*/ 816 h 1350"/>
              <a:gd name="T64" fmla="*/ 680 w 1342"/>
              <a:gd name="T65" fmla="*/ 877 h 1350"/>
              <a:gd name="T66" fmla="*/ 497 w 1342"/>
              <a:gd name="T67" fmla="*/ 754 h 1350"/>
              <a:gd name="T68" fmla="*/ 556 w 1342"/>
              <a:gd name="T69" fmla="*/ 530 h 1350"/>
              <a:gd name="T70" fmla="*/ 736 w 1342"/>
              <a:gd name="T71" fmla="*/ 475 h 1350"/>
              <a:gd name="T72" fmla="*/ 155 w 1342"/>
              <a:gd name="T73" fmla="*/ 310 h 1350"/>
              <a:gd name="T74" fmla="*/ 299 w 1342"/>
              <a:gd name="T75" fmla="*/ 318 h 1350"/>
              <a:gd name="T76" fmla="*/ 580 w 1342"/>
              <a:gd name="T77" fmla="*/ 388 h 1350"/>
              <a:gd name="T78" fmla="*/ 318 w 1342"/>
              <a:gd name="T79" fmla="*/ 602 h 1350"/>
              <a:gd name="T80" fmla="*/ 655 w 1342"/>
              <a:gd name="T81" fmla="*/ 203 h 1350"/>
              <a:gd name="T82" fmla="*/ 590 w 1342"/>
              <a:gd name="T83" fmla="*/ 365 h 1350"/>
              <a:gd name="T84" fmla="*/ 342 w 1342"/>
              <a:gd name="T85" fmla="*/ 271 h 1350"/>
              <a:gd name="T86" fmla="*/ 261 w 1342"/>
              <a:gd name="T87" fmla="*/ 198 h 1350"/>
              <a:gd name="T88" fmla="*/ 134 w 1342"/>
              <a:gd name="T89" fmla="*/ 296 h 1350"/>
              <a:gd name="T90" fmla="*/ 294 w 1342"/>
              <a:gd name="T91" fmla="*/ 614 h 1350"/>
              <a:gd name="T92" fmla="*/ 17 w 1342"/>
              <a:gd name="T93" fmla="*/ 895 h 1350"/>
              <a:gd name="T94" fmla="*/ 441 w 1342"/>
              <a:gd name="T95" fmla="*/ 958 h 1350"/>
              <a:gd name="T96" fmla="*/ 527 w 1342"/>
              <a:gd name="T97" fmla="*/ 1337 h 1350"/>
              <a:gd name="T98" fmla="*/ 731 w 1342"/>
              <a:gd name="T99" fmla="*/ 1248 h 1350"/>
              <a:gd name="T100" fmla="*/ 751 w 1342"/>
              <a:gd name="T101" fmla="*/ 1137 h 1350"/>
              <a:gd name="T102" fmla="*/ 1022 w 1342"/>
              <a:gd name="T103" fmla="*/ 1067 h 1350"/>
              <a:gd name="T104" fmla="*/ 1272 w 1342"/>
              <a:gd name="T105" fmla="*/ 936 h 1350"/>
              <a:gd name="T106" fmla="*/ 1213 w 1342"/>
              <a:gd name="T107" fmla="*/ 827 h 1350"/>
              <a:gd name="T108" fmla="*/ 1190 w 1342"/>
              <a:gd name="T109" fmla="*/ 813 h 1350"/>
              <a:gd name="T110" fmla="*/ 1173 w 1342"/>
              <a:gd name="T111" fmla="*/ 686 h 1350"/>
              <a:gd name="T112" fmla="*/ 1081 w 1342"/>
              <a:gd name="T113" fmla="*/ 396 h 1350"/>
              <a:gd name="T114" fmla="*/ 978 w 1342"/>
              <a:gd name="T115" fmla="*/ 251 h 1350"/>
              <a:gd name="T116" fmla="*/ 719 w 1342"/>
              <a:gd name="T117" fmla="*/ 121 h 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42" h="1350">
                <a:moveTo>
                  <a:pt x="879" y="37"/>
                </a:moveTo>
                <a:lnTo>
                  <a:pt x="879" y="37"/>
                </a:lnTo>
                <a:cubicBezTo>
                  <a:pt x="939" y="54"/>
                  <a:pt x="969" y="195"/>
                  <a:pt x="946" y="408"/>
                </a:cubicBezTo>
                <a:lnTo>
                  <a:pt x="946" y="408"/>
                </a:lnTo>
                <a:cubicBezTo>
                  <a:pt x="881" y="417"/>
                  <a:pt x="812" y="430"/>
                  <a:pt x="740" y="448"/>
                </a:cubicBezTo>
                <a:lnTo>
                  <a:pt x="740" y="448"/>
                </a:lnTo>
                <a:cubicBezTo>
                  <a:pt x="697" y="422"/>
                  <a:pt x="654" y="398"/>
                  <a:pt x="611" y="376"/>
                </a:cubicBezTo>
                <a:lnTo>
                  <a:pt x="611" y="376"/>
                </a:lnTo>
                <a:cubicBezTo>
                  <a:pt x="633" y="324"/>
                  <a:pt x="655" y="276"/>
                  <a:pt x="678" y="235"/>
                </a:cubicBezTo>
                <a:lnTo>
                  <a:pt x="678" y="235"/>
                </a:lnTo>
                <a:cubicBezTo>
                  <a:pt x="694" y="246"/>
                  <a:pt x="715" y="251"/>
                  <a:pt x="735" y="244"/>
                </a:cubicBezTo>
                <a:lnTo>
                  <a:pt x="735" y="244"/>
                </a:lnTo>
                <a:cubicBezTo>
                  <a:pt x="768" y="234"/>
                  <a:pt x="787" y="198"/>
                  <a:pt x="776" y="165"/>
                </a:cubicBezTo>
                <a:lnTo>
                  <a:pt x="776" y="165"/>
                </a:lnTo>
                <a:cubicBezTo>
                  <a:pt x="771" y="149"/>
                  <a:pt x="759" y="135"/>
                  <a:pt x="746" y="129"/>
                </a:cubicBezTo>
                <a:lnTo>
                  <a:pt x="746" y="129"/>
                </a:lnTo>
                <a:cubicBezTo>
                  <a:pt x="796" y="61"/>
                  <a:pt x="844" y="28"/>
                  <a:pt x="879" y="37"/>
                </a:cubicBezTo>
                <a:close/>
                <a:moveTo>
                  <a:pt x="1301" y="487"/>
                </a:moveTo>
                <a:lnTo>
                  <a:pt x="1301" y="487"/>
                </a:lnTo>
                <a:cubicBezTo>
                  <a:pt x="1316" y="539"/>
                  <a:pt x="1239" y="623"/>
                  <a:pt x="1090" y="709"/>
                </a:cubicBezTo>
                <a:lnTo>
                  <a:pt x="1090" y="709"/>
                </a:lnTo>
                <a:cubicBezTo>
                  <a:pt x="1046" y="668"/>
                  <a:pt x="997" y="626"/>
                  <a:pt x="943" y="586"/>
                </a:cubicBezTo>
                <a:lnTo>
                  <a:pt x="943" y="586"/>
                </a:lnTo>
                <a:cubicBezTo>
                  <a:pt x="954" y="532"/>
                  <a:pt x="963" y="480"/>
                  <a:pt x="969" y="430"/>
                </a:cubicBezTo>
                <a:lnTo>
                  <a:pt x="969" y="430"/>
                </a:lnTo>
                <a:cubicBezTo>
                  <a:pt x="1157" y="407"/>
                  <a:pt x="1283" y="431"/>
                  <a:pt x="1301" y="487"/>
                </a:cubicBezTo>
                <a:close/>
                <a:moveTo>
                  <a:pt x="1184" y="846"/>
                </a:moveTo>
                <a:lnTo>
                  <a:pt x="1184" y="846"/>
                </a:lnTo>
                <a:cubicBezTo>
                  <a:pt x="1171" y="862"/>
                  <a:pt x="1165" y="885"/>
                  <a:pt x="1172" y="907"/>
                </a:cubicBezTo>
                <a:lnTo>
                  <a:pt x="1172" y="907"/>
                </a:lnTo>
                <a:cubicBezTo>
                  <a:pt x="1182" y="939"/>
                  <a:pt x="1217" y="957"/>
                  <a:pt x="1250" y="948"/>
                </a:cubicBezTo>
                <a:lnTo>
                  <a:pt x="1250" y="948"/>
                </a:lnTo>
                <a:cubicBezTo>
                  <a:pt x="1268" y="987"/>
                  <a:pt x="1271" y="1020"/>
                  <a:pt x="1258" y="1040"/>
                </a:cubicBezTo>
                <a:lnTo>
                  <a:pt x="1258" y="1040"/>
                </a:lnTo>
                <a:cubicBezTo>
                  <a:pt x="1221" y="1096"/>
                  <a:pt x="1054" y="1072"/>
                  <a:pt x="832" y="961"/>
                </a:cubicBezTo>
                <a:lnTo>
                  <a:pt x="832" y="961"/>
                </a:lnTo>
                <a:cubicBezTo>
                  <a:pt x="848" y="922"/>
                  <a:pt x="863" y="880"/>
                  <a:pt x="878" y="836"/>
                </a:cubicBezTo>
                <a:lnTo>
                  <a:pt x="878" y="836"/>
                </a:lnTo>
                <a:cubicBezTo>
                  <a:pt x="954" y="806"/>
                  <a:pt x="1024" y="773"/>
                  <a:pt x="1086" y="739"/>
                </a:cubicBezTo>
                <a:lnTo>
                  <a:pt x="1086" y="739"/>
                </a:lnTo>
                <a:cubicBezTo>
                  <a:pt x="1124" y="776"/>
                  <a:pt x="1158" y="812"/>
                  <a:pt x="1184" y="846"/>
                </a:cubicBezTo>
                <a:close/>
                <a:moveTo>
                  <a:pt x="729" y="1126"/>
                </a:moveTo>
                <a:lnTo>
                  <a:pt x="729" y="1126"/>
                </a:lnTo>
                <a:cubicBezTo>
                  <a:pt x="717" y="1123"/>
                  <a:pt x="705" y="1123"/>
                  <a:pt x="693" y="1127"/>
                </a:cubicBezTo>
                <a:lnTo>
                  <a:pt x="693" y="1127"/>
                </a:lnTo>
                <a:cubicBezTo>
                  <a:pt x="660" y="1137"/>
                  <a:pt x="641" y="1174"/>
                  <a:pt x="652" y="1206"/>
                </a:cubicBezTo>
                <a:lnTo>
                  <a:pt x="652" y="1206"/>
                </a:lnTo>
                <a:cubicBezTo>
                  <a:pt x="654" y="1214"/>
                  <a:pt x="658" y="1222"/>
                  <a:pt x="663" y="1227"/>
                </a:cubicBezTo>
                <a:lnTo>
                  <a:pt x="663" y="1227"/>
                </a:lnTo>
                <a:cubicBezTo>
                  <a:pt x="614" y="1291"/>
                  <a:pt x="568" y="1322"/>
                  <a:pt x="533" y="1312"/>
                </a:cubicBezTo>
                <a:lnTo>
                  <a:pt x="533" y="1312"/>
                </a:lnTo>
                <a:cubicBezTo>
                  <a:pt x="474" y="1297"/>
                  <a:pt x="446" y="1161"/>
                  <a:pt x="466" y="954"/>
                </a:cubicBezTo>
                <a:lnTo>
                  <a:pt x="466" y="954"/>
                </a:lnTo>
                <a:cubicBezTo>
                  <a:pt x="533" y="942"/>
                  <a:pt x="604" y="925"/>
                  <a:pt x="676" y="904"/>
                </a:cubicBezTo>
                <a:lnTo>
                  <a:pt x="676" y="904"/>
                </a:lnTo>
                <a:cubicBezTo>
                  <a:pt x="718" y="929"/>
                  <a:pt x="760" y="953"/>
                  <a:pt x="801" y="974"/>
                </a:cubicBezTo>
                <a:lnTo>
                  <a:pt x="801" y="974"/>
                </a:lnTo>
                <a:cubicBezTo>
                  <a:pt x="777" y="1031"/>
                  <a:pt x="753" y="1082"/>
                  <a:pt x="729" y="1126"/>
                </a:cubicBezTo>
                <a:close/>
                <a:moveTo>
                  <a:pt x="41" y="887"/>
                </a:moveTo>
                <a:lnTo>
                  <a:pt x="41" y="887"/>
                </a:lnTo>
                <a:cubicBezTo>
                  <a:pt x="22" y="828"/>
                  <a:pt x="123" y="727"/>
                  <a:pt x="313" y="631"/>
                </a:cubicBezTo>
                <a:lnTo>
                  <a:pt x="313" y="631"/>
                </a:lnTo>
                <a:cubicBezTo>
                  <a:pt x="359" y="676"/>
                  <a:pt x="412" y="721"/>
                  <a:pt x="469" y="764"/>
                </a:cubicBezTo>
                <a:lnTo>
                  <a:pt x="469" y="764"/>
                </a:lnTo>
                <a:cubicBezTo>
                  <a:pt x="457" y="822"/>
                  <a:pt x="449" y="879"/>
                  <a:pt x="443" y="933"/>
                </a:cubicBezTo>
                <a:lnTo>
                  <a:pt x="443" y="933"/>
                </a:lnTo>
                <a:cubicBezTo>
                  <a:pt x="215" y="972"/>
                  <a:pt x="60" y="949"/>
                  <a:pt x="41" y="887"/>
                </a:cubicBezTo>
                <a:close/>
                <a:moveTo>
                  <a:pt x="566" y="500"/>
                </a:moveTo>
                <a:lnTo>
                  <a:pt x="566" y="500"/>
                </a:lnTo>
                <a:cubicBezTo>
                  <a:pt x="578" y="465"/>
                  <a:pt x="590" y="431"/>
                  <a:pt x="602" y="400"/>
                </a:cubicBezTo>
                <a:lnTo>
                  <a:pt x="602" y="400"/>
                </a:lnTo>
                <a:cubicBezTo>
                  <a:pt x="636" y="417"/>
                  <a:pt x="672" y="436"/>
                  <a:pt x="707" y="457"/>
                </a:cubicBezTo>
                <a:lnTo>
                  <a:pt x="707" y="457"/>
                </a:lnTo>
                <a:cubicBezTo>
                  <a:pt x="674" y="466"/>
                  <a:pt x="640" y="475"/>
                  <a:pt x="607" y="487"/>
                </a:cubicBezTo>
                <a:lnTo>
                  <a:pt x="607" y="487"/>
                </a:lnTo>
                <a:cubicBezTo>
                  <a:pt x="593" y="491"/>
                  <a:pt x="580" y="496"/>
                  <a:pt x="566" y="500"/>
                </a:cubicBezTo>
                <a:close/>
                <a:moveTo>
                  <a:pt x="475" y="737"/>
                </a:moveTo>
                <a:lnTo>
                  <a:pt x="475" y="737"/>
                </a:lnTo>
                <a:cubicBezTo>
                  <a:pt x="423" y="697"/>
                  <a:pt x="377" y="658"/>
                  <a:pt x="336" y="619"/>
                </a:cubicBezTo>
                <a:lnTo>
                  <a:pt x="336" y="619"/>
                </a:lnTo>
                <a:cubicBezTo>
                  <a:pt x="393" y="592"/>
                  <a:pt x="457" y="566"/>
                  <a:pt x="527" y="540"/>
                </a:cubicBezTo>
                <a:lnTo>
                  <a:pt x="527" y="540"/>
                </a:lnTo>
                <a:cubicBezTo>
                  <a:pt x="519" y="567"/>
                  <a:pt x="511" y="592"/>
                  <a:pt x="504" y="620"/>
                </a:cubicBezTo>
                <a:lnTo>
                  <a:pt x="504" y="620"/>
                </a:lnTo>
                <a:cubicBezTo>
                  <a:pt x="493" y="660"/>
                  <a:pt x="484" y="699"/>
                  <a:pt x="475" y="737"/>
                </a:cubicBezTo>
                <a:close/>
                <a:moveTo>
                  <a:pt x="647" y="886"/>
                </a:moveTo>
                <a:lnTo>
                  <a:pt x="647" y="886"/>
                </a:lnTo>
                <a:cubicBezTo>
                  <a:pt x="584" y="904"/>
                  <a:pt x="524" y="919"/>
                  <a:pt x="468" y="929"/>
                </a:cubicBezTo>
                <a:lnTo>
                  <a:pt x="468" y="929"/>
                </a:lnTo>
                <a:cubicBezTo>
                  <a:pt x="473" y="882"/>
                  <a:pt x="481" y="833"/>
                  <a:pt x="491" y="781"/>
                </a:cubicBezTo>
                <a:lnTo>
                  <a:pt x="491" y="781"/>
                </a:lnTo>
                <a:cubicBezTo>
                  <a:pt x="523" y="804"/>
                  <a:pt x="556" y="828"/>
                  <a:pt x="590" y="850"/>
                </a:cubicBezTo>
                <a:lnTo>
                  <a:pt x="590" y="850"/>
                </a:lnTo>
                <a:cubicBezTo>
                  <a:pt x="609" y="863"/>
                  <a:pt x="629" y="874"/>
                  <a:pt x="647" y="886"/>
                </a:cubicBezTo>
                <a:close/>
                <a:moveTo>
                  <a:pt x="847" y="847"/>
                </a:moveTo>
                <a:lnTo>
                  <a:pt x="847" y="847"/>
                </a:lnTo>
                <a:cubicBezTo>
                  <a:pt x="835" y="884"/>
                  <a:pt x="823" y="919"/>
                  <a:pt x="810" y="950"/>
                </a:cubicBezTo>
                <a:lnTo>
                  <a:pt x="810" y="950"/>
                </a:lnTo>
                <a:cubicBezTo>
                  <a:pt x="777" y="934"/>
                  <a:pt x="744" y="915"/>
                  <a:pt x="709" y="895"/>
                </a:cubicBezTo>
                <a:lnTo>
                  <a:pt x="709" y="895"/>
                </a:lnTo>
                <a:cubicBezTo>
                  <a:pt x="717" y="892"/>
                  <a:pt x="725" y="890"/>
                  <a:pt x="734" y="886"/>
                </a:cubicBezTo>
                <a:lnTo>
                  <a:pt x="734" y="886"/>
                </a:lnTo>
                <a:cubicBezTo>
                  <a:pt x="773" y="874"/>
                  <a:pt x="811" y="861"/>
                  <a:pt x="847" y="847"/>
                </a:cubicBezTo>
                <a:close/>
                <a:moveTo>
                  <a:pt x="937" y="613"/>
                </a:moveTo>
                <a:lnTo>
                  <a:pt x="937" y="613"/>
                </a:lnTo>
                <a:cubicBezTo>
                  <a:pt x="985" y="650"/>
                  <a:pt x="1028" y="686"/>
                  <a:pt x="1067" y="721"/>
                </a:cubicBezTo>
                <a:lnTo>
                  <a:pt x="1067" y="721"/>
                </a:lnTo>
                <a:cubicBezTo>
                  <a:pt x="1015" y="750"/>
                  <a:pt x="954" y="778"/>
                  <a:pt x="887" y="805"/>
                </a:cubicBezTo>
                <a:lnTo>
                  <a:pt x="887" y="805"/>
                </a:lnTo>
                <a:cubicBezTo>
                  <a:pt x="894" y="780"/>
                  <a:pt x="902" y="755"/>
                  <a:pt x="909" y="730"/>
                </a:cubicBezTo>
                <a:lnTo>
                  <a:pt x="909" y="730"/>
                </a:lnTo>
                <a:cubicBezTo>
                  <a:pt x="920" y="690"/>
                  <a:pt x="929" y="652"/>
                  <a:pt x="937" y="613"/>
                </a:cubicBezTo>
                <a:close/>
                <a:moveTo>
                  <a:pt x="771" y="466"/>
                </a:moveTo>
                <a:lnTo>
                  <a:pt x="771" y="466"/>
                </a:lnTo>
                <a:cubicBezTo>
                  <a:pt x="832" y="452"/>
                  <a:pt x="890" y="441"/>
                  <a:pt x="943" y="433"/>
                </a:cubicBezTo>
                <a:lnTo>
                  <a:pt x="943" y="433"/>
                </a:lnTo>
                <a:cubicBezTo>
                  <a:pt x="937" y="476"/>
                  <a:pt x="931" y="522"/>
                  <a:pt x="921" y="569"/>
                </a:cubicBezTo>
                <a:lnTo>
                  <a:pt x="921" y="569"/>
                </a:lnTo>
                <a:cubicBezTo>
                  <a:pt x="890" y="545"/>
                  <a:pt x="857" y="523"/>
                  <a:pt x="822" y="500"/>
                </a:cubicBezTo>
                <a:lnTo>
                  <a:pt x="822" y="500"/>
                </a:lnTo>
                <a:cubicBezTo>
                  <a:pt x="805" y="488"/>
                  <a:pt x="788" y="477"/>
                  <a:pt x="771" y="466"/>
                </a:cubicBezTo>
                <a:close/>
                <a:moveTo>
                  <a:pt x="809" y="521"/>
                </a:moveTo>
                <a:lnTo>
                  <a:pt x="809" y="521"/>
                </a:lnTo>
                <a:cubicBezTo>
                  <a:pt x="847" y="545"/>
                  <a:pt x="882" y="571"/>
                  <a:pt x="915" y="596"/>
                </a:cubicBezTo>
                <a:lnTo>
                  <a:pt x="915" y="596"/>
                </a:lnTo>
                <a:cubicBezTo>
                  <a:pt x="907" y="637"/>
                  <a:pt x="897" y="679"/>
                  <a:pt x="885" y="723"/>
                </a:cubicBezTo>
                <a:lnTo>
                  <a:pt x="885" y="723"/>
                </a:lnTo>
                <a:cubicBezTo>
                  <a:pt x="876" y="756"/>
                  <a:pt x="867" y="787"/>
                  <a:pt x="857" y="816"/>
                </a:cubicBezTo>
                <a:lnTo>
                  <a:pt x="857" y="816"/>
                </a:lnTo>
                <a:cubicBezTo>
                  <a:pt x="816" y="833"/>
                  <a:pt x="773" y="849"/>
                  <a:pt x="726" y="863"/>
                </a:cubicBezTo>
                <a:lnTo>
                  <a:pt x="726" y="863"/>
                </a:lnTo>
                <a:cubicBezTo>
                  <a:pt x="711" y="868"/>
                  <a:pt x="695" y="873"/>
                  <a:pt x="680" y="877"/>
                </a:cubicBezTo>
                <a:lnTo>
                  <a:pt x="680" y="877"/>
                </a:lnTo>
                <a:cubicBezTo>
                  <a:pt x="655" y="862"/>
                  <a:pt x="630" y="846"/>
                  <a:pt x="604" y="829"/>
                </a:cubicBezTo>
                <a:lnTo>
                  <a:pt x="604" y="829"/>
                </a:lnTo>
                <a:cubicBezTo>
                  <a:pt x="566" y="804"/>
                  <a:pt x="531" y="779"/>
                  <a:pt x="497" y="754"/>
                </a:cubicBezTo>
                <a:lnTo>
                  <a:pt x="497" y="754"/>
                </a:lnTo>
                <a:cubicBezTo>
                  <a:pt x="506" y="713"/>
                  <a:pt x="516" y="671"/>
                  <a:pt x="527" y="626"/>
                </a:cubicBezTo>
                <a:lnTo>
                  <a:pt x="527" y="626"/>
                </a:lnTo>
                <a:cubicBezTo>
                  <a:pt x="537" y="593"/>
                  <a:pt x="547" y="561"/>
                  <a:pt x="556" y="530"/>
                </a:cubicBezTo>
                <a:lnTo>
                  <a:pt x="556" y="530"/>
                </a:lnTo>
                <a:cubicBezTo>
                  <a:pt x="575" y="523"/>
                  <a:pt x="595" y="517"/>
                  <a:pt x="614" y="510"/>
                </a:cubicBezTo>
                <a:lnTo>
                  <a:pt x="614" y="510"/>
                </a:lnTo>
                <a:cubicBezTo>
                  <a:pt x="656" y="497"/>
                  <a:pt x="697" y="485"/>
                  <a:pt x="736" y="475"/>
                </a:cubicBezTo>
                <a:lnTo>
                  <a:pt x="736" y="475"/>
                </a:lnTo>
                <a:cubicBezTo>
                  <a:pt x="760" y="489"/>
                  <a:pt x="784" y="505"/>
                  <a:pt x="809" y="521"/>
                </a:cubicBezTo>
                <a:close/>
                <a:moveTo>
                  <a:pt x="155" y="310"/>
                </a:moveTo>
                <a:lnTo>
                  <a:pt x="155" y="310"/>
                </a:lnTo>
                <a:cubicBezTo>
                  <a:pt x="166" y="294"/>
                  <a:pt x="190" y="284"/>
                  <a:pt x="222" y="282"/>
                </a:cubicBezTo>
                <a:lnTo>
                  <a:pt x="222" y="282"/>
                </a:lnTo>
                <a:cubicBezTo>
                  <a:pt x="234" y="312"/>
                  <a:pt x="268" y="328"/>
                  <a:pt x="299" y="318"/>
                </a:cubicBezTo>
                <a:lnTo>
                  <a:pt x="299" y="318"/>
                </a:lnTo>
                <a:cubicBezTo>
                  <a:pt x="313" y="314"/>
                  <a:pt x="325" y="304"/>
                  <a:pt x="332" y="294"/>
                </a:cubicBezTo>
                <a:lnTo>
                  <a:pt x="332" y="294"/>
                </a:lnTo>
                <a:cubicBezTo>
                  <a:pt x="401" y="310"/>
                  <a:pt x="485" y="342"/>
                  <a:pt x="580" y="388"/>
                </a:cubicBezTo>
                <a:lnTo>
                  <a:pt x="580" y="388"/>
                </a:lnTo>
                <a:cubicBezTo>
                  <a:pt x="564" y="427"/>
                  <a:pt x="550" y="468"/>
                  <a:pt x="537" y="510"/>
                </a:cubicBezTo>
                <a:lnTo>
                  <a:pt x="537" y="510"/>
                </a:lnTo>
                <a:cubicBezTo>
                  <a:pt x="458" y="538"/>
                  <a:pt x="384" y="569"/>
                  <a:pt x="318" y="602"/>
                </a:cubicBezTo>
                <a:lnTo>
                  <a:pt x="318" y="602"/>
                </a:lnTo>
                <a:cubicBezTo>
                  <a:pt x="183" y="469"/>
                  <a:pt x="123" y="359"/>
                  <a:pt x="155" y="310"/>
                </a:cubicBezTo>
                <a:close/>
                <a:moveTo>
                  <a:pt x="697" y="123"/>
                </a:moveTo>
                <a:lnTo>
                  <a:pt x="697" y="123"/>
                </a:lnTo>
                <a:cubicBezTo>
                  <a:pt x="663" y="135"/>
                  <a:pt x="645" y="170"/>
                  <a:pt x="655" y="203"/>
                </a:cubicBezTo>
                <a:lnTo>
                  <a:pt x="655" y="203"/>
                </a:lnTo>
                <a:cubicBezTo>
                  <a:pt x="657" y="208"/>
                  <a:pt x="659" y="211"/>
                  <a:pt x="660" y="215"/>
                </a:cubicBezTo>
                <a:lnTo>
                  <a:pt x="660" y="215"/>
                </a:lnTo>
                <a:cubicBezTo>
                  <a:pt x="636" y="260"/>
                  <a:pt x="611" y="310"/>
                  <a:pt x="590" y="365"/>
                </a:cubicBezTo>
                <a:lnTo>
                  <a:pt x="590" y="365"/>
                </a:lnTo>
                <a:cubicBezTo>
                  <a:pt x="519" y="331"/>
                  <a:pt x="451" y="303"/>
                  <a:pt x="390" y="284"/>
                </a:cubicBezTo>
                <a:lnTo>
                  <a:pt x="390" y="284"/>
                </a:lnTo>
                <a:cubicBezTo>
                  <a:pt x="373" y="279"/>
                  <a:pt x="357" y="274"/>
                  <a:pt x="342" y="271"/>
                </a:cubicBezTo>
                <a:lnTo>
                  <a:pt x="342" y="271"/>
                </a:lnTo>
                <a:cubicBezTo>
                  <a:pt x="344" y="260"/>
                  <a:pt x="344" y="249"/>
                  <a:pt x="340" y="239"/>
                </a:cubicBezTo>
                <a:lnTo>
                  <a:pt x="340" y="239"/>
                </a:lnTo>
                <a:cubicBezTo>
                  <a:pt x="329" y="205"/>
                  <a:pt x="294" y="187"/>
                  <a:pt x="261" y="198"/>
                </a:cubicBezTo>
                <a:lnTo>
                  <a:pt x="261" y="198"/>
                </a:lnTo>
                <a:cubicBezTo>
                  <a:pt x="234" y="206"/>
                  <a:pt x="218" y="230"/>
                  <a:pt x="217" y="257"/>
                </a:cubicBezTo>
                <a:lnTo>
                  <a:pt x="217" y="257"/>
                </a:lnTo>
                <a:cubicBezTo>
                  <a:pt x="178" y="260"/>
                  <a:pt x="150" y="273"/>
                  <a:pt x="134" y="296"/>
                </a:cubicBezTo>
                <a:lnTo>
                  <a:pt x="134" y="296"/>
                </a:lnTo>
                <a:cubicBezTo>
                  <a:pt x="102" y="346"/>
                  <a:pt x="133" y="431"/>
                  <a:pt x="222" y="537"/>
                </a:cubicBezTo>
                <a:lnTo>
                  <a:pt x="222" y="537"/>
                </a:lnTo>
                <a:cubicBezTo>
                  <a:pt x="243" y="562"/>
                  <a:pt x="268" y="588"/>
                  <a:pt x="294" y="614"/>
                </a:cubicBezTo>
                <a:lnTo>
                  <a:pt x="294" y="614"/>
                </a:lnTo>
                <a:cubicBezTo>
                  <a:pt x="248" y="637"/>
                  <a:pt x="205" y="662"/>
                  <a:pt x="167" y="688"/>
                </a:cubicBezTo>
                <a:lnTo>
                  <a:pt x="167" y="688"/>
                </a:lnTo>
                <a:cubicBezTo>
                  <a:pt x="52" y="765"/>
                  <a:pt x="0" y="838"/>
                  <a:pt x="17" y="895"/>
                </a:cubicBezTo>
                <a:lnTo>
                  <a:pt x="17" y="895"/>
                </a:lnTo>
                <a:cubicBezTo>
                  <a:pt x="35" y="950"/>
                  <a:pt x="120" y="980"/>
                  <a:pt x="260" y="977"/>
                </a:cubicBezTo>
                <a:lnTo>
                  <a:pt x="260" y="977"/>
                </a:lnTo>
                <a:cubicBezTo>
                  <a:pt x="314" y="976"/>
                  <a:pt x="376" y="969"/>
                  <a:pt x="441" y="958"/>
                </a:cubicBezTo>
                <a:lnTo>
                  <a:pt x="441" y="958"/>
                </a:lnTo>
                <a:cubicBezTo>
                  <a:pt x="436" y="1008"/>
                  <a:pt x="434" y="1055"/>
                  <a:pt x="435" y="1098"/>
                </a:cubicBezTo>
                <a:lnTo>
                  <a:pt x="435" y="1098"/>
                </a:lnTo>
                <a:cubicBezTo>
                  <a:pt x="437" y="1237"/>
                  <a:pt x="470" y="1322"/>
                  <a:pt x="527" y="1337"/>
                </a:cubicBezTo>
                <a:lnTo>
                  <a:pt x="527" y="1337"/>
                </a:lnTo>
                <a:cubicBezTo>
                  <a:pt x="572" y="1349"/>
                  <a:pt x="626" y="1316"/>
                  <a:pt x="682" y="1244"/>
                </a:cubicBezTo>
                <a:lnTo>
                  <a:pt x="682" y="1244"/>
                </a:lnTo>
                <a:cubicBezTo>
                  <a:pt x="697" y="1251"/>
                  <a:pt x="714" y="1253"/>
                  <a:pt x="731" y="1248"/>
                </a:cubicBezTo>
                <a:lnTo>
                  <a:pt x="731" y="1248"/>
                </a:lnTo>
                <a:cubicBezTo>
                  <a:pt x="765" y="1237"/>
                  <a:pt x="783" y="1201"/>
                  <a:pt x="773" y="1168"/>
                </a:cubicBezTo>
                <a:lnTo>
                  <a:pt x="773" y="1168"/>
                </a:lnTo>
                <a:cubicBezTo>
                  <a:pt x="768" y="1155"/>
                  <a:pt x="761" y="1145"/>
                  <a:pt x="751" y="1137"/>
                </a:cubicBezTo>
                <a:lnTo>
                  <a:pt x="751" y="1137"/>
                </a:lnTo>
                <a:cubicBezTo>
                  <a:pt x="776" y="1092"/>
                  <a:pt x="800" y="1040"/>
                  <a:pt x="823" y="985"/>
                </a:cubicBezTo>
                <a:lnTo>
                  <a:pt x="823" y="985"/>
                </a:lnTo>
                <a:cubicBezTo>
                  <a:pt x="894" y="1020"/>
                  <a:pt x="961" y="1047"/>
                  <a:pt x="1022" y="1067"/>
                </a:cubicBezTo>
                <a:lnTo>
                  <a:pt x="1022" y="1067"/>
                </a:lnTo>
                <a:cubicBezTo>
                  <a:pt x="1155" y="1107"/>
                  <a:pt x="1246" y="1103"/>
                  <a:pt x="1279" y="1054"/>
                </a:cubicBezTo>
                <a:lnTo>
                  <a:pt x="1279" y="1054"/>
                </a:lnTo>
                <a:cubicBezTo>
                  <a:pt x="1297" y="1025"/>
                  <a:pt x="1295" y="985"/>
                  <a:pt x="1272" y="936"/>
                </a:cubicBezTo>
                <a:lnTo>
                  <a:pt x="1272" y="936"/>
                </a:lnTo>
                <a:cubicBezTo>
                  <a:pt x="1292" y="920"/>
                  <a:pt x="1301" y="893"/>
                  <a:pt x="1292" y="868"/>
                </a:cubicBezTo>
                <a:lnTo>
                  <a:pt x="1292" y="868"/>
                </a:lnTo>
                <a:cubicBezTo>
                  <a:pt x="1282" y="834"/>
                  <a:pt x="1246" y="816"/>
                  <a:pt x="1213" y="827"/>
                </a:cubicBezTo>
                <a:lnTo>
                  <a:pt x="1213" y="827"/>
                </a:lnTo>
                <a:cubicBezTo>
                  <a:pt x="1209" y="828"/>
                  <a:pt x="1207" y="829"/>
                  <a:pt x="1204" y="830"/>
                </a:cubicBezTo>
                <a:lnTo>
                  <a:pt x="1204" y="830"/>
                </a:lnTo>
                <a:cubicBezTo>
                  <a:pt x="1199" y="825"/>
                  <a:pt x="1195" y="819"/>
                  <a:pt x="1190" y="813"/>
                </a:cubicBezTo>
                <a:lnTo>
                  <a:pt x="1190" y="813"/>
                </a:lnTo>
                <a:cubicBezTo>
                  <a:pt x="1166" y="785"/>
                  <a:pt x="1139" y="756"/>
                  <a:pt x="1108" y="726"/>
                </a:cubicBezTo>
                <a:lnTo>
                  <a:pt x="1108" y="726"/>
                </a:lnTo>
                <a:cubicBezTo>
                  <a:pt x="1131" y="713"/>
                  <a:pt x="1153" y="699"/>
                  <a:pt x="1173" y="686"/>
                </a:cubicBezTo>
                <a:lnTo>
                  <a:pt x="1173" y="686"/>
                </a:lnTo>
                <a:cubicBezTo>
                  <a:pt x="1289" y="608"/>
                  <a:pt x="1341" y="534"/>
                  <a:pt x="1324" y="479"/>
                </a:cubicBezTo>
                <a:lnTo>
                  <a:pt x="1324" y="479"/>
                </a:lnTo>
                <a:cubicBezTo>
                  <a:pt x="1306" y="423"/>
                  <a:pt x="1220" y="394"/>
                  <a:pt x="1081" y="396"/>
                </a:cubicBezTo>
                <a:lnTo>
                  <a:pt x="1081" y="396"/>
                </a:lnTo>
                <a:cubicBezTo>
                  <a:pt x="1047" y="397"/>
                  <a:pt x="1010" y="401"/>
                  <a:pt x="971" y="405"/>
                </a:cubicBezTo>
                <a:lnTo>
                  <a:pt x="971" y="405"/>
                </a:lnTo>
                <a:cubicBezTo>
                  <a:pt x="977" y="350"/>
                  <a:pt x="979" y="299"/>
                  <a:pt x="978" y="251"/>
                </a:cubicBezTo>
                <a:lnTo>
                  <a:pt x="978" y="251"/>
                </a:lnTo>
                <a:cubicBezTo>
                  <a:pt x="975" y="113"/>
                  <a:pt x="942" y="28"/>
                  <a:pt x="886" y="13"/>
                </a:cubicBezTo>
                <a:lnTo>
                  <a:pt x="886" y="13"/>
                </a:lnTo>
                <a:cubicBezTo>
                  <a:pt x="838" y="0"/>
                  <a:pt x="780" y="39"/>
                  <a:pt x="719" y="121"/>
                </a:cubicBezTo>
                <a:lnTo>
                  <a:pt x="719" y="121"/>
                </a:lnTo>
                <a:cubicBezTo>
                  <a:pt x="712" y="121"/>
                  <a:pt x="704" y="122"/>
                  <a:pt x="697" y="123"/>
                </a:cubicBezTo>
                <a:close/>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6" name="Freeform 41">
            <a:extLst>
              <a:ext uri="{FF2B5EF4-FFF2-40B4-BE49-F238E27FC236}">
                <a16:creationId xmlns:a16="http://schemas.microsoft.com/office/drawing/2014/main" id="{087D5D54-0453-42BE-A11A-3C672F75A1FB}"/>
              </a:ext>
            </a:extLst>
          </p:cNvPr>
          <p:cNvSpPr>
            <a:spLocks noChangeArrowheads="1"/>
          </p:cNvSpPr>
          <p:nvPr/>
        </p:nvSpPr>
        <p:spPr bwMode="auto">
          <a:xfrm>
            <a:off x="2024083" y="4418639"/>
            <a:ext cx="1027205" cy="981329"/>
          </a:xfrm>
          <a:custGeom>
            <a:avLst/>
            <a:gdLst>
              <a:gd name="T0" fmla="*/ 974 w 2269"/>
              <a:gd name="T1" fmla="*/ 2078 h 2168"/>
              <a:gd name="T2" fmla="*/ 912 w 2269"/>
              <a:gd name="T3" fmla="*/ 1428 h 2168"/>
              <a:gd name="T4" fmla="*/ 1177 w 2269"/>
              <a:gd name="T5" fmla="*/ 1249 h 2168"/>
              <a:gd name="T6" fmla="*/ 1931 w 2269"/>
              <a:gd name="T7" fmla="*/ 1528 h 2168"/>
              <a:gd name="T8" fmla="*/ 1928 w 2269"/>
              <a:gd name="T9" fmla="*/ 1549 h 2168"/>
              <a:gd name="T10" fmla="*/ 2015 w 2269"/>
              <a:gd name="T11" fmla="*/ 1644 h 2168"/>
              <a:gd name="T12" fmla="*/ 2109 w 2269"/>
              <a:gd name="T13" fmla="*/ 1556 h 2168"/>
              <a:gd name="T14" fmla="*/ 2022 w 2269"/>
              <a:gd name="T15" fmla="*/ 1462 h 2168"/>
              <a:gd name="T16" fmla="*/ 1182 w 2269"/>
              <a:gd name="T17" fmla="*/ 1236 h 2168"/>
              <a:gd name="T18" fmla="*/ 1197 w 2269"/>
              <a:gd name="T19" fmla="*/ 1154 h 2168"/>
              <a:gd name="T20" fmla="*/ 1197 w 2269"/>
              <a:gd name="T21" fmla="*/ 1153 h 2168"/>
              <a:gd name="T22" fmla="*/ 2124 w 2269"/>
              <a:gd name="T23" fmla="*/ 1163 h 2168"/>
              <a:gd name="T24" fmla="*/ 2193 w 2269"/>
              <a:gd name="T25" fmla="*/ 1227 h 2168"/>
              <a:gd name="T26" fmla="*/ 2266 w 2269"/>
              <a:gd name="T27" fmla="*/ 1158 h 2168"/>
              <a:gd name="T28" fmla="*/ 2198 w 2269"/>
              <a:gd name="T29" fmla="*/ 1085 h 2168"/>
              <a:gd name="T30" fmla="*/ 1197 w 2269"/>
              <a:gd name="T31" fmla="*/ 1139 h 2168"/>
              <a:gd name="T32" fmla="*/ 1039 w 2269"/>
              <a:gd name="T33" fmla="*/ 889 h 2168"/>
              <a:gd name="T34" fmla="*/ 1315 w 2269"/>
              <a:gd name="T35" fmla="*/ 294 h 2168"/>
              <a:gd name="T36" fmla="*/ 1341 w 2269"/>
              <a:gd name="T37" fmla="*/ 298 h 2168"/>
              <a:gd name="T38" fmla="*/ 1430 w 2269"/>
              <a:gd name="T39" fmla="*/ 216 h 2168"/>
              <a:gd name="T40" fmla="*/ 1347 w 2269"/>
              <a:gd name="T41" fmla="*/ 127 h 2168"/>
              <a:gd name="T42" fmla="*/ 1259 w 2269"/>
              <a:gd name="T43" fmla="*/ 209 h 2168"/>
              <a:gd name="T44" fmla="*/ 1026 w 2269"/>
              <a:gd name="T45" fmla="*/ 883 h 2168"/>
              <a:gd name="T46" fmla="*/ 927 w 2269"/>
              <a:gd name="T47" fmla="*/ 860 h 2168"/>
              <a:gd name="T48" fmla="*/ 941 w 2269"/>
              <a:gd name="T49" fmla="*/ 222 h 2168"/>
              <a:gd name="T50" fmla="*/ 1047 w 2269"/>
              <a:gd name="T51" fmla="*/ 116 h 2168"/>
              <a:gd name="T52" fmla="*/ 940 w 2269"/>
              <a:gd name="T53" fmla="*/ 2 h 2168"/>
              <a:gd name="T54" fmla="*/ 827 w 2269"/>
              <a:gd name="T55" fmla="*/ 108 h 2168"/>
              <a:gd name="T56" fmla="*/ 913 w 2269"/>
              <a:gd name="T57" fmla="*/ 860 h 2168"/>
              <a:gd name="T58" fmla="*/ 672 w 2269"/>
              <a:gd name="T59" fmla="*/ 995 h 2168"/>
              <a:gd name="T60" fmla="*/ 286 w 2269"/>
              <a:gd name="T61" fmla="*/ 771 h 2168"/>
              <a:gd name="T62" fmla="*/ 294 w 2269"/>
              <a:gd name="T63" fmla="*/ 738 h 2168"/>
              <a:gd name="T64" fmla="*/ 212 w 2269"/>
              <a:gd name="T65" fmla="*/ 649 h 2168"/>
              <a:gd name="T66" fmla="*/ 124 w 2269"/>
              <a:gd name="T67" fmla="*/ 731 h 2168"/>
              <a:gd name="T68" fmla="*/ 206 w 2269"/>
              <a:gd name="T69" fmla="*/ 821 h 2168"/>
              <a:gd name="T70" fmla="*/ 664 w 2269"/>
              <a:gd name="T71" fmla="*/ 1008 h 2168"/>
              <a:gd name="T72" fmla="*/ 630 w 2269"/>
              <a:gd name="T73" fmla="*/ 1133 h 2168"/>
              <a:gd name="T74" fmla="*/ 658 w 2269"/>
              <a:gd name="T75" fmla="*/ 1269 h 2168"/>
              <a:gd name="T76" fmla="*/ 169 w 2269"/>
              <a:gd name="T77" fmla="*/ 1524 h 2168"/>
              <a:gd name="T78" fmla="*/ 96 w 2269"/>
              <a:gd name="T79" fmla="*/ 1482 h 2168"/>
              <a:gd name="T80" fmla="*/ 2 w 2269"/>
              <a:gd name="T81" fmla="*/ 1569 h 2168"/>
              <a:gd name="T82" fmla="*/ 89 w 2269"/>
              <a:gd name="T83" fmla="*/ 1664 h 2168"/>
              <a:gd name="T84" fmla="*/ 183 w 2269"/>
              <a:gd name="T85" fmla="*/ 1576 h 2168"/>
              <a:gd name="T86" fmla="*/ 665 w 2269"/>
              <a:gd name="T87" fmla="*/ 1282 h 2168"/>
              <a:gd name="T88" fmla="*/ 898 w 2269"/>
              <a:gd name="T89" fmla="*/ 1427 h 2168"/>
              <a:gd name="T90" fmla="*/ 879 w 2269"/>
              <a:gd name="T91" fmla="*/ 1984 h 2168"/>
              <a:gd name="T92" fmla="*/ 792 w 2269"/>
              <a:gd name="T93" fmla="*/ 2071 h 2168"/>
              <a:gd name="T94" fmla="*/ 880 w 2269"/>
              <a:gd name="T95" fmla="*/ 2165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69" h="2168">
                <a:moveTo>
                  <a:pt x="974" y="2078"/>
                </a:moveTo>
                <a:lnTo>
                  <a:pt x="974" y="2078"/>
                </a:lnTo>
                <a:cubicBezTo>
                  <a:pt x="976" y="2030"/>
                  <a:pt x="940" y="1990"/>
                  <a:pt x="893" y="1984"/>
                </a:cubicBezTo>
                <a:lnTo>
                  <a:pt x="912" y="1428"/>
                </a:lnTo>
                <a:lnTo>
                  <a:pt x="912" y="1428"/>
                </a:lnTo>
                <a:cubicBezTo>
                  <a:pt x="1032" y="1429"/>
                  <a:pt x="1135" y="1355"/>
                  <a:pt x="1177" y="1249"/>
                </a:cubicBezTo>
                <a:lnTo>
                  <a:pt x="1931" y="1528"/>
                </a:lnTo>
                <a:lnTo>
                  <a:pt x="1931" y="1528"/>
                </a:lnTo>
                <a:cubicBezTo>
                  <a:pt x="1929" y="1535"/>
                  <a:pt x="1928" y="1542"/>
                  <a:pt x="1928" y="1549"/>
                </a:cubicBezTo>
                <a:lnTo>
                  <a:pt x="1928" y="1549"/>
                </a:lnTo>
                <a:cubicBezTo>
                  <a:pt x="1926" y="1600"/>
                  <a:pt x="1965" y="1642"/>
                  <a:pt x="2015" y="1644"/>
                </a:cubicBezTo>
                <a:lnTo>
                  <a:pt x="2015" y="1644"/>
                </a:lnTo>
                <a:cubicBezTo>
                  <a:pt x="2066" y="1645"/>
                  <a:pt x="2108" y="1607"/>
                  <a:pt x="2109" y="1556"/>
                </a:cubicBezTo>
                <a:lnTo>
                  <a:pt x="2109" y="1556"/>
                </a:lnTo>
                <a:cubicBezTo>
                  <a:pt x="2111" y="1506"/>
                  <a:pt x="2072" y="1464"/>
                  <a:pt x="2022" y="1462"/>
                </a:cubicBezTo>
                <a:lnTo>
                  <a:pt x="2022" y="1462"/>
                </a:lnTo>
                <a:cubicBezTo>
                  <a:pt x="1984" y="1461"/>
                  <a:pt x="1951" y="1482"/>
                  <a:pt x="1936" y="1515"/>
                </a:cubicBezTo>
                <a:lnTo>
                  <a:pt x="1182" y="1236"/>
                </a:lnTo>
                <a:lnTo>
                  <a:pt x="1182" y="1236"/>
                </a:lnTo>
                <a:cubicBezTo>
                  <a:pt x="1191" y="1210"/>
                  <a:pt x="1196" y="1183"/>
                  <a:pt x="1197" y="1154"/>
                </a:cubicBezTo>
                <a:lnTo>
                  <a:pt x="1197" y="1154"/>
                </a:lnTo>
                <a:cubicBezTo>
                  <a:pt x="1197" y="1154"/>
                  <a:pt x="1197" y="1154"/>
                  <a:pt x="1197" y="1153"/>
                </a:cubicBezTo>
                <a:lnTo>
                  <a:pt x="2124" y="1163"/>
                </a:lnTo>
                <a:lnTo>
                  <a:pt x="2124" y="1163"/>
                </a:lnTo>
                <a:cubicBezTo>
                  <a:pt x="2128" y="1198"/>
                  <a:pt x="2156" y="1226"/>
                  <a:pt x="2193" y="1227"/>
                </a:cubicBezTo>
                <a:lnTo>
                  <a:pt x="2193" y="1227"/>
                </a:lnTo>
                <a:cubicBezTo>
                  <a:pt x="2232" y="1228"/>
                  <a:pt x="2264" y="1198"/>
                  <a:pt x="2266" y="1158"/>
                </a:cubicBezTo>
                <a:lnTo>
                  <a:pt x="2266" y="1158"/>
                </a:lnTo>
                <a:cubicBezTo>
                  <a:pt x="2268" y="1120"/>
                  <a:pt x="2237" y="1087"/>
                  <a:pt x="2198" y="1085"/>
                </a:cubicBezTo>
                <a:lnTo>
                  <a:pt x="2198" y="1085"/>
                </a:lnTo>
                <a:cubicBezTo>
                  <a:pt x="2161" y="1083"/>
                  <a:pt x="2128" y="1111"/>
                  <a:pt x="2124" y="1148"/>
                </a:cubicBezTo>
                <a:lnTo>
                  <a:pt x="1197" y="1139"/>
                </a:lnTo>
                <a:lnTo>
                  <a:pt x="1197" y="1139"/>
                </a:lnTo>
                <a:cubicBezTo>
                  <a:pt x="1196" y="1030"/>
                  <a:pt x="1133" y="935"/>
                  <a:pt x="1039" y="889"/>
                </a:cubicBezTo>
                <a:lnTo>
                  <a:pt x="1315" y="294"/>
                </a:lnTo>
                <a:lnTo>
                  <a:pt x="1315" y="294"/>
                </a:lnTo>
                <a:cubicBezTo>
                  <a:pt x="1323" y="296"/>
                  <a:pt x="1332" y="298"/>
                  <a:pt x="1341" y="298"/>
                </a:cubicBezTo>
                <a:lnTo>
                  <a:pt x="1341" y="298"/>
                </a:lnTo>
                <a:cubicBezTo>
                  <a:pt x="1388" y="300"/>
                  <a:pt x="1428" y="263"/>
                  <a:pt x="1430" y="216"/>
                </a:cubicBezTo>
                <a:lnTo>
                  <a:pt x="1430" y="216"/>
                </a:lnTo>
                <a:cubicBezTo>
                  <a:pt x="1431" y="169"/>
                  <a:pt x="1395" y="129"/>
                  <a:pt x="1347" y="127"/>
                </a:cubicBezTo>
                <a:lnTo>
                  <a:pt x="1347" y="127"/>
                </a:lnTo>
                <a:cubicBezTo>
                  <a:pt x="1300" y="125"/>
                  <a:pt x="1260" y="162"/>
                  <a:pt x="1259" y="209"/>
                </a:cubicBezTo>
                <a:lnTo>
                  <a:pt x="1259" y="209"/>
                </a:lnTo>
                <a:cubicBezTo>
                  <a:pt x="1257" y="243"/>
                  <a:pt x="1275" y="272"/>
                  <a:pt x="1302" y="288"/>
                </a:cubicBezTo>
                <a:lnTo>
                  <a:pt x="1026" y="883"/>
                </a:lnTo>
                <a:lnTo>
                  <a:pt x="1026" y="883"/>
                </a:lnTo>
                <a:cubicBezTo>
                  <a:pt x="995" y="871"/>
                  <a:pt x="962" y="862"/>
                  <a:pt x="927" y="860"/>
                </a:cubicBezTo>
                <a:lnTo>
                  <a:pt x="941" y="222"/>
                </a:lnTo>
                <a:lnTo>
                  <a:pt x="941" y="222"/>
                </a:lnTo>
                <a:cubicBezTo>
                  <a:pt x="999" y="219"/>
                  <a:pt x="1045" y="174"/>
                  <a:pt x="1047" y="116"/>
                </a:cubicBezTo>
                <a:lnTo>
                  <a:pt x="1047" y="116"/>
                </a:lnTo>
                <a:cubicBezTo>
                  <a:pt x="1049" y="55"/>
                  <a:pt x="1001" y="4"/>
                  <a:pt x="940" y="2"/>
                </a:cubicBezTo>
                <a:lnTo>
                  <a:pt x="940" y="2"/>
                </a:lnTo>
                <a:cubicBezTo>
                  <a:pt x="880" y="0"/>
                  <a:pt x="829" y="47"/>
                  <a:pt x="827" y="108"/>
                </a:cubicBezTo>
                <a:lnTo>
                  <a:pt x="827" y="108"/>
                </a:lnTo>
                <a:cubicBezTo>
                  <a:pt x="825" y="166"/>
                  <a:pt x="869" y="216"/>
                  <a:pt x="927" y="221"/>
                </a:cubicBezTo>
                <a:lnTo>
                  <a:pt x="913" y="860"/>
                </a:lnTo>
                <a:lnTo>
                  <a:pt x="913" y="860"/>
                </a:lnTo>
                <a:cubicBezTo>
                  <a:pt x="812" y="860"/>
                  <a:pt x="722" y="914"/>
                  <a:pt x="672" y="995"/>
                </a:cubicBezTo>
                <a:lnTo>
                  <a:pt x="286" y="771"/>
                </a:lnTo>
                <a:lnTo>
                  <a:pt x="286" y="771"/>
                </a:lnTo>
                <a:cubicBezTo>
                  <a:pt x="291" y="761"/>
                  <a:pt x="294" y="750"/>
                  <a:pt x="294" y="738"/>
                </a:cubicBezTo>
                <a:lnTo>
                  <a:pt x="294" y="738"/>
                </a:lnTo>
                <a:cubicBezTo>
                  <a:pt x="296" y="690"/>
                  <a:pt x="259" y="651"/>
                  <a:pt x="212" y="649"/>
                </a:cubicBezTo>
                <a:lnTo>
                  <a:pt x="212" y="649"/>
                </a:lnTo>
                <a:cubicBezTo>
                  <a:pt x="165" y="647"/>
                  <a:pt x="125" y="684"/>
                  <a:pt x="124" y="731"/>
                </a:cubicBezTo>
                <a:lnTo>
                  <a:pt x="124" y="731"/>
                </a:lnTo>
                <a:cubicBezTo>
                  <a:pt x="122" y="779"/>
                  <a:pt x="158" y="819"/>
                  <a:pt x="206" y="821"/>
                </a:cubicBezTo>
                <a:lnTo>
                  <a:pt x="206" y="821"/>
                </a:lnTo>
                <a:cubicBezTo>
                  <a:pt x="236" y="822"/>
                  <a:pt x="263" y="807"/>
                  <a:pt x="279" y="784"/>
                </a:cubicBezTo>
                <a:lnTo>
                  <a:pt x="664" y="1008"/>
                </a:lnTo>
                <a:lnTo>
                  <a:pt x="664" y="1008"/>
                </a:lnTo>
                <a:cubicBezTo>
                  <a:pt x="644" y="1045"/>
                  <a:pt x="631" y="1088"/>
                  <a:pt x="630" y="1133"/>
                </a:cubicBezTo>
                <a:lnTo>
                  <a:pt x="630" y="1133"/>
                </a:lnTo>
                <a:cubicBezTo>
                  <a:pt x="628" y="1182"/>
                  <a:pt x="639" y="1228"/>
                  <a:pt x="658" y="1269"/>
                </a:cubicBezTo>
                <a:lnTo>
                  <a:pt x="169" y="1524"/>
                </a:lnTo>
                <a:lnTo>
                  <a:pt x="169" y="1524"/>
                </a:lnTo>
                <a:cubicBezTo>
                  <a:pt x="154" y="1500"/>
                  <a:pt x="127" y="1482"/>
                  <a:pt x="96" y="1482"/>
                </a:cubicBezTo>
                <a:lnTo>
                  <a:pt x="96" y="1482"/>
                </a:lnTo>
                <a:cubicBezTo>
                  <a:pt x="45" y="1480"/>
                  <a:pt x="3" y="1519"/>
                  <a:pt x="2" y="1569"/>
                </a:cubicBezTo>
                <a:lnTo>
                  <a:pt x="2" y="1569"/>
                </a:lnTo>
                <a:cubicBezTo>
                  <a:pt x="0" y="1619"/>
                  <a:pt x="39" y="1661"/>
                  <a:pt x="89" y="1664"/>
                </a:cubicBezTo>
                <a:lnTo>
                  <a:pt x="89" y="1664"/>
                </a:lnTo>
                <a:cubicBezTo>
                  <a:pt x="139" y="1665"/>
                  <a:pt x="181" y="1626"/>
                  <a:pt x="183" y="1576"/>
                </a:cubicBezTo>
                <a:lnTo>
                  <a:pt x="183" y="1576"/>
                </a:lnTo>
                <a:cubicBezTo>
                  <a:pt x="183" y="1562"/>
                  <a:pt x="181" y="1549"/>
                  <a:pt x="176" y="1537"/>
                </a:cubicBezTo>
                <a:lnTo>
                  <a:pt x="665" y="1282"/>
                </a:lnTo>
                <a:lnTo>
                  <a:pt x="665" y="1282"/>
                </a:lnTo>
                <a:cubicBezTo>
                  <a:pt x="711" y="1364"/>
                  <a:pt x="796" y="1421"/>
                  <a:pt x="898" y="1427"/>
                </a:cubicBezTo>
                <a:lnTo>
                  <a:pt x="879" y="1984"/>
                </a:lnTo>
                <a:lnTo>
                  <a:pt x="879" y="1984"/>
                </a:lnTo>
                <a:cubicBezTo>
                  <a:pt x="832" y="1986"/>
                  <a:pt x="794" y="2023"/>
                  <a:pt x="792" y="2071"/>
                </a:cubicBezTo>
                <a:lnTo>
                  <a:pt x="792" y="2071"/>
                </a:lnTo>
                <a:cubicBezTo>
                  <a:pt x="790" y="2122"/>
                  <a:pt x="829" y="2164"/>
                  <a:pt x="880" y="2165"/>
                </a:cubicBezTo>
                <a:lnTo>
                  <a:pt x="880" y="2165"/>
                </a:lnTo>
                <a:cubicBezTo>
                  <a:pt x="931" y="2167"/>
                  <a:pt x="972" y="2128"/>
                  <a:pt x="974" y="2078"/>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7" name="Freeform: Shape 526">
            <a:extLst>
              <a:ext uri="{FF2B5EF4-FFF2-40B4-BE49-F238E27FC236}">
                <a16:creationId xmlns:a16="http://schemas.microsoft.com/office/drawing/2014/main" id="{F4951FAD-00E3-4A5C-A15C-C103A491E704}"/>
              </a:ext>
            </a:extLst>
          </p:cNvPr>
          <p:cNvSpPr>
            <a:spLocks noChangeArrowheads="1"/>
          </p:cNvSpPr>
          <p:nvPr/>
        </p:nvSpPr>
        <p:spPr bwMode="auto">
          <a:xfrm>
            <a:off x="895155" y="3714830"/>
            <a:ext cx="4118337" cy="2185323"/>
          </a:xfrm>
          <a:custGeom>
            <a:avLst/>
            <a:gdLst>
              <a:gd name="connsiteX0" fmla="*/ 2959376 w 8236673"/>
              <a:gd name="connsiteY0" fmla="*/ 4355264 h 4370646"/>
              <a:gd name="connsiteX1" fmla="*/ 2960280 w 8236673"/>
              <a:gd name="connsiteY1" fmla="*/ 4367027 h 4370646"/>
              <a:gd name="connsiteX2" fmla="*/ 2850808 w 8236673"/>
              <a:gd name="connsiteY2" fmla="*/ 4370646 h 4370646"/>
              <a:gd name="connsiteX3" fmla="*/ 2807381 w 8236673"/>
              <a:gd name="connsiteY3" fmla="*/ 4369741 h 4370646"/>
              <a:gd name="connsiteX4" fmla="*/ 2807381 w 8236673"/>
              <a:gd name="connsiteY4" fmla="*/ 4357080 h 4370646"/>
              <a:gd name="connsiteX5" fmla="*/ 2808345 w 8236673"/>
              <a:gd name="connsiteY5" fmla="*/ 4357063 h 4370646"/>
              <a:gd name="connsiteX6" fmla="*/ 2506105 w 8236673"/>
              <a:gd name="connsiteY6" fmla="*/ 4324501 h 4370646"/>
              <a:gd name="connsiteX7" fmla="*/ 2656291 w 8236673"/>
              <a:gd name="connsiteY7" fmla="*/ 4347121 h 4370646"/>
              <a:gd name="connsiteX8" fmla="*/ 2655386 w 8236673"/>
              <a:gd name="connsiteY8" fmla="*/ 4359789 h 4370646"/>
              <a:gd name="connsiteX9" fmla="*/ 2504296 w 8236673"/>
              <a:gd name="connsiteY9" fmla="*/ 4337168 h 4370646"/>
              <a:gd name="connsiteX10" fmla="*/ 3259746 w 8236673"/>
              <a:gd name="connsiteY10" fmla="*/ 4310929 h 4370646"/>
              <a:gd name="connsiteX11" fmla="*/ 3262460 w 8236673"/>
              <a:gd name="connsiteY11" fmla="*/ 4322692 h 4370646"/>
              <a:gd name="connsiteX12" fmla="*/ 3222652 w 8236673"/>
              <a:gd name="connsiteY12" fmla="*/ 4331740 h 4370646"/>
              <a:gd name="connsiteX13" fmla="*/ 3112274 w 8236673"/>
              <a:gd name="connsiteY13" fmla="*/ 4351646 h 4370646"/>
              <a:gd name="connsiteX14" fmla="*/ 3111370 w 8236673"/>
              <a:gd name="connsiteY14" fmla="*/ 4338978 h 4370646"/>
              <a:gd name="connsiteX15" fmla="*/ 3219033 w 8236673"/>
              <a:gd name="connsiteY15" fmla="*/ 4319977 h 4370646"/>
              <a:gd name="connsiteX16" fmla="*/ 3259746 w 8236673"/>
              <a:gd name="connsiteY16" fmla="*/ 4310929 h 4370646"/>
              <a:gd name="connsiteX17" fmla="*/ 2214782 w 8236673"/>
              <a:gd name="connsiteY17" fmla="*/ 4243971 h 4370646"/>
              <a:gd name="connsiteX18" fmla="*/ 2358635 w 8236673"/>
              <a:gd name="connsiteY18" fmla="*/ 4291022 h 4370646"/>
              <a:gd name="connsiteX19" fmla="*/ 2355015 w 8236673"/>
              <a:gd name="connsiteY19" fmla="*/ 4302785 h 4370646"/>
              <a:gd name="connsiteX20" fmla="*/ 2209353 w 8236673"/>
              <a:gd name="connsiteY20" fmla="*/ 4254829 h 4370646"/>
              <a:gd name="connsiteX21" fmla="*/ 3549260 w 8236673"/>
              <a:gd name="connsiteY21" fmla="*/ 4219541 h 4370646"/>
              <a:gd name="connsiteX22" fmla="*/ 3554688 w 8236673"/>
              <a:gd name="connsiteY22" fmla="*/ 4231303 h 4370646"/>
              <a:gd name="connsiteX23" fmla="*/ 3410836 w 8236673"/>
              <a:gd name="connsiteY23" fmla="*/ 4282879 h 4370646"/>
              <a:gd name="connsiteX24" fmla="*/ 3406312 w 8236673"/>
              <a:gd name="connsiteY24" fmla="*/ 4270211 h 4370646"/>
              <a:gd name="connsiteX25" fmla="*/ 3549260 w 8236673"/>
              <a:gd name="connsiteY25" fmla="*/ 4219541 h 4370646"/>
              <a:gd name="connsiteX26" fmla="*/ 1941552 w 8236673"/>
              <a:gd name="connsiteY26" fmla="*/ 4111867 h 4370646"/>
              <a:gd name="connsiteX27" fmla="*/ 2074548 w 8236673"/>
              <a:gd name="connsiteY27" fmla="*/ 4184253 h 4370646"/>
              <a:gd name="connsiteX28" fmla="*/ 2069119 w 8236673"/>
              <a:gd name="connsiteY28" fmla="*/ 4195111 h 4370646"/>
              <a:gd name="connsiteX29" fmla="*/ 1935219 w 8236673"/>
              <a:gd name="connsiteY29" fmla="*/ 4122725 h 4370646"/>
              <a:gd name="connsiteX30" fmla="*/ 3823393 w 8236673"/>
              <a:gd name="connsiteY30" fmla="*/ 4089247 h 4370646"/>
              <a:gd name="connsiteX31" fmla="*/ 3829726 w 8236673"/>
              <a:gd name="connsiteY31" fmla="*/ 4099199 h 4370646"/>
              <a:gd name="connsiteX32" fmla="*/ 3694017 w 8236673"/>
              <a:gd name="connsiteY32" fmla="*/ 4170681 h 4370646"/>
              <a:gd name="connsiteX33" fmla="*/ 3688588 w 8236673"/>
              <a:gd name="connsiteY33" fmla="*/ 4158918 h 4370646"/>
              <a:gd name="connsiteX34" fmla="*/ 3823393 w 8236673"/>
              <a:gd name="connsiteY34" fmla="*/ 4089247 h 4370646"/>
              <a:gd name="connsiteX35" fmla="*/ 1699086 w 8236673"/>
              <a:gd name="connsiteY35" fmla="*/ 3929998 h 4370646"/>
              <a:gd name="connsiteX36" fmla="*/ 1814891 w 8236673"/>
              <a:gd name="connsiteY36" fmla="*/ 4026814 h 4370646"/>
              <a:gd name="connsiteX37" fmla="*/ 1807654 w 8236673"/>
              <a:gd name="connsiteY37" fmla="*/ 4037672 h 4370646"/>
              <a:gd name="connsiteX38" fmla="*/ 1690038 w 8236673"/>
              <a:gd name="connsiteY38" fmla="*/ 3939046 h 4370646"/>
              <a:gd name="connsiteX39" fmla="*/ 4078528 w 8236673"/>
              <a:gd name="connsiteY39" fmla="*/ 3924569 h 4370646"/>
              <a:gd name="connsiteX40" fmla="*/ 4083561 w 8236673"/>
              <a:gd name="connsiteY40" fmla="*/ 3930861 h 4370646"/>
              <a:gd name="connsiteX41" fmla="*/ 4085765 w 8236673"/>
              <a:gd name="connsiteY41" fmla="*/ 3933617 h 4370646"/>
              <a:gd name="connsiteX42" fmla="*/ 3960912 w 8236673"/>
              <a:gd name="connsiteY42" fmla="*/ 4021385 h 4370646"/>
              <a:gd name="connsiteX43" fmla="*/ 3953675 w 8236673"/>
              <a:gd name="connsiteY43" fmla="*/ 4010527 h 4370646"/>
              <a:gd name="connsiteX44" fmla="*/ 4078528 w 8236673"/>
              <a:gd name="connsiteY44" fmla="*/ 3924569 h 4370646"/>
              <a:gd name="connsiteX45" fmla="*/ 4313759 w 8236673"/>
              <a:gd name="connsiteY45" fmla="*/ 3730937 h 4370646"/>
              <a:gd name="connsiteX46" fmla="*/ 4321901 w 8236673"/>
              <a:gd name="connsiteY46" fmla="*/ 3740890 h 4370646"/>
              <a:gd name="connsiteX47" fmla="*/ 4206096 w 8236673"/>
              <a:gd name="connsiteY47" fmla="*/ 3840421 h 4370646"/>
              <a:gd name="connsiteX48" fmla="*/ 4198858 w 8236673"/>
              <a:gd name="connsiteY48" fmla="*/ 3831372 h 4370646"/>
              <a:gd name="connsiteX49" fmla="*/ 4313759 w 8236673"/>
              <a:gd name="connsiteY49" fmla="*/ 3730937 h 4370646"/>
              <a:gd name="connsiteX50" fmla="*/ 1500045 w 8236673"/>
              <a:gd name="connsiteY50" fmla="*/ 3701983 h 4370646"/>
              <a:gd name="connsiteX51" fmla="*/ 1593232 w 8236673"/>
              <a:gd name="connsiteY51" fmla="*/ 3821419 h 4370646"/>
              <a:gd name="connsiteX52" fmla="*/ 1583279 w 8236673"/>
              <a:gd name="connsiteY52" fmla="*/ 3829563 h 4370646"/>
              <a:gd name="connsiteX53" fmla="*/ 1490092 w 8236673"/>
              <a:gd name="connsiteY53" fmla="*/ 3708317 h 4370646"/>
              <a:gd name="connsiteX54" fmla="*/ 4528179 w 8236673"/>
              <a:gd name="connsiteY54" fmla="*/ 3515589 h 4370646"/>
              <a:gd name="connsiteX55" fmla="*/ 4537227 w 8236673"/>
              <a:gd name="connsiteY55" fmla="*/ 3524637 h 4370646"/>
              <a:gd name="connsiteX56" fmla="*/ 4433182 w 8236673"/>
              <a:gd name="connsiteY56" fmla="*/ 3635931 h 4370646"/>
              <a:gd name="connsiteX57" fmla="*/ 4424135 w 8236673"/>
              <a:gd name="connsiteY57" fmla="*/ 3625978 h 4370646"/>
              <a:gd name="connsiteX58" fmla="*/ 4528179 w 8236673"/>
              <a:gd name="connsiteY58" fmla="*/ 3515589 h 4370646"/>
              <a:gd name="connsiteX59" fmla="*/ 1349858 w 8236673"/>
              <a:gd name="connsiteY59" fmla="*/ 3436870 h 4370646"/>
              <a:gd name="connsiteX60" fmla="*/ 1398713 w 8236673"/>
              <a:gd name="connsiteY60" fmla="*/ 3526447 h 4370646"/>
              <a:gd name="connsiteX61" fmla="*/ 1422235 w 8236673"/>
              <a:gd name="connsiteY61" fmla="*/ 3571688 h 4370646"/>
              <a:gd name="connsiteX62" fmla="*/ 1411378 w 8236673"/>
              <a:gd name="connsiteY62" fmla="*/ 3578022 h 4370646"/>
              <a:gd name="connsiteX63" fmla="*/ 1387856 w 8236673"/>
              <a:gd name="connsiteY63" fmla="*/ 3532781 h 4370646"/>
              <a:gd name="connsiteX64" fmla="*/ 1339001 w 8236673"/>
              <a:gd name="connsiteY64" fmla="*/ 3443203 h 4370646"/>
              <a:gd name="connsiteX65" fmla="*/ 4721793 w 8236673"/>
              <a:gd name="connsiteY65" fmla="*/ 3281242 h 4370646"/>
              <a:gd name="connsiteX66" fmla="*/ 4731745 w 8236673"/>
              <a:gd name="connsiteY66" fmla="*/ 3289385 h 4370646"/>
              <a:gd name="connsiteX67" fmla="*/ 4636748 w 8236673"/>
              <a:gd name="connsiteY67" fmla="*/ 3408821 h 4370646"/>
              <a:gd name="connsiteX68" fmla="*/ 4626796 w 8236673"/>
              <a:gd name="connsiteY68" fmla="*/ 3400678 h 4370646"/>
              <a:gd name="connsiteX69" fmla="*/ 4721793 w 8236673"/>
              <a:gd name="connsiteY69" fmla="*/ 3281242 h 4370646"/>
              <a:gd name="connsiteX70" fmla="*/ 1147199 w 8236673"/>
              <a:gd name="connsiteY70" fmla="*/ 3210664 h 4370646"/>
              <a:gd name="connsiteX71" fmla="*/ 1258481 w 8236673"/>
              <a:gd name="connsiteY71" fmla="*/ 3306575 h 4370646"/>
              <a:gd name="connsiteX72" fmla="*/ 1263004 w 8236673"/>
              <a:gd name="connsiteY72" fmla="*/ 3312005 h 4370646"/>
              <a:gd name="connsiteX73" fmla="*/ 1253957 w 8236673"/>
              <a:gd name="connsiteY73" fmla="*/ 3320148 h 4370646"/>
              <a:gd name="connsiteX74" fmla="*/ 1249433 w 8236673"/>
              <a:gd name="connsiteY74" fmla="*/ 3314719 h 4370646"/>
              <a:gd name="connsiteX75" fmla="*/ 1139961 w 8236673"/>
              <a:gd name="connsiteY75" fmla="*/ 3220617 h 4370646"/>
              <a:gd name="connsiteX76" fmla="*/ 869445 w 8236673"/>
              <a:gd name="connsiteY76" fmla="*/ 3084895 h 4370646"/>
              <a:gd name="connsiteX77" fmla="*/ 1012393 w 8236673"/>
              <a:gd name="connsiteY77" fmla="*/ 3137375 h 4370646"/>
              <a:gd name="connsiteX78" fmla="*/ 1007869 w 8236673"/>
              <a:gd name="connsiteY78" fmla="*/ 3149138 h 4370646"/>
              <a:gd name="connsiteX79" fmla="*/ 864921 w 8236673"/>
              <a:gd name="connsiteY79" fmla="*/ 3096658 h 4370646"/>
              <a:gd name="connsiteX80" fmla="*/ 4895500 w 8236673"/>
              <a:gd name="connsiteY80" fmla="*/ 3031509 h 4370646"/>
              <a:gd name="connsiteX81" fmla="*/ 4906357 w 8236673"/>
              <a:gd name="connsiteY81" fmla="*/ 3037843 h 4370646"/>
              <a:gd name="connsiteX82" fmla="*/ 4856597 w 8236673"/>
              <a:gd name="connsiteY82" fmla="*/ 3111134 h 4370646"/>
              <a:gd name="connsiteX83" fmla="*/ 4834883 w 8236673"/>
              <a:gd name="connsiteY83" fmla="*/ 3143707 h 4370646"/>
              <a:gd name="connsiteX84" fmla="*/ 4820408 w 8236673"/>
              <a:gd name="connsiteY84" fmla="*/ 3164519 h 4370646"/>
              <a:gd name="connsiteX85" fmla="*/ 4810455 w 8236673"/>
              <a:gd name="connsiteY85" fmla="*/ 3157280 h 4370646"/>
              <a:gd name="connsiteX86" fmla="*/ 4824026 w 8236673"/>
              <a:gd name="connsiteY86" fmla="*/ 3137374 h 4370646"/>
              <a:gd name="connsiteX87" fmla="*/ 4845740 w 8236673"/>
              <a:gd name="connsiteY87" fmla="*/ 3103895 h 4370646"/>
              <a:gd name="connsiteX88" fmla="*/ 4895500 w 8236673"/>
              <a:gd name="connsiteY88" fmla="*/ 3031509 h 4370646"/>
              <a:gd name="connsiteX89" fmla="*/ 578123 w 8236673"/>
              <a:gd name="connsiteY89" fmla="*/ 2992604 h 4370646"/>
              <a:gd name="connsiteX90" fmla="*/ 722881 w 8236673"/>
              <a:gd name="connsiteY90" fmla="*/ 3039655 h 4370646"/>
              <a:gd name="connsiteX91" fmla="*/ 719261 w 8236673"/>
              <a:gd name="connsiteY91" fmla="*/ 3051418 h 4370646"/>
              <a:gd name="connsiteX92" fmla="*/ 573600 w 8236673"/>
              <a:gd name="connsiteY92" fmla="*/ 3004367 h 4370646"/>
              <a:gd name="connsiteX93" fmla="*/ 7191709 w 8236673"/>
              <a:gd name="connsiteY93" fmla="*/ 2910263 h 4370646"/>
              <a:gd name="connsiteX94" fmla="*/ 7195327 w 8236673"/>
              <a:gd name="connsiteY94" fmla="*/ 2922026 h 4370646"/>
              <a:gd name="connsiteX95" fmla="*/ 7076807 w 8236673"/>
              <a:gd name="connsiteY95" fmla="*/ 2945551 h 4370646"/>
              <a:gd name="connsiteX96" fmla="*/ 7044237 w 8236673"/>
              <a:gd name="connsiteY96" fmla="*/ 2947361 h 4370646"/>
              <a:gd name="connsiteX97" fmla="*/ 7043333 w 8236673"/>
              <a:gd name="connsiteY97" fmla="*/ 2935599 h 4370646"/>
              <a:gd name="connsiteX98" fmla="*/ 7074998 w 8236673"/>
              <a:gd name="connsiteY98" fmla="*/ 2931979 h 4370646"/>
              <a:gd name="connsiteX99" fmla="*/ 7191709 w 8236673"/>
              <a:gd name="connsiteY99" fmla="*/ 2910263 h 4370646"/>
              <a:gd name="connsiteX100" fmla="*/ 6742961 w 8236673"/>
              <a:gd name="connsiteY100" fmla="*/ 2906645 h 4370646"/>
              <a:gd name="connsiteX101" fmla="*/ 6892243 w 8236673"/>
              <a:gd name="connsiteY101" fmla="*/ 2931980 h 4370646"/>
              <a:gd name="connsiteX102" fmla="*/ 6890433 w 8236673"/>
              <a:gd name="connsiteY102" fmla="*/ 2944648 h 4370646"/>
              <a:gd name="connsiteX103" fmla="*/ 6739343 w 8236673"/>
              <a:gd name="connsiteY103" fmla="*/ 2919313 h 4370646"/>
              <a:gd name="connsiteX104" fmla="*/ 311227 w 8236673"/>
              <a:gd name="connsiteY104" fmla="*/ 2853261 h 4370646"/>
              <a:gd name="connsiteX105" fmla="*/ 370035 w 8236673"/>
              <a:gd name="connsiteY105" fmla="*/ 2893978 h 4370646"/>
              <a:gd name="connsiteX106" fmla="*/ 438794 w 8236673"/>
              <a:gd name="connsiteY106" fmla="*/ 2933790 h 4370646"/>
              <a:gd name="connsiteX107" fmla="*/ 433366 w 8236673"/>
              <a:gd name="connsiteY107" fmla="*/ 2945552 h 4370646"/>
              <a:gd name="connsiteX108" fmla="*/ 362796 w 8236673"/>
              <a:gd name="connsiteY108" fmla="*/ 2904836 h 4370646"/>
              <a:gd name="connsiteX109" fmla="*/ 303085 w 8236673"/>
              <a:gd name="connsiteY109" fmla="*/ 2863214 h 4370646"/>
              <a:gd name="connsiteX110" fmla="*/ 6450734 w 8236673"/>
              <a:gd name="connsiteY110" fmla="*/ 2821591 h 4370646"/>
              <a:gd name="connsiteX111" fmla="*/ 6595491 w 8236673"/>
              <a:gd name="connsiteY111" fmla="*/ 2867737 h 4370646"/>
              <a:gd name="connsiteX112" fmla="*/ 6591872 w 8236673"/>
              <a:gd name="connsiteY112" fmla="*/ 2879499 h 4370646"/>
              <a:gd name="connsiteX113" fmla="*/ 6447115 w 8236673"/>
              <a:gd name="connsiteY113" fmla="*/ 2834259 h 4370646"/>
              <a:gd name="connsiteX114" fmla="*/ 5109922 w 8236673"/>
              <a:gd name="connsiteY114" fmla="*/ 2814353 h 4370646"/>
              <a:gd name="connsiteX115" fmla="*/ 5116255 w 8236673"/>
              <a:gd name="connsiteY115" fmla="*/ 2826116 h 4370646"/>
              <a:gd name="connsiteX116" fmla="*/ 5081875 w 8236673"/>
              <a:gd name="connsiteY116" fmla="*/ 2847832 h 4370646"/>
              <a:gd name="connsiteX117" fmla="*/ 4999544 w 8236673"/>
              <a:gd name="connsiteY117" fmla="*/ 2920218 h 4370646"/>
              <a:gd name="connsiteX118" fmla="*/ 4990497 w 8236673"/>
              <a:gd name="connsiteY118" fmla="*/ 2911169 h 4370646"/>
              <a:gd name="connsiteX119" fmla="*/ 5074637 w 8236673"/>
              <a:gd name="connsiteY119" fmla="*/ 2836974 h 4370646"/>
              <a:gd name="connsiteX120" fmla="*/ 5109922 w 8236673"/>
              <a:gd name="connsiteY120" fmla="*/ 2814353 h 4370646"/>
              <a:gd name="connsiteX121" fmla="*/ 7462223 w 8236673"/>
              <a:gd name="connsiteY121" fmla="*/ 2777255 h 4370646"/>
              <a:gd name="connsiteX122" fmla="*/ 7469461 w 8236673"/>
              <a:gd name="connsiteY122" fmla="*/ 2787208 h 4370646"/>
              <a:gd name="connsiteX123" fmla="*/ 7338275 w 8236673"/>
              <a:gd name="connsiteY123" fmla="*/ 2867737 h 4370646"/>
              <a:gd name="connsiteX124" fmla="*/ 7332847 w 8236673"/>
              <a:gd name="connsiteY124" fmla="*/ 2855974 h 4370646"/>
              <a:gd name="connsiteX125" fmla="*/ 7462223 w 8236673"/>
              <a:gd name="connsiteY125" fmla="*/ 2777255 h 4370646"/>
              <a:gd name="connsiteX126" fmla="*/ 6158505 w 8236673"/>
              <a:gd name="connsiteY126" fmla="*/ 2734728 h 4370646"/>
              <a:gd name="connsiteX127" fmla="*/ 6180219 w 8236673"/>
              <a:gd name="connsiteY127" fmla="*/ 2740157 h 4370646"/>
              <a:gd name="connsiteX128" fmla="*/ 6305977 w 8236673"/>
              <a:gd name="connsiteY128" fmla="*/ 2775445 h 4370646"/>
              <a:gd name="connsiteX129" fmla="*/ 6301453 w 8236673"/>
              <a:gd name="connsiteY129" fmla="*/ 2787208 h 4370646"/>
              <a:gd name="connsiteX130" fmla="*/ 6176600 w 8236673"/>
              <a:gd name="connsiteY130" fmla="*/ 2751919 h 4370646"/>
              <a:gd name="connsiteX131" fmla="*/ 6155791 w 8236673"/>
              <a:gd name="connsiteY131" fmla="*/ 2747395 h 4370646"/>
              <a:gd name="connsiteX132" fmla="*/ 5399436 w 8236673"/>
              <a:gd name="connsiteY132" fmla="*/ 2717536 h 4370646"/>
              <a:gd name="connsiteX133" fmla="*/ 5402150 w 8236673"/>
              <a:gd name="connsiteY133" fmla="*/ 2729299 h 4370646"/>
              <a:gd name="connsiteX134" fmla="*/ 5368675 w 8236673"/>
              <a:gd name="connsiteY134" fmla="*/ 2736537 h 4370646"/>
              <a:gd name="connsiteX135" fmla="*/ 5254679 w 8236673"/>
              <a:gd name="connsiteY135" fmla="*/ 2765492 h 4370646"/>
              <a:gd name="connsiteX136" fmla="*/ 5251060 w 8236673"/>
              <a:gd name="connsiteY136" fmla="*/ 2753729 h 4370646"/>
              <a:gd name="connsiteX137" fmla="*/ 5365961 w 8236673"/>
              <a:gd name="connsiteY137" fmla="*/ 2723870 h 4370646"/>
              <a:gd name="connsiteX138" fmla="*/ 5399436 w 8236673"/>
              <a:gd name="connsiteY138" fmla="*/ 2717536 h 4370646"/>
              <a:gd name="connsiteX139" fmla="*/ 5856325 w 8236673"/>
              <a:gd name="connsiteY139" fmla="*/ 2690393 h 4370646"/>
              <a:gd name="connsiteX140" fmla="*/ 6008320 w 8236673"/>
              <a:gd name="connsiteY140" fmla="*/ 2705775 h 4370646"/>
              <a:gd name="connsiteX141" fmla="*/ 6006510 w 8236673"/>
              <a:gd name="connsiteY141" fmla="*/ 2718442 h 4370646"/>
              <a:gd name="connsiteX142" fmla="*/ 5855420 w 8236673"/>
              <a:gd name="connsiteY142" fmla="*/ 2702155 h 4370646"/>
              <a:gd name="connsiteX143" fmla="*/ 5703426 w 8236673"/>
              <a:gd name="connsiteY143" fmla="*/ 2685868 h 4370646"/>
              <a:gd name="connsiteX144" fmla="*/ 5703426 w 8236673"/>
              <a:gd name="connsiteY144" fmla="*/ 2699441 h 4370646"/>
              <a:gd name="connsiteX145" fmla="*/ 5551432 w 8236673"/>
              <a:gd name="connsiteY145" fmla="*/ 2708489 h 4370646"/>
              <a:gd name="connsiteX146" fmla="*/ 5550527 w 8236673"/>
              <a:gd name="connsiteY146" fmla="*/ 2695822 h 4370646"/>
              <a:gd name="connsiteX147" fmla="*/ 5703426 w 8236673"/>
              <a:gd name="connsiteY147" fmla="*/ 2685868 h 4370646"/>
              <a:gd name="connsiteX148" fmla="*/ 117617 w 8236673"/>
              <a:gd name="connsiteY148" fmla="*/ 2623436 h 4370646"/>
              <a:gd name="connsiteX149" fmla="*/ 202662 w 8236673"/>
              <a:gd name="connsiteY149" fmla="*/ 2748301 h 4370646"/>
              <a:gd name="connsiteX150" fmla="*/ 193613 w 8236673"/>
              <a:gd name="connsiteY150" fmla="*/ 2756445 h 4370646"/>
              <a:gd name="connsiteX151" fmla="*/ 105856 w 8236673"/>
              <a:gd name="connsiteY151" fmla="*/ 2629770 h 4370646"/>
              <a:gd name="connsiteX152" fmla="*/ 7671216 w 8236673"/>
              <a:gd name="connsiteY152" fmla="*/ 2561003 h 4370646"/>
              <a:gd name="connsiteX153" fmla="*/ 7682073 w 8236673"/>
              <a:gd name="connsiteY153" fmla="*/ 2568242 h 4370646"/>
              <a:gd name="connsiteX154" fmla="*/ 7585267 w 8236673"/>
              <a:gd name="connsiteY154" fmla="*/ 2686774 h 4370646"/>
              <a:gd name="connsiteX155" fmla="*/ 7575315 w 8236673"/>
              <a:gd name="connsiteY155" fmla="*/ 2677725 h 4370646"/>
              <a:gd name="connsiteX156" fmla="*/ 7671216 w 8236673"/>
              <a:gd name="connsiteY156" fmla="*/ 2561003 h 4370646"/>
              <a:gd name="connsiteX157" fmla="*/ 20811 w 8236673"/>
              <a:gd name="connsiteY157" fmla="*/ 2338417 h 4370646"/>
              <a:gd name="connsiteX158" fmla="*/ 56999 w 8236673"/>
              <a:gd name="connsiteY158" fmla="*/ 2485903 h 4370646"/>
              <a:gd name="connsiteX159" fmla="*/ 44335 w 8236673"/>
              <a:gd name="connsiteY159" fmla="*/ 2489522 h 4370646"/>
              <a:gd name="connsiteX160" fmla="*/ 8144 w 8236673"/>
              <a:gd name="connsiteY160" fmla="*/ 2341132 h 4370646"/>
              <a:gd name="connsiteX161" fmla="*/ 7800594 w 8236673"/>
              <a:gd name="connsiteY161" fmla="*/ 2288652 h 4370646"/>
              <a:gd name="connsiteX162" fmla="*/ 7812355 w 8236673"/>
              <a:gd name="connsiteY162" fmla="*/ 2292271 h 4370646"/>
              <a:gd name="connsiteX163" fmla="*/ 7757166 w 8236673"/>
              <a:gd name="connsiteY163" fmla="*/ 2435233 h 4370646"/>
              <a:gd name="connsiteX164" fmla="*/ 7746310 w 8236673"/>
              <a:gd name="connsiteY164" fmla="*/ 2429804 h 4370646"/>
              <a:gd name="connsiteX165" fmla="*/ 7800594 w 8236673"/>
              <a:gd name="connsiteY165" fmla="*/ 2288652 h 4370646"/>
              <a:gd name="connsiteX166" fmla="*/ 19905 w 8236673"/>
              <a:gd name="connsiteY166" fmla="*/ 2035301 h 4370646"/>
              <a:gd name="connsiteX167" fmla="*/ 31667 w 8236673"/>
              <a:gd name="connsiteY167" fmla="*/ 2038920 h 4370646"/>
              <a:gd name="connsiteX168" fmla="*/ 14478 w 8236673"/>
              <a:gd name="connsiteY168" fmla="*/ 2152927 h 4370646"/>
              <a:gd name="connsiteX169" fmla="*/ 11765 w 8236673"/>
              <a:gd name="connsiteY169" fmla="*/ 2188215 h 4370646"/>
              <a:gd name="connsiteX170" fmla="*/ 0 w 8236673"/>
              <a:gd name="connsiteY170" fmla="*/ 2188215 h 4370646"/>
              <a:gd name="connsiteX171" fmla="*/ 1812 w 8236673"/>
              <a:gd name="connsiteY171" fmla="*/ 2152023 h 4370646"/>
              <a:gd name="connsiteX172" fmla="*/ 19905 w 8236673"/>
              <a:gd name="connsiteY172" fmla="*/ 2035301 h 4370646"/>
              <a:gd name="connsiteX173" fmla="*/ 7845829 w 8236673"/>
              <a:gd name="connsiteY173" fmla="*/ 1990059 h 4370646"/>
              <a:gd name="connsiteX174" fmla="*/ 7857591 w 8236673"/>
              <a:gd name="connsiteY174" fmla="*/ 1990059 h 4370646"/>
              <a:gd name="connsiteX175" fmla="*/ 7844925 w 8236673"/>
              <a:gd name="connsiteY175" fmla="*/ 2142069 h 4370646"/>
              <a:gd name="connsiteX176" fmla="*/ 7833163 w 8236673"/>
              <a:gd name="connsiteY176" fmla="*/ 2141165 h 4370646"/>
              <a:gd name="connsiteX177" fmla="*/ 7845829 w 8236673"/>
              <a:gd name="connsiteY177" fmla="*/ 1990059 h 4370646"/>
              <a:gd name="connsiteX178" fmla="*/ 134807 w 8236673"/>
              <a:gd name="connsiteY178" fmla="*/ 1752996 h 4370646"/>
              <a:gd name="connsiteX179" fmla="*/ 145665 w 8236673"/>
              <a:gd name="connsiteY179" fmla="*/ 1759330 h 4370646"/>
              <a:gd name="connsiteX180" fmla="*/ 76905 w 8236673"/>
              <a:gd name="connsiteY180" fmla="*/ 1894148 h 4370646"/>
              <a:gd name="connsiteX181" fmla="*/ 65145 w 8236673"/>
              <a:gd name="connsiteY181" fmla="*/ 1889624 h 4370646"/>
              <a:gd name="connsiteX182" fmla="*/ 134807 w 8236673"/>
              <a:gd name="connsiteY182" fmla="*/ 1752996 h 4370646"/>
              <a:gd name="connsiteX183" fmla="*/ 7825925 w 8236673"/>
              <a:gd name="connsiteY183" fmla="*/ 1686039 h 4370646"/>
              <a:gd name="connsiteX184" fmla="*/ 7838591 w 8236673"/>
              <a:gd name="connsiteY184" fmla="*/ 1746662 h 4370646"/>
              <a:gd name="connsiteX185" fmla="*/ 7852163 w 8236673"/>
              <a:gd name="connsiteY185" fmla="*/ 1837145 h 4370646"/>
              <a:gd name="connsiteX186" fmla="*/ 7838591 w 8236673"/>
              <a:gd name="connsiteY186" fmla="*/ 1838049 h 4370646"/>
              <a:gd name="connsiteX187" fmla="*/ 7825925 w 8236673"/>
              <a:gd name="connsiteY187" fmla="*/ 1749377 h 4370646"/>
              <a:gd name="connsiteX188" fmla="*/ 7814163 w 8236673"/>
              <a:gd name="connsiteY188" fmla="*/ 1688754 h 4370646"/>
              <a:gd name="connsiteX189" fmla="*/ 332037 w 8236673"/>
              <a:gd name="connsiteY189" fmla="*/ 1519553 h 4370646"/>
              <a:gd name="connsiteX190" fmla="*/ 340180 w 8236673"/>
              <a:gd name="connsiteY190" fmla="*/ 1528601 h 4370646"/>
              <a:gd name="connsiteX191" fmla="*/ 234328 w 8236673"/>
              <a:gd name="connsiteY191" fmla="*/ 1637180 h 4370646"/>
              <a:gd name="connsiteX192" fmla="*/ 224375 w 8236673"/>
              <a:gd name="connsiteY192" fmla="*/ 1628132 h 4370646"/>
              <a:gd name="connsiteX193" fmla="*/ 332037 w 8236673"/>
              <a:gd name="connsiteY193" fmla="*/ 1519553 h 4370646"/>
              <a:gd name="connsiteX194" fmla="*/ 7736357 w 8236673"/>
              <a:gd name="connsiteY194" fmla="*/ 1393783 h 4370646"/>
              <a:gd name="connsiteX195" fmla="*/ 7786117 w 8236673"/>
              <a:gd name="connsiteY195" fmla="*/ 1538554 h 4370646"/>
              <a:gd name="connsiteX196" fmla="*/ 7772981 w 8236673"/>
              <a:gd name="connsiteY196" fmla="*/ 1538094 h 4370646"/>
              <a:gd name="connsiteX197" fmla="*/ 7751850 w 8236673"/>
              <a:gd name="connsiteY197" fmla="*/ 1475330 h 4370646"/>
              <a:gd name="connsiteX198" fmla="*/ 7724595 w 8236673"/>
              <a:gd name="connsiteY198" fmla="*/ 1398307 h 4370646"/>
              <a:gd name="connsiteX199" fmla="*/ 587171 w 8236673"/>
              <a:gd name="connsiteY199" fmla="*/ 1352160 h 4370646"/>
              <a:gd name="connsiteX200" fmla="*/ 592600 w 8236673"/>
              <a:gd name="connsiteY200" fmla="*/ 1363923 h 4370646"/>
              <a:gd name="connsiteX201" fmla="*/ 461413 w 8236673"/>
              <a:gd name="connsiteY201" fmla="*/ 1438118 h 4370646"/>
              <a:gd name="connsiteX202" fmla="*/ 454175 w 8236673"/>
              <a:gd name="connsiteY202" fmla="*/ 1427260 h 4370646"/>
              <a:gd name="connsiteX203" fmla="*/ 587171 w 8236673"/>
              <a:gd name="connsiteY203" fmla="*/ 1352160 h 4370646"/>
              <a:gd name="connsiteX204" fmla="*/ 852260 w 8236673"/>
              <a:gd name="connsiteY204" fmla="*/ 1203769 h 4370646"/>
              <a:gd name="connsiteX205" fmla="*/ 859497 w 8236673"/>
              <a:gd name="connsiteY205" fmla="*/ 1213722 h 4370646"/>
              <a:gd name="connsiteX206" fmla="*/ 728311 w 8236673"/>
              <a:gd name="connsiteY206" fmla="*/ 1291537 h 4370646"/>
              <a:gd name="connsiteX207" fmla="*/ 721978 w 8236673"/>
              <a:gd name="connsiteY207" fmla="*/ 1281584 h 4370646"/>
              <a:gd name="connsiteX208" fmla="*/ 852260 w 8236673"/>
              <a:gd name="connsiteY208" fmla="*/ 1203769 h 4370646"/>
              <a:gd name="connsiteX209" fmla="*/ 7631408 w 8236673"/>
              <a:gd name="connsiteY209" fmla="*/ 1108763 h 4370646"/>
              <a:gd name="connsiteX210" fmla="*/ 7682977 w 8236673"/>
              <a:gd name="connsiteY210" fmla="*/ 1251725 h 4370646"/>
              <a:gd name="connsiteX211" fmla="*/ 7669465 w 8236673"/>
              <a:gd name="connsiteY211" fmla="*/ 1251450 h 4370646"/>
              <a:gd name="connsiteX212" fmla="*/ 7618741 w 8236673"/>
              <a:gd name="connsiteY212" fmla="*/ 1112382 h 4370646"/>
              <a:gd name="connsiteX213" fmla="*/ 1050395 w 8236673"/>
              <a:gd name="connsiteY213" fmla="*/ 982089 h 4370646"/>
              <a:gd name="connsiteX214" fmla="*/ 1062157 w 8236673"/>
              <a:gd name="connsiteY214" fmla="*/ 986613 h 4370646"/>
              <a:gd name="connsiteX215" fmla="*/ 977112 w 8236673"/>
              <a:gd name="connsiteY215" fmla="*/ 1115098 h 4370646"/>
              <a:gd name="connsiteX216" fmla="*/ 967159 w 8236673"/>
              <a:gd name="connsiteY216" fmla="*/ 1106049 h 4370646"/>
              <a:gd name="connsiteX217" fmla="*/ 1050395 w 8236673"/>
              <a:gd name="connsiteY217" fmla="*/ 982089 h 4370646"/>
              <a:gd name="connsiteX218" fmla="*/ 7549982 w 8236673"/>
              <a:gd name="connsiteY218" fmla="*/ 815602 h 4370646"/>
              <a:gd name="connsiteX219" fmla="*/ 7585267 w 8236673"/>
              <a:gd name="connsiteY219" fmla="*/ 963087 h 4370646"/>
              <a:gd name="connsiteX220" fmla="*/ 7573505 w 8236673"/>
              <a:gd name="connsiteY220" fmla="*/ 966707 h 4370646"/>
              <a:gd name="connsiteX221" fmla="*/ 7538221 w 8236673"/>
              <a:gd name="connsiteY221" fmla="*/ 818316 h 4370646"/>
              <a:gd name="connsiteX222" fmla="*/ 7496603 w 8236673"/>
              <a:gd name="connsiteY222" fmla="*/ 515201 h 4370646"/>
              <a:gd name="connsiteX223" fmla="*/ 7510174 w 8236673"/>
              <a:gd name="connsiteY223" fmla="*/ 515201 h 4370646"/>
              <a:gd name="connsiteX224" fmla="*/ 7524649 w 8236673"/>
              <a:gd name="connsiteY224" fmla="*/ 665401 h 4370646"/>
              <a:gd name="connsiteX225" fmla="*/ 7511983 w 8236673"/>
              <a:gd name="connsiteY225" fmla="*/ 668116 h 4370646"/>
              <a:gd name="connsiteX226" fmla="*/ 7496603 w 8236673"/>
              <a:gd name="connsiteY226" fmla="*/ 515201 h 4370646"/>
              <a:gd name="connsiteX227" fmla="*/ 7496882 w 8236673"/>
              <a:gd name="connsiteY227" fmla="*/ 334542 h 4370646"/>
              <a:gd name="connsiteX228" fmla="*/ 7510407 w 8236673"/>
              <a:gd name="connsiteY228" fmla="*/ 334542 h 4370646"/>
              <a:gd name="connsiteX229" fmla="*/ 7507460 w 8236673"/>
              <a:gd name="connsiteY229" fmla="*/ 363191 h 4370646"/>
              <a:gd name="connsiteX230" fmla="*/ 7493890 w 8236673"/>
              <a:gd name="connsiteY230" fmla="*/ 362286 h 4370646"/>
              <a:gd name="connsiteX231" fmla="*/ 7520126 w 8236673"/>
              <a:gd name="connsiteY231" fmla="*/ 210275 h 4370646"/>
              <a:gd name="connsiteX232" fmla="*/ 7531887 w 8236673"/>
              <a:gd name="connsiteY232" fmla="*/ 215704 h 4370646"/>
              <a:gd name="connsiteX233" fmla="*/ 7515602 w 8236673"/>
              <a:gd name="connsiteY233" fmla="*/ 284018 h 4370646"/>
              <a:gd name="connsiteX234" fmla="*/ 7510406 w 8236673"/>
              <a:gd name="connsiteY234" fmla="*/ 334541 h 4370646"/>
              <a:gd name="connsiteX235" fmla="*/ 7496881 w 8236673"/>
              <a:gd name="connsiteY235" fmla="*/ 334541 h 4370646"/>
              <a:gd name="connsiteX236" fmla="*/ 7502597 w 8236673"/>
              <a:gd name="connsiteY236" fmla="*/ 281529 h 4370646"/>
              <a:gd name="connsiteX237" fmla="*/ 7520126 w 8236673"/>
              <a:gd name="connsiteY237" fmla="*/ 210275 h 4370646"/>
              <a:gd name="connsiteX238" fmla="*/ 8198675 w 8236673"/>
              <a:gd name="connsiteY238" fmla="*/ 18454 h 4370646"/>
              <a:gd name="connsiteX239" fmla="*/ 8236673 w 8236673"/>
              <a:gd name="connsiteY239" fmla="*/ 25692 h 4370646"/>
              <a:gd name="connsiteX240" fmla="*/ 8234864 w 8236673"/>
              <a:gd name="connsiteY240" fmla="*/ 37455 h 4370646"/>
              <a:gd name="connsiteX241" fmla="*/ 8195961 w 8236673"/>
              <a:gd name="connsiteY241" fmla="*/ 32026 h 4370646"/>
              <a:gd name="connsiteX242" fmla="*/ 7741786 w 8236673"/>
              <a:gd name="connsiteY242" fmla="*/ 17548 h 4370646"/>
              <a:gd name="connsiteX243" fmla="*/ 7743596 w 8236673"/>
              <a:gd name="connsiteY243" fmla="*/ 29310 h 4370646"/>
              <a:gd name="connsiteX244" fmla="*/ 7634123 w 8236673"/>
              <a:gd name="connsiteY244" fmla="*/ 70932 h 4370646"/>
              <a:gd name="connsiteX245" fmla="*/ 7609696 w 8236673"/>
              <a:gd name="connsiteY245" fmla="*/ 90838 h 4370646"/>
              <a:gd name="connsiteX246" fmla="*/ 7601553 w 8236673"/>
              <a:gd name="connsiteY246" fmla="*/ 79980 h 4370646"/>
              <a:gd name="connsiteX247" fmla="*/ 7626886 w 8236673"/>
              <a:gd name="connsiteY247" fmla="*/ 60979 h 4370646"/>
              <a:gd name="connsiteX248" fmla="*/ 7741786 w 8236673"/>
              <a:gd name="connsiteY248" fmla="*/ 17548 h 4370646"/>
              <a:gd name="connsiteX249" fmla="*/ 7893781 w 8236673"/>
              <a:gd name="connsiteY249" fmla="*/ 1261 h 4370646"/>
              <a:gd name="connsiteX250" fmla="*/ 8046680 w 8236673"/>
              <a:gd name="connsiteY250" fmla="*/ 2166 h 4370646"/>
              <a:gd name="connsiteX251" fmla="*/ 8046680 w 8236673"/>
              <a:gd name="connsiteY251" fmla="*/ 14833 h 4370646"/>
              <a:gd name="connsiteX252" fmla="*/ 7893781 w 8236673"/>
              <a:gd name="connsiteY252" fmla="*/ 13928 h 437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Lst>
            <a:rect l="l" t="t" r="r" b="b"/>
            <a:pathLst>
              <a:path w="8236673" h="4370646">
                <a:moveTo>
                  <a:pt x="2959376" y="4355264"/>
                </a:moveTo>
                <a:lnTo>
                  <a:pt x="2960280" y="4367027"/>
                </a:lnTo>
                <a:cubicBezTo>
                  <a:pt x="2924091" y="4368837"/>
                  <a:pt x="2887902" y="4370646"/>
                  <a:pt x="2850808" y="4370646"/>
                </a:cubicBezTo>
                <a:cubicBezTo>
                  <a:pt x="2837237" y="4370646"/>
                  <a:pt x="2822761" y="4369741"/>
                  <a:pt x="2807381" y="4369741"/>
                </a:cubicBezTo>
                <a:lnTo>
                  <a:pt x="2807381" y="4357080"/>
                </a:lnTo>
                <a:lnTo>
                  <a:pt x="2808345" y="4357063"/>
                </a:lnTo>
                <a:close/>
                <a:moveTo>
                  <a:pt x="2506105" y="4324501"/>
                </a:moveTo>
                <a:cubicBezTo>
                  <a:pt x="2555866" y="4334453"/>
                  <a:pt x="2606530" y="4341692"/>
                  <a:pt x="2656291" y="4347121"/>
                </a:cubicBezTo>
                <a:cubicBezTo>
                  <a:pt x="2655989" y="4351344"/>
                  <a:pt x="2655688" y="4355566"/>
                  <a:pt x="2655386" y="4359789"/>
                </a:cubicBezTo>
                <a:cubicBezTo>
                  <a:pt x="2604721" y="4355264"/>
                  <a:pt x="2554056" y="4347121"/>
                  <a:pt x="2504296" y="4337168"/>
                </a:cubicBezTo>
                <a:close/>
                <a:moveTo>
                  <a:pt x="3259746" y="4310929"/>
                </a:moveTo>
                <a:lnTo>
                  <a:pt x="3262460" y="4322692"/>
                </a:lnTo>
                <a:cubicBezTo>
                  <a:pt x="3248889" y="4325406"/>
                  <a:pt x="3236223" y="4329026"/>
                  <a:pt x="3222652" y="4331740"/>
                </a:cubicBezTo>
                <a:cubicBezTo>
                  <a:pt x="3186462" y="4338978"/>
                  <a:pt x="3149368" y="4346217"/>
                  <a:pt x="3112274" y="4351646"/>
                </a:cubicBezTo>
                <a:lnTo>
                  <a:pt x="3111370" y="4338978"/>
                </a:lnTo>
                <a:cubicBezTo>
                  <a:pt x="3147559" y="4333550"/>
                  <a:pt x="3183748" y="4327216"/>
                  <a:pt x="3219033" y="4319977"/>
                </a:cubicBezTo>
                <a:cubicBezTo>
                  <a:pt x="3232604" y="4316358"/>
                  <a:pt x="3247079" y="4313644"/>
                  <a:pt x="3259746" y="4310929"/>
                </a:cubicBezTo>
                <a:close/>
                <a:moveTo>
                  <a:pt x="2214782" y="4243971"/>
                </a:moveTo>
                <a:cubicBezTo>
                  <a:pt x="2261828" y="4261163"/>
                  <a:pt x="2309780" y="4277449"/>
                  <a:pt x="2358635" y="4291022"/>
                </a:cubicBezTo>
                <a:lnTo>
                  <a:pt x="2355015" y="4302785"/>
                </a:lnTo>
                <a:cubicBezTo>
                  <a:pt x="2306160" y="4289212"/>
                  <a:pt x="2257305" y="4272925"/>
                  <a:pt x="2209353" y="4254829"/>
                </a:cubicBezTo>
                <a:close/>
                <a:moveTo>
                  <a:pt x="3549260" y="4219541"/>
                </a:moveTo>
                <a:lnTo>
                  <a:pt x="3554688" y="4231303"/>
                </a:lnTo>
                <a:cubicBezTo>
                  <a:pt x="3506737" y="4249400"/>
                  <a:pt x="3458787" y="4266591"/>
                  <a:pt x="3410836" y="4282879"/>
                </a:cubicBezTo>
                <a:lnTo>
                  <a:pt x="3406312" y="4270211"/>
                </a:lnTo>
                <a:cubicBezTo>
                  <a:pt x="3453358" y="4254829"/>
                  <a:pt x="3502214" y="4238542"/>
                  <a:pt x="3549260" y="4219541"/>
                </a:cubicBezTo>
                <a:close/>
                <a:moveTo>
                  <a:pt x="1941552" y="4111867"/>
                </a:moveTo>
                <a:cubicBezTo>
                  <a:pt x="1984074" y="4138107"/>
                  <a:pt x="2029311" y="4161632"/>
                  <a:pt x="2074548" y="4184253"/>
                </a:cubicBezTo>
                <a:lnTo>
                  <a:pt x="2069119" y="4195111"/>
                </a:lnTo>
                <a:cubicBezTo>
                  <a:pt x="2022978" y="4173395"/>
                  <a:pt x="1977741" y="4148965"/>
                  <a:pt x="1935219" y="4122725"/>
                </a:cubicBezTo>
                <a:close/>
                <a:moveTo>
                  <a:pt x="3823393" y="4089247"/>
                </a:moveTo>
                <a:lnTo>
                  <a:pt x="3829726" y="4099199"/>
                </a:lnTo>
                <a:cubicBezTo>
                  <a:pt x="3785395" y="4124535"/>
                  <a:pt x="3739253" y="4148060"/>
                  <a:pt x="3694017" y="4170681"/>
                </a:cubicBezTo>
                <a:lnTo>
                  <a:pt x="3688588" y="4158918"/>
                </a:lnTo>
                <a:cubicBezTo>
                  <a:pt x="3733825" y="4136297"/>
                  <a:pt x="3779061" y="4113677"/>
                  <a:pt x="3823393" y="4089247"/>
                </a:cubicBezTo>
                <a:close/>
                <a:moveTo>
                  <a:pt x="1699086" y="3929998"/>
                </a:moveTo>
                <a:cubicBezTo>
                  <a:pt x="1735275" y="3964381"/>
                  <a:pt x="1774179" y="3996955"/>
                  <a:pt x="1814891" y="4026814"/>
                </a:cubicBezTo>
                <a:lnTo>
                  <a:pt x="1807654" y="4037672"/>
                </a:lnTo>
                <a:cubicBezTo>
                  <a:pt x="1766035" y="4006003"/>
                  <a:pt x="1727133" y="3973429"/>
                  <a:pt x="1690038" y="3939046"/>
                </a:cubicBezTo>
                <a:close/>
                <a:moveTo>
                  <a:pt x="4078528" y="3924569"/>
                </a:moveTo>
                <a:lnTo>
                  <a:pt x="4083561" y="3930861"/>
                </a:lnTo>
                <a:lnTo>
                  <a:pt x="4085765" y="3933617"/>
                </a:lnTo>
                <a:cubicBezTo>
                  <a:pt x="4045053" y="3964381"/>
                  <a:pt x="4002530" y="3993335"/>
                  <a:pt x="3960912" y="4021385"/>
                </a:cubicBezTo>
                <a:lnTo>
                  <a:pt x="3953675" y="4010527"/>
                </a:lnTo>
                <a:cubicBezTo>
                  <a:pt x="3995292" y="3983382"/>
                  <a:pt x="4037815" y="3953523"/>
                  <a:pt x="4078528" y="3924569"/>
                </a:cubicBezTo>
                <a:close/>
                <a:moveTo>
                  <a:pt x="4313759" y="3730937"/>
                </a:moveTo>
                <a:lnTo>
                  <a:pt x="4321901" y="3740890"/>
                </a:lnTo>
                <a:cubicBezTo>
                  <a:pt x="4283903" y="3775273"/>
                  <a:pt x="4244999" y="3808752"/>
                  <a:pt x="4206096" y="3840421"/>
                </a:cubicBezTo>
                <a:lnTo>
                  <a:pt x="4198858" y="3831372"/>
                </a:lnTo>
                <a:cubicBezTo>
                  <a:pt x="4237761" y="3799703"/>
                  <a:pt x="4275760" y="3766225"/>
                  <a:pt x="4313759" y="3730937"/>
                </a:cubicBezTo>
                <a:close/>
                <a:moveTo>
                  <a:pt x="1500045" y="3701983"/>
                </a:moveTo>
                <a:cubicBezTo>
                  <a:pt x="1528995" y="3742700"/>
                  <a:pt x="1559757" y="3783417"/>
                  <a:pt x="1593232" y="3821419"/>
                </a:cubicBezTo>
                <a:lnTo>
                  <a:pt x="1583279" y="3829563"/>
                </a:lnTo>
                <a:cubicBezTo>
                  <a:pt x="1549804" y="3791560"/>
                  <a:pt x="1519043" y="3750843"/>
                  <a:pt x="1490092" y="3708317"/>
                </a:cubicBezTo>
                <a:close/>
                <a:moveTo>
                  <a:pt x="4528179" y="3515589"/>
                </a:moveTo>
                <a:lnTo>
                  <a:pt x="4537227" y="3524637"/>
                </a:lnTo>
                <a:cubicBezTo>
                  <a:pt x="4503751" y="3562640"/>
                  <a:pt x="4467562" y="3599738"/>
                  <a:pt x="4433182" y="3635931"/>
                </a:cubicBezTo>
                <a:lnTo>
                  <a:pt x="4424135" y="3625978"/>
                </a:lnTo>
                <a:cubicBezTo>
                  <a:pt x="4458515" y="3590689"/>
                  <a:pt x="4493799" y="3553592"/>
                  <a:pt x="4528179" y="3515589"/>
                </a:cubicBezTo>
                <a:close/>
                <a:moveTo>
                  <a:pt x="1349858" y="3436870"/>
                </a:moveTo>
                <a:cubicBezTo>
                  <a:pt x="1367047" y="3466729"/>
                  <a:pt x="1383334" y="3497493"/>
                  <a:pt x="1398713" y="3526447"/>
                </a:cubicBezTo>
                <a:cubicBezTo>
                  <a:pt x="1406855" y="3541829"/>
                  <a:pt x="1414093" y="3557211"/>
                  <a:pt x="1422235" y="3571688"/>
                </a:cubicBezTo>
                <a:lnTo>
                  <a:pt x="1411378" y="3578022"/>
                </a:lnTo>
                <a:cubicBezTo>
                  <a:pt x="1403236" y="3563545"/>
                  <a:pt x="1395093" y="3548163"/>
                  <a:pt x="1387856" y="3532781"/>
                </a:cubicBezTo>
                <a:cubicBezTo>
                  <a:pt x="1371570" y="3503827"/>
                  <a:pt x="1355286" y="3473063"/>
                  <a:pt x="1339001" y="3443203"/>
                </a:cubicBezTo>
                <a:close/>
                <a:moveTo>
                  <a:pt x="4721793" y="3281242"/>
                </a:moveTo>
                <a:lnTo>
                  <a:pt x="4731745" y="3289385"/>
                </a:lnTo>
                <a:cubicBezTo>
                  <a:pt x="4700984" y="3329197"/>
                  <a:pt x="4669318" y="3369914"/>
                  <a:pt x="4636748" y="3408821"/>
                </a:cubicBezTo>
                <a:lnTo>
                  <a:pt x="4626796" y="3400678"/>
                </a:lnTo>
                <a:cubicBezTo>
                  <a:pt x="4659366" y="3361771"/>
                  <a:pt x="4691032" y="3321958"/>
                  <a:pt x="4721793" y="3281242"/>
                </a:cubicBezTo>
                <a:close/>
                <a:moveTo>
                  <a:pt x="1147199" y="3210664"/>
                </a:moveTo>
                <a:cubicBezTo>
                  <a:pt x="1189721" y="3239619"/>
                  <a:pt x="1225911" y="3270383"/>
                  <a:pt x="1258481" y="3306575"/>
                </a:cubicBezTo>
                <a:lnTo>
                  <a:pt x="1263004" y="3312005"/>
                </a:lnTo>
                <a:lnTo>
                  <a:pt x="1253957" y="3320148"/>
                </a:lnTo>
                <a:lnTo>
                  <a:pt x="1249433" y="3314719"/>
                </a:lnTo>
                <a:cubicBezTo>
                  <a:pt x="1217768" y="3279431"/>
                  <a:pt x="1182483" y="3248667"/>
                  <a:pt x="1139961" y="3220617"/>
                </a:cubicBezTo>
                <a:close/>
                <a:moveTo>
                  <a:pt x="869445" y="3084895"/>
                </a:moveTo>
                <a:cubicBezTo>
                  <a:pt x="925538" y="3102992"/>
                  <a:pt x="970775" y="3120183"/>
                  <a:pt x="1012393" y="3137375"/>
                </a:cubicBezTo>
                <a:lnTo>
                  <a:pt x="1007869" y="3149138"/>
                </a:lnTo>
                <a:cubicBezTo>
                  <a:pt x="966251" y="3131946"/>
                  <a:pt x="921920" y="3114754"/>
                  <a:pt x="864921" y="3096658"/>
                </a:cubicBezTo>
                <a:close/>
                <a:moveTo>
                  <a:pt x="4895500" y="3031509"/>
                </a:moveTo>
                <a:lnTo>
                  <a:pt x="4906357" y="3037843"/>
                </a:lnTo>
                <a:cubicBezTo>
                  <a:pt x="4889167" y="3062273"/>
                  <a:pt x="4871977" y="3086704"/>
                  <a:pt x="4856597" y="3111134"/>
                </a:cubicBezTo>
                <a:cubicBezTo>
                  <a:pt x="4848454" y="3121992"/>
                  <a:pt x="4842121" y="3132850"/>
                  <a:pt x="4834883" y="3143707"/>
                </a:cubicBezTo>
                <a:cubicBezTo>
                  <a:pt x="4829455" y="3150946"/>
                  <a:pt x="4824931" y="3157280"/>
                  <a:pt x="4820408" y="3164519"/>
                </a:cubicBezTo>
                <a:lnTo>
                  <a:pt x="4810455" y="3157280"/>
                </a:lnTo>
                <a:cubicBezTo>
                  <a:pt x="4814979" y="3150041"/>
                  <a:pt x="4818598" y="3143707"/>
                  <a:pt x="4824026" y="3137374"/>
                </a:cubicBezTo>
                <a:cubicBezTo>
                  <a:pt x="4831264" y="3125611"/>
                  <a:pt x="4838502" y="3114753"/>
                  <a:pt x="4845740" y="3103895"/>
                </a:cubicBezTo>
                <a:cubicBezTo>
                  <a:pt x="4862025" y="3080370"/>
                  <a:pt x="4878310" y="3055035"/>
                  <a:pt x="4895500" y="3031509"/>
                </a:cubicBezTo>
                <a:close/>
                <a:moveTo>
                  <a:pt x="578123" y="2992604"/>
                </a:moveTo>
                <a:cubicBezTo>
                  <a:pt x="626979" y="3009796"/>
                  <a:pt x="675835" y="3025178"/>
                  <a:pt x="722881" y="3039655"/>
                </a:cubicBezTo>
                <a:lnTo>
                  <a:pt x="719261" y="3051418"/>
                </a:lnTo>
                <a:cubicBezTo>
                  <a:pt x="672215" y="3036941"/>
                  <a:pt x="622455" y="3022463"/>
                  <a:pt x="573600" y="3004367"/>
                </a:cubicBezTo>
                <a:close/>
                <a:moveTo>
                  <a:pt x="7191709" y="2910263"/>
                </a:moveTo>
                <a:lnTo>
                  <a:pt x="7195327" y="2922026"/>
                </a:lnTo>
                <a:cubicBezTo>
                  <a:pt x="7156424" y="2932884"/>
                  <a:pt x="7116615" y="2940123"/>
                  <a:pt x="7076807" y="2945551"/>
                </a:cubicBezTo>
                <a:cubicBezTo>
                  <a:pt x="7065951" y="2945551"/>
                  <a:pt x="7055094" y="2946456"/>
                  <a:pt x="7044237" y="2947361"/>
                </a:cubicBezTo>
                <a:lnTo>
                  <a:pt x="7043333" y="2935599"/>
                </a:lnTo>
                <a:cubicBezTo>
                  <a:pt x="7053285" y="2934694"/>
                  <a:pt x="7064141" y="2933789"/>
                  <a:pt x="7074998" y="2931979"/>
                </a:cubicBezTo>
                <a:cubicBezTo>
                  <a:pt x="7113901" y="2927455"/>
                  <a:pt x="7153709" y="2921121"/>
                  <a:pt x="7191709" y="2910263"/>
                </a:cubicBezTo>
                <a:close/>
                <a:moveTo>
                  <a:pt x="6742961" y="2906645"/>
                </a:moveTo>
                <a:cubicBezTo>
                  <a:pt x="6796341" y="2919313"/>
                  <a:pt x="6845197" y="2926551"/>
                  <a:pt x="6892243" y="2931980"/>
                </a:cubicBezTo>
                <a:lnTo>
                  <a:pt x="6890433" y="2944648"/>
                </a:lnTo>
                <a:cubicBezTo>
                  <a:pt x="6843387" y="2940124"/>
                  <a:pt x="6793627" y="2931980"/>
                  <a:pt x="6739343" y="2919313"/>
                </a:cubicBezTo>
                <a:close/>
                <a:moveTo>
                  <a:pt x="311227" y="2853261"/>
                </a:moveTo>
                <a:cubicBezTo>
                  <a:pt x="330226" y="2868642"/>
                  <a:pt x="350130" y="2882215"/>
                  <a:pt x="370035" y="2893978"/>
                </a:cubicBezTo>
                <a:cubicBezTo>
                  <a:pt x="391748" y="2907550"/>
                  <a:pt x="414366" y="2921122"/>
                  <a:pt x="438794" y="2933790"/>
                </a:cubicBezTo>
                <a:lnTo>
                  <a:pt x="433366" y="2945552"/>
                </a:lnTo>
                <a:cubicBezTo>
                  <a:pt x="408938" y="2931980"/>
                  <a:pt x="384510" y="2919313"/>
                  <a:pt x="362796" y="2904836"/>
                </a:cubicBezTo>
                <a:cubicBezTo>
                  <a:pt x="341988" y="2893073"/>
                  <a:pt x="322989" y="2878596"/>
                  <a:pt x="303085" y="2863214"/>
                </a:cubicBezTo>
                <a:close/>
                <a:moveTo>
                  <a:pt x="6450734" y="2821591"/>
                </a:moveTo>
                <a:cubicBezTo>
                  <a:pt x="6503208" y="2838783"/>
                  <a:pt x="6549349" y="2854165"/>
                  <a:pt x="6595491" y="2867737"/>
                </a:cubicBezTo>
                <a:lnTo>
                  <a:pt x="6591872" y="2879499"/>
                </a:lnTo>
                <a:cubicBezTo>
                  <a:pt x="6545730" y="2865927"/>
                  <a:pt x="6498684" y="2850545"/>
                  <a:pt x="6447115" y="2834259"/>
                </a:cubicBezTo>
                <a:close/>
                <a:moveTo>
                  <a:pt x="5109922" y="2814353"/>
                </a:moveTo>
                <a:lnTo>
                  <a:pt x="5116255" y="2826116"/>
                </a:lnTo>
                <a:cubicBezTo>
                  <a:pt x="5104493" y="2832450"/>
                  <a:pt x="5092732" y="2839688"/>
                  <a:pt x="5081875" y="2847832"/>
                </a:cubicBezTo>
                <a:cubicBezTo>
                  <a:pt x="5053828" y="2867738"/>
                  <a:pt x="5026686" y="2891263"/>
                  <a:pt x="4999544" y="2920218"/>
                </a:cubicBezTo>
                <a:lnTo>
                  <a:pt x="4990497" y="2911169"/>
                </a:lnTo>
                <a:cubicBezTo>
                  <a:pt x="5017639" y="2882215"/>
                  <a:pt x="5045686" y="2857785"/>
                  <a:pt x="5074637" y="2836974"/>
                </a:cubicBezTo>
                <a:cubicBezTo>
                  <a:pt x="5085494" y="2829735"/>
                  <a:pt x="5098160" y="2821592"/>
                  <a:pt x="5109922" y="2814353"/>
                </a:cubicBezTo>
                <a:close/>
                <a:moveTo>
                  <a:pt x="7462223" y="2777255"/>
                </a:moveTo>
                <a:lnTo>
                  <a:pt x="7469461" y="2787208"/>
                </a:lnTo>
                <a:cubicBezTo>
                  <a:pt x="7427843" y="2817971"/>
                  <a:pt x="7383511" y="2845116"/>
                  <a:pt x="7338275" y="2867737"/>
                </a:cubicBezTo>
                <a:lnTo>
                  <a:pt x="7332847" y="2855974"/>
                </a:lnTo>
                <a:cubicBezTo>
                  <a:pt x="7377179" y="2834259"/>
                  <a:pt x="7420605" y="2807114"/>
                  <a:pt x="7462223" y="2777255"/>
                </a:cubicBezTo>
                <a:close/>
                <a:moveTo>
                  <a:pt x="6158505" y="2734728"/>
                </a:moveTo>
                <a:cubicBezTo>
                  <a:pt x="6164838" y="2736537"/>
                  <a:pt x="6172981" y="2738347"/>
                  <a:pt x="6180219" y="2740157"/>
                </a:cubicBezTo>
                <a:cubicBezTo>
                  <a:pt x="6218218" y="2749205"/>
                  <a:pt x="6258931" y="2760968"/>
                  <a:pt x="6305977" y="2775445"/>
                </a:cubicBezTo>
                <a:lnTo>
                  <a:pt x="6301453" y="2787208"/>
                </a:lnTo>
                <a:cubicBezTo>
                  <a:pt x="6255312" y="2772731"/>
                  <a:pt x="6214599" y="2761873"/>
                  <a:pt x="6176600" y="2751919"/>
                </a:cubicBezTo>
                <a:cubicBezTo>
                  <a:pt x="6170267" y="2750110"/>
                  <a:pt x="6162124" y="2748300"/>
                  <a:pt x="6155791" y="2747395"/>
                </a:cubicBezTo>
                <a:close/>
                <a:moveTo>
                  <a:pt x="5399436" y="2717536"/>
                </a:moveTo>
                <a:lnTo>
                  <a:pt x="5402150" y="2729299"/>
                </a:lnTo>
                <a:cubicBezTo>
                  <a:pt x="5390388" y="2732013"/>
                  <a:pt x="5379532" y="2734728"/>
                  <a:pt x="5368675" y="2736537"/>
                </a:cubicBezTo>
                <a:cubicBezTo>
                  <a:pt x="5326152" y="2745586"/>
                  <a:pt x="5288154" y="2754634"/>
                  <a:pt x="5254679" y="2765492"/>
                </a:cubicBezTo>
                <a:lnTo>
                  <a:pt x="5251060" y="2753729"/>
                </a:lnTo>
                <a:cubicBezTo>
                  <a:pt x="5284535" y="2742871"/>
                  <a:pt x="5322533" y="2732918"/>
                  <a:pt x="5365961" y="2723870"/>
                </a:cubicBezTo>
                <a:cubicBezTo>
                  <a:pt x="5377722" y="2721156"/>
                  <a:pt x="5387674" y="2719346"/>
                  <a:pt x="5399436" y="2717536"/>
                </a:cubicBezTo>
                <a:close/>
                <a:moveTo>
                  <a:pt x="5856325" y="2690393"/>
                </a:moveTo>
                <a:cubicBezTo>
                  <a:pt x="5906990" y="2693107"/>
                  <a:pt x="5958560" y="2698536"/>
                  <a:pt x="6008320" y="2705775"/>
                </a:cubicBezTo>
                <a:lnTo>
                  <a:pt x="6006510" y="2718442"/>
                </a:lnTo>
                <a:cubicBezTo>
                  <a:pt x="5956750" y="2711204"/>
                  <a:pt x="5906085" y="2705775"/>
                  <a:pt x="5855420" y="2702155"/>
                </a:cubicBezTo>
                <a:close/>
                <a:moveTo>
                  <a:pt x="5703426" y="2685868"/>
                </a:moveTo>
                <a:lnTo>
                  <a:pt x="5703426" y="2699441"/>
                </a:lnTo>
                <a:cubicBezTo>
                  <a:pt x="5653666" y="2699441"/>
                  <a:pt x="5602096" y="2703060"/>
                  <a:pt x="5551432" y="2708489"/>
                </a:cubicBezTo>
                <a:lnTo>
                  <a:pt x="5550527" y="2695822"/>
                </a:lnTo>
                <a:cubicBezTo>
                  <a:pt x="5601192" y="2690393"/>
                  <a:pt x="5652761" y="2686774"/>
                  <a:pt x="5703426" y="2685868"/>
                </a:cubicBezTo>
                <a:close/>
                <a:moveTo>
                  <a:pt x="117617" y="2623436"/>
                </a:moveTo>
                <a:cubicBezTo>
                  <a:pt x="142950" y="2668677"/>
                  <a:pt x="170996" y="2709394"/>
                  <a:pt x="202662" y="2748301"/>
                </a:cubicBezTo>
                <a:lnTo>
                  <a:pt x="193613" y="2756445"/>
                </a:lnTo>
                <a:cubicBezTo>
                  <a:pt x="161044" y="2717537"/>
                  <a:pt x="132093" y="2675916"/>
                  <a:pt x="105856" y="2629770"/>
                </a:cubicBezTo>
                <a:close/>
                <a:moveTo>
                  <a:pt x="7671216" y="2561003"/>
                </a:moveTo>
                <a:lnTo>
                  <a:pt x="7682073" y="2568242"/>
                </a:lnTo>
                <a:cubicBezTo>
                  <a:pt x="7653121" y="2609864"/>
                  <a:pt x="7620551" y="2650580"/>
                  <a:pt x="7585267" y="2686774"/>
                </a:cubicBezTo>
                <a:lnTo>
                  <a:pt x="7575315" y="2677725"/>
                </a:lnTo>
                <a:cubicBezTo>
                  <a:pt x="7610599" y="2642437"/>
                  <a:pt x="7643169" y="2602625"/>
                  <a:pt x="7671216" y="2561003"/>
                </a:cubicBezTo>
                <a:close/>
                <a:moveTo>
                  <a:pt x="20811" y="2338417"/>
                </a:moveTo>
                <a:cubicBezTo>
                  <a:pt x="28050" y="2389087"/>
                  <a:pt x="39811" y="2437947"/>
                  <a:pt x="56999" y="2485903"/>
                </a:cubicBezTo>
                <a:lnTo>
                  <a:pt x="44335" y="2489522"/>
                </a:lnTo>
                <a:cubicBezTo>
                  <a:pt x="28050" y="2441567"/>
                  <a:pt x="15382" y="2390896"/>
                  <a:pt x="8144" y="2341132"/>
                </a:cubicBezTo>
                <a:close/>
                <a:moveTo>
                  <a:pt x="7800594" y="2288652"/>
                </a:moveTo>
                <a:lnTo>
                  <a:pt x="7812355" y="2292271"/>
                </a:lnTo>
                <a:cubicBezTo>
                  <a:pt x="7797880" y="2342036"/>
                  <a:pt x="7779785" y="2389992"/>
                  <a:pt x="7757166" y="2435233"/>
                </a:cubicBezTo>
                <a:lnTo>
                  <a:pt x="7746310" y="2429804"/>
                </a:lnTo>
                <a:cubicBezTo>
                  <a:pt x="7768024" y="2385468"/>
                  <a:pt x="7786118" y="2337512"/>
                  <a:pt x="7800594" y="2288652"/>
                </a:cubicBezTo>
                <a:close/>
                <a:moveTo>
                  <a:pt x="19905" y="2035301"/>
                </a:moveTo>
                <a:lnTo>
                  <a:pt x="31667" y="2038920"/>
                </a:lnTo>
                <a:cubicBezTo>
                  <a:pt x="23525" y="2076922"/>
                  <a:pt x="17192" y="2114925"/>
                  <a:pt x="14478" y="2152927"/>
                </a:cubicBezTo>
                <a:cubicBezTo>
                  <a:pt x="13573" y="2164690"/>
                  <a:pt x="12669" y="2176453"/>
                  <a:pt x="11765" y="2188215"/>
                </a:cubicBezTo>
                <a:lnTo>
                  <a:pt x="0" y="2188215"/>
                </a:lnTo>
                <a:cubicBezTo>
                  <a:pt x="0" y="2175548"/>
                  <a:pt x="908" y="2163785"/>
                  <a:pt x="1812" y="2152023"/>
                </a:cubicBezTo>
                <a:cubicBezTo>
                  <a:pt x="4525" y="2113115"/>
                  <a:pt x="10858" y="2074208"/>
                  <a:pt x="19905" y="2035301"/>
                </a:cubicBezTo>
                <a:close/>
                <a:moveTo>
                  <a:pt x="7845829" y="1990059"/>
                </a:moveTo>
                <a:lnTo>
                  <a:pt x="7857591" y="1990059"/>
                </a:lnTo>
                <a:cubicBezTo>
                  <a:pt x="7857591" y="2041634"/>
                  <a:pt x="7853067" y="2092304"/>
                  <a:pt x="7844925" y="2142069"/>
                </a:cubicBezTo>
                <a:lnTo>
                  <a:pt x="7833163" y="2141165"/>
                </a:lnTo>
                <a:cubicBezTo>
                  <a:pt x="7840401" y="2091399"/>
                  <a:pt x="7844020" y="2040729"/>
                  <a:pt x="7845829" y="1990059"/>
                </a:cubicBezTo>
                <a:close/>
                <a:moveTo>
                  <a:pt x="134807" y="1752996"/>
                </a:moveTo>
                <a:lnTo>
                  <a:pt x="145665" y="1759330"/>
                </a:lnTo>
                <a:cubicBezTo>
                  <a:pt x="119427" y="1802761"/>
                  <a:pt x="95906" y="1848002"/>
                  <a:pt x="76905" y="1894148"/>
                </a:cubicBezTo>
                <a:lnTo>
                  <a:pt x="65145" y="1889624"/>
                </a:lnTo>
                <a:cubicBezTo>
                  <a:pt x="85049" y="1842573"/>
                  <a:pt x="107665" y="1797332"/>
                  <a:pt x="134807" y="1752996"/>
                </a:cubicBezTo>
                <a:close/>
                <a:moveTo>
                  <a:pt x="7825925" y="1686039"/>
                </a:moveTo>
                <a:cubicBezTo>
                  <a:pt x="7831353" y="1705945"/>
                  <a:pt x="7834973" y="1726756"/>
                  <a:pt x="7838591" y="1746662"/>
                </a:cubicBezTo>
                <a:cubicBezTo>
                  <a:pt x="7844020" y="1776521"/>
                  <a:pt x="7848543" y="1807285"/>
                  <a:pt x="7852163" y="1837145"/>
                </a:cubicBezTo>
                <a:lnTo>
                  <a:pt x="7838591" y="1838049"/>
                </a:lnTo>
                <a:cubicBezTo>
                  <a:pt x="7835877" y="1808190"/>
                  <a:pt x="7831353" y="1778331"/>
                  <a:pt x="7825925" y="1749377"/>
                </a:cubicBezTo>
                <a:cubicBezTo>
                  <a:pt x="7823211" y="1729471"/>
                  <a:pt x="7818687" y="1709565"/>
                  <a:pt x="7814163" y="1688754"/>
                </a:cubicBezTo>
                <a:close/>
                <a:moveTo>
                  <a:pt x="332037" y="1519553"/>
                </a:moveTo>
                <a:lnTo>
                  <a:pt x="340180" y="1528601"/>
                </a:lnTo>
                <a:cubicBezTo>
                  <a:pt x="302182" y="1562080"/>
                  <a:pt x="265992" y="1598272"/>
                  <a:pt x="234328" y="1637180"/>
                </a:cubicBezTo>
                <a:lnTo>
                  <a:pt x="224375" y="1628132"/>
                </a:lnTo>
                <a:cubicBezTo>
                  <a:pt x="256945" y="1589224"/>
                  <a:pt x="294041" y="1553031"/>
                  <a:pt x="332037" y="1519553"/>
                </a:cubicBezTo>
                <a:close/>
                <a:moveTo>
                  <a:pt x="7736357" y="1393783"/>
                </a:moveTo>
                <a:cubicBezTo>
                  <a:pt x="7757165" y="1449882"/>
                  <a:pt x="7772546" y="1496028"/>
                  <a:pt x="7786117" y="1538554"/>
                </a:cubicBezTo>
                <a:lnTo>
                  <a:pt x="7772981" y="1538094"/>
                </a:lnTo>
                <a:lnTo>
                  <a:pt x="7751850" y="1475330"/>
                </a:lnTo>
                <a:cubicBezTo>
                  <a:pt x="7743595" y="1451692"/>
                  <a:pt x="7734547" y="1426356"/>
                  <a:pt x="7724595" y="1398307"/>
                </a:cubicBezTo>
                <a:close/>
                <a:moveTo>
                  <a:pt x="587171" y="1352160"/>
                </a:moveTo>
                <a:lnTo>
                  <a:pt x="592600" y="1363923"/>
                </a:lnTo>
                <a:cubicBezTo>
                  <a:pt x="553697" y="1383829"/>
                  <a:pt x="505745" y="1410069"/>
                  <a:pt x="461413" y="1438118"/>
                </a:cubicBezTo>
                <a:lnTo>
                  <a:pt x="454175" y="1427260"/>
                </a:lnTo>
                <a:cubicBezTo>
                  <a:pt x="500317" y="1399211"/>
                  <a:pt x="547363" y="1372971"/>
                  <a:pt x="587171" y="1352160"/>
                </a:cubicBezTo>
                <a:close/>
                <a:moveTo>
                  <a:pt x="852260" y="1203769"/>
                </a:moveTo>
                <a:lnTo>
                  <a:pt x="859497" y="1213722"/>
                </a:lnTo>
                <a:cubicBezTo>
                  <a:pt x="823308" y="1237247"/>
                  <a:pt x="781690" y="1262583"/>
                  <a:pt x="728311" y="1291537"/>
                </a:cubicBezTo>
                <a:lnTo>
                  <a:pt x="721978" y="1281584"/>
                </a:lnTo>
                <a:cubicBezTo>
                  <a:pt x="775357" y="1252629"/>
                  <a:pt x="816070" y="1227295"/>
                  <a:pt x="852260" y="1203769"/>
                </a:cubicBezTo>
                <a:close/>
                <a:moveTo>
                  <a:pt x="7631408" y="1108763"/>
                </a:moveTo>
                <a:cubicBezTo>
                  <a:pt x="7647693" y="1157623"/>
                  <a:pt x="7665787" y="1206484"/>
                  <a:pt x="7682977" y="1251725"/>
                </a:cubicBezTo>
                <a:lnTo>
                  <a:pt x="7669465" y="1251450"/>
                </a:lnTo>
                <a:lnTo>
                  <a:pt x="7618741" y="1112382"/>
                </a:lnTo>
                <a:close/>
                <a:moveTo>
                  <a:pt x="1050395" y="982089"/>
                </a:moveTo>
                <a:lnTo>
                  <a:pt x="1062157" y="986613"/>
                </a:lnTo>
                <a:cubicBezTo>
                  <a:pt x="1041348" y="1033664"/>
                  <a:pt x="1013301" y="1075285"/>
                  <a:pt x="977112" y="1115098"/>
                </a:cubicBezTo>
                <a:lnTo>
                  <a:pt x="967159" y="1106049"/>
                </a:lnTo>
                <a:cubicBezTo>
                  <a:pt x="1003349" y="1068047"/>
                  <a:pt x="1030491" y="1027330"/>
                  <a:pt x="1050395" y="982089"/>
                </a:cubicBezTo>
                <a:close/>
                <a:moveTo>
                  <a:pt x="7549982" y="815602"/>
                </a:moveTo>
                <a:cubicBezTo>
                  <a:pt x="7559934" y="865367"/>
                  <a:pt x="7572601" y="915132"/>
                  <a:pt x="7585267" y="963087"/>
                </a:cubicBezTo>
                <a:lnTo>
                  <a:pt x="7573505" y="966707"/>
                </a:lnTo>
                <a:cubicBezTo>
                  <a:pt x="7559934" y="917847"/>
                  <a:pt x="7548173" y="868081"/>
                  <a:pt x="7538221" y="818316"/>
                </a:cubicBezTo>
                <a:close/>
                <a:moveTo>
                  <a:pt x="7496603" y="515201"/>
                </a:moveTo>
                <a:lnTo>
                  <a:pt x="7510174" y="515201"/>
                </a:lnTo>
                <a:cubicBezTo>
                  <a:pt x="7512888" y="564966"/>
                  <a:pt x="7518317" y="615636"/>
                  <a:pt x="7524649" y="665401"/>
                </a:cubicBezTo>
                <a:lnTo>
                  <a:pt x="7511983" y="668116"/>
                </a:lnTo>
                <a:cubicBezTo>
                  <a:pt x="7505650" y="617446"/>
                  <a:pt x="7501127" y="565871"/>
                  <a:pt x="7496603" y="515201"/>
                </a:cubicBezTo>
                <a:close/>
                <a:moveTo>
                  <a:pt x="7496882" y="334542"/>
                </a:moveTo>
                <a:lnTo>
                  <a:pt x="7510407" y="334542"/>
                </a:lnTo>
                <a:lnTo>
                  <a:pt x="7507460" y="363191"/>
                </a:lnTo>
                <a:lnTo>
                  <a:pt x="7493890" y="362286"/>
                </a:lnTo>
                <a:close/>
                <a:moveTo>
                  <a:pt x="7520126" y="210275"/>
                </a:moveTo>
                <a:lnTo>
                  <a:pt x="7531887" y="215704"/>
                </a:lnTo>
                <a:cubicBezTo>
                  <a:pt x="7525102" y="236515"/>
                  <a:pt x="7519674" y="259362"/>
                  <a:pt x="7515602" y="284018"/>
                </a:cubicBezTo>
                <a:lnTo>
                  <a:pt x="7510406" y="334541"/>
                </a:lnTo>
                <a:lnTo>
                  <a:pt x="7496881" y="334541"/>
                </a:lnTo>
                <a:lnTo>
                  <a:pt x="7502597" y="281529"/>
                </a:lnTo>
                <a:cubicBezTo>
                  <a:pt x="7507007" y="256195"/>
                  <a:pt x="7512888" y="232443"/>
                  <a:pt x="7520126" y="210275"/>
                </a:cubicBezTo>
                <a:close/>
                <a:moveTo>
                  <a:pt x="8198675" y="18454"/>
                </a:moveTo>
                <a:cubicBezTo>
                  <a:pt x="8211341" y="21168"/>
                  <a:pt x="8224007" y="22978"/>
                  <a:pt x="8236673" y="25692"/>
                </a:cubicBezTo>
                <a:lnTo>
                  <a:pt x="8234864" y="37455"/>
                </a:lnTo>
                <a:cubicBezTo>
                  <a:pt x="8221293" y="35645"/>
                  <a:pt x="8209531" y="32931"/>
                  <a:pt x="8195961" y="32026"/>
                </a:cubicBezTo>
                <a:close/>
                <a:moveTo>
                  <a:pt x="7741786" y="17548"/>
                </a:moveTo>
                <a:lnTo>
                  <a:pt x="7743596" y="29310"/>
                </a:lnTo>
                <a:cubicBezTo>
                  <a:pt x="7699264" y="38359"/>
                  <a:pt x="7663074" y="51931"/>
                  <a:pt x="7634123" y="70932"/>
                </a:cubicBezTo>
                <a:cubicBezTo>
                  <a:pt x="7625980" y="76361"/>
                  <a:pt x="7617838" y="83600"/>
                  <a:pt x="7609696" y="90838"/>
                </a:cubicBezTo>
                <a:lnTo>
                  <a:pt x="7601553" y="79980"/>
                </a:lnTo>
                <a:cubicBezTo>
                  <a:pt x="7609696" y="73647"/>
                  <a:pt x="7618742" y="66408"/>
                  <a:pt x="7626886" y="60979"/>
                </a:cubicBezTo>
                <a:cubicBezTo>
                  <a:pt x="7657646" y="40168"/>
                  <a:pt x="7694740" y="26596"/>
                  <a:pt x="7741786" y="17548"/>
                </a:cubicBezTo>
                <a:close/>
                <a:moveTo>
                  <a:pt x="7893781" y="1261"/>
                </a:moveTo>
                <a:cubicBezTo>
                  <a:pt x="7943542" y="-549"/>
                  <a:pt x="7996016" y="-549"/>
                  <a:pt x="8046680" y="2166"/>
                </a:cubicBezTo>
                <a:lnTo>
                  <a:pt x="8046680" y="14833"/>
                </a:lnTo>
                <a:cubicBezTo>
                  <a:pt x="7995111" y="13024"/>
                  <a:pt x="7944446" y="12119"/>
                  <a:pt x="7893781" y="13928"/>
                </a:cubicBezTo>
                <a:close/>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28" name="Freeform 43">
            <a:extLst>
              <a:ext uri="{FF2B5EF4-FFF2-40B4-BE49-F238E27FC236}">
                <a16:creationId xmlns:a16="http://schemas.microsoft.com/office/drawing/2014/main" id="{4E5CD925-B0DF-4680-B8D2-4F650BCCF421}"/>
              </a:ext>
            </a:extLst>
          </p:cNvPr>
          <p:cNvSpPr>
            <a:spLocks noChangeArrowheads="1"/>
          </p:cNvSpPr>
          <p:nvPr/>
        </p:nvSpPr>
        <p:spPr bwMode="auto">
          <a:xfrm>
            <a:off x="1814654" y="2469945"/>
            <a:ext cx="57842" cy="57842"/>
          </a:xfrm>
          <a:custGeom>
            <a:avLst/>
            <a:gdLst>
              <a:gd name="T0" fmla="*/ 64 w 130"/>
              <a:gd name="T1" fmla="*/ 126 h 127"/>
              <a:gd name="T2" fmla="*/ 64 w 130"/>
              <a:gd name="T3" fmla="*/ 126 h 127"/>
              <a:gd name="T4" fmla="*/ 128 w 130"/>
              <a:gd name="T5" fmla="*/ 63 h 127"/>
              <a:gd name="T6" fmla="*/ 128 w 130"/>
              <a:gd name="T7" fmla="*/ 63 h 127"/>
              <a:gd name="T8" fmla="*/ 64 w 130"/>
              <a:gd name="T9" fmla="*/ 0 h 127"/>
              <a:gd name="T10" fmla="*/ 64 w 130"/>
              <a:gd name="T11" fmla="*/ 0 h 127"/>
              <a:gd name="T12" fmla="*/ 1 w 130"/>
              <a:gd name="T13" fmla="*/ 63 h 127"/>
              <a:gd name="T14" fmla="*/ 1 w 130"/>
              <a:gd name="T15" fmla="*/ 63 h 127"/>
              <a:gd name="T16" fmla="*/ 64 w 130"/>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7">
                <a:moveTo>
                  <a:pt x="64" y="126"/>
                </a:moveTo>
                <a:lnTo>
                  <a:pt x="64" y="126"/>
                </a:lnTo>
                <a:cubicBezTo>
                  <a:pt x="97" y="126"/>
                  <a:pt x="129" y="98"/>
                  <a:pt x="128" y="63"/>
                </a:cubicBezTo>
                <a:lnTo>
                  <a:pt x="128" y="63"/>
                </a:lnTo>
                <a:cubicBezTo>
                  <a:pt x="126" y="29"/>
                  <a:pt x="100" y="0"/>
                  <a:pt x="64" y="0"/>
                </a:cubicBezTo>
                <a:lnTo>
                  <a:pt x="64" y="0"/>
                </a:lnTo>
                <a:cubicBezTo>
                  <a:pt x="31" y="0"/>
                  <a:pt x="0" y="30"/>
                  <a:pt x="1" y="63"/>
                </a:cubicBezTo>
                <a:lnTo>
                  <a:pt x="1" y="63"/>
                </a:lnTo>
                <a:cubicBezTo>
                  <a:pt x="3" y="98"/>
                  <a:pt x="29" y="126"/>
                  <a:pt x="64"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9" name="Freeform 44">
            <a:extLst>
              <a:ext uri="{FF2B5EF4-FFF2-40B4-BE49-F238E27FC236}">
                <a16:creationId xmlns:a16="http://schemas.microsoft.com/office/drawing/2014/main" id="{3B8CB726-CDC2-41AC-A20F-765E2D572D58}"/>
              </a:ext>
            </a:extLst>
          </p:cNvPr>
          <p:cNvSpPr>
            <a:spLocks noChangeArrowheads="1"/>
          </p:cNvSpPr>
          <p:nvPr/>
        </p:nvSpPr>
        <p:spPr bwMode="auto">
          <a:xfrm>
            <a:off x="3292629" y="964042"/>
            <a:ext cx="57843" cy="57843"/>
          </a:xfrm>
          <a:custGeom>
            <a:avLst/>
            <a:gdLst>
              <a:gd name="T0" fmla="*/ 64 w 130"/>
              <a:gd name="T1" fmla="*/ 126 h 127"/>
              <a:gd name="T2" fmla="*/ 64 w 130"/>
              <a:gd name="T3" fmla="*/ 126 h 127"/>
              <a:gd name="T4" fmla="*/ 128 w 130"/>
              <a:gd name="T5" fmla="*/ 63 h 127"/>
              <a:gd name="T6" fmla="*/ 128 w 130"/>
              <a:gd name="T7" fmla="*/ 63 h 127"/>
              <a:gd name="T8" fmla="*/ 64 w 130"/>
              <a:gd name="T9" fmla="*/ 0 h 127"/>
              <a:gd name="T10" fmla="*/ 64 w 130"/>
              <a:gd name="T11" fmla="*/ 0 h 127"/>
              <a:gd name="T12" fmla="*/ 1 w 130"/>
              <a:gd name="T13" fmla="*/ 63 h 127"/>
              <a:gd name="T14" fmla="*/ 1 w 130"/>
              <a:gd name="T15" fmla="*/ 63 h 127"/>
              <a:gd name="T16" fmla="*/ 64 w 130"/>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7">
                <a:moveTo>
                  <a:pt x="64" y="126"/>
                </a:moveTo>
                <a:lnTo>
                  <a:pt x="64" y="126"/>
                </a:lnTo>
                <a:cubicBezTo>
                  <a:pt x="97" y="126"/>
                  <a:pt x="129" y="98"/>
                  <a:pt x="128" y="63"/>
                </a:cubicBezTo>
                <a:lnTo>
                  <a:pt x="128" y="63"/>
                </a:lnTo>
                <a:cubicBezTo>
                  <a:pt x="126" y="29"/>
                  <a:pt x="100" y="0"/>
                  <a:pt x="64" y="0"/>
                </a:cubicBezTo>
                <a:lnTo>
                  <a:pt x="64" y="0"/>
                </a:lnTo>
                <a:cubicBezTo>
                  <a:pt x="32" y="0"/>
                  <a:pt x="0" y="29"/>
                  <a:pt x="1" y="63"/>
                </a:cubicBezTo>
                <a:lnTo>
                  <a:pt x="1" y="63"/>
                </a:lnTo>
                <a:cubicBezTo>
                  <a:pt x="3" y="98"/>
                  <a:pt x="29" y="126"/>
                  <a:pt x="64"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0" name="Freeform 45">
            <a:extLst>
              <a:ext uri="{FF2B5EF4-FFF2-40B4-BE49-F238E27FC236}">
                <a16:creationId xmlns:a16="http://schemas.microsoft.com/office/drawing/2014/main" id="{DB5760DB-F664-41D4-B36B-D9ED15B47F5B}"/>
              </a:ext>
            </a:extLst>
          </p:cNvPr>
          <p:cNvSpPr>
            <a:spLocks noChangeArrowheads="1"/>
          </p:cNvSpPr>
          <p:nvPr/>
        </p:nvSpPr>
        <p:spPr bwMode="auto">
          <a:xfrm>
            <a:off x="3573865" y="2523797"/>
            <a:ext cx="57842" cy="57843"/>
          </a:xfrm>
          <a:custGeom>
            <a:avLst/>
            <a:gdLst>
              <a:gd name="T0" fmla="*/ 65 w 130"/>
              <a:gd name="T1" fmla="*/ 126 h 127"/>
              <a:gd name="T2" fmla="*/ 65 w 130"/>
              <a:gd name="T3" fmla="*/ 126 h 127"/>
              <a:gd name="T4" fmla="*/ 128 w 130"/>
              <a:gd name="T5" fmla="*/ 62 h 127"/>
              <a:gd name="T6" fmla="*/ 128 w 130"/>
              <a:gd name="T7" fmla="*/ 62 h 127"/>
              <a:gd name="T8" fmla="*/ 65 w 130"/>
              <a:gd name="T9" fmla="*/ 0 h 127"/>
              <a:gd name="T10" fmla="*/ 65 w 130"/>
              <a:gd name="T11" fmla="*/ 0 h 127"/>
              <a:gd name="T12" fmla="*/ 2 w 130"/>
              <a:gd name="T13" fmla="*/ 62 h 127"/>
              <a:gd name="T14" fmla="*/ 2 w 130"/>
              <a:gd name="T15" fmla="*/ 62 h 127"/>
              <a:gd name="T16" fmla="*/ 65 w 130"/>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7">
                <a:moveTo>
                  <a:pt x="65" y="126"/>
                </a:moveTo>
                <a:lnTo>
                  <a:pt x="65" y="126"/>
                </a:lnTo>
                <a:cubicBezTo>
                  <a:pt x="98" y="126"/>
                  <a:pt x="129" y="97"/>
                  <a:pt x="128" y="62"/>
                </a:cubicBezTo>
                <a:lnTo>
                  <a:pt x="128" y="62"/>
                </a:lnTo>
                <a:cubicBezTo>
                  <a:pt x="127" y="29"/>
                  <a:pt x="100" y="0"/>
                  <a:pt x="65" y="0"/>
                </a:cubicBezTo>
                <a:lnTo>
                  <a:pt x="65" y="0"/>
                </a:lnTo>
                <a:cubicBezTo>
                  <a:pt x="31" y="0"/>
                  <a:pt x="0" y="29"/>
                  <a:pt x="2" y="62"/>
                </a:cubicBezTo>
                <a:lnTo>
                  <a:pt x="2" y="62"/>
                </a:lnTo>
                <a:cubicBezTo>
                  <a:pt x="3" y="97"/>
                  <a:pt x="29" y="126"/>
                  <a:pt x="65"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1" name="Freeform 46">
            <a:extLst>
              <a:ext uri="{FF2B5EF4-FFF2-40B4-BE49-F238E27FC236}">
                <a16:creationId xmlns:a16="http://schemas.microsoft.com/office/drawing/2014/main" id="{D38EB717-5918-4FC2-9C63-49C7A1097A11}"/>
              </a:ext>
            </a:extLst>
          </p:cNvPr>
          <p:cNvSpPr>
            <a:spLocks noChangeArrowheads="1"/>
          </p:cNvSpPr>
          <p:nvPr/>
        </p:nvSpPr>
        <p:spPr bwMode="auto">
          <a:xfrm>
            <a:off x="2564612" y="4049645"/>
            <a:ext cx="59837" cy="57842"/>
          </a:xfrm>
          <a:custGeom>
            <a:avLst/>
            <a:gdLst>
              <a:gd name="T0" fmla="*/ 65 w 131"/>
              <a:gd name="T1" fmla="*/ 126 h 127"/>
              <a:gd name="T2" fmla="*/ 65 w 131"/>
              <a:gd name="T3" fmla="*/ 126 h 127"/>
              <a:gd name="T4" fmla="*/ 128 w 131"/>
              <a:gd name="T5" fmla="*/ 63 h 127"/>
              <a:gd name="T6" fmla="*/ 128 w 131"/>
              <a:gd name="T7" fmla="*/ 63 h 127"/>
              <a:gd name="T8" fmla="*/ 65 w 131"/>
              <a:gd name="T9" fmla="*/ 0 h 127"/>
              <a:gd name="T10" fmla="*/ 65 w 131"/>
              <a:gd name="T11" fmla="*/ 0 h 127"/>
              <a:gd name="T12" fmla="*/ 2 w 131"/>
              <a:gd name="T13" fmla="*/ 63 h 127"/>
              <a:gd name="T14" fmla="*/ 2 w 131"/>
              <a:gd name="T15" fmla="*/ 63 h 127"/>
              <a:gd name="T16" fmla="*/ 65 w 131"/>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7">
                <a:moveTo>
                  <a:pt x="65" y="126"/>
                </a:moveTo>
                <a:lnTo>
                  <a:pt x="65" y="126"/>
                </a:lnTo>
                <a:cubicBezTo>
                  <a:pt x="98" y="126"/>
                  <a:pt x="130" y="97"/>
                  <a:pt x="128" y="63"/>
                </a:cubicBezTo>
                <a:lnTo>
                  <a:pt x="128" y="63"/>
                </a:lnTo>
                <a:cubicBezTo>
                  <a:pt x="126" y="29"/>
                  <a:pt x="100" y="0"/>
                  <a:pt x="65" y="0"/>
                </a:cubicBezTo>
                <a:lnTo>
                  <a:pt x="65" y="0"/>
                </a:lnTo>
                <a:cubicBezTo>
                  <a:pt x="32" y="0"/>
                  <a:pt x="0" y="29"/>
                  <a:pt x="2" y="63"/>
                </a:cubicBezTo>
                <a:lnTo>
                  <a:pt x="2" y="63"/>
                </a:lnTo>
                <a:cubicBezTo>
                  <a:pt x="3" y="97"/>
                  <a:pt x="30" y="126"/>
                  <a:pt x="65"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2" name="Freeform 47">
            <a:extLst>
              <a:ext uri="{FF2B5EF4-FFF2-40B4-BE49-F238E27FC236}">
                <a16:creationId xmlns:a16="http://schemas.microsoft.com/office/drawing/2014/main" id="{A1AECE4D-60F9-4B86-9DD4-C8C1E6486708}"/>
              </a:ext>
            </a:extLst>
          </p:cNvPr>
          <p:cNvSpPr>
            <a:spLocks noChangeArrowheads="1"/>
          </p:cNvSpPr>
          <p:nvPr/>
        </p:nvSpPr>
        <p:spPr bwMode="auto">
          <a:xfrm>
            <a:off x="3711490" y="4759713"/>
            <a:ext cx="59837" cy="57842"/>
          </a:xfrm>
          <a:custGeom>
            <a:avLst/>
            <a:gdLst>
              <a:gd name="T0" fmla="*/ 65 w 131"/>
              <a:gd name="T1" fmla="*/ 127 h 128"/>
              <a:gd name="T2" fmla="*/ 65 w 131"/>
              <a:gd name="T3" fmla="*/ 127 h 128"/>
              <a:gd name="T4" fmla="*/ 128 w 131"/>
              <a:gd name="T5" fmla="*/ 63 h 128"/>
              <a:gd name="T6" fmla="*/ 128 w 131"/>
              <a:gd name="T7" fmla="*/ 63 h 128"/>
              <a:gd name="T8" fmla="*/ 65 w 131"/>
              <a:gd name="T9" fmla="*/ 0 h 128"/>
              <a:gd name="T10" fmla="*/ 65 w 131"/>
              <a:gd name="T11" fmla="*/ 0 h 128"/>
              <a:gd name="T12" fmla="*/ 2 w 131"/>
              <a:gd name="T13" fmla="*/ 63 h 128"/>
              <a:gd name="T14" fmla="*/ 2 w 131"/>
              <a:gd name="T15" fmla="*/ 63 h 128"/>
              <a:gd name="T16" fmla="*/ 65 w 131"/>
              <a:gd name="T17" fmla="*/ 12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8">
                <a:moveTo>
                  <a:pt x="65" y="127"/>
                </a:moveTo>
                <a:lnTo>
                  <a:pt x="65" y="127"/>
                </a:lnTo>
                <a:cubicBezTo>
                  <a:pt x="98" y="127"/>
                  <a:pt x="130" y="98"/>
                  <a:pt x="128" y="63"/>
                </a:cubicBezTo>
                <a:lnTo>
                  <a:pt x="128" y="63"/>
                </a:lnTo>
                <a:cubicBezTo>
                  <a:pt x="127" y="30"/>
                  <a:pt x="101" y="0"/>
                  <a:pt x="65" y="0"/>
                </a:cubicBezTo>
                <a:lnTo>
                  <a:pt x="65" y="0"/>
                </a:lnTo>
                <a:cubicBezTo>
                  <a:pt x="33" y="0"/>
                  <a:pt x="0" y="30"/>
                  <a:pt x="2" y="63"/>
                </a:cubicBezTo>
                <a:lnTo>
                  <a:pt x="2" y="63"/>
                </a:lnTo>
                <a:cubicBezTo>
                  <a:pt x="4" y="98"/>
                  <a:pt x="30" y="127"/>
                  <a:pt x="65" y="127"/>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3" name="Freeform 48">
            <a:extLst>
              <a:ext uri="{FF2B5EF4-FFF2-40B4-BE49-F238E27FC236}">
                <a16:creationId xmlns:a16="http://schemas.microsoft.com/office/drawing/2014/main" id="{CFBB31A5-F233-4B56-8090-81EA531ABC85}"/>
              </a:ext>
            </a:extLst>
          </p:cNvPr>
          <p:cNvSpPr>
            <a:spLocks noChangeArrowheads="1"/>
          </p:cNvSpPr>
          <p:nvPr/>
        </p:nvSpPr>
        <p:spPr bwMode="auto">
          <a:xfrm>
            <a:off x="4810499" y="3355535"/>
            <a:ext cx="59837" cy="57842"/>
          </a:xfrm>
          <a:custGeom>
            <a:avLst/>
            <a:gdLst>
              <a:gd name="T0" fmla="*/ 65 w 131"/>
              <a:gd name="T1" fmla="*/ 127 h 128"/>
              <a:gd name="T2" fmla="*/ 65 w 131"/>
              <a:gd name="T3" fmla="*/ 127 h 128"/>
              <a:gd name="T4" fmla="*/ 128 w 131"/>
              <a:gd name="T5" fmla="*/ 63 h 128"/>
              <a:gd name="T6" fmla="*/ 128 w 131"/>
              <a:gd name="T7" fmla="*/ 63 h 128"/>
              <a:gd name="T8" fmla="*/ 65 w 131"/>
              <a:gd name="T9" fmla="*/ 0 h 128"/>
              <a:gd name="T10" fmla="*/ 65 w 131"/>
              <a:gd name="T11" fmla="*/ 0 h 128"/>
              <a:gd name="T12" fmla="*/ 2 w 131"/>
              <a:gd name="T13" fmla="*/ 63 h 128"/>
              <a:gd name="T14" fmla="*/ 2 w 131"/>
              <a:gd name="T15" fmla="*/ 63 h 128"/>
              <a:gd name="T16" fmla="*/ 65 w 131"/>
              <a:gd name="T17" fmla="*/ 12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8">
                <a:moveTo>
                  <a:pt x="65" y="127"/>
                </a:moveTo>
                <a:lnTo>
                  <a:pt x="65" y="127"/>
                </a:lnTo>
                <a:cubicBezTo>
                  <a:pt x="98" y="127"/>
                  <a:pt x="130" y="98"/>
                  <a:pt x="128" y="63"/>
                </a:cubicBezTo>
                <a:lnTo>
                  <a:pt x="128" y="63"/>
                </a:lnTo>
                <a:cubicBezTo>
                  <a:pt x="126" y="30"/>
                  <a:pt x="100" y="0"/>
                  <a:pt x="65" y="0"/>
                </a:cubicBezTo>
                <a:lnTo>
                  <a:pt x="65" y="0"/>
                </a:lnTo>
                <a:cubicBezTo>
                  <a:pt x="32" y="0"/>
                  <a:pt x="0" y="30"/>
                  <a:pt x="2" y="63"/>
                </a:cubicBezTo>
                <a:lnTo>
                  <a:pt x="2" y="63"/>
                </a:lnTo>
                <a:cubicBezTo>
                  <a:pt x="3" y="98"/>
                  <a:pt x="29" y="127"/>
                  <a:pt x="65" y="127"/>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4" name="Freeform 49">
            <a:extLst>
              <a:ext uri="{FF2B5EF4-FFF2-40B4-BE49-F238E27FC236}">
                <a16:creationId xmlns:a16="http://schemas.microsoft.com/office/drawing/2014/main" id="{1BFAEEDC-6CD7-4331-84E1-ADB41156EDCB}"/>
              </a:ext>
            </a:extLst>
          </p:cNvPr>
          <p:cNvSpPr>
            <a:spLocks noChangeArrowheads="1"/>
          </p:cNvSpPr>
          <p:nvPr/>
        </p:nvSpPr>
        <p:spPr bwMode="auto">
          <a:xfrm>
            <a:off x="1012836" y="4009754"/>
            <a:ext cx="59837" cy="57842"/>
          </a:xfrm>
          <a:custGeom>
            <a:avLst/>
            <a:gdLst>
              <a:gd name="T0" fmla="*/ 65 w 131"/>
              <a:gd name="T1" fmla="*/ 126 h 127"/>
              <a:gd name="T2" fmla="*/ 65 w 131"/>
              <a:gd name="T3" fmla="*/ 126 h 127"/>
              <a:gd name="T4" fmla="*/ 128 w 131"/>
              <a:gd name="T5" fmla="*/ 63 h 127"/>
              <a:gd name="T6" fmla="*/ 128 w 131"/>
              <a:gd name="T7" fmla="*/ 63 h 127"/>
              <a:gd name="T8" fmla="*/ 65 w 131"/>
              <a:gd name="T9" fmla="*/ 0 h 127"/>
              <a:gd name="T10" fmla="*/ 65 w 131"/>
              <a:gd name="T11" fmla="*/ 0 h 127"/>
              <a:gd name="T12" fmla="*/ 2 w 131"/>
              <a:gd name="T13" fmla="*/ 63 h 127"/>
              <a:gd name="T14" fmla="*/ 2 w 131"/>
              <a:gd name="T15" fmla="*/ 63 h 127"/>
              <a:gd name="T16" fmla="*/ 65 w 131"/>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7">
                <a:moveTo>
                  <a:pt x="65" y="126"/>
                </a:moveTo>
                <a:lnTo>
                  <a:pt x="65" y="126"/>
                </a:lnTo>
                <a:cubicBezTo>
                  <a:pt x="98" y="126"/>
                  <a:pt x="130" y="97"/>
                  <a:pt x="128" y="63"/>
                </a:cubicBezTo>
                <a:lnTo>
                  <a:pt x="128" y="63"/>
                </a:lnTo>
                <a:cubicBezTo>
                  <a:pt x="126" y="28"/>
                  <a:pt x="101" y="0"/>
                  <a:pt x="65" y="0"/>
                </a:cubicBezTo>
                <a:lnTo>
                  <a:pt x="65" y="0"/>
                </a:lnTo>
                <a:cubicBezTo>
                  <a:pt x="32" y="0"/>
                  <a:pt x="0" y="28"/>
                  <a:pt x="2" y="63"/>
                </a:cubicBezTo>
                <a:lnTo>
                  <a:pt x="2" y="63"/>
                </a:lnTo>
                <a:cubicBezTo>
                  <a:pt x="3" y="97"/>
                  <a:pt x="30" y="126"/>
                  <a:pt x="65"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5" name="Freeform 50">
            <a:extLst>
              <a:ext uri="{FF2B5EF4-FFF2-40B4-BE49-F238E27FC236}">
                <a16:creationId xmlns:a16="http://schemas.microsoft.com/office/drawing/2014/main" id="{2C760DCA-8924-4090-B8FE-AD5A6958A3CC}"/>
              </a:ext>
            </a:extLst>
          </p:cNvPr>
          <p:cNvSpPr>
            <a:spLocks noChangeArrowheads="1"/>
          </p:cNvSpPr>
          <p:nvPr/>
        </p:nvSpPr>
        <p:spPr bwMode="auto">
          <a:xfrm>
            <a:off x="1677026" y="5106768"/>
            <a:ext cx="57843" cy="57842"/>
          </a:xfrm>
          <a:custGeom>
            <a:avLst/>
            <a:gdLst>
              <a:gd name="T0" fmla="*/ 64 w 129"/>
              <a:gd name="T1" fmla="*/ 127 h 128"/>
              <a:gd name="T2" fmla="*/ 64 w 129"/>
              <a:gd name="T3" fmla="*/ 127 h 128"/>
              <a:gd name="T4" fmla="*/ 128 w 129"/>
              <a:gd name="T5" fmla="*/ 64 h 128"/>
              <a:gd name="T6" fmla="*/ 128 w 129"/>
              <a:gd name="T7" fmla="*/ 64 h 128"/>
              <a:gd name="T8" fmla="*/ 64 w 129"/>
              <a:gd name="T9" fmla="*/ 0 h 128"/>
              <a:gd name="T10" fmla="*/ 64 w 129"/>
              <a:gd name="T11" fmla="*/ 0 h 128"/>
              <a:gd name="T12" fmla="*/ 1 w 129"/>
              <a:gd name="T13" fmla="*/ 64 h 128"/>
              <a:gd name="T14" fmla="*/ 1 w 129"/>
              <a:gd name="T15" fmla="*/ 64 h 128"/>
              <a:gd name="T16" fmla="*/ 64 w 129"/>
              <a:gd name="T17" fmla="*/ 12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128">
                <a:moveTo>
                  <a:pt x="64" y="127"/>
                </a:moveTo>
                <a:lnTo>
                  <a:pt x="64" y="127"/>
                </a:lnTo>
                <a:cubicBezTo>
                  <a:pt x="97" y="127"/>
                  <a:pt x="128" y="98"/>
                  <a:pt x="128" y="64"/>
                </a:cubicBezTo>
                <a:lnTo>
                  <a:pt x="128" y="64"/>
                </a:lnTo>
                <a:cubicBezTo>
                  <a:pt x="126" y="30"/>
                  <a:pt x="100" y="0"/>
                  <a:pt x="64" y="0"/>
                </a:cubicBezTo>
                <a:lnTo>
                  <a:pt x="64" y="0"/>
                </a:lnTo>
                <a:cubicBezTo>
                  <a:pt x="31" y="0"/>
                  <a:pt x="0" y="30"/>
                  <a:pt x="1" y="64"/>
                </a:cubicBezTo>
                <a:lnTo>
                  <a:pt x="1" y="64"/>
                </a:lnTo>
                <a:cubicBezTo>
                  <a:pt x="2" y="98"/>
                  <a:pt x="29" y="127"/>
                  <a:pt x="64" y="127"/>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6" name="Freeform 51">
            <a:extLst>
              <a:ext uri="{FF2B5EF4-FFF2-40B4-BE49-F238E27FC236}">
                <a16:creationId xmlns:a16="http://schemas.microsoft.com/office/drawing/2014/main" id="{99F87D00-C42D-4F59-93F9-7AED6954D325}"/>
              </a:ext>
            </a:extLst>
          </p:cNvPr>
          <p:cNvSpPr>
            <a:spLocks noChangeArrowheads="1"/>
          </p:cNvSpPr>
          <p:nvPr/>
        </p:nvSpPr>
        <p:spPr bwMode="auto">
          <a:xfrm>
            <a:off x="3785290" y="1289159"/>
            <a:ext cx="608344" cy="456756"/>
          </a:xfrm>
          <a:custGeom>
            <a:avLst/>
            <a:gdLst>
              <a:gd name="T0" fmla="*/ 1335 w 1346"/>
              <a:gd name="T1" fmla="*/ 811 h 1010"/>
              <a:gd name="T2" fmla="*/ 1335 w 1346"/>
              <a:gd name="T3" fmla="*/ 811 h 1010"/>
              <a:gd name="T4" fmla="*/ 1258 w 1346"/>
              <a:gd name="T5" fmla="*/ 766 h 1010"/>
              <a:gd name="T6" fmla="*/ 1258 w 1346"/>
              <a:gd name="T7" fmla="*/ 766 h 1010"/>
              <a:gd name="T8" fmla="*/ 1246 w 1346"/>
              <a:gd name="T9" fmla="*/ 771 h 1010"/>
              <a:gd name="T10" fmla="*/ 898 w 1346"/>
              <a:gd name="T11" fmla="*/ 246 h 1010"/>
              <a:gd name="T12" fmla="*/ 898 w 1346"/>
              <a:gd name="T13" fmla="*/ 246 h 1010"/>
              <a:gd name="T14" fmla="*/ 941 w 1346"/>
              <a:gd name="T15" fmla="*/ 108 h 1010"/>
              <a:gd name="T16" fmla="*/ 941 w 1346"/>
              <a:gd name="T17" fmla="*/ 108 h 1010"/>
              <a:gd name="T18" fmla="*/ 778 w 1346"/>
              <a:gd name="T19" fmla="*/ 20 h 1010"/>
              <a:gd name="T20" fmla="*/ 778 w 1346"/>
              <a:gd name="T21" fmla="*/ 20 h 1010"/>
              <a:gd name="T22" fmla="*/ 691 w 1346"/>
              <a:gd name="T23" fmla="*/ 182 h 1010"/>
              <a:gd name="T24" fmla="*/ 691 w 1346"/>
              <a:gd name="T25" fmla="*/ 182 h 1010"/>
              <a:gd name="T26" fmla="*/ 691 w 1346"/>
              <a:gd name="T27" fmla="*/ 185 h 1010"/>
              <a:gd name="T28" fmla="*/ 128 w 1346"/>
              <a:gd name="T29" fmla="*/ 403 h 1010"/>
              <a:gd name="T30" fmla="*/ 128 w 1346"/>
              <a:gd name="T31" fmla="*/ 403 h 1010"/>
              <a:gd name="T32" fmla="*/ 54 w 1346"/>
              <a:gd name="T33" fmla="*/ 375 h 1010"/>
              <a:gd name="T34" fmla="*/ 54 w 1346"/>
              <a:gd name="T35" fmla="*/ 375 h 1010"/>
              <a:gd name="T36" fmla="*/ 10 w 1346"/>
              <a:gd name="T37" fmla="*/ 456 h 1010"/>
              <a:gd name="T38" fmla="*/ 10 w 1346"/>
              <a:gd name="T39" fmla="*/ 456 h 1010"/>
              <a:gd name="T40" fmla="*/ 91 w 1346"/>
              <a:gd name="T41" fmla="*/ 500 h 1010"/>
              <a:gd name="T42" fmla="*/ 91 w 1346"/>
              <a:gd name="T43" fmla="*/ 500 h 1010"/>
              <a:gd name="T44" fmla="*/ 136 w 1346"/>
              <a:gd name="T45" fmla="*/ 419 h 1010"/>
              <a:gd name="T46" fmla="*/ 136 w 1346"/>
              <a:gd name="T47" fmla="*/ 419 h 1010"/>
              <a:gd name="T48" fmla="*/ 135 w 1346"/>
              <a:gd name="T49" fmla="*/ 417 h 1010"/>
              <a:gd name="T50" fmla="*/ 697 w 1346"/>
              <a:gd name="T51" fmla="*/ 200 h 1010"/>
              <a:gd name="T52" fmla="*/ 697 w 1346"/>
              <a:gd name="T53" fmla="*/ 200 h 1010"/>
              <a:gd name="T54" fmla="*/ 776 w 1346"/>
              <a:gd name="T55" fmla="*/ 269 h 1010"/>
              <a:gd name="T56" fmla="*/ 560 w 1346"/>
              <a:gd name="T57" fmla="*/ 940 h 1010"/>
              <a:gd name="T58" fmla="*/ 560 w 1346"/>
              <a:gd name="T59" fmla="*/ 940 h 1010"/>
              <a:gd name="T60" fmla="*/ 545 w 1346"/>
              <a:gd name="T61" fmla="*/ 941 h 1010"/>
              <a:gd name="T62" fmla="*/ 545 w 1346"/>
              <a:gd name="T63" fmla="*/ 941 h 1010"/>
              <a:gd name="T64" fmla="*/ 523 w 1346"/>
              <a:gd name="T65" fmla="*/ 982 h 1010"/>
              <a:gd name="T66" fmla="*/ 523 w 1346"/>
              <a:gd name="T67" fmla="*/ 982 h 1010"/>
              <a:gd name="T68" fmla="*/ 564 w 1346"/>
              <a:gd name="T69" fmla="*/ 1004 h 1010"/>
              <a:gd name="T70" fmla="*/ 564 w 1346"/>
              <a:gd name="T71" fmla="*/ 1004 h 1010"/>
              <a:gd name="T72" fmla="*/ 586 w 1346"/>
              <a:gd name="T73" fmla="*/ 963 h 1010"/>
              <a:gd name="T74" fmla="*/ 586 w 1346"/>
              <a:gd name="T75" fmla="*/ 963 h 1010"/>
              <a:gd name="T76" fmla="*/ 574 w 1346"/>
              <a:gd name="T77" fmla="*/ 946 h 1010"/>
              <a:gd name="T78" fmla="*/ 790 w 1346"/>
              <a:gd name="T79" fmla="*/ 274 h 1010"/>
              <a:gd name="T80" fmla="*/ 790 w 1346"/>
              <a:gd name="T81" fmla="*/ 274 h 1010"/>
              <a:gd name="T82" fmla="*/ 853 w 1346"/>
              <a:gd name="T83" fmla="*/ 270 h 1010"/>
              <a:gd name="T84" fmla="*/ 853 w 1346"/>
              <a:gd name="T85" fmla="*/ 270 h 1010"/>
              <a:gd name="T86" fmla="*/ 885 w 1346"/>
              <a:gd name="T87" fmla="*/ 255 h 1010"/>
              <a:gd name="T88" fmla="*/ 1234 w 1346"/>
              <a:gd name="T89" fmla="*/ 780 h 1010"/>
              <a:gd name="T90" fmla="*/ 1234 w 1346"/>
              <a:gd name="T91" fmla="*/ 780 h 1010"/>
              <a:gd name="T92" fmla="*/ 1218 w 1346"/>
              <a:gd name="T93" fmla="*/ 846 h 1010"/>
              <a:gd name="T94" fmla="*/ 1218 w 1346"/>
              <a:gd name="T95" fmla="*/ 846 h 1010"/>
              <a:gd name="T96" fmla="*/ 1295 w 1346"/>
              <a:gd name="T97" fmla="*/ 891 h 1010"/>
              <a:gd name="T98" fmla="*/ 1295 w 1346"/>
              <a:gd name="T99" fmla="*/ 891 h 1010"/>
              <a:gd name="T100" fmla="*/ 1335 w 1346"/>
              <a:gd name="T101" fmla="*/ 811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46" h="1010">
                <a:moveTo>
                  <a:pt x="1335" y="811"/>
                </a:moveTo>
                <a:lnTo>
                  <a:pt x="1335" y="811"/>
                </a:lnTo>
                <a:cubicBezTo>
                  <a:pt x="1325" y="777"/>
                  <a:pt x="1290" y="757"/>
                  <a:pt x="1258" y="766"/>
                </a:cubicBezTo>
                <a:lnTo>
                  <a:pt x="1258" y="766"/>
                </a:lnTo>
                <a:cubicBezTo>
                  <a:pt x="1254" y="768"/>
                  <a:pt x="1251" y="768"/>
                  <a:pt x="1246" y="771"/>
                </a:cubicBezTo>
                <a:lnTo>
                  <a:pt x="898" y="246"/>
                </a:lnTo>
                <a:lnTo>
                  <a:pt x="898" y="246"/>
                </a:lnTo>
                <a:cubicBezTo>
                  <a:pt x="937" y="215"/>
                  <a:pt x="956" y="160"/>
                  <a:pt x="941" y="108"/>
                </a:cubicBezTo>
                <a:lnTo>
                  <a:pt x="941" y="108"/>
                </a:lnTo>
                <a:cubicBezTo>
                  <a:pt x="920" y="38"/>
                  <a:pt x="847" y="0"/>
                  <a:pt x="778" y="20"/>
                </a:cubicBezTo>
                <a:lnTo>
                  <a:pt x="778" y="20"/>
                </a:lnTo>
                <a:cubicBezTo>
                  <a:pt x="709" y="41"/>
                  <a:pt x="669" y="114"/>
                  <a:pt x="691" y="182"/>
                </a:cubicBezTo>
                <a:lnTo>
                  <a:pt x="691" y="182"/>
                </a:lnTo>
                <a:cubicBezTo>
                  <a:pt x="691" y="183"/>
                  <a:pt x="691" y="184"/>
                  <a:pt x="691" y="185"/>
                </a:cubicBezTo>
                <a:lnTo>
                  <a:pt x="128" y="403"/>
                </a:lnTo>
                <a:lnTo>
                  <a:pt x="128" y="403"/>
                </a:lnTo>
                <a:cubicBezTo>
                  <a:pt x="113" y="379"/>
                  <a:pt x="83" y="366"/>
                  <a:pt x="54" y="375"/>
                </a:cubicBezTo>
                <a:lnTo>
                  <a:pt x="54" y="375"/>
                </a:lnTo>
                <a:cubicBezTo>
                  <a:pt x="19" y="385"/>
                  <a:pt x="0" y="422"/>
                  <a:pt x="10" y="456"/>
                </a:cubicBezTo>
                <a:lnTo>
                  <a:pt x="10" y="456"/>
                </a:lnTo>
                <a:cubicBezTo>
                  <a:pt x="20" y="491"/>
                  <a:pt x="56" y="510"/>
                  <a:pt x="91" y="500"/>
                </a:cubicBezTo>
                <a:lnTo>
                  <a:pt x="91" y="500"/>
                </a:lnTo>
                <a:cubicBezTo>
                  <a:pt x="126" y="490"/>
                  <a:pt x="146" y="454"/>
                  <a:pt x="136" y="419"/>
                </a:cubicBezTo>
                <a:lnTo>
                  <a:pt x="136" y="419"/>
                </a:lnTo>
                <a:cubicBezTo>
                  <a:pt x="135" y="418"/>
                  <a:pt x="135" y="418"/>
                  <a:pt x="135" y="417"/>
                </a:cubicBezTo>
                <a:lnTo>
                  <a:pt x="697" y="200"/>
                </a:lnTo>
                <a:lnTo>
                  <a:pt x="697" y="200"/>
                </a:lnTo>
                <a:cubicBezTo>
                  <a:pt x="712" y="233"/>
                  <a:pt x="741" y="258"/>
                  <a:pt x="776" y="269"/>
                </a:cubicBezTo>
                <a:lnTo>
                  <a:pt x="560" y="940"/>
                </a:lnTo>
                <a:lnTo>
                  <a:pt x="560" y="940"/>
                </a:lnTo>
                <a:cubicBezTo>
                  <a:pt x="555" y="939"/>
                  <a:pt x="550" y="939"/>
                  <a:pt x="545" y="941"/>
                </a:cubicBezTo>
                <a:lnTo>
                  <a:pt x="545" y="941"/>
                </a:lnTo>
                <a:cubicBezTo>
                  <a:pt x="527" y="946"/>
                  <a:pt x="518" y="964"/>
                  <a:pt x="523" y="982"/>
                </a:cubicBezTo>
                <a:lnTo>
                  <a:pt x="523" y="982"/>
                </a:lnTo>
                <a:cubicBezTo>
                  <a:pt x="528" y="998"/>
                  <a:pt x="547" y="1009"/>
                  <a:pt x="564" y="1004"/>
                </a:cubicBezTo>
                <a:lnTo>
                  <a:pt x="564" y="1004"/>
                </a:lnTo>
                <a:cubicBezTo>
                  <a:pt x="581" y="998"/>
                  <a:pt x="590" y="980"/>
                  <a:pt x="586" y="963"/>
                </a:cubicBezTo>
                <a:lnTo>
                  <a:pt x="586" y="963"/>
                </a:lnTo>
                <a:cubicBezTo>
                  <a:pt x="584" y="956"/>
                  <a:pt x="580" y="951"/>
                  <a:pt x="574" y="946"/>
                </a:cubicBezTo>
                <a:lnTo>
                  <a:pt x="790" y="274"/>
                </a:lnTo>
                <a:lnTo>
                  <a:pt x="790" y="274"/>
                </a:lnTo>
                <a:cubicBezTo>
                  <a:pt x="810" y="277"/>
                  <a:pt x="831" y="277"/>
                  <a:pt x="853" y="270"/>
                </a:cubicBezTo>
                <a:lnTo>
                  <a:pt x="853" y="270"/>
                </a:lnTo>
                <a:cubicBezTo>
                  <a:pt x="864" y="267"/>
                  <a:pt x="875" y="262"/>
                  <a:pt x="885" y="255"/>
                </a:cubicBezTo>
                <a:lnTo>
                  <a:pt x="1234" y="780"/>
                </a:lnTo>
                <a:lnTo>
                  <a:pt x="1234" y="780"/>
                </a:lnTo>
                <a:cubicBezTo>
                  <a:pt x="1218" y="795"/>
                  <a:pt x="1210" y="822"/>
                  <a:pt x="1218" y="846"/>
                </a:cubicBezTo>
                <a:lnTo>
                  <a:pt x="1218" y="846"/>
                </a:lnTo>
                <a:cubicBezTo>
                  <a:pt x="1228" y="881"/>
                  <a:pt x="1262" y="901"/>
                  <a:pt x="1295" y="891"/>
                </a:cubicBezTo>
                <a:lnTo>
                  <a:pt x="1295" y="891"/>
                </a:lnTo>
                <a:cubicBezTo>
                  <a:pt x="1327" y="881"/>
                  <a:pt x="1345" y="846"/>
                  <a:pt x="1335" y="811"/>
                </a:cubicBezTo>
              </a:path>
            </a:pathLst>
          </a:custGeom>
          <a:solidFill>
            <a:srgbClr val="FF267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7" name="Freeform 52">
            <a:extLst>
              <a:ext uri="{FF2B5EF4-FFF2-40B4-BE49-F238E27FC236}">
                <a16:creationId xmlns:a16="http://schemas.microsoft.com/office/drawing/2014/main" id="{FCC0169C-F91C-4CB5-9D75-F3BD6A5DBF33}"/>
              </a:ext>
            </a:extLst>
          </p:cNvPr>
          <p:cNvSpPr>
            <a:spLocks noChangeArrowheads="1"/>
          </p:cNvSpPr>
          <p:nvPr/>
        </p:nvSpPr>
        <p:spPr bwMode="auto">
          <a:xfrm>
            <a:off x="996878" y="2366226"/>
            <a:ext cx="524572" cy="676159"/>
          </a:xfrm>
          <a:custGeom>
            <a:avLst/>
            <a:gdLst>
              <a:gd name="T0" fmla="*/ 1092 w 1158"/>
              <a:gd name="T1" fmla="*/ 1262 h 1494"/>
              <a:gd name="T2" fmla="*/ 1092 w 1158"/>
              <a:gd name="T3" fmla="*/ 1262 h 1494"/>
              <a:gd name="T4" fmla="*/ 925 w 1158"/>
              <a:gd name="T5" fmla="*/ 1288 h 1494"/>
              <a:gd name="T6" fmla="*/ 925 w 1158"/>
              <a:gd name="T7" fmla="*/ 1288 h 1494"/>
              <a:gd name="T8" fmla="*/ 910 w 1158"/>
              <a:gd name="T9" fmla="*/ 1315 h 1494"/>
              <a:gd name="T10" fmla="*/ 277 w 1158"/>
              <a:gd name="T11" fmla="*/ 937 h 1494"/>
              <a:gd name="T12" fmla="*/ 277 w 1158"/>
              <a:gd name="T13" fmla="*/ 937 h 1494"/>
              <a:gd name="T14" fmla="*/ 251 w 1158"/>
              <a:gd name="T15" fmla="*/ 786 h 1494"/>
              <a:gd name="T16" fmla="*/ 790 w 1158"/>
              <a:gd name="T17" fmla="*/ 229 h 1494"/>
              <a:gd name="T18" fmla="*/ 790 w 1158"/>
              <a:gd name="T19" fmla="*/ 229 h 1494"/>
              <a:gd name="T20" fmla="*/ 794 w 1158"/>
              <a:gd name="T21" fmla="*/ 232 h 1494"/>
              <a:gd name="T22" fmla="*/ 794 w 1158"/>
              <a:gd name="T23" fmla="*/ 232 h 1494"/>
              <a:gd name="T24" fmla="*/ 960 w 1158"/>
              <a:gd name="T25" fmla="*/ 205 h 1494"/>
              <a:gd name="T26" fmla="*/ 960 w 1158"/>
              <a:gd name="T27" fmla="*/ 205 h 1494"/>
              <a:gd name="T28" fmla="*/ 935 w 1158"/>
              <a:gd name="T29" fmla="*/ 39 h 1494"/>
              <a:gd name="T30" fmla="*/ 935 w 1158"/>
              <a:gd name="T31" fmla="*/ 39 h 1494"/>
              <a:gd name="T32" fmla="*/ 768 w 1158"/>
              <a:gd name="T33" fmla="*/ 65 h 1494"/>
              <a:gd name="T34" fmla="*/ 768 w 1158"/>
              <a:gd name="T35" fmla="*/ 65 h 1494"/>
              <a:gd name="T36" fmla="*/ 778 w 1158"/>
              <a:gd name="T37" fmla="*/ 217 h 1494"/>
              <a:gd name="T38" fmla="*/ 238 w 1158"/>
              <a:gd name="T39" fmla="*/ 775 h 1494"/>
              <a:gd name="T40" fmla="*/ 238 w 1158"/>
              <a:gd name="T41" fmla="*/ 775 h 1494"/>
              <a:gd name="T42" fmla="*/ 230 w 1158"/>
              <a:gd name="T43" fmla="*/ 768 h 1494"/>
              <a:gd name="T44" fmla="*/ 230 w 1158"/>
              <a:gd name="T45" fmla="*/ 768 h 1494"/>
              <a:gd name="T46" fmla="*/ 43 w 1158"/>
              <a:gd name="T47" fmla="*/ 791 h 1494"/>
              <a:gd name="T48" fmla="*/ 43 w 1158"/>
              <a:gd name="T49" fmla="*/ 791 h 1494"/>
              <a:gd name="T50" fmla="*/ 79 w 1158"/>
              <a:gd name="T51" fmla="*/ 977 h 1494"/>
              <a:gd name="T52" fmla="*/ 79 w 1158"/>
              <a:gd name="T53" fmla="*/ 977 h 1494"/>
              <a:gd name="T54" fmla="*/ 267 w 1158"/>
              <a:gd name="T55" fmla="*/ 954 h 1494"/>
              <a:gd name="T56" fmla="*/ 267 w 1158"/>
              <a:gd name="T57" fmla="*/ 954 h 1494"/>
              <a:gd name="T58" fmla="*/ 269 w 1158"/>
              <a:gd name="T59" fmla="*/ 950 h 1494"/>
              <a:gd name="T60" fmla="*/ 905 w 1158"/>
              <a:gd name="T61" fmla="*/ 1331 h 1494"/>
              <a:gd name="T62" fmla="*/ 905 w 1158"/>
              <a:gd name="T63" fmla="*/ 1331 h 1494"/>
              <a:gd name="T64" fmla="*/ 951 w 1158"/>
              <a:gd name="T65" fmla="*/ 1454 h 1494"/>
              <a:gd name="T66" fmla="*/ 951 w 1158"/>
              <a:gd name="T67" fmla="*/ 1454 h 1494"/>
              <a:gd name="T68" fmla="*/ 1118 w 1158"/>
              <a:gd name="T69" fmla="*/ 1428 h 1494"/>
              <a:gd name="T70" fmla="*/ 1118 w 1158"/>
              <a:gd name="T71" fmla="*/ 1428 h 1494"/>
              <a:gd name="T72" fmla="*/ 1092 w 1158"/>
              <a:gd name="T73" fmla="*/ 1262 h 1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8" h="1494">
                <a:moveTo>
                  <a:pt x="1092" y="1262"/>
                </a:moveTo>
                <a:lnTo>
                  <a:pt x="1092" y="1262"/>
                </a:lnTo>
                <a:cubicBezTo>
                  <a:pt x="1039" y="1223"/>
                  <a:pt x="964" y="1234"/>
                  <a:pt x="925" y="1288"/>
                </a:cubicBezTo>
                <a:lnTo>
                  <a:pt x="925" y="1288"/>
                </a:lnTo>
                <a:cubicBezTo>
                  <a:pt x="918" y="1296"/>
                  <a:pt x="914" y="1305"/>
                  <a:pt x="910" y="1315"/>
                </a:cubicBezTo>
                <a:lnTo>
                  <a:pt x="277" y="937"/>
                </a:lnTo>
                <a:lnTo>
                  <a:pt x="277" y="937"/>
                </a:lnTo>
                <a:cubicBezTo>
                  <a:pt x="301" y="888"/>
                  <a:pt x="290" y="827"/>
                  <a:pt x="251" y="786"/>
                </a:cubicBezTo>
                <a:lnTo>
                  <a:pt x="790" y="229"/>
                </a:lnTo>
                <a:lnTo>
                  <a:pt x="790" y="229"/>
                </a:lnTo>
                <a:cubicBezTo>
                  <a:pt x="791" y="229"/>
                  <a:pt x="792" y="231"/>
                  <a:pt x="794" y="232"/>
                </a:cubicBezTo>
                <a:lnTo>
                  <a:pt x="794" y="232"/>
                </a:lnTo>
                <a:cubicBezTo>
                  <a:pt x="847" y="270"/>
                  <a:pt x="922" y="260"/>
                  <a:pt x="960" y="205"/>
                </a:cubicBezTo>
                <a:lnTo>
                  <a:pt x="960" y="205"/>
                </a:lnTo>
                <a:cubicBezTo>
                  <a:pt x="999" y="153"/>
                  <a:pt x="988" y="78"/>
                  <a:pt x="935" y="39"/>
                </a:cubicBezTo>
                <a:lnTo>
                  <a:pt x="935" y="39"/>
                </a:lnTo>
                <a:cubicBezTo>
                  <a:pt x="881" y="0"/>
                  <a:pt x="807" y="12"/>
                  <a:pt x="768" y="65"/>
                </a:cubicBezTo>
                <a:lnTo>
                  <a:pt x="768" y="65"/>
                </a:lnTo>
                <a:cubicBezTo>
                  <a:pt x="733" y="112"/>
                  <a:pt x="738" y="176"/>
                  <a:pt x="778" y="217"/>
                </a:cubicBezTo>
                <a:lnTo>
                  <a:pt x="238" y="775"/>
                </a:lnTo>
                <a:lnTo>
                  <a:pt x="238" y="775"/>
                </a:lnTo>
                <a:cubicBezTo>
                  <a:pt x="236" y="772"/>
                  <a:pt x="234" y="771"/>
                  <a:pt x="230" y="768"/>
                </a:cubicBezTo>
                <a:lnTo>
                  <a:pt x="230" y="768"/>
                </a:lnTo>
                <a:cubicBezTo>
                  <a:pt x="169" y="723"/>
                  <a:pt x="85" y="734"/>
                  <a:pt x="43" y="791"/>
                </a:cubicBezTo>
                <a:lnTo>
                  <a:pt x="43" y="791"/>
                </a:lnTo>
                <a:cubicBezTo>
                  <a:pt x="0" y="849"/>
                  <a:pt x="16" y="932"/>
                  <a:pt x="79" y="977"/>
                </a:cubicBezTo>
                <a:lnTo>
                  <a:pt x="79" y="977"/>
                </a:lnTo>
                <a:cubicBezTo>
                  <a:pt x="141" y="1023"/>
                  <a:pt x="224" y="1011"/>
                  <a:pt x="267" y="954"/>
                </a:cubicBezTo>
                <a:lnTo>
                  <a:pt x="267" y="954"/>
                </a:lnTo>
                <a:cubicBezTo>
                  <a:pt x="267" y="953"/>
                  <a:pt x="268" y="952"/>
                  <a:pt x="269" y="950"/>
                </a:cubicBezTo>
                <a:lnTo>
                  <a:pt x="905" y="1331"/>
                </a:lnTo>
                <a:lnTo>
                  <a:pt x="905" y="1331"/>
                </a:lnTo>
                <a:cubicBezTo>
                  <a:pt x="895" y="1376"/>
                  <a:pt x="912" y="1425"/>
                  <a:pt x="951" y="1454"/>
                </a:cubicBezTo>
                <a:lnTo>
                  <a:pt x="951" y="1454"/>
                </a:lnTo>
                <a:cubicBezTo>
                  <a:pt x="1004" y="1493"/>
                  <a:pt x="1079" y="1481"/>
                  <a:pt x="1118" y="1428"/>
                </a:cubicBezTo>
                <a:lnTo>
                  <a:pt x="1118" y="1428"/>
                </a:lnTo>
                <a:cubicBezTo>
                  <a:pt x="1157" y="1375"/>
                  <a:pt x="1145" y="1300"/>
                  <a:pt x="1092" y="1262"/>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486" name="TextBox 485">
            <a:extLst>
              <a:ext uri="{FF2B5EF4-FFF2-40B4-BE49-F238E27FC236}">
                <a16:creationId xmlns:a16="http://schemas.microsoft.com/office/drawing/2014/main" id="{829A74BE-C13B-475C-9150-DA149994A51B}"/>
              </a:ext>
            </a:extLst>
          </p:cNvPr>
          <p:cNvSpPr txBox="1"/>
          <p:nvPr/>
        </p:nvSpPr>
        <p:spPr>
          <a:xfrm>
            <a:off x="5795817" y="2089776"/>
            <a:ext cx="6345007" cy="1418915"/>
          </a:xfrm>
          <a:prstGeom prst="rect">
            <a:avLst/>
          </a:prstGeom>
          <a:noFill/>
        </p:spPr>
        <p:txBody>
          <a:bodyPr wrap="none" rtlCol="0" anchor="b">
            <a:spAutoFit/>
          </a:bodyPr>
          <a:lstStyle/>
          <a:p>
            <a:pPr>
              <a:lnSpc>
                <a:spcPts val="4700"/>
              </a:lnSpc>
            </a:pPr>
            <a:endParaRPr lang="en-US" sz="9950" b="1" spc="-165" dirty="0">
              <a:solidFill>
                <a:schemeClr val="accent2"/>
              </a:solidFill>
              <a:latin typeface="Lato" panose="020F0502020204030203" pitchFamily="34" charset="77"/>
            </a:endParaRPr>
          </a:p>
          <a:p>
            <a:pPr>
              <a:lnSpc>
                <a:spcPts val="4700"/>
              </a:lnSpc>
            </a:pPr>
            <a:r>
              <a:rPr lang="en-US" sz="9950" b="1" spc="-165" dirty="0">
                <a:solidFill>
                  <a:schemeClr val="accent2"/>
                </a:solidFill>
                <a:latin typeface="Lato" panose="020F0502020204030203" pitchFamily="34" charset="77"/>
              </a:rPr>
              <a:t>Questions?</a:t>
            </a:r>
          </a:p>
        </p:txBody>
      </p:sp>
    </p:spTree>
    <p:extLst>
      <p:ext uri="{BB962C8B-B14F-4D97-AF65-F5344CB8AC3E}">
        <p14:creationId xmlns:p14="http://schemas.microsoft.com/office/powerpoint/2010/main" val="3266287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4504994" y="2362011"/>
            <a:ext cx="6398358" cy="1454246"/>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5110922" y="2674087"/>
            <a:ext cx="5307103"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800" b="1" dirty="0">
                <a:solidFill>
                  <a:schemeClr val="bg1"/>
                </a:solidFill>
                <a:latin typeface="Lato" panose="020F0502020204030203" pitchFamily="34" charset="0"/>
              </a:rPr>
              <a:t>Let’s have a Quiz!</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Tree>
    <p:extLst>
      <p:ext uri="{BB962C8B-B14F-4D97-AF65-F5344CB8AC3E}">
        <p14:creationId xmlns:p14="http://schemas.microsoft.com/office/powerpoint/2010/main" val="1491490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pic>
        <p:nvPicPr>
          <p:cNvPr id="7" name="Picture 6">
            <a:extLst>
              <a:ext uri="{FF2B5EF4-FFF2-40B4-BE49-F238E27FC236}">
                <a16:creationId xmlns:a16="http://schemas.microsoft.com/office/drawing/2014/main" id="{0F021636-E4A1-596C-AB7C-861296A3970E}"/>
              </a:ext>
            </a:extLst>
          </p:cNvPr>
          <p:cNvPicPr>
            <a:picLocks noChangeAspect="1"/>
          </p:cNvPicPr>
          <p:nvPr/>
        </p:nvPicPr>
        <p:blipFill>
          <a:blip r:embed="rId2"/>
          <a:stretch>
            <a:fillRect/>
          </a:stretch>
        </p:blipFill>
        <p:spPr>
          <a:xfrm>
            <a:off x="3295227" y="187231"/>
            <a:ext cx="2746279" cy="6374935"/>
          </a:xfrm>
          <a:prstGeom prst="rect">
            <a:avLst/>
          </a:prstGeom>
        </p:spPr>
      </p:pic>
      <p:pic>
        <p:nvPicPr>
          <p:cNvPr id="15" name="Picture 14">
            <a:extLst>
              <a:ext uri="{FF2B5EF4-FFF2-40B4-BE49-F238E27FC236}">
                <a16:creationId xmlns:a16="http://schemas.microsoft.com/office/drawing/2014/main" id="{A6D42006-52E5-D037-C478-D8B1A8963C3A}"/>
              </a:ext>
            </a:extLst>
          </p:cNvPr>
          <p:cNvPicPr>
            <a:picLocks noChangeAspect="1"/>
          </p:cNvPicPr>
          <p:nvPr/>
        </p:nvPicPr>
        <p:blipFill>
          <a:blip r:embed="rId3"/>
          <a:stretch>
            <a:fillRect/>
          </a:stretch>
        </p:blipFill>
        <p:spPr>
          <a:xfrm>
            <a:off x="6422804" y="3874132"/>
            <a:ext cx="6448425" cy="1323975"/>
          </a:xfrm>
          <a:prstGeom prst="rect">
            <a:avLst/>
          </a:prstGeom>
        </p:spPr>
      </p:pic>
      <p:pic>
        <p:nvPicPr>
          <p:cNvPr id="17" name="Picture 16">
            <a:extLst>
              <a:ext uri="{FF2B5EF4-FFF2-40B4-BE49-F238E27FC236}">
                <a16:creationId xmlns:a16="http://schemas.microsoft.com/office/drawing/2014/main" id="{BDB278C9-75ED-4E0B-2867-D88C6C49B039}"/>
              </a:ext>
            </a:extLst>
          </p:cNvPr>
          <p:cNvPicPr>
            <a:picLocks noChangeAspect="1"/>
          </p:cNvPicPr>
          <p:nvPr/>
        </p:nvPicPr>
        <p:blipFill>
          <a:blip r:embed="rId4"/>
          <a:stretch>
            <a:fillRect/>
          </a:stretch>
        </p:blipFill>
        <p:spPr>
          <a:xfrm>
            <a:off x="6479409" y="1630987"/>
            <a:ext cx="7543800" cy="2381250"/>
          </a:xfrm>
          <a:prstGeom prst="rect">
            <a:avLst/>
          </a:prstGeom>
        </p:spPr>
      </p:pic>
    </p:spTree>
    <p:extLst>
      <p:ext uri="{BB962C8B-B14F-4D97-AF65-F5344CB8AC3E}">
        <p14:creationId xmlns:p14="http://schemas.microsoft.com/office/powerpoint/2010/main" val="2700284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6" name="Round Diagonal Corner Rectangle 5">
            <a:extLst>
              <a:ext uri="{FF2B5EF4-FFF2-40B4-BE49-F238E27FC236}">
                <a16:creationId xmlns:a16="http://schemas.microsoft.com/office/drawing/2014/main" id="{6FADABBB-0521-5B77-3514-9609383D0903}"/>
              </a:ext>
            </a:extLst>
          </p:cNvPr>
          <p:cNvSpPr/>
          <p:nvPr/>
        </p:nvSpPr>
        <p:spPr>
          <a:xfrm>
            <a:off x="3695369" y="2358743"/>
            <a:ext cx="6398358" cy="1454246"/>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9">
            <a:extLst>
              <a:ext uri="{FF2B5EF4-FFF2-40B4-BE49-F238E27FC236}">
                <a16:creationId xmlns:a16="http://schemas.microsoft.com/office/drawing/2014/main" id="{E3C01E4B-86DE-CB70-01A3-26D872CA5C13}"/>
              </a:ext>
            </a:extLst>
          </p:cNvPr>
          <p:cNvSpPr txBox="1">
            <a:spLocks/>
          </p:cNvSpPr>
          <p:nvPr/>
        </p:nvSpPr>
        <p:spPr>
          <a:xfrm>
            <a:off x="4310822" y="2773348"/>
            <a:ext cx="5307103" cy="625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solidFill>
                  <a:schemeClr val="bg1"/>
                </a:solidFill>
                <a:latin typeface="Lato" panose="020F0502020204030203" pitchFamily="34" charset="0"/>
              </a:rPr>
              <a:t>Let us answer your quiz!</a:t>
            </a:r>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spTree>
    <p:extLst>
      <p:ext uri="{BB962C8B-B14F-4D97-AF65-F5344CB8AC3E}">
        <p14:creationId xmlns:p14="http://schemas.microsoft.com/office/powerpoint/2010/main" val="2675800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pic>
        <p:nvPicPr>
          <p:cNvPr id="7" name="Picture 6">
            <a:extLst>
              <a:ext uri="{FF2B5EF4-FFF2-40B4-BE49-F238E27FC236}">
                <a16:creationId xmlns:a16="http://schemas.microsoft.com/office/drawing/2014/main" id="{0F021636-E4A1-596C-AB7C-861296A3970E}"/>
              </a:ext>
            </a:extLst>
          </p:cNvPr>
          <p:cNvPicPr>
            <a:picLocks noChangeAspect="1"/>
          </p:cNvPicPr>
          <p:nvPr/>
        </p:nvPicPr>
        <p:blipFill>
          <a:blip r:embed="rId3"/>
          <a:stretch>
            <a:fillRect/>
          </a:stretch>
        </p:blipFill>
        <p:spPr>
          <a:xfrm>
            <a:off x="3295227" y="187231"/>
            <a:ext cx="2746279" cy="6374935"/>
          </a:xfrm>
          <a:prstGeom prst="rect">
            <a:avLst/>
          </a:prstGeom>
        </p:spPr>
      </p:pic>
      <p:sp>
        <p:nvSpPr>
          <p:cNvPr id="5" name="Text Placeholder 9">
            <a:extLst>
              <a:ext uri="{FF2B5EF4-FFF2-40B4-BE49-F238E27FC236}">
                <a16:creationId xmlns:a16="http://schemas.microsoft.com/office/drawing/2014/main" id="{5191BA5B-336A-FFB4-43F2-B546A4D43285}"/>
              </a:ext>
            </a:extLst>
          </p:cNvPr>
          <p:cNvSpPr txBox="1">
            <a:spLocks/>
          </p:cNvSpPr>
          <p:nvPr/>
        </p:nvSpPr>
        <p:spPr>
          <a:xfrm>
            <a:off x="6041506" y="295834"/>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-6</a:t>
            </a:r>
          </a:p>
        </p:txBody>
      </p:sp>
      <p:sp>
        <p:nvSpPr>
          <p:cNvPr id="8" name="Text Placeholder 9">
            <a:extLst>
              <a:ext uri="{FF2B5EF4-FFF2-40B4-BE49-F238E27FC236}">
                <a16:creationId xmlns:a16="http://schemas.microsoft.com/office/drawing/2014/main" id="{D22D219E-D4B6-F404-8669-562F59010083}"/>
              </a:ext>
            </a:extLst>
          </p:cNvPr>
          <p:cNvSpPr txBox="1">
            <a:spLocks/>
          </p:cNvSpPr>
          <p:nvPr/>
        </p:nvSpPr>
        <p:spPr>
          <a:xfrm>
            <a:off x="6041506" y="889653"/>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6</a:t>
            </a:r>
          </a:p>
        </p:txBody>
      </p:sp>
      <p:sp>
        <p:nvSpPr>
          <p:cNvPr id="9" name="Text Placeholder 9">
            <a:extLst>
              <a:ext uri="{FF2B5EF4-FFF2-40B4-BE49-F238E27FC236}">
                <a16:creationId xmlns:a16="http://schemas.microsoft.com/office/drawing/2014/main" id="{FF7613BC-EF0C-D7E1-7D2B-00BAA81E4367}"/>
              </a:ext>
            </a:extLst>
          </p:cNvPr>
          <p:cNvSpPr txBox="1">
            <a:spLocks/>
          </p:cNvSpPr>
          <p:nvPr/>
        </p:nvSpPr>
        <p:spPr>
          <a:xfrm>
            <a:off x="6041506" y="1483472"/>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-4</a:t>
            </a:r>
          </a:p>
        </p:txBody>
      </p:sp>
      <p:sp>
        <p:nvSpPr>
          <p:cNvPr id="10" name="Text Placeholder 9">
            <a:extLst>
              <a:ext uri="{FF2B5EF4-FFF2-40B4-BE49-F238E27FC236}">
                <a16:creationId xmlns:a16="http://schemas.microsoft.com/office/drawing/2014/main" id="{48C6363B-74D0-EBF2-1E53-A4CF40CEDA33}"/>
              </a:ext>
            </a:extLst>
          </p:cNvPr>
          <p:cNvSpPr txBox="1">
            <a:spLocks/>
          </p:cNvSpPr>
          <p:nvPr/>
        </p:nvSpPr>
        <p:spPr>
          <a:xfrm>
            <a:off x="6041506" y="2131454"/>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0</a:t>
            </a:r>
          </a:p>
        </p:txBody>
      </p:sp>
      <p:sp>
        <p:nvSpPr>
          <p:cNvPr id="11" name="Text Placeholder 9">
            <a:extLst>
              <a:ext uri="{FF2B5EF4-FFF2-40B4-BE49-F238E27FC236}">
                <a16:creationId xmlns:a16="http://schemas.microsoft.com/office/drawing/2014/main" id="{46F202EE-7058-F581-A08D-415C3ECD559B}"/>
              </a:ext>
            </a:extLst>
          </p:cNvPr>
          <p:cNvSpPr txBox="1">
            <a:spLocks/>
          </p:cNvSpPr>
          <p:nvPr/>
        </p:nvSpPr>
        <p:spPr>
          <a:xfrm>
            <a:off x="6041506" y="2764303"/>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3</a:t>
            </a:r>
          </a:p>
        </p:txBody>
      </p:sp>
      <p:sp>
        <p:nvSpPr>
          <p:cNvPr id="12" name="Text Placeholder 9">
            <a:extLst>
              <a:ext uri="{FF2B5EF4-FFF2-40B4-BE49-F238E27FC236}">
                <a16:creationId xmlns:a16="http://schemas.microsoft.com/office/drawing/2014/main" id="{0152ED36-834E-33D9-9374-51FADCB4E8D3}"/>
              </a:ext>
            </a:extLst>
          </p:cNvPr>
          <p:cNvSpPr txBox="1">
            <a:spLocks/>
          </p:cNvSpPr>
          <p:nvPr/>
        </p:nvSpPr>
        <p:spPr>
          <a:xfrm>
            <a:off x="6041506" y="3382403"/>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5</a:t>
            </a:r>
          </a:p>
        </p:txBody>
      </p:sp>
      <p:sp>
        <p:nvSpPr>
          <p:cNvPr id="13" name="Text Placeholder 9">
            <a:extLst>
              <a:ext uri="{FF2B5EF4-FFF2-40B4-BE49-F238E27FC236}">
                <a16:creationId xmlns:a16="http://schemas.microsoft.com/office/drawing/2014/main" id="{42A8477E-52AA-F6B7-B7C7-D6D22255B4ED}"/>
              </a:ext>
            </a:extLst>
          </p:cNvPr>
          <p:cNvSpPr txBox="1">
            <a:spLocks/>
          </p:cNvSpPr>
          <p:nvPr/>
        </p:nvSpPr>
        <p:spPr>
          <a:xfrm>
            <a:off x="6041506" y="4000503"/>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-1</a:t>
            </a:r>
          </a:p>
        </p:txBody>
      </p:sp>
      <p:sp>
        <p:nvSpPr>
          <p:cNvPr id="16" name="Text Placeholder 9">
            <a:extLst>
              <a:ext uri="{FF2B5EF4-FFF2-40B4-BE49-F238E27FC236}">
                <a16:creationId xmlns:a16="http://schemas.microsoft.com/office/drawing/2014/main" id="{71CABB71-5D18-89FC-EBCD-029698CE142B}"/>
              </a:ext>
            </a:extLst>
          </p:cNvPr>
          <p:cNvSpPr txBox="1">
            <a:spLocks/>
          </p:cNvSpPr>
          <p:nvPr/>
        </p:nvSpPr>
        <p:spPr>
          <a:xfrm>
            <a:off x="6041506" y="4663234"/>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10</a:t>
            </a:r>
          </a:p>
        </p:txBody>
      </p:sp>
      <p:sp>
        <p:nvSpPr>
          <p:cNvPr id="18" name="Text Placeholder 9">
            <a:extLst>
              <a:ext uri="{FF2B5EF4-FFF2-40B4-BE49-F238E27FC236}">
                <a16:creationId xmlns:a16="http://schemas.microsoft.com/office/drawing/2014/main" id="{E439B99B-A5D9-3C15-578D-8683960FFE25}"/>
              </a:ext>
            </a:extLst>
          </p:cNvPr>
          <p:cNvSpPr txBox="1">
            <a:spLocks/>
          </p:cNvSpPr>
          <p:nvPr/>
        </p:nvSpPr>
        <p:spPr>
          <a:xfrm>
            <a:off x="6041506" y="5312942"/>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10</a:t>
            </a:r>
          </a:p>
        </p:txBody>
      </p:sp>
      <p:sp>
        <p:nvSpPr>
          <p:cNvPr id="19" name="Text Placeholder 9">
            <a:extLst>
              <a:ext uri="{FF2B5EF4-FFF2-40B4-BE49-F238E27FC236}">
                <a16:creationId xmlns:a16="http://schemas.microsoft.com/office/drawing/2014/main" id="{1465D5E9-531C-0E2E-6C2C-7E52B2D0F95D}"/>
              </a:ext>
            </a:extLst>
          </p:cNvPr>
          <p:cNvSpPr txBox="1">
            <a:spLocks/>
          </p:cNvSpPr>
          <p:nvPr/>
        </p:nvSpPr>
        <p:spPr>
          <a:xfrm>
            <a:off x="6041506" y="5937554"/>
            <a:ext cx="1083194"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da-DK" sz="2400" b="1" dirty="0">
                <a:solidFill>
                  <a:srgbClr val="6D316A"/>
                </a:solidFill>
                <a:latin typeface="Lato" panose="020F0502020204030203" pitchFamily="34" charset="0"/>
              </a:rPr>
              <a:t>8</a:t>
            </a:r>
          </a:p>
        </p:txBody>
      </p:sp>
    </p:spTree>
    <p:extLst>
      <p:ext uri="{BB962C8B-B14F-4D97-AF65-F5344CB8AC3E}">
        <p14:creationId xmlns:p14="http://schemas.microsoft.com/office/powerpoint/2010/main" val="2185589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 calcmode="lin" valueType="num">
                                      <p:cBhvr>
                                        <p:cTn id="56" dur="500" fill="hold"/>
                                        <p:tgtEl>
                                          <p:spTgt spid="16"/>
                                        </p:tgtEl>
                                        <p:attrNameLst>
                                          <p:attrName>ppt_w</p:attrName>
                                        </p:attrNameLst>
                                      </p:cBhvr>
                                      <p:tavLst>
                                        <p:tav tm="0">
                                          <p:val>
                                            <p:fltVal val="0"/>
                                          </p:val>
                                        </p:tav>
                                        <p:tav tm="100000">
                                          <p:val>
                                            <p:strVal val="#ppt_w"/>
                                          </p:val>
                                        </p:tav>
                                      </p:tavLst>
                                    </p:anim>
                                    <p:anim calcmode="lin" valueType="num">
                                      <p:cBhvr>
                                        <p:cTn id="57" dur="500" fill="hold"/>
                                        <p:tgtEl>
                                          <p:spTgt spid="16"/>
                                        </p:tgtEl>
                                        <p:attrNameLst>
                                          <p:attrName>ppt_h</p:attrName>
                                        </p:attrNameLst>
                                      </p:cBhvr>
                                      <p:tavLst>
                                        <p:tav tm="0">
                                          <p:val>
                                            <p:fltVal val="0"/>
                                          </p:val>
                                        </p:tav>
                                        <p:tav tm="100000">
                                          <p:val>
                                            <p:strVal val="#ppt_h"/>
                                          </p:val>
                                        </p:tav>
                                      </p:tavLst>
                                    </p:anim>
                                    <p:animEffect transition="in" filter="fade">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p:cTn id="63" dur="500" fill="hold"/>
                                        <p:tgtEl>
                                          <p:spTgt spid="18"/>
                                        </p:tgtEl>
                                        <p:attrNameLst>
                                          <p:attrName>ppt_w</p:attrName>
                                        </p:attrNameLst>
                                      </p:cBhvr>
                                      <p:tavLst>
                                        <p:tav tm="0">
                                          <p:val>
                                            <p:fltVal val="0"/>
                                          </p:val>
                                        </p:tav>
                                        <p:tav tm="100000">
                                          <p:val>
                                            <p:strVal val="#ppt_w"/>
                                          </p:val>
                                        </p:tav>
                                      </p:tavLst>
                                    </p:anim>
                                    <p:anim calcmode="lin" valueType="num">
                                      <p:cBhvr>
                                        <p:cTn id="64" dur="500" fill="hold"/>
                                        <p:tgtEl>
                                          <p:spTgt spid="18"/>
                                        </p:tgtEl>
                                        <p:attrNameLst>
                                          <p:attrName>ppt_h</p:attrName>
                                        </p:attrNameLst>
                                      </p:cBhvr>
                                      <p:tavLst>
                                        <p:tav tm="0">
                                          <p:val>
                                            <p:fltVal val="0"/>
                                          </p:val>
                                        </p:tav>
                                        <p:tav tm="100000">
                                          <p:val>
                                            <p:strVal val="#ppt_h"/>
                                          </p:val>
                                        </p:tav>
                                      </p:tavLst>
                                    </p:anim>
                                    <p:animEffect transition="in" filter="fade">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p:cTn id="70" dur="500" fill="hold"/>
                                        <p:tgtEl>
                                          <p:spTgt spid="19"/>
                                        </p:tgtEl>
                                        <p:attrNameLst>
                                          <p:attrName>ppt_w</p:attrName>
                                        </p:attrNameLst>
                                      </p:cBhvr>
                                      <p:tavLst>
                                        <p:tav tm="0">
                                          <p:val>
                                            <p:fltVal val="0"/>
                                          </p:val>
                                        </p:tav>
                                        <p:tav tm="100000">
                                          <p:val>
                                            <p:strVal val="#ppt_w"/>
                                          </p:val>
                                        </p:tav>
                                      </p:tavLst>
                                    </p:anim>
                                    <p:anim calcmode="lin" valueType="num">
                                      <p:cBhvr>
                                        <p:cTn id="71" dur="500" fill="hold"/>
                                        <p:tgtEl>
                                          <p:spTgt spid="19"/>
                                        </p:tgtEl>
                                        <p:attrNameLst>
                                          <p:attrName>ppt_h</p:attrName>
                                        </p:attrNameLst>
                                      </p:cBhvr>
                                      <p:tavLst>
                                        <p:tav tm="0">
                                          <p:val>
                                            <p:fltVal val="0"/>
                                          </p:val>
                                        </p:tav>
                                        <p:tav tm="100000">
                                          <p:val>
                                            <p:strVal val="#ppt_h"/>
                                          </p:val>
                                        </p:tav>
                                      </p:tavLst>
                                    </p:anim>
                                    <p:animEffect transition="in" filter="fade">
                                      <p:cBhvr>
                                        <p:cTn id="7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12" grpId="0" animBg="1"/>
      <p:bldP spid="13" grpId="0" animBg="1"/>
      <p:bldP spid="16"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687FF66F-DBF6-D2E8-CECE-9C6CC3246255}"/>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2567322 h 6858000"/>
              <a:gd name="connsiteX3" fmla="*/ 2070845 w 2138082"/>
              <a:gd name="connsiteY3" fmla="*/ 2560544 h 6858000"/>
              <a:gd name="connsiteX4" fmla="*/ 1364874 w 2138082"/>
              <a:gd name="connsiteY4" fmla="*/ 3266515 h 6858000"/>
              <a:gd name="connsiteX5" fmla="*/ 2070845 w 2138082"/>
              <a:gd name="connsiteY5" fmla="*/ 3972486 h 6858000"/>
              <a:gd name="connsiteX6" fmla="*/ 2138082 w 2138082"/>
              <a:gd name="connsiteY6" fmla="*/ 3965708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2567322"/>
                </a:lnTo>
                <a:lnTo>
                  <a:pt x="2070845" y="2560544"/>
                </a:lnTo>
                <a:cubicBezTo>
                  <a:pt x="1680948" y="2560544"/>
                  <a:pt x="1364874" y="2876618"/>
                  <a:pt x="1364874" y="3266515"/>
                </a:cubicBezTo>
                <a:cubicBezTo>
                  <a:pt x="1364874" y="3656412"/>
                  <a:pt x="1680948" y="3972486"/>
                  <a:pt x="2070845" y="3972486"/>
                </a:cubicBezTo>
                <a:lnTo>
                  <a:pt x="2138082" y="3965708"/>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Oval 2">
            <a:extLst>
              <a:ext uri="{FF2B5EF4-FFF2-40B4-BE49-F238E27FC236}">
                <a16:creationId xmlns:a16="http://schemas.microsoft.com/office/drawing/2014/main" id="{28C1513E-9058-F712-A010-D3479418511E}"/>
              </a:ext>
            </a:extLst>
          </p:cNvPr>
          <p:cNvSpPr/>
          <p:nvPr/>
        </p:nvSpPr>
        <p:spPr>
          <a:xfrm>
            <a:off x="1517556" y="2682782"/>
            <a:ext cx="1133475" cy="11334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4">
            <a:extLst>
              <a:ext uri="{FF2B5EF4-FFF2-40B4-BE49-F238E27FC236}">
                <a16:creationId xmlns:a16="http://schemas.microsoft.com/office/drawing/2014/main" id="{E24B113F-6B6A-34AF-1FF0-EA4460C80A4F}"/>
              </a:ext>
            </a:extLst>
          </p:cNvPr>
          <p:cNvSpPr>
            <a:spLocks/>
          </p:cNvSpPr>
          <p:nvPr/>
        </p:nvSpPr>
        <p:spPr bwMode="auto">
          <a:xfrm>
            <a:off x="1719574" y="2867912"/>
            <a:ext cx="756334" cy="719138"/>
          </a:xfrm>
          <a:custGeom>
            <a:avLst/>
            <a:gdLst/>
            <a:ahLst/>
            <a:cxnLst/>
            <a:rect l="0" t="0" r="r" b="b"/>
            <a:pathLst>
              <a:path w="461432" h="460375">
                <a:moveTo>
                  <a:pt x="6900" y="286385"/>
                </a:moveTo>
                <a:cubicBezTo>
                  <a:pt x="5630" y="280035"/>
                  <a:pt x="3725" y="273685"/>
                  <a:pt x="3090" y="267335"/>
                </a:cubicBezTo>
                <a:cubicBezTo>
                  <a:pt x="-1990" y="236855"/>
                  <a:pt x="-720" y="205740"/>
                  <a:pt x="6265" y="175895"/>
                </a:cubicBezTo>
                <a:cubicBezTo>
                  <a:pt x="13250" y="146685"/>
                  <a:pt x="25950" y="120015"/>
                  <a:pt x="43095" y="95250"/>
                </a:cubicBezTo>
                <a:cubicBezTo>
                  <a:pt x="60875" y="71120"/>
                  <a:pt x="82465" y="50800"/>
                  <a:pt x="107230" y="34925"/>
                </a:cubicBezTo>
                <a:cubicBezTo>
                  <a:pt x="133265" y="18415"/>
                  <a:pt x="162475" y="7620"/>
                  <a:pt x="192955" y="2540"/>
                </a:cubicBezTo>
                <a:cubicBezTo>
                  <a:pt x="201210" y="1270"/>
                  <a:pt x="209465" y="0"/>
                  <a:pt x="218355" y="0"/>
                </a:cubicBezTo>
                <a:lnTo>
                  <a:pt x="267250" y="55880"/>
                </a:lnTo>
                <a:lnTo>
                  <a:pt x="218990" y="106680"/>
                </a:lnTo>
                <a:cubicBezTo>
                  <a:pt x="216450" y="106680"/>
                  <a:pt x="213275" y="107315"/>
                  <a:pt x="210735" y="107950"/>
                </a:cubicBezTo>
                <a:cubicBezTo>
                  <a:pt x="143425" y="118745"/>
                  <a:pt x="97070" y="182880"/>
                  <a:pt x="108500" y="250825"/>
                </a:cubicBezTo>
                <a:cubicBezTo>
                  <a:pt x="109135" y="256540"/>
                  <a:pt x="111040" y="262255"/>
                  <a:pt x="112310" y="267335"/>
                </a:cubicBezTo>
                <a:cubicBezTo>
                  <a:pt x="112310" y="267970"/>
                  <a:pt x="112945" y="268605"/>
                  <a:pt x="112945" y="269240"/>
                </a:cubicBezTo>
                <a:lnTo>
                  <a:pt x="67860" y="258445"/>
                </a:lnTo>
                <a:lnTo>
                  <a:pt x="42460" y="252095"/>
                </a:lnTo>
                <a:lnTo>
                  <a:pt x="34205" y="276860"/>
                </a:lnTo>
                <a:lnTo>
                  <a:pt x="18965" y="321945"/>
                </a:lnTo>
                <a:cubicBezTo>
                  <a:pt x="16425" y="316865"/>
                  <a:pt x="14520" y="311150"/>
                  <a:pt x="12615" y="305435"/>
                </a:cubicBezTo>
                <a:cubicBezTo>
                  <a:pt x="11980" y="304165"/>
                  <a:pt x="11980" y="302895"/>
                  <a:pt x="11345" y="300990"/>
                </a:cubicBezTo>
                <a:cubicBezTo>
                  <a:pt x="10075" y="295910"/>
                  <a:pt x="8170" y="291465"/>
                  <a:pt x="6900" y="286385"/>
                </a:cubicBezTo>
                <a:close/>
                <a:moveTo>
                  <a:pt x="368850" y="377190"/>
                </a:moveTo>
                <a:lnTo>
                  <a:pt x="343450" y="382270"/>
                </a:lnTo>
                <a:lnTo>
                  <a:pt x="335830" y="357505"/>
                </a:lnTo>
                <a:lnTo>
                  <a:pt x="322495" y="313055"/>
                </a:lnTo>
                <a:cubicBezTo>
                  <a:pt x="320590" y="314960"/>
                  <a:pt x="319320" y="316865"/>
                  <a:pt x="317415" y="318135"/>
                </a:cubicBezTo>
                <a:cubicBezTo>
                  <a:pt x="317415" y="318135"/>
                  <a:pt x="316780" y="318770"/>
                  <a:pt x="316780" y="318770"/>
                </a:cubicBezTo>
                <a:cubicBezTo>
                  <a:pt x="314240" y="321310"/>
                  <a:pt x="311700" y="323850"/>
                  <a:pt x="308525" y="325755"/>
                </a:cubicBezTo>
                <a:cubicBezTo>
                  <a:pt x="307890" y="326390"/>
                  <a:pt x="307255" y="327025"/>
                  <a:pt x="306620" y="327660"/>
                </a:cubicBezTo>
                <a:cubicBezTo>
                  <a:pt x="304080" y="329565"/>
                  <a:pt x="301540" y="331470"/>
                  <a:pt x="298365" y="333375"/>
                </a:cubicBezTo>
                <a:cubicBezTo>
                  <a:pt x="297095" y="334010"/>
                  <a:pt x="296460" y="334645"/>
                  <a:pt x="295190" y="335280"/>
                </a:cubicBezTo>
                <a:cubicBezTo>
                  <a:pt x="292650" y="336550"/>
                  <a:pt x="290110" y="338455"/>
                  <a:pt x="287570" y="339725"/>
                </a:cubicBezTo>
                <a:cubicBezTo>
                  <a:pt x="285665" y="340360"/>
                  <a:pt x="284395" y="341630"/>
                  <a:pt x="282490" y="342265"/>
                </a:cubicBezTo>
                <a:cubicBezTo>
                  <a:pt x="280585" y="343535"/>
                  <a:pt x="278045" y="344170"/>
                  <a:pt x="275505" y="345440"/>
                </a:cubicBezTo>
                <a:cubicBezTo>
                  <a:pt x="272965" y="346075"/>
                  <a:pt x="270425" y="347345"/>
                  <a:pt x="268520" y="347980"/>
                </a:cubicBezTo>
                <a:cubicBezTo>
                  <a:pt x="266615" y="348615"/>
                  <a:pt x="265345" y="349250"/>
                  <a:pt x="263440" y="349885"/>
                </a:cubicBezTo>
                <a:cubicBezTo>
                  <a:pt x="258995" y="351155"/>
                  <a:pt x="254550" y="351790"/>
                  <a:pt x="250105" y="353060"/>
                </a:cubicBezTo>
                <a:cubicBezTo>
                  <a:pt x="244390" y="353695"/>
                  <a:pt x="239310" y="354330"/>
                  <a:pt x="233595" y="354330"/>
                </a:cubicBezTo>
                <a:cubicBezTo>
                  <a:pt x="232960" y="354330"/>
                  <a:pt x="232325" y="354330"/>
                  <a:pt x="231690" y="354330"/>
                </a:cubicBezTo>
                <a:cubicBezTo>
                  <a:pt x="231055" y="354330"/>
                  <a:pt x="231055" y="354330"/>
                  <a:pt x="230420" y="354330"/>
                </a:cubicBezTo>
                <a:cubicBezTo>
                  <a:pt x="225340" y="354330"/>
                  <a:pt x="220260" y="353695"/>
                  <a:pt x="215180" y="353060"/>
                </a:cubicBezTo>
                <a:cubicBezTo>
                  <a:pt x="214545" y="353060"/>
                  <a:pt x="214545" y="353060"/>
                  <a:pt x="213910" y="353060"/>
                </a:cubicBezTo>
                <a:cubicBezTo>
                  <a:pt x="208830" y="352425"/>
                  <a:pt x="204385" y="351790"/>
                  <a:pt x="199305" y="350520"/>
                </a:cubicBezTo>
                <a:cubicBezTo>
                  <a:pt x="197400" y="349885"/>
                  <a:pt x="196130" y="349250"/>
                  <a:pt x="194225" y="348615"/>
                </a:cubicBezTo>
                <a:cubicBezTo>
                  <a:pt x="191050" y="347345"/>
                  <a:pt x="187240" y="346710"/>
                  <a:pt x="184065" y="344805"/>
                </a:cubicBezTo>
                <a:cubicBezTo>
                  <a:pt x="182160" y="344170"/>
                  <a:pt x="180255" y="343535"/>
                  <a:pt x="178350" y="342265"/>
                </a:cubicBezTo>
                <a:cubicBezTo>
                  <a:pt x="175175" y="340995"/>
                  <a:pt x="172635" y="339090"/>
                  <a:pt x="169460" y="337820"/>
                </a:cubicBezTo>
                <a:cubicBezTo>
                  <a:pt x="167555" y="336550"/>
                  <a:pt x="165650" y="335915"/>
                  <a:pt x="164380" y="334645"/>
                </a:cubicBezTo>
                <a:cubicBezTo>
                  <a:pt x="161840" y="332740"/>
                  <a:pt x="158665" y="330835"/>
                  <a:pt x="156125" y="328930"/>
                </a:cubicBezTo>
                <a:cubicBezTo>
                  <a:pt x="154855" y="327660"/>
                  <a:pt x="152950" y="326390"/>
                  <a:pt x="151680" y="325120"/>
                </a:cubicBezTo>
                <a:cubicBezTo>
                  <a:pt x="149140" y="322580"/>
                  <a:pt x="145965" y="320040"/>
                  <a:pt x="143425" y="317500"/>
                </a:cubicBezTo>
                <a:cubicBezTo>
                  <a:pt x="142155" y="316230"/>
                  <a:pt x="140885" y="314960"/>
                  <a:pt x="139615" y="313690"/>
                </a:cubicBezTo>
                <a:cubicBezTo>
                  <a:pt x="135805" y="309880"/>
                  <a:pt x="132630" y="305435"/>
                  <a:pt x="129455" y="301625"/>
                </a:cubicBezTo>
                <a:lnTo>
                  <a:pt x="60875" y="285115"/>
                </a:lnTo>
                <a:lnTo>
                  <a:pt x="36745" y="355600"/>
                </a:lnTo>
                <a:cubicBezTo>
                  <a:pt x="52620" y="379730"/>
                  <a:pt x="72305" y="400050"/>
                  <a:pt x="95800" y="417195"/>
                </a:cubicBezTo>
                <a:cubicBezTo>
                  <a:pt x="119930" y="434975"/>
                  <a:pt x="147235" y="447040"/>
                  <a:pt x="176445" y="454025"/>
                </a:cubicBezTo>
                <a:cubicBezTo>
                  <a:pt x="184700" y="455930"/>
                  <a:pt x="192955" y="457200"/>
                  <a:pt x="201210" y="458470"/>
                </a:cubicBezTo>
                <a:cubicBezTo>
                  <a:pt x="203750" y="459105"/>
                  <a:pt x="206925" y="459105"/>
                  <a:pt x="209465" y="459105"/>
                </a:cubicBezTo>
                <a:cubicBezTo>
                  <a:pt x="215180" y="459740"/>
                  <a:pt x="220895" y="459740"/>
                  <a:pt x="226610" y="460375"/>
                </a:cubicBezTo>
                <a:cubicBezTo>
                  <a:pt x="231055" y="460375"/>
                  <a:pt x="235500" y="460375"/>
                  <a:pt x="239945" y="460375"/>
                </a:cubicBezTo>
                <a:cubicBezTo>
                  <a:pt x="242485" y="460375"/>
                  <a:pt x="244390" y="460375"/>
                  <a:pt x="246930" y="460375"/>
                </a:cubicBezTo>
                <a:cubicBezTo>
                  <a:pt x="253915" y="459740"/>
                  <a:pt x="260900" y="459105"/>
                  <a:pt x="267885" y="457835"/>
                </a:cubicBezTo>
                <a:cubicBezTo>
                  <a:pt x="298365" y="452755"/>
                  <a:pt x="327575" y="441960"/>
                  <a:pt x="353610" y="425450"/>
                </a:cubicBezTo>
                <a:cubicBezTo>
                  <a:pt x="377740" y="410210"/>
                  <a:pt x="398695" y="391160"/>
                  <a:pt x="415205" y="367665"/>
                </a:cubicBezTo>
                <a:lnTo>
                  <a:pt x="368850" y="377190"/>
                </a:lnTo>
                <a:close/>
                <a:moveTo>
                  <a:pt x="458385" y="192405"/>
                </a:moveTo>
                <a:cubicBezTo>
                  <a:pt x="453305" y="161925"/>
                  <a:pt x="442510" y="132715"/>
                  <a:pt x="426000" y="106680"/>
                </a:cubicBezTo>
                <a:cubicBezTo>
                  <a:pt x="410125" y="81280"/>
                  <a:pt x="389805" y="59690"/>
                  <a:pt x="365040" y="42545"/>
                </a:cubicBezTo>
                <a:cubicBezTo>
                  <a:pt x="340910" y="25400"/>
                  <a:pt x="313605" y="12700"/>
                  <a:pt x="284395" y="5715"/>
                </a:cubicBezTo>
                <a:cubicBezTo>
                  <a:pt x="275505" y="3810"/>
                  <a:pt x="267250" y="1905"/>
                  <a:pt x="258360" y="1270"/>
                </a:cubicBezTo>
                <a:cubicBezTo>
                  <a:pt x="257725" y="1270"/>
                  <a:pt x="257725" y="1270"/>
                  <a:pt x="257090" y="1270"/>
                </a:cubicBezTo>
                <a:cubicBezTo>
                  <a:pt x="257090" y="1270"/>
                  <a:pt x="257090" y="1270"/>
                  <a:pt x="257090" y="1270"/>
                </a:cubicBezTo>
                <a:lnTo>
                  <a:pt x="288205" y="37465"/>
                </a:lnTo>
                <a:lnTo>
                  <a:pt x="305350" y="57150"/>
                </a:lnTo>
                <a:lnTo>
                  <a:pt x="287570" y="76200"/>
                </a:lnTo>
                <a:lnTo>
                  <a:pt x="255820" y="109855"/>
                </a:lnTo>
                <a:cubicBezTo>
                  <a:pt x="304715" y="120015"/>
                  <a:pt x="344085" y="158750"/>
                  <a:pt x="352975" y="210820"/>
                </a:cubicBezTo>
                <a:cubicBezTo>
                  <a:pt x="356785" y="236220"/>
                  <a:pt x="352975" y="260985"/>
                  <a:pt x="343450" y="282575"/>
                </a:cubicBezTo>
                <a:lnTo>
                  <a:pt x="363135" y="349885"/>
                </a:lnTo>
                <a:lnTo>
                  <a:pt x="436160" y="335280"/>
                </a:lnTo>
                <a:cubicBezTo>
                  <a:pt x="444415" y="319405"/>
                  <a:pt x="450765" y="302260"/>
                  <a:pt x="454575" y="285115"/>
                </a:cubicBezTo>
                <a:cubicBezTo>
                  <a:pt x="462195" y="254000"/>
                  <a:pt x="463465" y="223520"/>
                  <a:pt x="458385" y="192405"/>
                </a:cubicBezTo>
                <a:close/>
              </a:path>
            </a:pathLst>
          </a:custGeom>
          <a:solidFill>
            <a:schemeClr val="bg2"/>
          </a:solidFill>
          <a:ln>
            <a:noFill/>
          </a:ln>
        </p:spPr>
        <p:txBody>
          <a:bodyPr anchor="ctr"/>
          <a:lstStyle/>
          <a:p>
            <a:endParaRPr lang="en-US"/>
          </a:p>
        </p:txBody>
      </p:sp>
      <p:sp>
        <p:nvSpPr>
          <p:cNvPr id="14" name="TextBox 13">
            <a:extLst>
              <a:ext uri="{FF2B5EF4-FFF2-40B4-BE49-F238E27FC236}">
                <a16:creationId xmlns:a16="http://schemas.microsoft.com/office/drawing/2014/main" id="{A54FEC58-C779-1EA9-16DD-7A8463BECEC6}"/>
              </a:ext>
            </a:extLst>
          </p:cNvPr>
          <p:cNvSpPr txBox="1"/>
          <p:nvPr/>
        </p:nvSpPr>
        <p:spPr>
          <a:xfrm rot="16200000">
            <a:off x="-2504856" y="2890392"/>
            <a:ext cx="6266330" cy="1077218"/>
          </a:xfrm>
          <a:prstGeom prst="rect">
            <a:avLst/>
          </a:prstGeom>
          <a:noFill/>
        </p:spPr>
        <p:txBody>
          <a:bodyPr wrap="square" rtlCol="0">
            <a:spAutoFit/>
          </a:bodyPr>
          <a:lstStyle/>
          <a:p>
            <a:r>
              <a:rPr lang="en-US" sz="3200" b="1" cap="all" dirty="0">
                <a:solidFill>
                  <a:schemeClr val="bg1"/>
                </a:solidFill>
                <a:latin typeface="Montserrat ExtraBold" pitchFamily="2" charset="77"/>
              </a:rPr>
              <a:t>Mathematical </a:t>
            </a:r>
            <a:r>
              <a:rPr lang="en-US" sz="3200" b="1" cap="all" dirty="0">
                <a:solidFill>
                  <a:srgbClr val="ED942B"/>
                </a:solidFill>
                <a:latin typeface="Montserrat ExtraBold" pitchFamily="2" charset="77"/>
              </a:rPr>
              <a:t>Functions</a:t>
            </a:r>
          </a:p>
        </p:txBody>
      </p:sp>
      <p:pic>
        <p:nvPicPr>
          <p:cNvPr id="6" name="Picture 5">
            <a:extLst>
              <a:ext uri="{FF2B5EF4-FFF2-40B4-BE49-F238E27FC236}">
                <a16:creationId xmlns:a16="http://schemas.microsoft.com/office/drawing/2014/main" id="{3D299E57-A2F7-8646-4128-3C04D341FD75}"/>
              </a:ext>
            </a:extLst>
          </p:cNvPr>
          <p:cNvPicPr>
            <a:picLocks noChangeAspect="1"/>
          </p:cNvPicPr>
          <p:nvPr/>
        </p:nvPicPr>
        <p:blipFill>
          <a:blip r:embed="rId2"/>
          <a:stretch>
            <a:fillRect/>
          </a:stretch>
        </p:blipFill>
        <p:spPr>
          <a:xfrm>
            <a:off x="2651031" y="4112920"/>
            <a:ext cx="6448425" cy="1323975"/>
          </a:xfrm>
          <a:prstGeom prst="rect">
            <a:avLst/>
          </a:prstGeom>
        </p:spPr>
      </p:pic>
      <p:pic>
        <p:nvPicPr>
          <p:cNvPr id="15" name="Picture 14">
            <a:extLst>
              <a:ext uri="{FF2B5EF4-FFF2-40B4-BE49-F238E27FC236}">
                <a16:creationId xmlns:a16="http://schemas.microsoft.com/office/drawing/2014/main" id="{E09B10D1-A099-C48F-CDC8-D92A507B457F}"/>
              </a:ext>
            </a:extLst>
          </p:cNvPr>
          <p:cNvPicPr>
            <a:picLocks noChangeAspect="1"/>
          </p:cNvPicPr>
          <p:nvPr/>
        </p:nvPicPr>
        <p:blipFill>
          <a:blip r:embed="rId3"/>
          <a:stretch>
            <a:fillRect/>
          </a:stretch>
        </p:blipFill>
        <p:spPr>
          <a:xfrm>
            <a:off x="2734531" y="381000"/>
            <a:ext cx="7543800" cy="2381250"/>
          </a:xfrm>
          <a:prstGeom prst="rect">
            <a:avLst/>
          </a:prstGeom>
        </p:spPr>
      </p:pic>
      <p:sp>
        <p:nvSpPr>
          <p:cNvPr id="5" name="Text Placeholder 9">
            <a:extLst>
              <a:ext uri="{FF2B5EF4-FFF2-40B4-BE49-F238E27FC236}">
                <a16:creationId xmlns:a16="http://schemas.microsoft.com/office/drawing/2014/main" id="{5191BA5B-336A-FFB4-43F2-B546A4D43285}"/>
              </a:ext>
            </a:extLst>
          </p:cNvPr>
          <p:cNvSpPr txBox="1">
            <a:spLocks/>
          </p:cNvSpPr>
          <p:nvPr/>
        </p:nvSpPr>
        <p:spPr>
          <a:xfrm>
            <a:off x="7416850" y="210110"/>
            <a:ext cx="3310143"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b="1" dirty="0">
                <a:solidFill>
                  <a:srgbClr val="6D316A"/>
                </a:solidFill>
                <a:latin typeface="Lato" panose="020F0502020204030203" pitchFamily="34" charset="0"/>
              </a:rPr>
              <a:t>(4 + -3)+0 + -3 = -2</a:t>
            </a:r>
          </a:p>
        </p:txBody>
      </p:sp>
      <p:sp>
        <p:nvSpPr>
          <p:cNvPr id="17" name="Text Placeholder 9">
            <a:extLst>
              <a:ext uri="{FF2B5EF4-FFF2-40B4-BE49-F238E27FC236}">
                <a16:creationId xmlns:a16="http://schemas.microsoft.com/office/drawing/2014/main" id="{D5A89A95-8678-6DFD-2BD9-B3CA75FD0F4E}"/>
              </a:ext>
            </a:extLst>
          </p:cNvPr>
          <p:cNvSpPr txBox="1">
            <a:spLocks/>
          </p:cNvSpPr>
          <p:nvPr/>
        </p:nvSpPr>
        <p:spPr>
          <a:xfrm>
            <a:off x="7416851" y="803045"/>
            <a:ext cx="2612052"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b="1" dirty="0">
                <a:solidFill>
                  <a:srgbClr val="6D316A"/>
                </a:solidFill>
                <a:latin typeface="Lato" panose="020F0502020204030203" pitchFamily="34" charset="0"/>
              </a:rPr>
              <a:t>20 mod -4 = 0</a:t>
            </a:r>
          </a:p>
        </p:txBody>
      </p:sp>
      <p:sp>
        <p:nvSpPr>
          <p:cNvPr id="20" name="Text Placeholder 9">
            <a:extLst>
              <a:ext uri="{FF2B5EF4-FFF2-40B4-BE49-F238E27FC236}">
                <a16:creationId xmlns:a16="http://schemas.microsoft.com/office/drawing/2014/main" id="{20DC8571-95F4-A850-1AA5-8AE7E828910F}"/>
              </a:ext>
            </a:extLst>
          </p:cNvPr>
          <p:cNvSpPr txBox="1">
            <a:spLocks/>
          </p:cNvSpPr>
          <p:nvPr/>
        </p:nvSpPr>
        <p:spPr>
          <a:xfrm>
            <a:off x="7408683" y="1421105"/>
            <a:ext cx="2612052" cy="485216"/>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b="1" dirty="0">
                <a:solidFill>
                  <a:srgbClr val="6D316A"/>
                </a:solidFill>
                <a:latin typeface="Lato" panose="020F0502020204030203" pitchFamily="34" charset="0"/>
              </a:rPr>
              <a:t>13 mod -4 = 1</a:t>
            </a:r>
          </a:p>
        </p:txBody>
      </p:sp>
      <p:sp>
        <p:nvSpPr>
          <p:cNvPr id="21" name="Text Placeholder 9">
            <a:extLst>
              <a:ext uri="{FF2B5EF4-FFF2-40B4-BE49-F238E27FC236}">
                <a16:creationId xmlns:a16="http://schemas.microsoft.com/office/drawing/2014/main" id="{FA9EDDC1-261D-D548-1169-BB4F0B917230}"/>
              </a:ext>
            </a:extLst>
          </p:cNvPr>
          <p:cNvSpPr txBox="1">
            <a:spLocks/>
          </p:cNvSpPr>
          <p:nvPr/>
        </p:nvSpPr>
        <p:spPr>
          <a:xfrm>
            <a:off x="7408683" y="2053482"/>
            <a:ext cx="4693618" cy="1840091"/>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b="1" dirty="0">
                <a:solidFill>
                  <a:srgbClr val="6D316A"/>
                </a:solidFill>
                <a:latin typeface="Lato" panose="020F0502020204030203" pitchFamily="34" charset="0"/>
              </a:rPr>
              <a:t>= 5 mod -4 + ((3 + -5) mod -4)</a:t>
            </a:r>
          </a:p>
          <a:p>
            <a:pPr marL="0" indent="0">
              <a:buNone/>
            </a:pPr>
            <a:r>
              <a:rPr lang="da-DK" sz="2400" b="1" dirty="0">
                <a:solidFill>
                  <a:srgbClr val="6D316A"/>
                </a:solidFill>
                <a:latin typeface="Lato" panose="020F0502020204030203" pitchFamily="34" charset="0"/>
              </a:rPr>
              <a:t>= 1 + (-2 mod -4)</a:t>
            </a:r>
          </a:p>
          <a:p>
            <a:pPr marL="0" indent="0">
              <a:buNone/>
            </a:pPr>
            <a:r>
              <a:rPr lang="da-DK" sz="2400" b="1" dirty="0">
                <a:solidFill>
                  <a:srgbClr val="6D316A"/>
                </a:solidFill>
                <a:latin typeface="Lato" panose="020F0502020204030203" pitchFamily="34" charset="0"/>
              </a:rPr>
              <a:t>= 1-2</a:t>
            </a:r>
          </a:p>
          <a:p>
            <a:pPr marL="0" indent="0">
              <a:buNone/>
            </a:pPr>
            <a:r>
              <a:rPr lang="da-DK" sz="2400" b="1" dirty="0">
                <a:solidFill>
                  <a:srgbClr val="6D316A"/>
                </a:solidFill>
                <a:latin typeface="Lato" panose="020F0502020204030203" pitchFamily="34" charset="0"/>
              </a:rPr>
              <a:t>= -1</a:t>
            </a:r>
          </a:p>
        </p:txBody>
      </p:sp>
      <p:sp>
        <p:nvSpPr>
          <p:cNvPr id="22" name="Text Placeholder 9">
            <a:extLst>
              <a:ext uri="{FF2B5EF4-FFF2-40B4-BE49-F238E27FC236}">
                <a16:creationId xmlns:a16="http://schemas.microsoft.com/office/drawing/2014/main" id="{36C1BA21-703D-A5FC-4E4C-538C517CE10B}"/>
              </a:ext>
            </a:extLst>
          </p:cNvPr>
          <p:cNvSpPr txBox="1">
            <a:spLocks/>
          </p:cNvSpPr>
          <p:nvPr/>
        </p:nvSpPr>
        <p:spPr>
          <a:xfrm>
            <a:off x="7408683" y="4190236"/>
            <a:ext cx="3310143" cy="449555"/>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b="1" dirty="0">
                <a:solidFill>
                  <a:srgbClr val="6D316A"/>
                </a:solidFill>
                <a:latin typeface="Lato" panose="020F0502020204030203" pitchFamily="34" charset="0"/>
              </a:rPr>
              <a:t>4 + 6 mod 2 = 4</a:t>
            </a:r>
          </a:p>
        </p:txBody>
      </p:sp>
      <p:sp>
        <p:nvSpPr>
          <p:cNvPr id="23" name="Text Placeholder 9">
            <a:extLst>
              <a:ext uri="{FF2B5EF4-FFF2-40B4-BE49-F238E27FC236}">
                <a16:creationId xmlns:a16="http://schemas.microsoft.com/office/drawing/2014/main" id="{2A2F1B9C-A0F4-2172-F6CB-7DF226D9061E}"/>
              </a:ext>
            </a:extLst>
          </p:cNvPr>
          <p:cNvSpPr txBox="1">
            <a:spLocks/>
          </p:cNvSpPr>
          <p:nvPr/>
        </p:nvSpPr>
        <p:spPr>
          <a:xfrm>
            <a:off x="7408682" y="4756926"/>
            <a:ext cx="2620221" cy="449555"/>
          </a:xfrm>
          <a:prstGeom prst="rect">
            <a:avLst/>
          </a:prstGeom>
          <a:solidFill>
            <a:schemeClr val="accent2"/>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a-DK" sz="2400" b="1" dirty="0">
                <a:solidFill>
                  <a:srgbClr val="6D316A"/>
                </a:solidFill>
                <a:latin typeface="Lato" panose="020F0502020204030203" pitchFamily="34" charset="0"/>
              </a:rPr>
              <a:t>-4</a:t>
            </a:r>
          </a:p>
        </p:txBody>
      </p:sp>
    </p:spTree>
    <p:extLst>
      <p:ext uri="{BB962C8B-B14F-4D97-AF65-F5344CB8AC3E}">
        <p14:creationId xmlns:p14="http://schemas.microsoft.com/office/powerpoint/2010/main" val="3893589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fltVal val="0"/>
                                          </p:val>
                                        </p:tav>
                                        <p:tav tm="100000">
                                          <p:val>
                                            <p:strVal val="#ppt_h"/>
                                          </p:val>
                                        </p:tav>
                                      </p:tavLst>
                                    </p:anim>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p:cTn id="35" dur="500" fill="hold"/>
                                        <p:tgtEl>
                                          <p:spTgt spid="22"/>
                                        </p:tgtEl>
                                        <p:attrNameLst>
                                          <p:attrName>ppt_w</p:attrName>
                                        </p:attrNameLst>
                                      </p:cBhvr>
                                      <p:tavLst>
                                        <p:tav tm="0">
                                          <p:val>
                                            <p:fltVal val="0"/>
                                          </p:val>
                                        </p:tav>
                                        <p:tav tm="100000">
                                          <p:val>
                                            <p:strVal val="#ppt_w"/>
                                          </p:val>
                                        </p:tav>
                                      </p:tavLst>
                                    </p:anim>
                                    <p:anim calcmode="lin" valueType="num">
                                      <p:cBhvr>
                                        <p:cTn id="36" dur="500" fill="hold"/>
                                        <p:tgtEl>
                                          <p:spTgt spid="22"/>
                                        </p:tgtEl>
                                        <p:attrNameLst>
                                          <p:attrName>ppt_h</p:attrName>
                                        </p:attrNameLst>
                                      </p:cBhvr>
                                      <p:tavLst>
                                        <p:tav tm="0">
                                          <p:val>
                                            <p:fltVal val="0"/>
                                          </p:val>
                                        </p:tav>
                                        <p:tav tm="100000">
                                          <p:val>
                                            <p:strVal val="#ppt_h"/>
                                          </p:val>
                                        </p:tav>
                                      </p:tavLst>
                                    </p:anim>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7" grpId="0" animBg="1"/>
      <p:bldP spid="20" grpId="0" animBg="1"/>
      <p:bldP spid="21"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50357956-EEF3-6FA1-7229-95F512414708}"/>
              </a:ext>
            </a:extLst>
          </p:cNvPr>
          <p:cNvSpPr/>
          <p:nvPr/>
        </p:nvSpPr>
        <p:spPr>
          <a:xfrm>
            <a:off x="0" y="0"/>
            <a:ext cx="2138082" cy="6858000"/>
          </a:xfrm>
          <a:custGeom>
            <a:avLst/>
            <a:gdLst>
              <a:gd name="connsiteX0" fmla="*/ 0 w 2138082"/>
              <a:gd name="connsiteY0" fmla="*/ 0 h 6858000"/>
              <a:gd name="connsiteX1" fmla="*/ 2138082 w 2138082"/>
              <a:gd name="connsiteY1" fmla="*/ 0 h 6858000"/>
              <a:gd name="connsiteX2" fmla="*/ 2138082 w 2138082"/>
              <a:gd name="connsiteY2" fmla="*/ 4716050 h 6858000"/>
              <a:gd name="connsiteX3" fmla="*/ 2070845 w 2138082"/>
              <a:gd name="connsiteY3" fmla="*/ 4709272 h 6858000"/>
              <a:gd name="connsiteX4" fmla="*/ 1364874 w 2138082"/>
              <a:gd name="connsiteY4" fmla="*/ 5415243 h 6858000"/>
              <a:gd name="connsiteX5" fmla="*/ 2070845 w 2138082"/>
              <a:gd name="connsiteY5" fmla="*/ 6121214 h 6858000"/>
              <a:gd name="connsiteX6" fmla="*/ 2138082 w 2138082"/>
              <a:gd name="connsiteY6" fmla="*/ 6114436 h 6858000"/>
              <a:gd name="connsiteX7" fmla="*/ 2138082 w 2138082"/>
              <a:gd name="connsiteY7" fmla="*/ 6858000 h 6858000"/>
              <a:gd name="connsiteX8" fmla="*/ 0 w 213808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8082" h="6858000">
                <a:moveTo>
                  <a:pt x="0" y="0"/>
                </a:moveTo>
                <a:lnTo>
                  <a:pt x="2138082" y="0"/>
                </a:lnTo>
                <a:lnTo>
                  <a:pt x="2138082" y="4716050"/>
                </a:lnTo>
                <a:lnTo>
                  <a:pt x="2070845" y="4709272"/>
                </a:lnTo>
                <a:cubicBezTo>
                  <a:pt x="1680948" y="4709272"/>
                  <a:pt x="1364874" y="5025346"/>
                  <a:pt x="1364874" y="5415243"/>
                </a:cubicBezTo>
                <a:cubicBezTo>
                  <a:pt x="1364874" y="5805140"/>
                  <a:pt x="1680948" y="6121214"/>
                  <a:pt x="2070845" y="6121214"/>
                </a:cubicBezTo>
                <a:lnTo>
                  <a:pt x="2138082" y="6114436"/>
                </a:lnTo>
                <a:lnTo>
                  <a:pt x="2138082" y="6858000"/>
                </a:lnTo>
                <a:lnTo>
                  <a:pt x="0" y="685800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Oval 2">
            <a:extLst>
              <a:ext uri="{FF2B5EF4-FFF2-40B4-BE49-F238E27FC236}">
                <a16:creationId xmlns:a16="http://schemas.microsoft.com/office/drawing/2014/main" id="{304E94A6-B6C5-ECCF-B060-ED88C97AF2D8}"/>
              </a:ext>
            </a:extLst>
          </p:cNvPr>
          <p:cNvSpPr/>
          <p:nvPr/>
        </p:nvSpPr>
        <p:spPr>
          <a:xfrm>
            <a:off x="1467898" y="4838795"/>
            <a:ext cx="1133475" cy="1133475"/>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CAD793C0-4EB3-96F3-9EB2-227D47CC415D}"/>
              </a:ext>
            </a:extLst>
          </p:cNvPr>
          <p:cNvSpPr/>
          <p:nvPr/>
        </p:nvSpPr>
        <p:spPr>
          <a:xfrm>
            <a:off x="2715403" y="1602769"/>
            <a:ext cx="4090511" cy="39762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 Placeholder 9">
            <a:extLst>
              <a:ext uri="{FF2B5EF4-FFF2-40B4-BE49-F238E27FC236}">
                <a16:creationId xmlns:a16="http://schemas.microsoft.com/office/drawing/2014/main" id="{169C96E4-1CC7-C29F-0641-14162DAD0BD7}"/>
              </a:ext>
            </a:extLst>
          </p:cNvPr>
          <p:cNvSpPr txBox="1">
            <a:spLocks/>
          </p:cNvSpPr>
          <p:nvPr/>
        </p:nvSpPr>
        <p:spPr>
          <a:xfrm>
            <a:off x="2809017" y="1699484"/>
            <a:ext cx="3582055" cy="7589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dirty="0">
                <a:solidFill>
                  <a:schemeClr val="bg1"/>
                </a:solidFill>
                <a:latin typeface="Lato" panose="020F0502020204030203" pitchFamily="34" charset="0"/>
              </a:rPr>
              <a:t>A </a:t>
            </a:r>
            <a:r>
              <a:rPr lang="en-US" sz="2400" b="1" dirty="0">
                <a:solidFill>
                  <a:schemeClr val="bg1"/>
                </a:solidFill>
                <a:latin typeface="Lato" panose="020F0502020204030203" pitchFamily="34" charset="0"/>
              </a:rPr>
              <a:t>Sorting Algorithm </a:t>
            </a:r>
            <a:r>
              <a:rPr lang="en-US" sz="2400" dirty="0">
                <a:solidFill>
                  <a:schemeClr val="bg1"/>
                </a:solidFill>
                <a:latin typeface="Lato" panose="020F0502020204030203" pitchFamily="34" charset="0"/>
              </a:rPr>
              <a:t>is used to rearrange a given array or list elements according to a comparison operator on the elements. The comparison operator is used to decide the new order of element in the respective data structure.</a:t>
            </a:r>
          </a:p>
        </p:txBody>
      </p:sp>
      <p:sp>
        <p:nvSpPr>
          <p:cNvPr id="89" name="Round Diagonal Corner Rectangle 88">
            <a:extLst>
              <a:ext uri="{FF2B5EF4-FFF2-40B4-BE49-F238E27FC236}">
                <a16:creationId xmlns:a16="http://schemas.microsoft.com/office/drawing/2014/main" id="{77CF2862-92F2-F4E4-623E-95CD0DAAFD4A}"/>
              </a:ext>
            </a:extLst>
          </p:cNvPr>
          <p:cNvSpPr/>
          <p:nvPr/>
        </p:nvSpPr>
        <p:spPr>
          <a:xfrm>
            <a:off x="7383235" y="2100450"/>
            <a:ext cx="3922938" cy="2657099"/>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Text Placeholder 9">
            <a:extLst>
              <a:ext uri="{FF2B5EF4-FFF2-40B4-BE49-F238E27FC236}">
                <a16:creationId xmlns:a16="http://schemas.microsoft.com/office/drawing/2014/main" id="{4ADB475D-9A66-F927-2367-EE9F4A6A498E}"/>
              </a:ext>
            </a:extLst>
          </p:cNvPr>
          <p:cNvSpPr txBox="1">
            <a:spLocks/>
          </p:cNvSpPr>
          <p:nvPr/>
        </p:nvSpPr>
        <p:spPr>
          <a:xfrm>
            <a:off x="7508057" y="2370929"/>
            <a:ext cx="3724516" cy="32915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solidFill>
                  <a:srgbClr val="ED942B"/>
                </a:solidFill>
                <a:latin typeface="Lato" panose="020F0502020204030203" pitchFamily="34" charset="0"/>
              </a:rPr>
              <a:t>1 </a:t>
            </a:r>
            <a:r>
              <a:rPr lang="en-US" sz="2400" b="1" dirty="0">
                <a:solidFill>
                  <a:schemeClr val="bg1"/>
                </a:solidFill>
              </a:rPr>
              <a:t>Bubble Sort</a:t>
            </a:r>
          </a:p>
          <a:p>
            <a:pPr marL="0" indent="0">
              <a:buNone/>
            </a:pPr>
            <a:r>
              <a:rPr lang="en-US" sz="3600" b="1" dirty="0">
                <a:solidFill>
                  <a:srgbClr val="ED942B"/>
                </a:solidFill>
                <a:latin typeface="Lato" panose="020F0502020204030203" pitchFamily="34" charset="0"/>
              </a:rPr>
              <a:t>2 </a:t>
            </a:r>
            <a:r>
              <a:rPr lang="en-US" sz="2400" b="1" dirty="0">
                <a:solidFill>
                  <a:schemeClr val="bg1"/>
                </a:solidFill>
              </a:rPr>
              <a:t>Insertion Sort</a:t>
            </a:r>
          </a:p>
          <a:p>
            <a:pPr marL="0" indent="0">
              <a:buNone/>
            </a:pPr>
            <a:r>
              <a:rPr lang="en-US" sz="3600" b="1" dirty="0">
                <a:solidFill>
                  <a:srgbClr val="ED942B"/>
                </a:solidFill>
                <a:latin typeface="Lato" panose="020F0502020204030203" pitchFamily="34" charset="0"/>
              </a:rPr>
              <a:t>3 </a:t>
            </a:r>
            <a:r>
              <a:rPr lang="en-US" sz="2400" b="1" dirty="0">
                <a:solidFill>
                  <a:schemeClr val="bg1"/>
                </a:solidFill>
              </a:rPr>
              <a:t>Selection Sort</a:t>
            </a:r>
          </a:p>
          <a:p>
            <a:pPr marL="0" indent="0">
              <a:buNone/>
            </a:pPr>
            <a:endParaRPr lang="en-US" sz="3600" b="1" dirty="0">
              <a:solidFill>
                <a:srgbClr val="ED942B"/>
              </a:solidFill>
              <a:latin typeface="Lato" panose="020F0502020204030203" pitchFamily="34" charset="0"/>
            </a:endParaRPr>
          </a:p>
        </p:txBody>
      </p:sp>
      <p:sp>
        <p:nvSpPr>
          <p:cNvPr id="93" name="TextBox 92">
            <a:extLst>
              <a:ext uri="{FF2B5EF4-FFF2-40B4-BE49-F238E27FC236}">
                <a16:creationId xmlns:a16="http://schemas.microsoft.com/office/drawing/2014/main" id="{0BB210BA-DCC9-617A-047D-1AAC0A321131}"/>
              </a:ext>
            </a:extLst>
          </p:cNvPr>
          <p:cNvSpPr txBox="1"/>
          <p:nvPr/>
        </p:nvSpPr>
        <p:spPr>
          <a:xfrm rot="16200000">
            <a:off x="-2462454" y="3089121"/>
            <a:ext cx="6266330" cy="584775"/>
          </a:xfrm>
          <a:prstGeom prst="rect">
            <a:avLst/>
          </a:prstGeom>
          <a:noFill/>
        </p:spPr>
        <p:txBody>
          <a:bodyPr wrap="square" rtlCol="0">
            <a:spAutoFit/>
          </a:bodyPr>
          <a:lstStyle/>
          <a:p>
            <a:r>
              <a:rPr lang="en-US" sz="3200" b="1" cap="all" dirty="0">
                <a:solidFill>
                  <a:schemeClr val="bg1"/>
                </a:solidFill>
                <a:latin typeface="Montserrat ExtraBold" pitchFamily="2" charset="77"/>
              </a:rPr>
              <a:t>Sorting </a:t>
            </a:r>
            <a:r>
              <a:rPr lang="en-US" sz="3200" b="1" cap="all" dirty="0">
                <a:solidFill>
                  <a:schemeClr val="accent6">
                    <a:lumMod val="75000"/>
                  </a:schemeClr>
                </a:solidFill>
                <a:latin typeface="Montserrat ExtraBold" pitchFamily="2" charset="77"/>
              </a:rPr>
              <a:t>Algorithms</a:t>
            </a:r>
          </a:p>
        </p:txBody>
      </p:sp>
      <p:sp>
        <p:nvSpPr>
          <p:cNvPr id="97" name="Text Placeholder 12">
            <a:extLst>
              <a:ext uri="{FF2B5EF4-FFF2-40B4-BE49-F238E27FC236}">
                <a16:creationId xmlns:a16="http://schemas.microsoft.com/office/drawing/2014/main" id="{A9C14199-EC3B-1BE7-BACF-DF1C785B42B1}"/>
              </a:ext>
            </a:extLst>
          </p:cNvPr>
          <p:cNvSpPr txBox="1">
            <a:spLocks/>
          </p:cNvSpPr>
          <p:nvPr/>
        </p:nvSpPr>
        <p:spPr>
          <a:xfrm>
            <a:off x="2558200" y="592180"/>
            <a:ext cx="3115488" cy="1218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i="1" dirty="0">
                <a:solidFill>
                  <a:schemeClr val="bg1"/>
                </a:solidFill>
                <a:latin typeface="Montserrat ExtraBold" pitchFamily="2" charset="77"/>
              </a:rPr>
              <a:t>What Computer Program can do?</a:t>
            </a:r>
          </a:p>
        </p:txBody>
      </p:sp>
      <p:pic>
        <p:nvPicPr>
          <p:cNvPr id="8" name="Graphic 7" descr="Programmer female with solid fill">
            <a:extLst>
              <a:ext uri="{FF2B5EF4-FFF2-40B4-BE49-F238E27FC236}">
                <a16:creationId xmlns:a16="http://schemas.microsoft.com/office/drawing/2014/main" id="{A6E6CF88-1EE7-8FD0-B8C1-75C66A5A63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63344" y="4838795"/>
            <a:ext cx="914400" cy="914400"/>
          </a:xfrm>
          <a:prstGeom prst="rect">
            <a:avLst/>
          </a:prstGeom>
        </p:spPr>
      </p:pic>
    </p:spTree>
    <p:extLst>
      <p:ext uri="{BB962C8B-B14F-4D97-AF65-F5344CB8AC3E}">
        <p14:creationId xmlns:p14="http://schemas.microsoft.com/office/powerpoint/2010/main" val="3571804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 calcmode="lin" valueType="num">
                                      <p:cBhvr>
                                        <p:cTn id="7" dur="500" fill="hold"/>
                                        <p:tgtEl>
                                          <p:spTgt spid="97"/>
                                        </p:tgtEl>
                                        <p:attrNameLst>
                                          <p:attrName>ppt_w</p:attrName>
                                        </p:attrNameLst>
                                      </p:cBhvr>
                                      <p:tavLst>
                                        <p:tav tm="0">
                                          <p:val>
                                            <p:fltVal val="0"/>
                                          </p:val>
                                        </p:tav>
                                        <p:tav tm="100000">
                                          <p:val>
                                            <p:strVal val="#ppt_w"/>
                                          </p:val>
                                        </p:tav>
                                      </p:tavLst>
                                    </p:anim>
                                    <p:anim calcmode="lin" valueType="num">
                                      <p:cBhvr>
                                        <p:cTn id="8" dur="500" fill="hold"/>
                                        <p:tgtEl>
                                          <p:spTgt spid="97"/>
                                        </p:tgtEl>
                                        <p:attrNameLst>
                                          <p:attrName>ppt_h</p:attrName>
                                        </p:attrNameLst>
                                      </p:cBhvr>
                                      <p:tavLst>
                                        <p:tav tm="0">
                                          <p:val>
                                            <p:fltVal val="0"/>
                                          </p:val>
                                        </p:tav>
                                        <p:tav tm="100000">
                                          <p:val>
                                            <p:strVal val="#ppt_h"/>
                                          </p:val>
                                        </p:tav>
                                      </p:tavLst>
                                    </p:anim>
                                    <p:animEffect transition="in" filter="fade">
                                      <p:cBhvr>
                                        <p:cTn id="9" dur="500"/>
                                        <p:tgtEl>
                                          <p:spTgt spid="9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7"/>
                                        </p:tgtEl>
                                        <p:attrNameLst>
                                          <p:attrName>style.visibility</p:attrName>
                                        </p:attrNameLst>
                                      </p:cBhvr>
                                      <p:to>
                                        <p:strVal val="visible"/>
                                      </p:to>
                                    </p:set>
                                    <p:anim calcmode="lin" valueType="num">
                                      <p:cBhvr>
                                        <p:cTn id="13" dur="500" fill="hold"/>
                                        <p:tgtEl>
                                          <p:spTgt spid="87"/>
                                        </p:tgtEl>
                                        <p:attrNameLst>
                                          <p:attrName>ppt_w</p:attrName>
                                        </p:attrNameLst>
                                      </p:cBhvr>
                                      <p:tavLst>
                                        <p:tav tm="0">
                                          <p:val>
                                            <p:fltVal val="0"/>
                                          </p:val>
                                        </p:tav>
                                        <p:tav tm="100000">
                                          <p:val>
                                            <p:strVal val="#ppt_w"/>
                                          </p:val>
                                        </p:tav>
                                      </p:tavLst>
                                    </p:anim>
                                    <p:anim calcmode="lin" valueType="num">
                                      <p:cBhvr>
                                        <p:cTn id="14" dur="500" fill="hold"/>
                                        <p:tgtEl>
                                          <p:spTgt spid="87"/>
                                        </p:tgtEl>
                                        <p:attrNameLst>
                                          <p:attrName>ppt_h</p:attrName>
                                        </p:attrNameLst>
                                      </p:cBhvr>
                                      <p:tavLst>
                                        <p:tav tm="0">
                                          <p:val>
                                            <p:fltVal val="0"/>
                                          </p:val>
                                        </p:tav>
                                        <p:tav tm="100000">
                                          <p:val>
                                            <p:strVal val="#ppt_h"/>
                                          </p:val>
                                        </p:tav>
                                      </p:tavLst>
                                    </p:anim>
                                    <p:animEffect transition="in" filter="fade">
                                      <p:cBhvr>
                                        <p:cTn id="15" dur="500"/>
                                        <p:tgtEl>
                                          <p:spTgt spid="87"/>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86"/>
                                        </p:tgtEl>
                                        <p:attrNameLst>
                                          <p:attrName>style.visibility</p:attrName>
                                        </p:attrNameLst>
                                      </p:cBhvr>
                                      <p:to>
                                        <p:strVal val="visible"/>
                                      </p:to>
                                    </p:set>
                                    <p:anim calcmode="lin" valueType="num">
                                      <p:cBhvr>
                                        <p:cTn id="19" dur="500" fill="hold"/>
                                        <p:tgtEl>
                                          <p:spTgt spid="86"/>
                                        </p:tgtEl>
                                        <p:attrNameLst>
                                          <p:attrName>ppt_w</p:attrName>
                                        </p:attrNameLst>
                                      </p:cBhvr>
                                      <p:tavLst>
                                        <p:tav tm="0">
                                          <p:val>
                                            <p:fltVal val="0"/>
                                          </p:val>
                                        </p:tav>
                                        <p:tav tm="100000">
                                          <p:val>
                                            <p:strVal val="#ppt_w"/>
                                          </p:val>
                                        </p:tav>
                                      </p:tavLst>
                                    </p:anim>
                                    <p:anim calcmode="lin" valueType="num">
                                      <p:cBhvr>
                                        <p:cTn id="20" dur="500" fill="hold"/>
                                        <p:tgtEl>
                                          <p:spTgt spid="86"/>
                                        </p:tgtEl>
                                        <p:attrNameLst>
                                          <p:attrName>ppt_h</p:attrName>
                                        </p:attrNameLst>
                                      </p:cBhvr>
                                      <p:tavLst>
                                        <p:tav tm="0">
                                          <p:val>
                                            <p:fltVal val="0"/>
                                          </p:val>
                                        </p:tav>
                                        <p:tav tm="100000">
                                          <p:val>
                                            <p:strVal val="#ppt_h"/>
                                          </p:val>
                                        </p:tav>
                                      </p:tavLst>
                                    </p:anim>
                                    <p:animEffect transition="in" filter="fade">
                                      <p:cBhvr>
                                        <p:cTn id="21" dur="500"/>
                                        <p:tgtEl>
                                          <p:spTgt spid="86"/>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90"/>
                                        </p:tgtEl>
                                        <p:attrNameLst>
                                          <p:attrName>style.visibility</p:attrName>
                                        </p:attrNameLst>
                                      </p:cBhvr>
                                      <p:to>
                                        <p:strVal val="visible"/>
                                      </p:to>
                                    </p:set>
                                    <p:anim calcmode="lin" valueType="num">
                                      <p:cBhvr>
                                        <p:cTn id="25" dur="500" fill="hold"/>
                                        <p:tgtEl>
                                          <p:spTgt spid="90"/>
                                        </p:tgtEl>
                                        <p:attrNameLst>
                                          <p:attrName>ppt_w</p:attrName>
                                        </p:attrNameLst>
                                      </p:cBhvr>
                                      <p:tavLst>
                                        <p:tav tm="0">
                                          <p:val>
                                            <p:fltVal val="0"/>
                                          </p:val>
                                        </p:tav>
                                        <p:tav tm="100000">
                                          <p:val>
                                            <p:strVal val="#ppt_w"/>
                                          </p:val>
                                        </p:tav>
                                      </p:tavLst>
                                    </p:anim>
                                    <p:anim calcmode="lin" valueType="num">
                                      <p:cBhvr>
                                        <p:cTn id="26" dur="500" fill="hold"/>
                                        <p:tgtEl>
                                          <p:spTgt spid="90"/>
                                        </p:tgtEl>
                                        <p:attrNameLst>
                                          <p:attrName>ppt_h</p:attrName>
                                        </p:attrNameLst>
                                      </p:cBhvr>
                                      <p:tavLst>
                                        <p:tav tm="0">
                                          <p:val>
                                            <p:fltVal val="0"/>
                                          </p:val>
                                        </p:tav>
                                        <p:tav tm="100000">
                                          <p:val>
                                            <p:strVal val="#ppt_h"/>
                                          </p:val>
                                        </p:tav>
                                      </p:tavLst>
                                    </p:anim>
                                    <p:animEffect transition="in" filter="fade">
                                      <p:cBhvr>
                                        <p:cTn id="27" dur="500"/>
                                        <p:tgtEl>
                                          <p:spTgt spid="90"/>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89"/>
                                        </p:tgtEl>
                                        <p:attrNameLst>
                                          <p:attrName>style.visibility</p:attrName>
                                        </p:attrNameLst>
                                      </p:cBhvr>
                                      <p:to>
                                        <p:strVal val="visible"/>
                                      </p:to>
                                    </p:set>
                                    <p:anim calcmode="lin" valueType="num">
                                      <p:cBhvr>
                                        <p:cTn id="31" dur="500" fill="hold"/>
                                        <p:tgtEl>
                                          <p:spTgt spid="89"/>
                                        </p:tgtEl>
                                        <p:attrNameLst>
                                          <p:attrName>ppt_w</p:attrName>
                                        </p:attrNameLst>
                                      </p:cBhvr>
                                      <p:tavLst>
                                        <p:tav tm="0">
                                          <p:val>
                                            <p:fltVal val="0"/>
                                          </p:val>
                                        </p:tav>
                                        <p:tav tm="100000">
                                          <p:val>
                                            <p:strVal val="#ppt_w"/>
                                          </p:val>
                                        </p:tav>
                                      </p:tavLst>
                                    </p:anim>
                                    <p:anim calcmode="lin" valueType="num">
                                      <p:cBhvr>
                                        <p:cTn id="32" dur="500" fill="hold"/>
                                        <p:tgtEl>
                                          <p:spTgt spid="89"/>
                                        </p:tgtEl>
                                        <p:attrNameLst>
                                          <p:attrName>ppt_h</p:attrName>
                                        </p:attrNameLst>
                                      </p:cBhvr>
                                      <p:tavLst>
                                        <p:tav tm="0">
                                          <p:val>
                                            <p:fltVal val="0"/>
                                          </p:val>
                                        </p:tav>
                                        <p:tav tm="100000">
                                          <p:val>
                                            <p:strVal val="#ppt_h"/>
                                          </p:val>
                                        </p:tav>
                                      </p:tavLst>
                                    </p:anim>
                                    <p:animEffect transition="in" filter="fade">
                                      <p:cBhvr>
                                        <p:cTn id="33"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p:bldP spid="89" grpId="0" animBg="1"/>
      <p:bldP spid="90" grpId="0"/>
      <p:bldP spid="9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6624646">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15301" y="168076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15301" y="1222974"/>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Bubble Sort</a:t>
            </a:r>
          </a:p>
        </p:txBody>
      </p:sp>
      <p:sp>
        <p:nvSpPr>
          <p:cNvPr id="4" name="TextBox 3">
            <a:extLst>
              <a:ext uri="{FF2B5EF4-FFF2-40B4-BE49-F238E27FC236}">
                <a16:creationId xmlns:a16="http://schemas.microsoft.com/office/drawing/2014/main" id="{07373F31-968F-741D-70EB-CE25213E1BDA}"/>
              </a:ext>
            </a:extLst>
          </p:cNvPr>
          <p:cNvSpPr txBox="1"/>
          <p:nvPr/>
        </p:nvSpPr>
        <p:spPr>
          <a:xfrm>
            <a:off x="5658208" y="1099001"/>
            <a:ext cx="5233082" cy="1938992"/>
          </a:xfrm>
          <a:prstGeom prst="rect">
            <a:avLst/>
          </a:prstGeom>
          <a:noFill/>
          <a:ln>
            <a:noFill/>
          </a:ln>
        </p:spPr>
        <p:txBody>
          <a:bodyPr wrap="square" rtlCol="0" anchor="b">
            <a:spAutoFit/>
          </a:bodyPr>
          <a:lstStyle/>
          <a:p>
            <a:pPr algn="just"/>
            <a:r>
              <a:rPr lang="en-US" sz="2000"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 is the simplest sorting algorithm that works by repeatedly swapping the adjacent elements if they are in wrong order.</a:t>
            </a:r>
          </a:p>
          <a:p>
            <a:pPr algn="just"/>
            <a:endParaRPr lang="en-US" sz="2000"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endParaRPr>
          </a:p>
          <a:p>
            <a:pPr algn="just"/>
            <a:r>
              <a:rPr lang="en-US" sz="2000"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 is also known as </a:t>
            </a:r>
            <a:r>
              <a:rPr lang="en-US" sz="2000" b="1"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exchange sort</a:t>
            </a:r>
            <a:r>
              <a:rPr lang="en-US" sz="2000"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 </a:t>
            </a:r>
          </a:p>
        </p:txBody>
      </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3830091" y="3410584"/>
            <a:ext cx="7061199"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In bubble sort algorithm array is traversed from 0 to the length-1 index of the array and compared one element to the next element and swap values in between if the next element is less than the previous element. </a:t>
            </a:r>
          </a:p>
          <a:p>
            <a:pPr algn="just" eaLnBrk="1" hangingPunct="1"/>
            <a:endParaRPr lang="en-US" altLang="ru-RU" sz="2000" dirty="0">
              <a:solidFill>
                <a:schemeClr val="tx2"/>
              </a:solidFill>
              <a:latin typeface="Lato" panose="020F0502020204030203" pitchFamily="34" charset="0"/>
              <a:cs typeface="Open Sans" panose="020B0606030504020204" pitchFamily="34" charset="0"/>
            </a:endParaRPr>
          </a:p>
          <a:p>
            <a:pPr algn="just" eaLnBrk="1" hangingPunct="1"/>
            <a:r>
              <a:rPr lang="en-US" altLang="ru-RU" sz="2000" dirty="0">
                <a:solidFill>
                  <a:schemeClr val="tx2"/>
                </a:solidFill>
                <a:latin typeface="Lato" panose="020F0502020204030203" pitchFamily="34" charset="0"/>
                <a:cs typeface="Open Sans" panose="020B0606030504020204" pitchFamily="34" charset="0"/>
              </a:rPr>
              <a:t>In other words, bubble sorting algorithm compare two values and put the largest value at largest index. The algorithm follow the same steps repeatedly until the values of array is sorted.</a:t>
            </a:r>
          </a:p>
        </p:txBody>
      </p:sp>
    </p:spTree>
    <p:extLst>
      <p:ext uri="{BB962C8B-B14F-4D97-AF65-F5344CB8AC3E}">
        <p14:creationId xmlns:p14="http://schemas.microsoft.com/office/powerpoint/2010/main" val="2095961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9585236">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0136" y="110488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0136" y="647094"/>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Bubble Sort</a:t>
            </a:r>
          </a:p>
        </p:txBody>
      </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3135076" y="1482275"/>
            <a:ext cx="3230466"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Starting from the first index, compare the first and the second elements. If the first element is greater than the second element, they are swapped.</a:t>
            </a:r>
            <a:br>
              <a:rPr lang="en-US" altLang="ru-RU" sz="2000" dirty="0">
                <a:solidFill>
                  <a:schemeClr val="tx2"/>
                </a:solidFill>
                <a:latin typeface="Lato" panose="020F0502020204030203" pitchFamily="34" charset="0"/>
                <a:cs typeface="Open Sans" panose="020B0606030504020204" pitchFamily="34" charset="0"/>
              </a:rPr>
            </a:br>
            <a:br>
              <a:rPr lang="en-US" altLang="ru-RU" sz="2000" dirty="0">
                <a:solidFill>
                  <a:schemeClr val="tx2"/>
                </a:solidFill>
                <a:latin typeface="Lato" panose="020F0502020204030203" pitchFamily="34" charset="0"/>
                <a:cs typeface="Open Sans" panose="020B0606030504020204" pitchFamily="34" charset="0"/>
              </a:rPr>
            </a:br>
            <a:r>
              <a:rPr lang="en-US" altLang="ru-RU" sz="2000" dirty="0">
                <a:solidFill>
                  <a:schemeClr val="tx2"/>
                </a:solidFill>
                <a:latin typeface="Lato" panose="020F0502020204030203" pitchFamily="34" charset="0"/>
                <a:cs typeface="Open Sans" panose="020B0606030504020204" pitchFamily="34" charset="0"/>
              </a:rPr>
              <a:t>Now, compare the second and the third elements. Swap them if they are not in order.</a:t>
            </a:r>
            <a:br>
              <a:rPr lang="en-US" altLang="ru-RU" sz="2000" dirty="0">
                <a:solidFill>
                  <a:schemeClr val="tx2"/>
                </a:solidFill>
                <a:latin typeface="Lato" panose="020F0502020204030203" pitchFamily="34" charset="0"/>
                <a:cs typeface="Open Sans" panose="020B0606030504020204" pitchFamily="34" charset="0"/>
              </a:rPr>
            </a:br>
            <a:br>
              <a:rPr lang="en-US" altLang="ru-RU" sz="2000" dirty="0">
                <a:solidFill>
                  <a:schemeClr val="tx2"/>
                </a:solidFill>
                <a:latin typeface="Lato" panose="020F0502020204030203" pitchFamily="34" charset="0"/>
                <a:cs typeface="Open Sans" panose="020B0606030504020204" pitchFamily="34" charset="0"/>
              </a:rPr>
            </a:br>
            <a:r>
              <a:rPr lang="en-US" altLang="ru-RU" sz="2000" dirty="0">
                <a:solidFill>
                  <a:schemeClr val="tx2"/>
                </a:solidFill>
                <a:latin typeface="Lato" panose="020F0502020204030203" pitchFamily="34" charset="0"/>
                <a:cs typeface="Open Sans" panose="020B0606030504020204" pitchFamily="34" charset="0"/>
              </a:rPr>
              <a:t>The above process goes on until the last element.</a:t>
            </a:r>
          </a:p>
          <a:p>
            <a:pPr eaLnBrk="1" hangingPunct="1"/>
            <a:r>
              <a:rPr lang="en-US" altLang="ru-RU" sz="2000" dirty="0">
                <a:solidFill>
                  <a:schemeClr val="tx2"/>
                </a:solidFill>
                <a:latin typeface="Lato" panose="020F0502020204030203" pitchFamily="34" charset="0"/>
                <a:cs typeface="Open Sans" panose="020B0606030504020204" pitchFamily="34" charset="0"/>
              </a:rPr>
              <a:t>	</a:t>
            </a:r>
          </a:p>
        </p:txBody>
      </p:sp>
      <p:sp>
        <p:nvSpPr>
          <p:cNvPr id="2" name="Freeform 106">
            <a:extLst>
              <a:ext uri="{FF2B5EF4-FFF2-40B4-BE49-F238E27FC236}">
                <a16:creationId xmlns:a16="http://schemas.microsoft.com/office/drawing/2014/main" id="{0C433783-B43D-3F94-3B66-3F1BD483BBD6}"/>
              </a:ext>
            </a:extLst>
          </p:cNvPr>
          <p:cNvSpPr>
            <a:spLocks noChangeArrowheads="1"/>
          </p:cNvSpPr>
          <p:nvPr/>
        </p:nvSpPr>
        <p:spPr bwMode="auto">
          <a:xfrm>
            <a:off x="6414993" y="178198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3" name="Group 2">
            <a:extLst>
              <a:ext uri="{FF2B5EF4-FFF2-40B4-BE49-F238E27FC236}">
                <a16:creationId xmlns:a16="http://schemas.microsoft.com/office/drawing/2014/main" id="{FA9CEA7B-7D34-CB3E-AE48-AFC45363C662}"/>
              </a:ext>
            </a:extLst>
          </p:cNvPr>
          <p:cNvGrpSpPr/>
          <p:nvPr/>
        </p:nvGrpSpPr>
        <p:grpSpPr>
          <a:xfrm>
            <a:off x="6414868" y="1538798"/>
            <a:ext cx="1767674" cy="992868"/>
            <a:chOff x="12206038" y="2985493"/>
            <a:chExt cx="3535347" cy="1985736"/>
          </a:xfrm>
          <a:solidFill>
            <a:schemeClr val="accent3"/>
          </a:solidFill>
        </p:grpSpPr>
        <p:sp>
          <p:nvSpPr>
            <p:cNvPr id="5" name="Freeform 107">
              <a:extLst>
                <a:ext uri="{FF2B5EF4-FFF2-40B4-BE49-F238E27FC236}">
                  <a16:creationId xmlns:a16="http://schemas.microsoft.com/office/drawing/2014/main" id="{52925EB7-4A48-8BEF-AAC4-33FB49DB2680}"/>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712F72C0-6619-2CA3-50E5-115F54EEA2F9}"/>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8" name="Picture 7">
            <a:extLst>
              <a:ext uri="{FF2B5EF4-FFF2-40B4-BE49-F238E27FC236}">
                <a16:creationId xmlns:a16="http://schemas.microsoft.com/office/drawing/2014/main" id="{7D6376F6-6F3F-795A-B90C-1E0BA7A52C2D}"/>
              </a:ext>
            </a:extLst>
          </p:cNvPr>
          <p:cNvPicPr>
            <a:picLocks noChangeAspect="1"/>
          </p:cNvPicPr>
          <p:nvPr/>
        </p:nvPicPr>
        <p:blipFill>
          <a:blip r:embed="rId2"/>
          <a:stretch>
            <a:fillRect/>
          </a:stretch>
        </p:blipFill>
        <p:spPr>
          <a:xfrm>
            <a:off x="8175630" y="1539717"/>
            <a:ext cx="3813112" cy="5014601"/>
          </a:xfrm>
          <a:prstGeom prst="rect">
            <a:avLst/>
          </a:prstGeom>
        </p:spPr>
      </p:pic>
    </p:spTree>
    <p:extLst>
      <p:ext uri="{BB962C8B-B14F-4D97-AF65-F5344CB8AC3E}">
        <p14:creationId xmlns:p14="http://schemas.microsoft.com/office/powerpoint/2010/main" val="2192906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0136" y="110488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0136" y="647094"/>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Bubble Sort</a:t>
            </a:r>
          </a:p>
        </p:txBody>
      </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3135076" y="1482275"/>
            <a:ext cx="3230466"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The same process goes on for the remaining iterations. After each iteration, the largest element among the unsorted elements is placed at the end.</a:t>
            </a:r>
            <a:br>
              <a:rPr lang="en-US" altLang="ru-RU" sz="2000" dirty="0">
                <a:solidFill>
                  <a:schemeClr val="tx2"/>
                </a:solidFill>
                <a:latin typeface="Lato" panose="020F0502020204030203" pitchFamily="34" charset="0"/>
                <a:cs typeface="Open Sans" panose="020B0606030504020204" pitchFamily="34" charset="0"/>
              </a:rPr>
            </a:br>
            <a:br>
              <a:rPr lang="en-US" altLang="ru-RU" sz="2000" dirty="0">
                <a:solidFill>
                  <a:schemeClr val="tx2"/>
                </a:solidFill>
                <a:latin typeface="Lato" panose="020F0502020204030203" pitchFamily="34" charset="0"/>
                <a:cs typeface="Open Sans" panose="020B0606030504020204" pitchFamily="34" charset="0"/>
              </a:rPr>
            </a:br>
            <a:r>
              <a:rPr lang="en-US" altLang="ru-RU" sz="2000" dirty="0">
                <a:solidFill>
                  <a:schemeClr val="tx2"/>
                </a:solidFill>
                <a:latin typeface="Lato" panose="020F0502020204030203" pitchFamily="34" charset="0"/>
                <a:cs typeface="Open Sans" panose="020B0606030504020204" pitchFamily="34" charset="0"/>
              </a:rPr>
              <a:t>In each iteration, the comparison takes place up to the last unsorted element.</a:t>
            </a:r>
            <a:br>
              <a:rPr lang="en-US" altLang="ru-RU" sz="2000" dirty="0">
                <a:solidFill>
                  <a:schemeClr val="tx2"/>
                </a:solidFill>
                <a:latin typeface="Lato" panose="020F0502020204030203" pitchFamily="34" charset="0"/>
                <a:cs typeface="Open Sans" panose="020B0606030504020204" pitchFamily="34" charset="0"/>
              </a:rPr>
            </a:br>
            <a:br>
              <a:rPr lang="en-US" altLang="ru-RU" sz="2000" dirty="0">
                <a:solidFill>
                  <a:schemeClr val="tx2"/>
                </a:solidFill>
                <a:latin typeface="Lato" panose="020F0502020204030203" pitchFamily="34" charset="0"/>
                <a:cs typeface="Open Sans" panose="020B0606030504020204" pitchFamily="34" charset="0"/>
              </a:rPr>
            </a:br>
            <a:r>
              <a:rPr lang="en-US" altLang="ru-RU" sz="2000" dirty="0">
                <a:solidFill>
                  <a:schemeClr val="tx2"/>
                </a:solidFill>
                <a:latin typeface="Lato" panose="020F0502020204030203" pitchFamily="34" charset="0"/>
                <a:cs typeface="Open Sans" panose="020B0606030504020204" pitchFamily="34" charset="0"/>
              </a:rPr>
              <a:t>The array is sorted when all the unsorted elements are placed at their correct positions.</a:t>
            </a:r>
          </a:p>
        </p:txBody>
      </p:sp>
      <p:sp>
        <p:nvSpPr>
          <p:cNvPr id="2" name="Freeform 106">
            <a:extLst>
              <a:ext uri="{FF2B5EF4-FFF2-40B4-BE49-F238E27FC236}">
                <a16:creationId xmlns:a16="http://schemas.microsoft.com/office/drawing/2014/main" id="{0C433783-B43D-3F94-3B66-3F1BD483BBD6}"/>
              </a:ext>
            </a:extLst>
          </p:cNvPr>
          <p:cNvSpPr>
            <a:spLocks noChangeArrowheads="1"/>
          </p:cNvSpPr>
          <p:nvPr/>
        </p:nvSpPr>
        <p:spPr bwMode="auto">
          <a:xfrm>
            <a:off x="6414993" y="178198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3" name="Group 2">
            <a:extLst>
              <a:ext uri="{FF2B5EF4-FFF2-40B4-BE49-F238E27FC236}">
                <a16:creationId xmlns:a16="http://schemas.microsoft.com/office/drawing/2014/main" id="{FA9CEA7B-7D34-CB3E-AE48-AFC45363C662}"/>
              </a:ext>
            </a:extLst>
          </p:cNvPr>
          <p:cNvGrpSpPr/>
          <p:nvPr/>
        </p:nvGrpSpPr>
        <p:grpSpPr>
          <a:xfrm>
            <a:off x="6414868" y="1538798"/>
            <a:ext cx="1767674" cy="992868"/>
            <a:chOff x="12206038" y="2985493"/>
            <a:chExt cx="3535347" cy="1985736"/>
          </a:xfrm>
          <a:solidFill>
            <a:schemeClr val="accent3"/>
          </a:solidFill>
        </p:grpSpPr>
        <p:sp>
          <p:nvSpPr>
            <p:cNvPr id="5" name="Freeform 107">
              <a:extLst>
                <a:ext uri="{FF2B5EF4-FFF2-40B4-BE49-F238E27FC236}">
                  <a16:creationId xmlns:a16="http://schemas.microsoft.com/office/drawing/2014/main" id="{52925EB7-4A48-8BEF-AAC4-33FB49DB2680}"/>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712F72C0-6619-2CA3-50E5-115F54EEA2F9}"/>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4" name="Picture 3">
            <a:extLst>
              <a:ext uri="{FF2B5EF4-FFF2-40B4-BE49-F238E27FC236}">
                <a16:creationId xmlns:a16="http://schemas.microsoft.com/office/drawing/2014/main" id="{1C68581E-2501-47E9-4002-B07B5C464EA0}"/>
              </a:ext>
            </a:extLst>
          </p:cNvPr>
          <p:cNvPicPr>
            <a:picLocks noChangeAspect="1"/>
          </p:cNvPicPr>
          <p:nvPr/>
        </p:nvPicPr>
        <p:blipFill>
          <a:blip r:embed="rId2"/>
          <a:stretch>
            <a:fillRect/>
          </a:stretch>
        </p:blipFill>
        <p:spPr>
          <a:xfrm>
            <a:off x="8197126" y="1538798"/>
            <a:ext cx="3886844" cy="4091416"/>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3448021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3018552">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0136" y="110488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0136" y="647094"/>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Bubble Sort</a:t>
            </a:r>
          </a:p>
        </p:txBody>
      </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3135076" y="1482275"/>
            <a:ext cx="3230466"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The same process goes on for the remaining iterations. After each iteration, the largest element among the unsorted elements is placed at the end.</a:t>
            </a:r>
            <a:br>
              <a:rPr lang="en-US" altLang="ru-RU" sz="2000" dirty="0">
                <a:solidFill>
                  <a:schemeClr val="tx2"/>
                </a:solidFill>
                <a:latin typeface="Lato" panose="020F0502020204030203" pitchFamily="34" charset="0"/>
                <a:cs typeface="Open Sans" panose="020B0606030504020204" pitchFamily="34" charset="0"/>
              </a:rPr>
            </a:br>
            <a:br>
              <a:rPr lang="en-US" altLang="ru-RU" sz="2000" dirty="0">
                <a:solidFill>
                  <a:schemeClr val="tx2"/>
                </a:solidFill>
                <a:latin typeface="Lato" panose="020F0502020204030203" pitchFamily="34" charset="0"/>
                <a:cs typeface="Open Sans" panose="020B0606030504020204" pitchFamily="34" charset="0"/>
              </a:rPr>
            </a:br>
            <a:r>
              <a:rPr lang="en-US" altLang="ru-RU" sz="2000" dirty="0">
                <a:solidFill>
                  <a:schemeClr val="tx2"/>
                </a:solidFill>
                <a:latin typeface="Lato" panose="020F0502020204030203" pitchFamily="34" charset="0"/>
                <a:cs typeface="Open Sans" panose="020B0606030504020204" pitchFamily="34" charset="0"/>
              </a:rPr>
              <a:t>In each iteration, the comparison takes place up to the last unsorted element.</a:t>
            </a:r>
            <a:br>
              <a:rPr lang="en-US" altLang="ru-RU" sz="2000" dirty="0">
                <a:solidFill>
                  <a:schemeClr val="tx2"/>
                </a:solidFill>
                <a:latin typeface="Lato" panose="020F0502020204030203" pitchFamily="34" charset="0"/>
                <a:cs typeface="Open Sans" panose="020B0606030504020204" pitchFamily="34" charset="0"/>
              </a:rPr>
            </a:br>
            <a:br>
              <a:rPr lang="en-US" altLang="ru-RU" sz="2000" dirty="0">
                <a:solidFill>
                  <a:schemeClr val="tx2"/>
                </a:solidFill>
                <a:latin typeface="Lato" panose="020F0502020204030203" pitchFamily="34" charset="0"/>
                <a:cs typeface="Open Sans" panose="020B0606030504020204" pitchFamily="34" charset="0"/>
              </a:rPr>
            </a:br>
            <a:r>
              <a:rPr lang="en-US" altLang="ru-RU" sz="2000" dirty="0">
                <a:solidFill>
                  <a:schemeClr val="tx2"/>
                </a:solidFill>
                <a:latin typeface="Lato" panose="020F0502020204030203" pitchFamily="34" charset="0"/>
                <a:cs typeface="Open Sans" panose="020B0606030504020204" pitchFamily="34" charset="0"/>
              </a:rPr>
              <a:t>The array is sorted when all the unsorted elements are placed at their correct positions.</a:t>
            </a:r>
          </a:p>
        </p:txBody>
      </p:sp>
      <p:sp>
        <p:nvSpPr>
          <p:cNvPr id="2" name="Freeform 106">
            <a:extLst>
              <a:ext uri="{FF2B5EF4-FFF2-40B4-BE49-F238E27FC236}">
                <a16:creationId xmlns:a16="http://schemas.microsoft.com/office/drawing/2014/main" id="{0C433783-B43D-3F94-3B66-3F1BD483BBD6}"/>
              </a:ext>
            </a:extLst>
          </p:cNvPr>
          <p:cNvSpPr>
            <a:spLocks noChangeArrowheads="1"/>
          </p:cNvSpPr>
          <p:nvPr/>
        </p:nvSpPr>
        <p:spPr bwMode="auto">
          <a:xfrm>
            <a:off x="6414993" y="178198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3" name="Group 2">
            <a:extLst>
              <a:ext uri="{FF2B5EF4-FFF2-40B4-BE49-F238E27FC236}">
                <a16:creationId xmlns:a16="http://schemas.microsoft.com/office/drawing/2014/main" id="{FA9CEA7B-7D34-CB3E-AE48-AFC45363C662}"/>
              </a:ext>
            </a:extLst>
          </p:cNvPr>
          <p:cNvGrpSpPr/>
          <p:nvPr/>
        </p:nvGrpSpPr>
        <p:grpSpPr>
          <a:xfrm>
            <a:off x="6414868" y="1538798"/>
            <a:ext cx="1767674" cy="992868"/>
            <a:chOff x="12206038" y="2985493"/>
            <a:chExt cx="3535347" cy="1985736"/>
          </a:xfrm>
          <a:solidFill>
            <a:schemeClr val="accent3"/>
          </a:solidFill>
        </p:grpSpPr>
        <p:sp>
          <p:nvSpPr>
            <p:cNvPr id="5" name="Freeform 107">
              <a:extLst>
                <a:ext uri="{FF2B5EF4-FFF2-40B4-BE49-F238E27FC236}">
                  <a16:creationId xmlns:a16="http://schemas.microsoft.com/office/drawing/2014/main" id="{52925EB7-4A48-8BEF-AAC4-33FB49DB2680}"/>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712F72C0-6619-2CA3-50E5-115F54EEA2F9}"/>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8" name="Picture 7">
            <a:extLst>
              <a:ext uri="{FF2B5EF4-FFF2-40B4-BE49-F238E27FC236}">
                <a16:creationId xmlns:a16="http://schemas.microsoft.com/office/drawing/2014/main" id="{68243CAD-040E-3255-EB1B-9B3274BF772B}"/>
              </a:ext>
            </a:extLst>
          </p:cNvPr>
          <p:cNvPicPr>
            <a:picLocks noChangeAspect="1"/>
          </p:cNvPicPr>
          <p:nvPr/>
        </p:nvPicPr>
        <p:blipFill>
          <a:blip r:embed="rId2"/>
          <a:stretch>
            <a:fillRect/>
          </a:stretch>
        </p:blipFill>
        <p:spPr>
          <a:xfrm>
            <a:off x="8197126" y="1170314"/>
            <a:ext cx="3620626" cy="5505691"/>
          </a:xfrm>
          <a:prstGeom prst="rect">
            <a:avLst/>
          </a:prstGeom>
        </p:spPr>
      </p:pic>
    </p:spTree>
    <p:extLst>
      <p:ext uri="{BB962C8B-B14F-4D97-AF65-F5344CB8AC3E}">
        <p14:creationId xmlns:p14="http://schemas.microsoft.com/office/powerpoint/2010/main" val="1884650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571A482-0ADC-9223-502D-0EE155649AD5}"/>
              </a:ext>
            </a:extLst>
          </p:cNvPr>
          <p:cNvPicPr>
            <a:picLocks noChangeAspect="1"/>
          </p:cNvPicPr>
          <p:nvPr/>
        </p:nvPicPr>
        <p:blipFill>
          <a:blip r:embed="rId2"/>
          <a:stretch>
            <a:fillRect/>
          </a:stretch>
        </p:blipFill>
        <p:spPr>
          <a:xfrm>
            <a:off x="3146182" y="2005946"/>
            <a:ext cx="6791001" cy="4852053"/>
          </a:xfrm>
          <a:prstGeom prst="rect">
            <a:avLst/>
          </a:prstGeom>
        </p:spPr>
      </p:pic>
      <p:grpSp>
        <p:nvGrpSpPr>
          <p:cNvPr id="25" name="Group 24">
            <a:extLst>
              <a:ext uri="{FF2B5EF4-FFF2-40B4-BE49-F238E27FC236}">
                <a16:creationId xmlns:a16="http://schemas.microsoft.com/office/drawing/2014/main" id="{4386A3F7-32A1-1F8D-1AB2-35BBD6837BF4}"/>
              </a:ext>
            </a:extLst>
          </p:cNvPr>
          <p:cNvGrpSpPr/>
          <p:nvPr/>
        </p:nvGrpSpPr>
        <p:grpSpPr>
          <a:xfrm rot="3018552">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0136" y="1104885"/>
            <a:ext cx="2536911" cy="253042"/>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0136" y="647094"/>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Bubble Sort</a:t>
            </a:r>
          </a:p>
        </p:txBody>
      </p:sp>
      <p:sp>
        <p:nvSpPr>
          <p:cNvPr id="6" name="TextBox 956">
            <a:extLst>
              <a:ext uri="{FF2B5EF4-FFF2-40B4-BE49-F238E27FC236}">
                <a16:creationId xmlns:a16="http://schemas.microsoft.com/office/drawing/2014/main" id="{149649F0-6CDC-6D3F-7CAF-1766365C2D98}"/>
              </a:ext>
            </a:extLst>
          </p:cNvPr>
          <p:cNvSpPr txBox="1">
            <a:spLocks noChangeArrowheads="1"/>
          </p:cNvSpPr>
          <p:nvPr/>
        </p:nvSpPr>
        <p:spPr bwMode="auto">
          <a:xfrm>
            <a:off x="10698375" y="1546514"/>
            <a:ext cx="32304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400" b="1" dirty="0">
                <a:solidFill>
                  <a:schemeClr val="tx2"/>
                </a:solidFill>
                <a:latin typeface="Lato" panose="020F0502020204030203" pitchFamily="34" charset="0"/>
                <a:cs typeface="Open Sans" panose="020B0606030504020204" pitchFamily="34" charset="0"/>
              </a:rPr>
              <a:t>Sample </a:t>
            </a:r>
          </a:p>
          <a:p>
            <a:pPr eaLnBrk="1" hangingPunct="1"/>
            <a:r>
              <a:rPr lang="en-US" altLang="ru-RU" sz="2400" b="1" dirty="0">
                <a:solidFill>
                  <a:schemeClr val="tx2"/>
                </a:solidFill>
                <a:latin typeface="Lato" panose="020F0502020204030203" pitchFamily="34" charset="0"/>
                <a:cs typeface="Open Sans" panose="020B0606030504020204" pitchFamily="34" charset="0"/>
              </a:rPr>
              <a:t>Program</a:t>
            </a:r>
          </a:p>
        </p:txBody>
      </p:sp>
      <p:sp>
        <p:nvSpPr>
          <p:cNvPr id="4" name="Freeform 109">
            <a:extLst>
              <a:ext uri="{FF2B5EF4-FFF2-40B4-BE49-F238E27FC236}">
                <a16:creationId xmlns:a16="http://schemas.microsoft.com/office/drawing/2014/main" id="{071B80A8-2070-A78D-3BDD-9FB3EF21D01E}"/>
              </a:ext>
            </a:extLst>
          </p:cNvPr>
          <p:cNvSpPr>
            <a:spLocks noChangeArrowheads="1"/>
          </p:cNvSpPr>
          <p:nvPr/>
        </p:nvSpPr>
        <p:spPr bwMode="auto">
          <a:xfrm>
            <a:off x="10040019" y="1654315"/>
            <a:ext cx="540648" cy="5337737"/>
          </a:xfrm>
          <a:custGeom>
            <a:avLst/>
            <a:gdLst>
              <a:gd name="T0" fmla="*/ 0 w 1652"/>
              <a:gd name="T1" fmla="*/ 0 h 13262"/>
              <a:gd name="T2" fmla="*/ 0 w 1652"/>
              <a:gd name="T3" fmla="*/ 13261 h 13262"/>
              <a:gd name="T4" fmla="*/ 1651 w 1652"/>
              <a:gd name="T5" fmla="*/ 13261 h 13262"/>
              <a:gd name="T6" fmla="*/ 1651 w 1652"/>
              <a:gd name="T7" fmla="*/ 1652 h 13262"/>
              <a:gd name="T8" fmla="*/ 0 w 1652"/>
              <a:gd name="T9" fmla="*/ 0 h 13262"/>
            </a:gdLst>
            <a:ahLst/>
            <a:cxnLst>
              <a:cxn ang="0">
                <a:pos x="T0" y="T1"/>
              </a:cxn>
              <a:cxn ang="0">
                <a:pos x="T2" y="T3"/>
              </a:cxn>
              <a:cxn ang="0">
                <a:pos x="T4" y="T5"/>
              </a:cxn>
              <a:cxn ang="0">
                <a:pos x="T6" y="T7"/>
              </a:cxn>
              <a:cxn ang="0">
                <a:pos x="T8" y="T9"/>
              </a:cxn>
            </a:cxnLst>
            <a:rect l="0" t="0" r="r" b="b"/>
            <a:pathLst>
              <a:path w="1652" h="13262">
                <a:moveTo>
                  <a:pt x="0" y="0"/>
                </a:moveTo>
                <a:lnTo>
                  <a:pt x="0" y="13261"/>
                </a:lnTo>
                <a:lnTo>
                  <a:pt x="1651" y="13261"/>
                </a:lnTo>
                <a:lnTo>
                  <a:pt x="1651" y="1652"/>
                </a:lnTo>
                <a:lnTo>
                  <a:pt x="0" y="0"/>
                </a:lnTo>
              </a:path>
            </a:pathLst>
          </a:custGeom>
          <a:solidFill>
            <a:schemeClr val="accent2">
              <a:lumMod val="75000"/>
            </a:schemeClr>
          </a:solidFill>
          <a:ln>
            <a:noFill/>
          </a:ln>
          <a:effectLst/>
        </p:spPr>
        <p:txBody>
          <a:bodyPr wrap="none" anchor="ctr"/>
          <a:lstStyle/>
          <a:p>
            <a:pPr defTabSz="914217">
              <a:defRPr/>
            </a:pPr>
            <a:endParaRPr lang="en-US" sz="900">
              <a:latin typeface="Calibri Light"/>
            </a:endParaRPr>
          </a:p>
        </p:txBody>
      </p:sp>
      <p:grpSp>
        <p:nvGrpSpPr>
          <p:cNvPr id="9" name="Group 6">
            <a:extLst>
              <a:ext uri="{FF2B5EF4-FFF2-40B4-BE49-F238E27FC236}">
                <a16:creationId xmlns:a16="http://schemas.microsoft.com/office/drawing/2014/main" id="{0232D66E-37AC-06C4-9153-FDC2CB638424}"/>
              </a:ext>
            </a:extLst>
          </p:cNvPr>
          <p:cNvGrpSpPr>
            <a:grpSpLocks/>
          </p:cNvGrpSpPr>
          <p:nvPr/>
        </p:nvGrpSpPr>
        <p:grpSpPr bwMode="auto">
          <a:xfrm>
            <a:off x="8864579" y="1325354"/>
            <a:ext cx="1716088" cy="1275051"/>
            <a:chOff x="8546925" y="5140743"/>
            <a:chExt cx="3433108" cy="1980354"/>
          </a:xfrm>
        </p:grpSpPr>
        <p:sp>
          <p:nvSpPr>
            <p:cNvPr id="10" name="Freeform 110">
              <a:extLst>
                <a:ext uri="{FF2B5EF4-FFF2-40B4-BE49-F238E27FC236}">
                  <a16:creationId xmlns:a16="http://schemas.microsoft.com/office/drawing/2014/main" id="{FD5BA106-F0AB-B7AE-99CF-5154884631DE}"/>
                </a:ext>
              </a:extLst>
            </p:cNvPr>
            <p:cNvSpPr>
              <a:spLocks noChangeArrowheads="1"/>
            </p:cNvSpPr>
            <p:nvPr/>
          </p:nvSpPr>
          <p:spPr bwMode="auto">
            <a:xfrm>
              <a:off x="9518204" y="5627759"/>
              <a:ext cx="2461829" cy="1003631"/>
            </a:xfrm>
            <a:custGeom>
              <a:avLst/>
              <a:gdLst>
                <a:gd name="T0" fmla="*/ 0 w 4045"/>
                <a:gd name="T1" fmla="*/ 1003024 h 1653"/>
                <a:gd name="T2" fmla="*/ 2461220 w 4045"/>
                <a:gd name="T3" fmla="*/ 1003024 h 1653"/>
                <a:gd name="T4" fmla="*/ 1456405 w 4045"/>
                <a:gd name="T5" fmla="*/ 0 h 1653"/>
                <a:gd name="T6" fmla="*/ 0 w 4045"/>
                <a:gd name="T7" fmla="*/ 0 h 1653"/>
                <a:gd name="T8" fmla="*/ 0 w 4045"/>
                <a:gd name="T9" fmla="*/ 1003024 h 16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45" h="1653">
                  <a:moveTo>
                    <a:pt x="0" y="1652"/>
                  </a:moveTo>
                  <a:lnTo>
                    <a:pt x="4044" y="1652"/>
                  </a:lnTo>
                  <a:lnTo>
                    <a:pt x="2393" y="0"/>
                  </a:lnTo>
                  <a:lnTo>
                    <a:pt x="0" y="0"/>
                  </a:lnTo>
                  <a:lnTo>
                    <a:pt x="0" y="1652"/>
                  </a:ln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s-MX" sz="900"/>
            </a:p>
          </p:txBody>
        </p:sp>
        <p:sp>
          <p:nvSpPr>
            <p:cNvPr id="11" name="Freeform 111">
              <a:extLst>
                <a:ext uri="{FF2B5EF4-FFF2-40B4-BE49-F238E27FC236}">
                  <a16:creationId xmlns:a16="http://schemas.microsoft.com/office/drawing/2014/main" id="{436B2674-E3A4-C292-A020-9390A00CD455}"/>
                </a:ext>
              </a:extLst>
            </p:cNvPr>
            <p:cNvSpPr>
              <a:spLocks noChangeArrowheads="1"/>
            </p:cNvSpPr>
            <p:nvPr/>
          </p:nvSpPr>
          <p:spPr bwMode="auto">
            <a:xfrm>
              <a:off x="8546925" y="5140743"/>
              <a:ext cx="1081591" cy="1980354"/>
            </a:xfrm>
            <a:custGeom>
              <a:avLst/>
              <a:gdLst>
                <a:gd name="T0" fmla="*/ 0 w 1780"/>
                <a:gd name="T1" fmla="*/ 989569 h 3256"/>
                <a:gd name="T2" fmla="*/ 1080983 w 1780"/>
                <a:gd name="T3" fmla="*/ 0 h 3256"/>
                <a:gd name="T4" fmla="*/ 1080983 w 1780"/>
                <a:gd name="T5" fmla="*/ 989569 h 3256"/>
                <a:gd name="T6" fmla="*/ 1080983 w 1780"/>
                <a:gd name="T7" fmla="*/ 1979746 h 3256"/>
                <a:gd name="T8" fmla="*/ 0 w 1780"/>
                <a:gd name="T9" fmla="*/ 989569 h 3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80" h="3256">
                  <a:moveTo>
                    <a:pt x="0" y="1627"/>
                  </a:moveTo>
                  <a:lnTo>
                    <a:pt x="1779" y="0"/>
                  </a:lnTo>
                  <a:lnTo>
                    <a:pt x="1779" y="1627"/>
                  </a:lnTo>
                  <a:lnTo>
                    <a:pt x="1779" y="3255"/>
                  </a:lnTo>
                  <a:lnTo>
                    <a:pt x="0" y="1627"/>
                  </a:ln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s-MX" sz="900"/>
            </a:p>
          </p:txBody>
        </p:sp>
      </p:grpSp>
    </p:spTree>
    <p:extLst>
      <p:ext uri="{BB962C8B-B14F-4D97-AF65-F5344CB8AC3E}">
        <p14:creationId xmlns:p14="http://schemas.microsoft.com/office/powerpoint/2010/main" val="3805884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5651968">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864705" y="1931160"/>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864705" y="1473369"/>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Insertion Sort</a:t>
            </a:r>
          </a:p>
        </p:txBody>
      </p:sp>
      <p:sp>
        <p:nvSpPr>
          <p:cNvPr id="2" name="TextBox 1">
            <a:extLst>
              <a:ext uri="{FF2B5EF4-FFF2-40B4-BE49-F238E27FC236}">
                <a16:creationId xmlns:a16="http://schemas.microsoft.com/office/drawing/2014/main" id="{60097404-C332-E04C-043F-48FFCB854B57}"/>
              </a:ext>
            </a:extLst>
          </p:cNvPr>
          <p:cNvSpPr txBox="1"/>
          <p:nvPr/>
        </p:nvSpPr>
        <p:spPr>
          <a:xfrm>
            <a:off x="5878153" y="1423328"/>
            <a:ext cx="5233082" cy="1015663"/>
          </a:xfrm>
          <a:prstGeom prst="rect">
            <a:avLst/>
          </a:prstGeom>
          <a:noFill/>
          <a:ln>
            <a:noFill/>
          </a:ln>
        </p:spPr>
        <p:txBody>
          <a:bodyPr wrap="square" rtlCol="0" anchor="b">
            <a:spAutoFit/>
          </a:bodyPr>
          <a:lstStyle/>
          <a:p>
            <a:pPr algn="just"/>
            <a:r>
              <a:rPr lang="en-US" sz="2000"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 is a simple sorting algorithm that works the way we sort playing cards in our hands.</a:t>
            </a:r>
          </a:p>
        </p:txBody>
      </p:sp>
      <p:sp>
        <p:nvSpPr>
          <p:cNvPr id="3" name="TextBox 956">
            <a:extLst>
              <a:ext uri="{FF2B5EF4-FFF2-40B4-BE49-F238E27FC236}">
                <a16:creationId xmlns:a16="http://schemas.microsoft.com/office/drawing/2014/main" id="{69DB69B0-6865-20A9-4C52-0FF99C4DF37D}"/>
              </a:ext>
            </a:extLst>
          </p:cNvPr>
          <p:cNvSpPr txBox="1">
            <a:spLocks noChangeArrowheads="1"/>
          </p:cNvSpPr>
          <p:nvPr/>
        </p:nvSpPr>
        <p:spPr bwMode="auto">
          <a:xfrm>
            <a:off x="3920161" y="2815329"/>
            <a:ext cx="7061199"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We assume that the first card is already sorted then, we select an unsorted card. If the unsorted card is greater than the card in hand, it is placed on the right otherwise, to the left. In the same way, other unsorted cards are taken and put at their right place.</a:t>
            </a:r>
          </a:p>
          <a:p>
            <a:pPr algn="just" eaLnBrk="1" hangingPunct="1"/>
            <a:endParaRPr lang="en-US" altLang="ru-RU" sz="2000" dirty="0">
              <a:solidFill>
                <a:schemeClr val="tx2"/>
              </a:solidFill>
              <a:latin typeface="Lato" panose="020F0502020204030203" pitchFamily="34" charset="0"/>
              <a:cs typeface="Open Sans" panose="020B0606030504020204" pitchFamily="34" charset="0"/>
            </a:endParaRPr>
          </a:p>
          <a:p>
            <a:pPr algn="just" eaLnBrk="1" hangingPunct="1"/>
            <a:r>
              <a:rPr lang="en-US" altLang="ru-RU" sz="2000" dirty="0">
                <a:solidFill>
                  <a:schemeClr val="tx2"/>
                </a:solidFill>
                <a:latin typeface="Lato" panose="020F0502020204030203" pitchFamily="34" charset="0"/>
                <a:cs typeface="Open Sans" panose="020B0606030504020204" pitchFamily="34" charset="0"/>
              </a:rPr>
              <a:t>A similar approach is used by insertion sort.</a:t>
            </a:r>
          </a:p>
          <a:p>
            <a:pPr algn="just" eaLnBrk="1" hangingPunct="1"/>
            <a:endParaRPr lang="en-US" altLang="ru-RU" sz="2000" dirty="0">
              <a:solidFill>
                <a:schemeClr val="tx2"/>
              </a:solidFill>
              <a:latin typeface="Lato" panose="020F0502020204030203" pitchFamily="34" charset="0"/>
              <a:cs typeface="Open Sans" panose="020B0606030504020204" pitchFamily="34" charset="0"/>
            </a:endParaRPr>
          </a:p>
          <a:p>
            <a:pPr algn="just" eaLnBrk="1" hangingPunct="1"/>
            <a:r>
              <a:rPr lang="en-US" altLang="ru-RU" sz="2000" dirty="0">
                <a:solidFill>
                  <a:schemeClr val="tx2"/>
                </a:solidFill>
                <a:latin typeface="Lato" panose="020F0502020204030203" pitchFamily="34" charset="0"/>
                <a:cs typeface="Open Sans" panose="020B0606030504020204" pitchFamily="34" charset="0"/>
              </a:rPr>
              <a:t>Insertion sort is a sorting algorithm that places an unsorted element at its suitable place in each iteration.</a:t>
            </a:r>
          </a:p>
        </p:txBody>
      </p:sp>
    </p:spTree>
    <p:extLst>
      <p:ext uri="{BB962C8B-B14F-4D97-AF65-F5344CB8AC3E}">
        <p14:creationId xmlns:p14="http://schemas.microsoft.com/office/powerpoint/2010/main" val="623699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8765006">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68755" y="707870"/>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68755" y="250079"/>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Insertion Sort</a:t>
            </a:r>
          </a:p>
        </p:txBody>
      </p:sp>
      <p:sp>
        <p:nvSpPr>
          <p:cNvPr id="4" name="Freeform 106">
            <a:extLst>
              <a:ext uri="{FF2B5EF4-FFF2-40B4-BE49-F238E27FC236}">
                <a16:creationId xmlns:a16="http://schemas.microsoft.com/office/drawing/2014/main" id="{492527B3-A6D1-DEE8-C3BE-BF80C9C60E8B}"/>
              </a:ext>
            </a:extLst>
          </p:cNvPr>
          <p:cNvSpPr>
            <a:spLocks noChangeArrowheads="1"/>
          </p:cNvSpPr>
          <p:nvPr/>
        </p:nvSpPr>
        <p:spPr bwMode="auto">
          <a:xfrm>
            <a:off x="6643225" y="171611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0F1B44EA-682E-81AA-0AAD-D7E7BEFA3F4A}"/>
              </a:ext>
            </a:extLst>
          </p:cNvPr>
          <p:cNvGrpSpPr/>
          <p:nvPr/>
        </p:nvGrpSpPr>
        <p:grpSpPr>
          <a:xfrm>
            <a:off x="6643100" y="147292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54F20C1A-69DA-DBCF-4D89-38BC732A4626}"/>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8FBC4819-3029-73E4-6D4F-D82C231C49FE}"/>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sp>
        <p:nvSpPr>
          <p:cNvPr id="8" name="TextBox 956">
            <a:extLst>
              <a:ext uri="{FF2B5EF4-FFF2-40B4-BE49-F238E27FC236}">
                <a16:creationId xmlns:a16="http://schemas.microsoft.com/office/drawing/2014/main" id="{4A56D163-0F88-22EA-E70B-D51D40B1C200}"/>
              </a:ext>
            </a:extLst>
          </p:cNvPr>
          <p:cNvSpPr txBox="1">
            <a:spLocks noChangeArrowheads="1"/>
          </p:cNvSpPr>
          <p:nvPr/>
        </p:nvSpPr>
        <p:spPr bwMode="auto">
          <a:xfrm>
            <a:off x="3257220" y="1334221"/>
            <a:ext cx="3230466"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1. The first element in the array is assumed to be sorted. Take the second element and store it separately in key.</a:t>
            </a:r>
          </a:p>
          <a:p>
            <a:pPr eaLnBrk="1" hangingPunct="1"/>
            <a:endParaRPr lang="en-US" altLang="ru-RU" sz="2000" dirty="0">
              <a:solidFill>
                <a:schemeClr val="tx2"/>
              </a:solidFill>
              <a:latin typeface="Lato" panose="020F0502020204030203" pitchFamily="34" charset="0"/>
              <a:cs typeface="Open Sans" panose="020B0606030504020204" pitchFamily="34" charset="0"/>
            </a:endParaRPr>
          </a:p>
          <a:p>
            <a:pPr eaLnBrk="1" hangingPunct="1"/>
            <a:r>
              <a:rPr lang="en-US" altLang="ru-RU" sz="2000" dirty="0">
                <a:solidFill>
                  <a:schemeClr val="tx2"/>
                </a:solidFill>
                <a:latin typeface="Lato" panose="020F0502020204030203" pitchFamily="34" charset="0"/>
                <a:cs typeface="Open Sans" panose="020B0606030504020204" pitchFamily="34" charset="0"/>
              </a:rPr>
              <a:t>Compare key with the first element. If the first element is greater than key, then key is placed in front of the first element.</a:t>
            </a:r>
          </a:p>
        </p:txBody>
      </p:sp>
      <p:pic>
        <p:nvPicPr>
          <p:cNvPr id="9" name="Picture 8">
            <a:extLst>
              <a:ext uri="{FF2B5EF4-FFF2-40B4-BE49-F238E27FC236}">
                <a16:creationId xmlns:a16="http://schemas.microsoft.com/office/drawing/2014/main" id="{9A740293-A090-70FA-532E-7EB7851B66A5}"/>
              </a:ext>
            </a:extLst>
          </p:cNvPr>
          <p:cNvPicPr>
            <a:picLocks noChangeAspect="1"/>
          </p:cNvPicPr>
          <p:nvPr/>
        </p:nvPicPr>
        <p:blipFill>
          <a:blip r:embed="rId2"/>
          <a:stretch>
            <a:fillRect/>
          </a:stretch>
        </p:blipFill>
        <p:spPr>
          <a:xfrm>
            <a:off x="7427416" y="2709304"/>
            <a:ext cx="4984857" cy="3793164"/>
          </a:xfrm>
          <a:prstGeom prst="rect">
            <a:avLst/>
          </a:prstGeom>
        </p:spPr>
      </p:pic>
    </p:spTree>
    <p:extLst>
      <p:ext uri="{BB962C8B-B14F-4D97-AF65-F5344CB8AC3E}">
        <p14:creationId xmlns:p14="http://schemas.microsoft.com/office/powerpoint/2010/main" val="2399712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1183114">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68755" y="707870"/>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68755" y="250079"/>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Insertion Sort</a:t>
            </a:r>
          </a:p>
        </p:txBody>
      </p:sp>
      <p:sp>
        <p:nvSpPr>
          <p:cNvPr id="4" name="Freeform 106">
            <a:extLst>
              <a:ext uri="{FF2B5EF4-FFF2-40B4-BE49-F238E27FC236}">
                <a16:creationId xmlns:a16="http://schemas.microsoft.com/office/drawing/2014/main" id="{492527B3-A6D1-DEE8-C3BE-BF80C9C60E8B}"/>
              </a:ext>
            </a:extLst>
          </p:cNvPr>
          <p:cNvSpPr>
            <a:spLocks noChangeArrowheads="1"/>
          </p:cNvSpPr>
          <p:nvPr/>
        </p:nvSpPr>
        <p:spPr bwMode="auto">
          <a:xfrm>
            <a:off x="6643225" y="171611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0F1B44EA-682E-81AA-0AAD-D7E7BEFA3F4A}"/>
              </a:ext>
            </a:extLst>
          </p:cNvPr>
          <p:cNvGrpSpPr/>
          <p:nvPr/>
        </p:nvGrpSpPr>
        <p:grpSpPr>
          <a:xfrm>
            <a:off x="6643100" y="147292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54F20C1A-69DA-DBCF-4D89-38BC732A4626}"/>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8FBC4819-3029-73E4-6D4F-D82C231C49FE}"/>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sp>
        <p:nvSpPr>
          <p:cNvPr id="8" name="TextBox 956">
            <a:extLst>
              <a:ext uri="{FF2B5EF4-FFF2-40B4-BE49-F238E27FC236}">
                <a16:creationId xmlns:a16="http://schemas.microsoft.com/office/drawing/2014/main" id="{4A56D163-0F88-22EA-E70B-D51D40B1C200}"/>
              </a:ext>
            </a:extLst>
          </p:cNvPr>
          <p:cNvSpPr txBox="1">
            <a:spLocks noChangeArrowheads="1"/>
          </p:cNvSpPr>
          <p:nvPr/>
        </p:nvSpPr>
        <p:spPr bwMode="auto">
          <a:xfrm>
            <a:off x="3257220" y="1334221"/>
            <a:ext cx="3230466"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2. Now, the first two elements are sorted.</a:t>
            </a:r>
          </a:p>
          <a:p>
            <a:pPr eaLnBrk="1" hangingPunct="1"/>
            <a:endParaRPr lang="en-US" altLang="ru-RU" sz="2000" dirty="0">
              <a:solidFill>
                <a:schemeClr val="tx2"/>
              </a:solidFill>
              <a:latin typeface="Lato" panose="020F0502020204030203" pitchFamily="34" charset="0"/>
              <a:cs typeface="Open Sans" panose="020B0606030504020204" pitchFamily="34" charset="0"/>
            </a:endParaRPr>
          </a:p>
          <a:p>
            <a:pPr eaLnBrk="1" hangingPunct="1"/>
            <a:r>
              <a:rPr lang="en-US" altLang="ru-RU" sz="2000" dirty="0">
                <a:solidFill>
                  <a:schemeClr val="tx2"/>
                </a:solidFill>
                <a:latin typeface="Lato" panose="020F0502020204030203" pitchFamily="34" charset="0"/>
                <a:cs typeface="Open Sans" panose="020B0606030504020204" pitchFamily="34" charset="0"/>
              </a:rPr>
              <a:t>Take the third element and compare it with the elements on the left of it. Placed it just behind the element smaller than it. If there is no element smaller than it, then place it at the beginning of the array.</a:t>
            </a:r>
          </a:p>
        </p:txBody>
      </p:sp>
      <p:pic>
        <p:nvPicPr>
          <p:cNvPr id="2" name="Picture 1">
            <a:extLst>
              <a:ext uri="{FF2B5EF4-FFF2-40B4-BE49-F238E27FC236}">
                <a16:creationId xmlns:a16="http://schemas.microsoft.com/office/drawing/2014/main" id="{C6E82337-9F26-6D0F-7772-8826A65881FF}"/>
              </a:ext>
            </a:extLst>
          </p:cNvPr>
          <p:cNvPicPr>
            <a:picLocks noChangeAspect="1"/>
          </p:cNvPicPr>
          <p:nvPr/>
        </p:nvPicPr>
        <p:blipFill>
          <a:blip r:embed="rId2"/>
          <a:stretch>
            <a:fillRect/>
          </a:stretch>
        </p:blipFill>
        <p:spPr>
          <a:xfrm>
            <a:off x="7558090" y="2499379"/>
            <a:ext cx="4435790" cy="4689690"/>
          </a:xfrm>
          <a:prstGeom prst="rect">
            <a:avLst/>
          </a:prstGeom>
        </p:spPr>
      </p:pic>
    </p:spTree>
    <p:extLst>
      <p:ext uri="{BB962C8B-B14F-4D97-AF65-F5344CB8AC3E}">
        <p14:creationId xmlns:p14="http://schemas.microsoft.com/office/powerpoint/2010/main" val="3624010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4137769">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68755" y="707870"/>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68755" y="250079"/>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Insertion Sort</a:t>
            </a:r>
          </a:p>
        </p:txBody>
      </p:sp>
      <p:sp>
        <p:nvSpPr>
          <p:cNvPr id="4" name="Freeform 106">
            <a:extLst>
              <a:ext uri="{FF2B5EF4-FFF2-40B4-BE49-F238E27FC236}">
                <a16:creationId xmlns:a16="http://schemas.microsoft.com/office/drawing/2014/main" id="{492527B3-A6D1-DEE8-C3BE-BF80C9C60E8B}"/>
              </a:ext>
            </a:extLst>
          </p:cNvPr>
          <p:cNvSpPr>
            <a:spLocks noChangeArrowheads="1"/>
          </p:cNvSpPr>
          <p:nvPr/>
        </p:nvSpPr>
        <p:spPr bwMode="auto">
          <a:xfrm>
            <a:off x="6643225" y="171611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0F1B44EA-682E-81AA-0AAD-D7E7BEFA3F4A}"/>
              </a:ext>
            </a:extLst>
          </p:cNvPr>
          <p:cNvGrpSpPr/>
          <p:nvPr/>
        </p:nvGrpSpPr>
        <p:grpSpPr>
          <a:xfrm>
            <a:off x="6643100" y="147292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54F20C1A-69DA-DBCF-4D89-38BC732A4626}"/>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8FBC4819-3029-73E4-6D4F-D82C231C49FE}"/>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sp>
        <p:nvSpPr>
          <p:cNvPr id="8" name="TextBox 956">
            <a:extLst>
              <a:ext uri="{FF2B5EF4-FFF2-40B4-BE49-F238E27FC236}">
                <a16:creationId xmlns:a16="http://schemas.microsoft.com/office/drawing/2014/main" id="{4A56D163-0F88-22EA-E70B-D51D40B1C200}"/>
              </a:ext>
            </a:extLst>
          </p:cNvPr>
          <p:cNvSpPr txBox="1">
            <a:spLocks noChangeArrowheads="1"/>
          </p:cNvSpPr>
          <p:nvPr/>
        </p:nvSpPr>
        <p:spPr bwMode="auto">
          <a:xfrm>
            <a:off x="3257220" y="1334221"/>
            <a:ext cx="323046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3. In a similar way, place every unsorted element at its correct position.</a:t>
            </a:r>
          </a:p>
        </p:txBody>
      </p:sp>
      <p:pic>
        <p:nvPicPr>
          <p:cNvPr id="3" name="Picture 2">
            <a:extLst>
              <a:ext uri="{FF2B5EF4-FFF2-40B4-BE49-F238E27FC236}">
                <a16:creationId xmlns:a16="http://schemas.microsoft.com/office/drawing/2014/main" id="{7C31A96D-EBB8-EF4B-FDDA-17A11477C25F}"/>
              </a:ext>
            </a:extLst>
          </p:cNvPr>
          <p:cNvPicPr>
            <a:picLocks noChangeAspect="1"/>
          </p:cNvPicPr>
          <p:nvPr/>
        </p:nvPicPr>
        <p:blipFill>
          <a:blip r:embed="rId2"/>
          <a:stretch>
            <a:fillRect/>
          </a:stretch>
        </p:blipFill>
        <p:spPr>
          <a:xfrm>
            <a:off x="7487782" y="2556001"/>
            <a:ext cx="4490858" cy="4609428"/>
          </a:xfrm>
          <a:prstGeom prst="rect">
            <a:avLst/>
          </a:prstGeom>
        </p:spPr>
      </p:pic>
    </p:spTree>
    <p:extLst>
      <p:ext uri="{BB962C8B-B14F-4D97-AF65-F5344CB8AC3E}">
        <p14:creationId xmlns:p14="http://schemas.microsoft.com/office/powerpoint/2010/main" val="288482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6947111">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68755" y="707870"/>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68755" y="250079"/>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Insertion Sort</a:t>
            </a:r>
          </a:p>
        </p:txBody>
      </p:sp>
      <p:sp>
        <p:nvSpPr>
          <p:cNvPr id="4" name="Freeform 106">
            <a:extLst>
              <a:ext uri="{FF2B5EF4-FFF2-40B4-BE49-F238E27FC236}">
                <a16:creationId xmlns:a16="http://schemas.microsoft.com/office/drawing/2014/main" id="{492527B3-A6D1-DEE8-C3BE-BF80C9C60E8B}"/>
              </a:ext>
            </a:extLst>
          </p:cNvPr>
          <p:cNvSpPr>
            <a:spLocks noChangeArrowheads="1"/>
          </p:cNvSpPr>
          <p:nvPr/>
        </p:nvSpPr>
        <p:spPr bwMode="auto">
          <a:xfrm>
            <a:off x="6643225" y="171611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0F1B44EA-682E-81AA-0AAD-D7E7BEFA3F4A}"/>
              </a:ext>
            </a:extLst>
          </p:cNvPr>
          <p:cNvGrpSpPr/>
          <p:nvPr/>
        </p:nvGrpSpPr>
        <p:grpSpPr>
          <a:xfrm>
            <a:off x="6643100" y="147292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54F20C1A-69DA-DBCF-4D89-38BC732A4626}"/>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8FBC4819-3029-73E4-6D4F-D82C231C49FE}"/>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sp>
        <p:nvSpPr>
          <p:cNvPr id="8" name="TextBox 956">
            <a:extLst>
              <a:ext uri="{FF2B5EF4-FFF2-40B4-BE49-F238E27FC236}">
                <a16:creationId xmlns:a16="http://schemas.microsoft.com/office/drawing/2014/main" id="{4A56D163-0F88-22EA-E70B-D51D40B1C200}"/>
              </a:ext>
            </a:extLst>
          </p:cNvPr>
          <p:cNvSpPr txBox="1">
            <a:spLocks noChangeArrowheads="1"/>
          </p:cNvSpPr>
          <p:nvPr/>
        </p:nvSpPr>
        <p:spPr bwMode="auto">
          <a:xfrm>
            <a:off x="3257220" y="1334221"/>
            <a:ext cx="323046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000" dirty="0">
                <a:solidFill>
                  <a:schemeClr val="tx2"/>
                </a:solidFill>
                <a:latin typeface="Lato" panose="020F0502020204030203" pitchFamily="34" charset="0"/>
                <a:cs typeface="Open Sans" panose="020B0606030504020204" pitchFamily="34" charset="0"/>
              </a:rPr>
              <a:t>3. In a similar way, place every unsorted element at its correct position.</a:t>
            </a:r>
          </a:p>
        </p:txBody>
      </p:sp>
      <p:pic>
        <p:nvPicPr>
          <p:cNvPr id="2" name="Picture 1">
            <a:extLst>
              <a:ext uri="{FF2B5EF4-FFF2-40B4-BE49-F238E27FC236}">
                <a16:creationId xmlns:a16="http://schemas.microsoft.com/office/drawing/2014/main" id="{2C3F7E61-16C4-7724-7ADA-DC149C0C258B}"/>
              </a:ext>
            </a:extLst>
          </p:cNvPr>
          <p:cNvPicPr>
            <a:picLocks noChangeAspect="1"/>
          </p:cNvPicPr>
          <p:nvPr/>
        </p:nvPicPr>
        <p:blipFill>
          <a:blip r:embed="rId2"/>
          <a:stretch>
            <a:fillRect/>
          </a:stretch>
        </p:blipFill>
        <p:spPr>
          <a:xfrm>
            <a:off x="8447752" y="1842052"/>
            <a:ext cx="3972848" cy="5074563"/>
          </a:xfrm>
          <a:prstGeom prst="rect">
            <a:avLst/>
          </a:prstGeom>
        </p:spPr>
      </p:pic>
    </p:spTree>
    <p:extLst>
      <p:ext uri="{BB962C8B-B14F-4D97-AF65-F5344CB8AC3E}">
        <p14:creationId xmlns:p14="http://schemas.microsoft.com/office/powerpoint/2010/main" val="1094674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C2B4936-3761-6806-C1FC-C9137EF63D4B}"/>
              </a:ext>
            </a:extLst>
          </p:cNvPr>
          <p:cNvPicPr>
            <a:picLocks noChangeAspect="1"/>
          </p:cNvPicPr>
          <p:nvPr/>
        </p:nvPicPr>
        <p:blipFill>
          <a:blip r:embed="rId2"/>
          <a:stretch>
            <a:fillRect/>
          </a:stretch>
        </p:blipFill>
        <p:spPr>
          <a:xfrm>
            <a:off x="2870911" y="1443995"/>
            <a:ext cx="7257410" cy="5175604"/>
          </a:xfrm>
          <a:prstGeom prst="rect">
            <a:avLst/>
          </a:prstGeom>
        </p:spPr>
      </p:pic>
      <p:grpSp>
        <p:nvGrpSpPr>
          <p:cNvPr id="25" name="Group 24">
            <a:extLst>
              <a:ext uri="{FF2B5EF4-FFF2-40B4-BE49-F238E27FC236}">
                <a16:creationId xmlns:a16="http://schemas.microsoft.com/office/drawing/2014/main" id="{4386A3F7-32A1-1F8D-1AB2-35BBD6837BF4}"/>
              </a:ext>
            </a:extLst>
          </p:cNvPr>
          <p:cNvGrpSpPr/>
          <p:nvPr/>
        </p:nvGrpSpPr>
        <p:grpSpPr>
          <a:xfrm rot="16947111">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968755" y="707870"/>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968755" y="250079"/>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Insertion Sort</a:t>
            </a:r>
          </a:p>
        </p:txBody>
      </p:sp>
      <p:sp>
        <p:nvSpPr>
          <p:cNvPr id="3" name="Freeform 109">
            <a:extLst>
              <a:ext uri="{FF2B5EF4-FFF2-40B4-BE49-F238E27FC236}">
                <a16:creationId xmlns:a16="http://schemas.microsoft.com/office/drawing/2014/main" id="{ED5A0C70-0E1D-699D-5DF1-9951108F5507}"/>
              </a:ext>
            </a:extLst>
          </p:cNvPr>
          <p:cNvSpPr>
            <a:spLocks noChangeArrowheads="1"/>
          </p:cNvSpPr>
          <p:nvPr/>
        </p:nvSpPr>
        <p:spPr bwMode="auto">
          <a:xfrm>
            <a:off x="10040019" y="1654315"/>
            <a:ext cx="540648" cy="5337737"/>
          </a:xfrm>
          <a:custGeom>
            <a:avLst/>
            <a:gdLst>
              <a:gd name="T0" fmla="*/ 0 w 1652"/>
              <a:gd name="T1" fmla="*/ 0 h 13262"/>
              <a:gd name="T2" fmla="*/ 0 w 1652"/>
              <a:gd name="T3" fmla="*/ 13261 h 13262"/>
              <a:gd name="T4" fmla="*/ 1651 w 1652"/>
              <a:gd name="T5" fmla="*/ 13261 h 13262"/>
              <a:gd name="T6" fmla="*/ 1651 w 1652"/>
              <a:gd name="T7" fmla="*/ 1652 h 13262"/>
              <a:gd name="T8" fmla="*/ 0 w 1652"/>
              <a:gd name="T9" fmla="*/ 0 h 13262"/>
            </a:gdLst>
            <a:ahLst/>
            <a:cxnLst>
              <a:cxn ang="0">
                <a:pos x="T0" y="T1"/>
              </a:cxn>
              <a:cxn ang="0">
                <a:pos x="T2" y="T3"/>
              </a:cxn>
              <a:cxn ang="0">
                <a:pos x="T4" y="T5"/>
              </a:cxn>
              <a:cxn ang="0">
                <a:pos x="T6" y="T7"/>
              </a:cxn>
              <a:cxn ang="0">
                <a:pos x="T8" y="T9"/>
              </a:cxn>
            </a:cxnLst>
            <a:rect l="0" t="0" r="r" b="b"/>
            <a:pathLst>
              <a:path w="1652" h="13262">
                <a:moveTo>
                  <a:pt x="0" y="0"/>
                </a:moveTo>
                <a:lnTo>
                  <a:pt x="0" y="13261"/>
                </a:lnTo>
                <a:lnTo>
                  <a:pt x="1651" y="13261"/>
                </a:lnTo>
                <a:lnTo>
                  <a:pt x="1651" y="1652"/>
                </a:lnTo>
                <a:lnTo>
                  <a:pt x="0" y="0"/>
                </a:lnTo>
              </a:path>
            </a:pathLst>
          </a:custGeom>
          <a:solidFill>
            <a:schemeClr val="accent2">
              <a:lumMod val="75000"/>
            </a:schemeClr>
          </a:solidFill>
          <a:ln>
            <a:noFill/>
          </a:ln>
          <a:effectLst/>
        </p:spPr>
        <p:txBody>
          <a:bodyPr wrap="none" anchor="ctr"/>
          <a:lstStyle/>
          <a:p>
            <a:pPr defTabSz="914217">
              <a:defRPr/>
            </a:pPr>
            <a:endParaRPr lang="en-US" sz="900">
              <a:latin typeface="Calibri Light"/>
            </a:endParaRPr>
          </a:p>
        </p:txBody>
      </p:sp>
      <p:grpSp>
        <p:nvGrpSpPr>
          <p:cNvPr id="9" name="Group 6">
            <a:extLst>
              <a:ext uri="{FF2B5EF4-FFF2-40B4-BE49-F238E27FC236}">
                <a16:creationId xmlns:a16="http://schemas.microsoft.com/office/drawing/2014/main" id="{04D80A44-E892-B54F-06E3-45EB57B06B6B}"/>
              </a:ext>
            </a:extLst>
          </p:cNvPr>
          <p:cNvGrpSpPr>
            <a:grpSpLocks/>
          </p:cNvGrpSpPr>
          <p:nvPr/>
        </p:nvGrpSpPr>
        <p:grpSpPr bwMode="auto">
          <a:xfrm>
            <a:off x="8864579" y="1325354"/>
            <a:ext cx="1716088" cy="1275051"/>
            <a:chOff x="8546925" y="5140743"/>
            <a:chExt cx="3433108" cy="1980354"/>
          </a:xfrm>
        </p:grpSpPr>
        <p:sp>
          <p:nvSpPr>
            <p:cNvPr id="10" name="Freeform 110">
              <a:extLst>
                <a:ext uri="{FF2B5EF4-FFF2-40B4-BE49-F238E27FC236}">
                  <a16:creationId xmlns:a16="http://schemas.microsoft.com/office/drawing/2014/main" id="{9B80BFA9-B4AF-470D-8C9E-812E02649FB9}"/>
                </a:ext>
              </a:extLst>
            </p:cNvPr>
            <p:cNvSpPr>
              <a:spLocks noChangeArrowheads="1"/>
            </p:cNvSpPr>
            <p:nvPr/>
          </p:nvSpPr>
          <p:spPr bwMode="auto">
            <a:xfrm>
              <a:off x="9518204" y="5627759"/>
              <a:ext cx="2461829" cy="1003631"/>
            </a:xfrm>
            <a:custGeom>
              <a:avLst/>
              <a:gdLst>
                <a:gd name="T0" fmla="*/ 0 w 4045"/>
                <a:gd name="T1" fmla="*/ 1003024 h 1653"/>
                <a:gd name="T2" fmla="*/ 2461220 w 4045"/>
                <a:gd name="T3" fmla="*/ 1003024 h 1653"/>
                <a:gd name="T4" fmla="*/ 1456405 w 4045"/>
                <a:gd name="T5" fmla="*/ 0 h 1653"/>
                <a:gd name="T6" fmla="*/ 0 w 4045"/>
                <a:gd name="T7" fmla="*/ 0 h 1653"/>
                <a:gd name="T8" fmla="*/ 0 w 4045"/>
                <a:gd name="T9" fmla="*/ 1003024 h 16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45" h="1653">
                  <a:moveTo>
                    <a:pt x="0" y="1652"/>
                  </a:moveTo>
                  <a:lnTo>
                    <a:pt x="4044" y="1652"/>
                  </a:lnTo>
                  <a:lnTo>
                    <a:pt x="2393" y="0"/>
                  </a:lnTo>
                  <a:lnTo>
                    <a:pt x="0" y="0"/>
                  </a:lnTo>
                  <a:lnTo>
                    <a:pt x="0" y="1652"/>
                  </a:ln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s-MX" sz="900"/>
            </a:p>
          </p:txBody>
        </p:sp>
        <p:sp>
          <p:nvSpPr>
            <p:cNvPr id="11" name="Freeform 111">
              <a:extLst>
                <a:ext uri="{FF2B5EF4-FFF2-40B4-BE49-F238E27FC236}">
                  <a16:creationId xmlns:a16="http://schemas.microsoft.com/office/drawing/2014/main" id="{231B0D30-CD7F-EE6D-801A-F46DC46E75F1}"/>
                </a:ext>
              </a:extLst>
            </p:cNvPr>
            <p:cNvSpPr>
              <a:spLocks noChangeArrowheads="1"/>
            </p:cNvSpPr>
            <p:nvPr/>
          </p:nvSpPr>
          <p:spPr bwMode="auto">
            <a:xfrm>
              <a:off x="8546925" y="5140743"/>
              <a:ext cx="1081591" cy="1980354"/>
            </a:xfrm>
            <a:custGeom>
              <a:avLst/>
              <a:gdLst>
                <a:gd name="T0" fmla="*/ 0 w 1780"/>
                <a:gd name="T1" fmla="*/ 989569 h 3256"/>
                <a:gd name="T2" fmla="*/ 1080983 w 1780"/>
                <a:gd name="T3" fmla="*/ 0 h 3256"/>
                <a:gd name="T4" fmla="*/ 1080983 w 1780"/>
                <a:gd name="T5" fmla="*/ 989569 h 3256"/>
                <a:gd name="T6" fmla="*/ 1080983 w 1780"/>
                <a:gd name="T7" fmla="*/ 1979746 h 3256"/>
                <a:gd name="T8" fmla="*/ 0 w 1780"/>
                <a:gd name="T9" fmla="*/ 989569 h 3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80" h="3256">
                  <a:moveTo>
                    <a:pt x="0" y="1627"/>
                  </a:moveTo>
                  <a:lnTo>
                    <a:pt x="1779" y="0"/>
                  </a:lnTo>
                  <a:lnTo>
                    <a:pt x="1779" y="1627"/>
                  </a:lnTo>
                  <a:lnTo>
                    <a:pt x="1779" y="3255"/>
                  </a:lnTo>
                  <a:lnTo>
                    <a:pt x="0" y="1627"/>
                  </a:ln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s-MX" sz="900"/>
            </a:p>
          </p:txBody>
        </p:sp>
      </p:grpSp>
      <p:sp>
        <p:nvSpPr>
          <p:cNvPr id="12" name="TextBox 956">
            <a:extLst>
              <a:ext uri="{FF2B5EF4-FFF2-40B4-BE49-F238E27FC236}">
                <a16:creationId xmlns:a16="http://schemas.microsoft.com/office/drawing/2014/main" id="{2BFCBB54-B2AD-146D-AE70-82A63A268857}"/>
              </a:ext>
            </a:extLst>
          </p:cNvPr>
          <p:cNvSpPr txBox="1">
            <a:spLocks noChangeArrowheads="1"/>
          </p:cNvSpPr>
          <p:nvPr/>
        </p:nvSpPr>
        <p:spPr bwMode="auto">
          <a:xfrm>
            <a:off x="10698375" y="1546514"/>
            <a:ext cx="32304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400" b="1" dirty="0">
                <a:solidFill>
                  <a:schemeClr val="tx2"/>
                </a:solidFill>
                <a:latin typeface="Lato" panose="020F0502020204030203" pitchFamily="34" charset="0"/>
                <a:cs typeface="Open Sans" panose="020B0606030504020204" pitchFamily="34" charset="0"/>
              </a:rPr>
              <a:t>Sample </a:t>
            </a:r>
          </a:p>
          <a:p>
            <a:pPr eaLnBrk="1" hangingPunct="1"/>
            <a:r>
              <a:rPr lang="en-US" altLang="ru-RU" sz="2400" b="1" dirty="0">
                <a:solidFill>
                  <a:schemeClr val="tx2"/>
                </a:solidFill>
                <a:latin typeface="Lato" panose="020F0502020204030203" pitchFamily="34" charset="0"/>
                <a:cs typeface="Open Sans" panose="020B0606030504020204" pitchFamily="34" charset="0"/>
              </a:rPr>
              <a:t>Program</a:t>
            </a:r>
          </a:p>
        </p:txBody>
      </p:sp>
    </p:spTree>
    <p:extLst>
      <p:ext uri="{BB962C8B-B14F-4D97-AF65-F5344CB8AC3E}">
        <p14:creationId xmlns:p14="http://schemas.microsoft.com/office/powerpoint/2010/main" val="3416972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9400093">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892094" y="1770902"/>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892094" y="1313111"/>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2" name="TextBox 1">
            <a:extLst>
              <a:ext uri="{FF2B5EF4-FFF2-40B4-BE49-F238E27FC236}">
                <a16:creationId xmlns:a16="http://schemas.microsoft.com/office/drawing/2014/main" id="{D7B31A88-1A24-D97F-233B-3AFEE0ABB1F2}"/>
              </a:ext>
            </a:extLst>
          </p:cNvPr>
          <p:cNvSpPr txBox="1"/>
          <p:nvPr/>
        </p:nvSpPr>
        <p:spPr>
          <a:xfrm>
            <a:off x="5913926" y="1109182"/>
            <a:ext cx="5233082" cy="1323439"/>
          </a:xfrm>
          <a:prstGeom prst="rect">
            <a:avLst/>
          </a:prstGeom>
          <a:noFill/>
          <a:ln>
            <a:noFill/>
          </a:ln>
        </p:spPr>
        <p:txBody>
          <a:bodyPr wrap="square" rtlCol="0" anchor="b">
            <a:spAutoFit/>
          </a:bodyPr>
          <a:lstStyle/>
          <a:p>
            <a:pPr algn="just"/>
            <a:r>
              <a:rPr lang="en-US" sz="2000" spc="75" dirty="0">
                <a:solidFill>
                  <a:schemeClr val="accent1"/>
                </a:solidFill>
                <a:latin typeface="Lato" panose="020F0502020204030203" pitchFamily="34" charset="0"/>
                <a:ea typeface="Source Sans Pro" panose="020B0503030403020204" pitchFamily="34" charset="0"/>
                <a:cs typeface="Lato Heavy" panose="020F0502020204030203" pitchFamily="34" charset="0"/>
              </a:rPr>
              <a:t>- is an algorithm that selects the smallest element from an unsorted list in each iteration and places that element at the beginning of the unsorted list.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723528" y="3011851"/>
            <a:ext cx="7752192"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The selection sort algorithm sorts an array by repeatedly finding the minimum element (considering ascending order) from unsorted part and putting it at the beginning. The algorithm maintains two subarrays in a given array.</a:t>
            </a:r>
          </a:p>
          <a:p>
            <a:pPr algn="just" eaLnBrk="1" hangingPunct="1"/>
            <a:endParaRPr lang="en-US" altLang="ru-RU" sz="2000" dirty="0">
              <a:solidFill>
                <a:schemeClr val="tx2"/>
              </a:solidFill>
              <a:latin typeface="Lato" panose="020F0502020204030203" pitchFamily="34" charset="0"/>
              <a:cs typeface="Open Sans" panose="020B0606030504020204" pitchFamily="34" charset="0"/>
            </a:endParaRPr>
          </a:p>
          <a:p>
            <a:pPr algn="just" eaLnBrk="1" hangingPunct="1"/>
            <a:r>
              <a:rPr lang="en-US" altLang="ru-RU" sz="2000" dirty="0">
                <a:solidFill>
                  <a:schemeClr val="tx2"/>
                </a:solidFill>
                <a:latin typeface="Lato" panose="020F0502020204030203" pitchFamily="34" charset="0"/>
                <a:cs typeface="Open Sans" panose="020B0606030504020204" pitchFamily="34" charset="0"/>
              </a:rPr>
              <a:t>1) The subarray which is already sorted.</a:t>
            </a:r>
          </a:p>
          <a:p>
            <a:pPr algn="just" eaLnBrk="1" hangingPunct="1"/>
            <a:r>
              <a:rPr lang="en-US" altLang="ru-RU" sz="2000" dirty="0">
                <a:solidFill>
                  <a:schemeClr val="tx2"/>
                </a:solidFill>
                <a:latin typeface="Lato" panose="020F0502020204030203" pitchFamily="34" charset="0"/>
                <a:cs typeface="Open Sans" panose="020B0606030504020204" pitchFamily="34" charset="0"/>
              </a:rPr>
              <a:t>2) Remaining subarray which is unsorted.</a:t>
            </a:r>
          </a:p>
          <a:p>
            <a:pPr algn="just" eaLnBrk="1" hangingPunct="1"/>
            <a:endParaRPr lang="en-US" altLang="ru-RU" sz="2000" dirty="0">
              <a:solidFill>
                <a:schemeClr val="tx2"/>
              </a:solidFill>
              <a:latin typeface="Lato" panose="020F0502020204030203" pitchFamily="34" charset="0"/>
              <a:cs typeface="Open Sans" panose="020B0606030504020204" pitchFamily="34" charset="0"/>
            </a:endParaRPr>
          </a:p>
          <a:p>
            <a:pPr algn="just" eaLnBrk="1" hangingPunct="1"/>
            <a:r>
              <a:rPr lang="en-US" altLang="ru-RU" sz="2000" dirty="0">
                <a:solidFill>
                  <a:schemeClr val="tx2"/>
                </a:solidFill>
                <a:latin typeface="Lato" panose="020F0502020204030203" pitchFamily="34" charset="0"/>
                <a:cs typeface="Open Sans" panose="020B0606030504020204" pitchFamily="34" charset="0"/>
              </a:rPr>
              <a:t>In every iteration of selection sort, the minimum element (considering ascending order) from the unsorted subarray is picked and moved to the sorted subarray.</a:t>
            </a:r>
          </a:p>
        </p:txBody>
      </p:sp>
    </p:spTree>
    <p:extLst>
      <p:ext uri="{BB962C8B-B14F-4D97-AF65-F5344CB8AC3E}">
        <p14:creationId xmlns:p14="http://schemas.microsoft.com/office/powerpoint/2010/main" val="4072605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546083">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2746740" y="1335276"/>
            <a:ext cx="7752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1. Set the first element as minimum.	</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6395120" y="178321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6394995" y="154002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8" name="Picture 7">
            <a:extLst>
              <a:ext uri="{FF2B5EF4-FFF2-40B4-BE49-F238E27FC236}">
                <a16:creationId xmlns:a16="http://schemas.microsoft.com/office/drawing/2014/main" id="{326BE1FA-2399-E4F5-DC94-3E18E4D714D6}"/>
              </a:ext>
            </a:extLst>
          </p:cNvPr>
          <p:cNvPicPr>
            <a:picLocks noChangeAspect="1"/>
          </p:cNvPicPr>
          <p:nvPr/>
        </p:nvPicPr>
        <p:blipFill>
          <a:blip r:embed="rId2"/>
          <a:stretch>
            <a:fillRect/>
          </a:stretch>
        </p:blipFill>
        <p:spPr>
          <a:xfrm>
            <a:off x="6898358" y="2581827"/>
            <a:ext cx="5321812" cy="1137140"/>
          </a:xfrm>
          <a:prstGeom prst="rect">
            <a:avLst/>
          </a:prstGeom>
        </p:spPr>
      </p:pic>
    </p:spTree>
    <p:extLst>
      <p:ext uri="{BB962C8B-B14F-4D97-AF65-F5344CB8AC3E}">
        <p14:creationId xmlns:p14="http://schemas.microsoft.com/office/powerpoint/2010/main" val="2279221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3091813">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134987" y="1404530"/>
            <a:ext cx="3580919"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2. Compare minimum with the second element. If the second element is smaller than minimum, assign second element as minimum.</a:t>
            </a:r>
          </a:p>
          <a:p>
            <a:pPr algn="just" eaLnBrk="1" hangingPunct="1"/>
            <a:endParaRPr lang="en-US" altLang="ru-RU" sz="2000" dirty="0">
              <a:solidFill>
                <a:schemeClr val="tx2"/>
              </a:solidFill>
              <a:latin typeface="Lato" panose="020F0502020204030203" pitchFamily="34" charset="0"/>
              <a:cs typeface="Open Sans" panose="020B0606030504020204" pitchFamily="34" charset="0"/>
            </a:endParaRPr>
          </a:p>
          <a:p>
            <a:pPr algn="just" eaLnBrk="1" hangingPunct="1"/>
            <a:r>
              <a:rPr lang="en-US" altLang="ru-RU" sz="2000" dirty="0">
                <a:solidFill>
                  <a:schemeClr val="tx2"/>
                </a:solidFill>
                <a:latin typeface="Lato" panose="020F0502020204030203" pitchFamily="34" charset="0"/>
                <a:cs typeface="Open Sans" panose="020B0606030504020204" pitchFamily="34" charset="0"/>
              </a:rPr>
              <a:t>Compare minimum with the third element. Again, if the third element is smaller, then assign minimum to the third element otherwise do nothing. The process goes on until the last element.</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6960621" y="1805061"/>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6960496" y="1561876"/>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2" name="Picture 1">
            <a:extLst>
              <a:ext uri="{FF2B5EF4-FFF2-40B4-BE49-F238E27FC236}">
                <a16:creationId xmlns:a16="http://schemas.microsoft.com/office/drawing/2014/main" id="{F83E4870-6F6B-4011-A1D5-AC0D15A7853E}"/>
              </a:ext>
            </a:extLst>
          </p:cNvPr>
          <p:cNvPicPr>
            <a:picLocks noChangeAspect="1"/>
          </p:cNvPicPr>
          <p:nvPr/>
        </p:nvPicPr>
        <p:blipFill>
          <a:blip r:embed="rId2"/>
          <a:stretch>
            <a:fillRect/>
          </a:stretch>
        </p:blipFill>
        <p:spPr>
          <a:xfrm>
            <a:off x="7602186" y="2640205"/>
            <a:ext cx="4725794" cy="4018944"/>
          </a:xfrm>
          <a:prstGeom prst="rect">
            <a:avLst/>
          </a:prstGeom>
        </p:spPr>
      </p:pic>
    </p:spTree>
    <p:extLst>
      <p:ext uri="{BB962C8B-B14F-4D97-AF65-F5344CB8AC3E}">
        <p14:creationId xmlns:p14="http://schemas.microsoft.com/office/powerpoint/2010/main" val="2029115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5987561">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134987" y="1404530"/>
            <a:ext cx="358091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3. After each iteration, minimum is placed in the front of the unsorted list.</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4607349" y="2839476"/>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4607224" y="2596291"/>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8" name="Picture 7">
            <a:extLst>
              <a:ext uri="{FF2B5EF4-FFF2-40B4-BE49-F238E27FC236}">
                <a16:creationId xmlns:a16="http://schemas.microsoft.com/office/drawing/2014/main" id="{7ADB530D-EE42-0FFE-D2AD-C38DADCF3569}"/>
              </a:ext>
            </a:extLst>
          </p:cNvPr>
          <p:cNvPicPr>
            <a:picLocks noChangeAspect="1"/>
          </p:cNvPicPr>
          <p:nvPr/>
        </p:nvPicPr>
        <p:blipFill>
          <a:blip r:embed="rId2"/>
          <a:stretch>
            <a:fillRect/>
          </a:stretch>
        </p:blipFill>
        <p:spPr>
          <a:xfrm>
            <a:off x="6385559" y="3143473"/>
            <a:ext cx="5849080" cy="1811012"/>
          </a:xfrm>
          <a:prstGeom prst="rect">
            <a:avLst/>
          </a:prstGeom>
        </p:spPr>
      </p:pic>
    </p:spTree>
    <p:extLst>
      <p:ext uri="{BB962C8B-B14F-4D97-AF65-F5344CB8AC3E}">
        <p14:creationId xmlns:p14="http://schemas.microsoft.com/office/powerpoint/2010/main" val="209402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8661911">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104507" y="1132962"/>
            <a:ext cx="88893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4. For each iteration, indexing starts from the first unsorted element. Step 1 to 3 are repeated until all the elements are placed at their correct positions.</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3731526" y="208403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3731401" y="184084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2" name="Picture 1">
            <a:extLst>
              <a:ext uri="{FF2B5EF4-FFF2-40B4-BE49-F238E27FC236}">
                <a16:creationId xmlns:a16="http://schemas.microsoft.com/office/drawing/2014/main" id="{A287697D-4FF0-1833-4431-20F07278C573}"/>
              </a:ext>
            </a:extLst>
          </p:cNvPr>
          <p:cNvPicPr>
            <a:picLocks noChangeAspect="1"/>
          </p:cNvPicPr>
          <p:nvPr/>
        </p:nvPicPr>
        <p:blipFill>
          <a:blip r:embed="rId2"/>
          <a:stretch>
            <a:fillRect/>
          </a:stretch>
        </p:blipFill>
        <p:spPr>
          <a:xfrm>
            <a:off x="5811917" y="1840848"/>
            <a:ext cx="4766913" cy="5067981"/>
          </a:xfrm>
          <a:prstGeom prst="rect">
            <a:avLst/>
          </a:prstGeom>
        </p:spPr>
      </p:pic>
    </p:spTree>
    <p:extLst>
      <p:ext uri="{BB962C8B-B14F-4D97-AF65-F5344CB8AC3E}">
        <p14:creationId xmlns:p14="http://schemas.microsoft.com/office/powerpoint/2010/main" val="3859996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1074879">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104507" y="1132962"/>
            <a:ext cx="88893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4. For each iteration, indexing starts from the first unsorted element. Step 1 to 3 are repeated until all the elements are placed at their correct positions.</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3731526" y="208403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3731401" y="184084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8" name="Picture 7">
            <a:extLst>
              <a:ext uri="{FF2B5EF4-FFF2-40B4-BE49-F238E27FC236}">
                <a16:creationId xmlns:a16="http://schemas.microsoft.com/office/drawing/2014/main" id="{D8E06D1B-2134-0DF0-DE97-22678EE557C7}"/>
              </a:ext>
            </a:extLst>
          </p:cNvPr>
          <p:cNvPicPr>
            <a:picLocks noChangeAspect="1"/>
          </p:cNvPicPr>
          <p:nvPr/>
        </p:nvPicPr>
        <p:blipFill>
          <a:blip r:embed="rId2"/>
          <a:stretch>
            <a:fillRect/>
          </a:stretch>
        </p:blipFill>
        <p:spPr>
          <a:xfrm>
            <a:off x="5764681" y="1918753"/>
            <a:ext cx="5482439" cy="5080632"/>
          </a:xfrm>
          <a:prstGeom prst="rect">
            <a:avLst/>
          </a:prstGeom>
        </p:spPr>
      </p:pic>
    </p:spTree>
    <p:extLst>
      <p:ext uri="{BB962C8B-B14F-4D97-AF65-F5344CB8AC3E}">
        <p14:creationId xmlns:p14="http://schemas.microsoft.com/office/powerpoint/2010/main" val="3266618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3864320">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104507" y="1132962"/>
            <a:ext cx="88893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4. For each iteration, indexing starts from the first unsorted element. Step 1 to 3 are repeated until all the elements are placed at their correct positions.</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3731526" y="208403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3731401" y="184084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2" name="Picture 1">
            <a:extLst>
              <a:ext uri="{FF2B5EF4-FFF2-40B4-BE49-F238E27FC236}">
                <a16:creationId xmlns:a16="http://schemas.microsoft.com/office/drawing/2014/main" id="{AFA4B46B-8F16-657B-956A-36DC4D290DF9}"/>
              </a:ext>
            </a:extLst>
          </p:cNvPr>
          <p:cNvPicPr>
            <a:picLocks noChangeAspect="1"/>
          </p:cNvPicPr>
          <p:nvPr/>
        </p:nvPicPr>
        <p:blipFill>
          <a:blip r:embed="rId2"/>
          <a:stretch>
            <a:fillRect/>
          </a:stretch>
        </p:blipFill>
        <p:spPr>
          <a:xfrm>
            <a:off x="5669798" y="2217431"/>
            <a:ext cx="6285341" cy="3933407"/>
          </a:xfrm>
          <a:prstGeom prst="rect">
            <a:avLst/>
          </a:prstGeom>
        </p:spPr>
      </p:pic>
    </p:spTree>
    <p:extLst>
      <p:ext uri="{BB962C8B-B14F-4D97-AF65-F5344CB8AC3E}">
        <p14:creationId xmlns:p14="http://schemas.microsoft.com/office/powerpoint/2010/main" val="678559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4386A3F7-32A1-1F8D-1AB2-35BBD6837BF4}"/>
              </a:ext>
            </a:extLst>
          </p:cNvPr>
          <p:cNvGrpSpPr/>
          <p:nvPr/>
        </p:nvGrpSpPr>
        <p:grpSpPr>
          <a:xfrm rot="16602749">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4" name="TextBox 956">
            <a:extLst>
              <a:ext uri="{FF2B5EF4-FFF2-40B4-BE49-F238E27FC236}">
                <a16:creationId xmlns:a16="http://schemas.microsoft.com/office/drawing/2014/main" id="{251C004F-5799-F904-72F8-0701060187F1}"/>
              </a:ext>
            </a:extLst>
          </p:cNvPr>
          <p:cNvSpPr txBox="1">
            <a:spLocks noChangeArrowheads="1"/>
          </p:cNvSpPr>
          <p:nvPr/>
        </p:nvSpPr>
        <p:spPr bwMode="auto">
          <a:xfrm>
            <a:off x="3104507" y="1132962"/>
            <a:ext cx="88893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ru-RU" sz="2000" dirty="0">
                <a:solidFill>
                  <a:schemeClr val="tx2"/>
                </a:solidFill>
                <a:latin typeface="Lato" panose="020F0502020204030203" pitchFamily="34" charset="0"/>
                <a:cs typeface="Open Sans" panose="020B0606030504020204" pitchFamily="34" charset="0"/>
              </a:rPr>
              <a:t>4. For each iteration, indexing starts from the first unsorted element. Step 1 to 3 are repeated until all the elements are placed at their correct positions.</a:t>
            </a:r>
          </a:p>
        </p:txBody>
      </p:sp>
      <p:sp>
        <p:nvSpPr>
          <p:cNvPr id="3" name="Freeform 106">
            <a:extLst>
              <a:ext uri="{FF2B5EF4-FFF2-40B4-BE49-F238E27FC236}">
                <a16:creationId xmlns:a16="http://schemas.microsoft.com/office/drawing/2014/main" id="{DCD8AAE4-3948-1267-3319-16FDACA03C69}"/>
              </a:ext>
            </a:extLst>
          </p:cNvPr>
          <p:cNvSpPr>
            <a:spLocks noChangeArrowheads="1"/>
          </p:cNvSpPr>
          <p:nvPr/>
        </p:nvSpPr>
        <p:spPr bwMode="auto">
          <a:xfrm>
            <a:off x="3731526" y="2084033"/>
            <a:ext cx="503238" cy="5120481"/>
          </a:xfrm>
          <a:custGeom>
            <a:avLst/>
            <a:gdLst>
              <a:gd name="T0" fmla="*/ 1657 w 1658"/>
              <a:gd name="T1" fmla="*/ 0 h 16794"/>
              <a:gd name="T2" fmla="*/ 1657 w 1658"/>
              <a:gd name="T3" fmla="*/ 16793 h 16794"/>
              <a:gd name="T4" fmla="*/ 0 w 1658"/>
              <a:gd name="T5" fmla="*/ 16793 h 16794"/>
              <a:gd name="T6" fmla="*/ 0 w 1658"/>
              <a:gd name="T7" fmla="*/ 1652 h 16794"/>
              <a:gd name="T8" fmla="*/ 1657 w 1658"/>
              <a:gd name="T9" fmla="*/ 0 h 16794"/>
            </a:gdLst>
            <a:ahLst/>
            <a:cxnLst>
              <a:cxn ang="0">
                <a:pos x="T0" y="T1"/>
              </a:cxn>
              <a:cxn ang="0">
                <a:pos x="T2" y="T3"/>
              </a:cxn>
              <a:cxn ang="0">
                <a:pos x="T4" y="T5"/>
              </a:cxn>
              <a:cxn ang="0">
                <a:pos x="T6" y="T7"/>
              </a:cxn>
              <a:cxn ang="0">
                <a:pos x="T8" y="T9"/>
              </a:cxn>
            </a:cxnLst>
            <a:rect l="0" t="0" r="r" b="b"/>
            <a:pathLst>
              <a:path w="1658" h="16794">
                <a:moveTo>
                  <a:pt x="1657" y="0"/>
                </a:moveTo>
                <a:lnTo>
                  <a:pt x="1657" y="16793"/>
                </a:lnTo>
                <a:lnTo>
                  <a:pt x="0" y="16793"/>
                </a:lnTo>
                <a:lnTo>
                  <a:pt x="0" y="1652"/>
                </a:lnTo>
                <a:lnTo>
                  <a:pt x="1657" y="0"/>
                </a:lnTo>
              </a:path>
            </a:pathLst>
          </a:custGeom>
          <a:solidFill>
            <a:schemeClr val="accent3">
              <a:lumMod val="75000"/>
            </a:schemeClr>
          </a:solidFill>
          <a:ln>
            <a:noFill/>
          </a:ln>
          <a:effectLst/>
        </p:spPr>
        <p:txBody>
          <a:bodyPr wrap="none" anchor="ctr"/>
          <a:lstStyle/>
          <a:p>
            <a:pPr defTabSz="914217">
              <a:defRPr/>
            </a:pPr>
            <a:endParaRPr lang="en-US" sz="900">
              <a:latin typeface="Calibri Light"/>
            </a:endParaRPr>
          </a:p>
        </p:txBody>
      </p:sp>
      <p:grpSp>
        <p:nvGrpSpPr>
          <p:cNvPr id="5" name="Group 4">
            <a:extLst>
              <a:ext uri="{FF2B5EF4-FFF2-40B4-BE49-F238E27FC236}">
                <a16:creationId xmlns:a16="http://schemas.microsoft.com/office/drawing/2014/main" id="{4908550B-AC93-F259-051A-C8A7DD7565BA}"/>
              </a:ext>
            </a:extLst>
          </p:cNvPr>
          <p:cNvGrpSpPr/>
          <p:nvPr/>
        </p:nvGrpSpPr>
        <p:grpSpPr>
          <a:xfrm>
            <a:off x="3731401" y="1840848"/>
            <a:ext cx="1767674" cy="992868"/>
            <a:chOff x="12206038" y="2985493"/>
            <a:chExt cx="3535347" cy="1985736"/>
          </a:xfrm>
          <a:solidFill>
            <a:schemeClr val="accent3"/>
          </a:solidFill>
        </p:grpSpPr>
        <p:sp>
          <p:nvSpPr>
            <p:cNvPr id="6" name="Freeform 107">
              <a:extLst>
                <a:ext uri="{FF2B5EF4-FFF2-40B4-BE49-F238E27FC236}">
                  <a16:creationId xmlns:a16="http://schemas.microsoft.com/office/drawing/2014/main" id="{A64532D0-91C9-58CE-4E1E-F2B58408D37B}"/>
                </a:ext>
              </a:extLst>
            </p:cNvPr>
            <p:cNvSpPr>
              <a:spLocks noChangeArrowheads="1"/>
            </p:cNvSpPr>
            <p:nvPr/>
          </p:nvSpPr>
          <p:spPr bwMode="auto">
            <a:xfrm>
              <a:off x="12206038" y="3472509"/>
              <a:ext cx="2566760" cy="1003631"/>
            </a:xfrm>
            <a:custGeom>
              <a:avLst/>
              <a:gdLst>
                <a:gd name="T0" fmla="*/ 4213 w 4214"/>
                <a:gd name="T1" fmla="*/ 1652 h 1653"/>
                <a:gd name="T2" fmla="*/ 0 w 4214"/>
                <a:gd name="T3" fmla="*/ 1652 h 1653"/>
                <a:gd name="T4" fmla="*/ 1657 w 4214"/>
                <a:gd name="T5" fmla="*/ 0 h 1653"/>
                <a:gd name="T6" fmla="*/ 4213 w 4214"/>
                <a:gd name="T7" fmla="*/ 0 h 1653"/>
                <a:gd name="T8" fmla="*/ 4213 w 4214"/>
                <a:gd name="T9" fmla="*/ 1652 h 1653"/>
              </a:gdLst>
              <a:ahLst/>
              <a:cxnLst>
                <a:cxn ang="0">
                  <a:pos x="T0" y="T1"/>
                </a:cxn>
                <a:cxn ang="0">
                  <a:pos x="T2" y="T3"/>
                </a:cxn>
                <a:cxn ang="0">
                  <a:pos x="T4" y="T5"/>
                </a:cxn>
                <a:cxn ang="0">
                  <a:pos x="T6" y="T7"/>
                </a:cxn>
                <a:cxn ang="0">
                  <a:pos x="T8" y="T9"/>
                </a:cxn>
              </a:cxnLst>
              <a:rect l="0" t="0" r="r" b="b"/>
              <a:pathLst>
                <a:path w="4214" h="1653">
                  <a:moveTo>
                    <a:pt x="4213" y="1652"/>
                  </a:moveTo>
                  <a:lnTo>
                    <a:pt x="0" y="1652"/>
                  </a:lnTo>
                  <a:lnTo>
                    <a:pt x="1657" y="0"/>
                  </a:lnTo>
                  <a:lnTo>
                    <a:pt x="4213" y="0"/>
                  </a:lnTo>
                  <a:lnTo>
                    <a:pt x="4213" y="1652"/>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sp>
          <p:nvSpPr>
            <p:cNvPr id="7" name="Freeform 108">
              <a:extLst>
                <a:ext uri="{FF2B5EF4-FFF2-40B4-BE49-F238E27FC236}">
                  <a16:creationId xmlns:a16="http://schemas.microsoft.com/office/drawing/2014/main" id="{EC966A44-B684-16C1-657D-F0DF8C475EE4}"/>
                </a:ext>
              </a:extLst>
            </p:cNvPr>
            <p:cNvSpPr>
              <a:spLocks noChangeArrowheads="1"/>
            </p:cNvSpPr>
            <p:nvPr/>
          </p:nvSpPr>
          <p:spPr bwMode="auto">
            <a:xfrm>
              <a:off x="14665176" y="2985493"/>
              <a:ext cx="1076209" cy="1985736"/>
            </a:xfrm>
            <a:custGeom>
              <a:avLst/>
              <a:gdLst>
                <a:gd name="T0" fmla="*/ 1771 w 1772"/>
                <a:gd name="T1" fmla="*/ 1627 h 3262"/>
                <a:gd name="T2" fmla="*/ 0 w 1772"/>
                <a:gd name="T3" fmla="*/ 0 h 3262"/>
                <a:gd name="T4" fmla="*/ 0 w 1772"/>
                <a:gd name="T5" fmla="*/ 1627 h 3262"/>
                <a:gd name="T6" fmla="*/ 0 w 1772"/>
                <a:gd name="T7" fmla="*/ 3261 h 3262"/>
                <a:gd name="T8" fmla="*/ 1771 w 1772"/>
                <a:gd name="T9" fmla="*/ 1627 h 3262"/>
              </a:gdLst>
              <a:ahLst/>
              <a:cxnLst>
                <a:cxn ang="0">
                  <a:pos x="T0" y="T1"/>
                </a:cxn>
                <a:cxn ang="0">
                  <a:pos x="T2" y="T3"/>
                </a:cxn>
                <a:cxn ang="0">
                  <a:pos x="T4" y="T5"/>
                </a:cxn>
                <a:cxn ang="0">
                  <a:pos x="T6" y="T7"/>
                </a:cxn>
                <a:cxn ang="0">
                  <a:pos x="T8" y="T9"/>
                </a:cxn>
              </a:cxnLst>
              <a:rect l="0" t="0" r="r" b="b"/>
              <a:pathLst>
                <a:path w="1772" h="3262">
                  <a:moveTo>
                    <a:pt x="1771" y="1627"/>
                  </a:moveTo>
                  <a:lnTo>
                    <a:pt x="0" y="0"/>
                  </a:lnTo>
                  <a:lnTo>
                    <a:pt x="0" y="1627"/>
                  </a:lnTo>
                  <a:lnTo>
                    <a:pt x="0" y="3261"/>
                  </a:lnTo>
                  <a:lnTo>
                    <a:pt x="1771" y="1627"/>
                  </a:lnTo>
                </a:path>
              </a:pathLst>
            </a:custGeom>
            <a:grpFill/>
            <a:ln>
              <a:noFill/>
            </a:ln>
            <a:effectLst/>
            <a:extLs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defTabSz="914217">
                <a:defRPr/>
              </a:pPr>
              <a:endParaRPr lang="en-US" sz="900">
                <a:latin typeface="Calibri Light"/>
              </a:endParaRPr>
            </a:p>
          </p:txBody>
        </p:sp>
      </p:grpSp>
      <p:pic>
        <p:nvPicPr>
          <p:cNvPr id="8" name="Picture 7">
            <a:extLst>
              <a:ext uri="{FF2B5EF4-FFF2-40B4-BE49-F238E27FC236}">
                <a16:creationId xmlns:a16="http://schemas.microsoft.com/office/drawing/2014/main" id="{0199B659-5B97-17B3-AD78-06E96734823F}"/>
              </a:ext>
            </a:extLst>
          </p:cNvPr>
          <p:cNvPicPr>
            <a:picLocks noChangeAspect="1"/>
          </p:cNvPicPr>
          <p:nvPr/>
        </p:nvPicPr>
        <p:blipFill>
          <a:blip r:embed="rId2"/>
          <a:stretch>
            <a:fillRect/>
          </a:stretch>
        </p:blipFill>
        <p:spPr>
          <a:xfrm>
            <a:off x="5662671" y="2242900"/>
            <a:ext cx="5899586" cy="3091100"/>
          </a:xfrm>
          <a:prstGeom prst="rect">
            <a:avLst/>
          </a:prstGeom>
        </p:spPr>
      </p:pic>
    </p:spTree>
    <p:extLst>
      <p:ext uri="{BB962C8B-B14F-4D97-AF65-F5344CB8AC3E}">
        <p14:creationId xmlns:p14="http://schemas.microsoft.com/office/powerpoint/2010/main" val="627130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48CB924-104F-8F5B-4AD6-7607593B63C3}"/>
              </a:ext>
            </a:extLst>
          </p:cNvPr>
          <p:cNvPicPr>
            <a:picLocks noChangeAspect="1"/>
          </p:cNvPicPr>
          <p:nvPr/>
        </p:nvPicPr>
        <p:blipFill>
          <a:blip r:embed="rId2"/>
          <a:stretch>
            <a:fillRect/>
          </a:stretch>
        </p:blipFill>
        <p:spPr>
          <a:xfrm>
            <a:off x="2855787" y="1322605"/>
            <a:ext cx="7066523" cy="5505422"/>
          </a:xfrm>
          <a:prstGeom prst="rect">
            <a:avLst/>
          </a:prstGeom>
        </p:spPr>
      </p:pic>
      <p:grpSp>
        <p:nvGrpSpPr>
          <p:cNvPr id="25" name="Group 24">
            <a:extLst>
              <a:ext uri="{FF2B5EF4-FFF2-40B4-BE49-F238E27FC236}">
                <a16:creationId xmlns:a16="http://schemas.microsoft.com/office/drawing/2014/main" id="{4386A3F7-32A1-1F8D-1AB2-35BBD6837BF4}"/>
              </a:ext>
            </a:extLst>
          </p:cNvPr>
          <p:cNvGrpSpPr/>
          <p:nvPr/>
        </p:nvGrpSpPr>
        <p:grpSpPr>
          <a:xfrm rot="19244899">
            <a:off x="-3063643" y="140420"/>
            <a:ext cx="6302188" cy="6340894"/>
            <a:chOff x="-3063642" y="109859"/>
            <a:chExt cx="6302188" cy="6340894"/>
          </a:xfrm>
        </p:grpSpPr>
        <p:sp>
          <p:nvSpPr>
            <p:cNvPr id="26" name="Freeform 25">
              <a:extLst>
                <a:ext uri="{FF2B5EF4-FFF2-40B4-BE49-F238E27FC236}">
                  <a16:creationId xmlns:a16="http://schemas.microsoft.com/office/drawing/2014/main" id="{2EB00041-3D8D-03E7-F594-04D4A171F142}"/>
                </a:ext>
              </a:extLst>
            </p:cNvPr>
            <p:cNvSpPr/>
            <p:nvPr/>
          </p:nvSpPr>
          <p:spPr>
            <a:xfrm>
              <a:off x="-2513180" y="686530"/>
              <a:ext cx="5174370" cy="5174105"/>
            </a:xfrm>
            <a:custGeom>
              <a:avLst/>
              <a:gdLst>
                <a:gd name="connsiteX0" fmla="*/ 2587138 w 5174370"/>
                <a:gd name="connsiteY0" fmla="*/ 773711 h 5174105"/>
                <a:gd name="connsiteX1" fmla="*/ 773018 w 5174370"/>
                <a:gd name="connsiteY1" fmla="*/ 2587830 h 5174105"/>
                <a:gd name="connsiteX2" fmla="*/ 2587138 w 5174370"/>
                <a:gd name="connsiteY2" fmla="*/ 4401950 h 5174105"/>
                <a:gd name="connsiteX3" fmla="*/ 4401258 w 5174370"/>
                <a:gd name="connsiteY3" fmla="*/ 2587830 h 5174105"/>
                <a:gd name="connsiteX4" fmla="*/ 2587138 w 5174370"/>
                <a:gd name="connsiteY4" fmla="*/ 773711 h 5174105"/>
                <a:gd name="connsiteX5" fmla="*/ 3183061 w 5174370"/>
                <a:gd name="connsiteY5" fmla="*/ 0 h 5174105"/>
                <a:gd name="connsiteX6" fmla="*/ 3337782 w 5174370"/>
                <a:gd name="connsiteY6" fmla="*/ 39603 h 5174105"/>
                <a:gd name="connsiteX7" fmla="*/ 4005088 w 5174370"/>
                <a:gd name="connsiteY7" fmla="*/ 341837 h 5174105"/>
                <a:gd name="connsiteX8" fmla="*/ 4095987 w 5174370"/>
                <a:gd name="connsiteY8" fmla="*/ 404442 h 5174105"/>
                <a:gd name="connsiteX9" fmla="*/ 4080079 w 5174370"/>
                <a:gd name="connsiteY9" fmla="*/ 417567 h 5174105"/>
                <a:gd name="connsiteX10" fmla="*/ 3903828 w 5174370"/>
                <a:gd name="connsiteY10" fmla="*/ 843073 h 5174105"/>
                <a:gd name="connsiteX11" fmla="*/ 4505585 w 5174370"/>
                <a:gd name="connsiteY11" fmla="*/ 1444830 h 5174105"/>
                <a:gd name="connsiteX12" fmla="*/ 4842033 w 5174370"/>
                <a:gd name="connsiteY12" fmla="*/ 1342060 h 5174105"/>
                <a:gd name="connsiteX13" fmla="*/ 4903388 w 5174370"/>
                <a:gd name="connsiteY13" fmla="*/ 1291438 h 5174105"/>
                <a:gd name="connsiteX14" fmla="*/ 4966887 w 5174370"/>
                <a:gd name="connsiteY14" fmla="*/ 1407506 h 5174105"/>
                <a:gd name="connsiteX15" fmla="*/ 5123535 w 5174370"/>
                <a:gd name="connsiteY15" fmla="*/ 1798078 h 5174105"/>
                <a:gd name="connsiteX16" fmla="*/ 5173668 w 5174370"/>
                <a:gd name="connsiteY16" fmla="*/ 1993055 h 5174105"/>
                <a:gd name="connsiteX17" fmla="*/ 5121658 w 5174370"/>
                <a:gd name="connsiteY17" fmla="*/ 1998298 h 5174105"/>
                <a:gd name="connsiteX18" fmla="*/ 4641176 w 5174370"/>
                <a:gd name="connsiteY18" fmla="*/ 2587829 h 5174105"/>
                <a:gd name="connsiteX19" fmla="*/ 5121658 w 5174370"/>
                <a:gd name="connsiteY19" fmla="*/ 3177361 h 5174105"/>
                <a:gd name="connsiteX20" fmla="*/ 5174370 w 5174370"/>
                <a:gd name="connsiteY20" fmla="*/ 3182674 h 5174105"/>
                <a:gd name="connsiteX21" fmla="*/ 5163368 w 5174370"/>
                <a:gd name="connsiteY21" fmla="*/ 3235625 h 5174105"/>
                <a:gd name="connsiteX22" fmla="*/ 4826155 w 5174370"/>
                <a:gd name="connsiteY22" fmla="*/ 4016750 h 5174105"/>
                <a:gd name="connsiteX23" fmla="*/ 4816986 w 5174370"/>
                <a:gd name="connsiteY23" fmla="*/ 4030132 h 5174105"/>
                <a:gd name="connsiteX24" fmla="*/ 4796093 w 5174370"/>
                <a:gd name="connsiteY24" fmla="*/ 4012894 h 5174105"/>
                <a:gd name="connsiteX25" fmla="*/ 4459645 w 5174370"/>
                <a:gd name="connsiteY25" fmla="*/ 3910123 h 5174105"/>
                <a:gd name="connsiteX26" fmla="*/ 3857888 w 5174370"/>
                <a:gd name="connsiteY26" fmla="*/ 4511880 h 5174105"/>
                <a:gd name="connsiteX27" fmla="*/ 3960659 w 5174370"/>
                <a:gd name="connsiteY27" fmla="*/ 4848328 h 5174105"/>
                <a:gd name="connsiteX28" fmla="*/ 3967269 w 5174370"/>
                <a:gd name="connsiteY28" fmla="*/ 4856339 h 5174105"/>
                <a:gd name="connsiteX29" fmla="*/ 3848636 w 5174370"/>
                <a:gd name="connsiteY29" fmla="*/ 4925477 h 5174105"/>
                <a:gd name="connsiteX30" fmla="*/ 3376891 w 5174370"/>
                <a:gd name="connsiteY30" fmla="*/ 5124226 h 5174105"/>
                <a:gd name="connsiteX31" fmla="*/ 3182904 w 5174370"/>
                <a:gd name="connsiteY31" fmla="*/ 5174105 h 5174105"/>
                <a:gd name="connsiteX32" fmla="*/ 3176670 w 5174370"/>
                <a:gd name="connsiteY32" fmla="*/ 5112263 h 5174105"/>
                <a:gd name="connsiteX33" fmla="*/ 2587138 w 5174370"/>
                <a:gd name="connsiteY33" fmla="*/ 4631781 h 5174105"/>
                <a:gd name="connsiteX34" fmla="*/ 1997607 w 5174370"/>
                <a:gd name="connsiteY34" fmla="*/ 5112263 h 5174105"/>
                <a:gd name="connsiteX35" fmla="*/ 1991373 w 5174370"/>
                <a:gd name="connsiteY35" fmla="*/ 5174105 h 5174105"/>
                <a:gd name="connsiteX36" fmla="*/ 1797387 w 5174370"/>
                <a:gd name="connsiteY36" fmla="*/ 5124226 h 5174105"/>
                <a:gd name="connsiteX37" fmla="*/ 1179350 w 5174370"/>
                <a:gd name="connsiteY37" fmla="*/ 4840219 h 5174105"/>
                <a:gd name="connsiteX38" fmla="*/ 1066742 w 5174370"/>
                <a:gd name="connsiteY38" fmla="*/ 4764608 h 5174105"/>
                <a:gd name="connsiteX39" fmla="*/ 1121185 w 5174370"/>
                <a:gd name="connsiteY39" fmla="*/ 4664305 h 5174105"/>
                <a:gd name="connsiteX40" fmla="*/ 1168474 w 5174370"/>
                <a:gd name="connsiteY40" fmla="*/ 4430074 h 5174105"/>
                <a:gd name="connsiteX41" fmla="*/ 566717 w 5174370"/>
                <a:gd name="connsiteY41" fmla="*/ 3828317 h 5174105"/>
                <a:gd name="connsiteX42" fmla="*/ 332486 w 5174370"/>
                <a:gd name="connsiteY42" fmla="*/ 3875606 h 5174105"/>
                <a:gd name="connsiteX43" fmla="*/ 280784 w 5174370"/>
                <a:gd name="connsiteY43" fmla="*/ 3903669 h 5174105"/>
                <a:gd name="connsiteX44" fmla="*/ 261531 w 5174370"/>
                <a:gd name="connsiteY44" fmla="*/ 3871339 h 5174105"/>
                <a:gd name="connsiteX45" fmla="*/ 10910 w 5174370"/>
                <a:gd name="connsiteY45" fmla="*/ 3235625 h 5174105"/>
                <a:gd name="connsiteX46" fmla="*/ 0 w 5174370"/>
                <a:gd name="connsiteY46" fmla="*/ 3183117 h 5174105"/>
                <a:gd name="connsiteX47" fmla="*/ 57101 w 5174370"/>
                <a:gd name="connsiteY47" fmla="*/ 3177361 h 5174105"/>
                <a:gd name="connsiteX48" fmla="*/ 537583 w 5174370"/>
                <a:gd name="connsiteY48" fmla="*/ 2587829 h 5174105"/>
                <a:gd name="connsiteX49" fmla="*/ 57101 w 5174370"/>
                <a:gd name="connsiteY49" fmla="*/ 1998298 h 5174105"/>
                <a:gd name="connsiteX50" fmla="*/ 723 w 5174370"/>
                <a:gd name="connsiteY50" fmla="*/ 1992614 h 5174105"/>
                <a:gd name="connsiteX51" fmla="*/ 50744 w 5174370"/>
                <a:gd name="connsiteY51" fmla="*/ 1798078 h 5174105"/>
                <a:gd name="connsiteX52" fmla="*/ 307555 w 5174370"/>
                <a:gd name="connsiteY52" fmla="*/ 1224421 h 5174105"/>
                <a:gd name="connsiteX53" fmla="*/ 321928 w 5174370"/>
                <a:gd name="connsiteY53" fmla="*/ 1202439 h 5174105"/>
                <a:gd name="connsiteX54" fmla="*/ 332243 w 5174370"/>
                <a:gd name="connsiteY54" fmla="*/ 1210950 h 5174105"/>
                <a:gd name="connsiteX55" fmla="*/ 668691 w 5174370"/>
                <a:gd name="connsiteY55" fmla="*/ 1313721 h 5174105"/>
                <a:gd name="connsiteX56" fmla="*/ 1270448 w 5174370"/>
                <a:gd name="connsiteY56" fmla="*/ 711964 h 5174105"/>
                <a:gd name="connsiteX57" fmla="*/ 1167678 w 5174370"/>
                <a:gd name="connsiteY57" fmla="*/ 375516 h 5174105"/>
                <a:gd name="connsiteX58" fmla="*/ 1150507 w 5174370"/>
                <a:gd name="connsiteY58" fmla="*/ 354705 h 5174105"/>
                <a:gd name="connsiteX59" fmla="*/ 1169191 w 5174370"/>
                <a:gd name="connsiteY59" fmla="*/ 341837 h 5174105"/>
                <a:gd name="connsiteX60" fmla="*/ 1836496 w 5174370"/>
                <a:gd name="connsiteY60" fmla="*/ 39603 h 5174105"/>
                <a:gd name="connsiteX61" fmla="*/ 1991216 w 5174370"/>
                <a:gd name="connsiteY61" fmla="*/ 0 h 5174105"/>
                <a:gd name="connsiteX62" fmla="*/ 1997607 w 5174370"/>
                <a:gd name="connsiteY62" fmla="*/ 63396 h 5174105"/>
                <a:gd name="connsiteX63" fmla="*/ 2587138 w 5174370"/>
                <a:gd name="connsiteY63" fmla="*/ 543878 h 5174105"/>
                <a:gd name="connsiteX64" fmla="*/ 3176670 w 5174370"/>
                <a:gd name="connsiteY64" fmla="*/ 63396 h 517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74370" h="5174105">
                  <a:moveTo>
                    <a:pt x="2587138" y="773711"/>
                  </a:moveTo>
                  <a:cubicBezTo>
                    <a:pt x="1585227" y="773711"/>
                    <a:pt x="773018" y="1585919"/>
                    <a:pt x="773018" y="2587830"/>
                  </a:cubicBezTo>
                  <a:cubicBezTo>
                    <a:pt x="773018" y="3589741"/>
                    <a:pt x="1585227" y="4401950"/>
                    <a:pt x="2587138" y="4401950"/>
                  </a:cubicBezTo>
                  <a:cubicBezTo>
                    <a:pt x="3589049" y="4401950"/>
                    <a:pt x="4401258" y="3589741"/>
                    <a:pt x="4401258" y="2587830"/>
                  </a:cubicBezTo>
                  <a:cubicBezTo>
                    <a:pt x="4401258" y="1585919"/>
                    <a:pt x="3589049" y="773711"/>
                    <a:pt x="2587138" y="773711"/>
                  </a:cubicBezTo>
                  <a:close/>
                  <a:moveTo>
                    <a:pt x="3183061" y="0"/>
                  </a:moveTo>
                  <a:lnTo>
                    <a:pt x="3337782" y="39603"/>
                  </a:lnTo>
                  <a:cubicBezTo>
                    <a:pt x="3575813" y="109608"/>
                    <a:pt x="3799953" y="212059"/>
                    <a:pt x="4005088" y="341837"/>
                  </a:cubicBezTo>
                  <a:lnTo>
                    <a:pt x="4095987" y="404442"/>
                  </a:lnTo>
                  <a:lnTo>
                    <a:pt x="4080079" y="417567"/>
                  </a:lnTo>
                  <a:cubicBezTo>
                    <a:pt x="3971182" y="526464"/>
                    <a:pt x="3903828" y="676903"/>
                    <a:pt x="3903828" y="843073"/>
                  </a:cubicBezTo>
                  <a:cubicBezTo>
                    <a:pt x="3903828" y="1175415"/>
                    <a:pt x="4173244" y="1444830"/>
                    <a:pt x="4505585" y="1444830"/>
                  </a:cubicBezTo>
                  <a:cubicBezTo>
                    <a:pt x="4630213" y="1444830"/>
                    <a:pt x="4745992" y="1406944"/>
                    <a:pt x="4842033" y="1342060"/>
                  </a:cubicBezTo>
                  <a:lnTo>
                    <a:pt x="4903388" y="1291438"/>
                  </a:lnTo>
                  <a:lnTo>
                    <a:pt x="4966887" y="1407506"/>
                  </a:lnTo>
                  <a:cubicBezTo>
                    <a:pt x="5028969" y="1532433"/>
                    <a:pt x="5081503" y="1662942"/>
                    <a:pt x="5123535" y="1798078"/>
                  </a:cubicBezTo>
                  <a:lnTo>
                    <a:pt x="5173668" y="1993055"/>
                  </a:lnTo>
                  <a:lnTo>
                    <a:pt x="5121658" y="1998298"/>
                  </a:lnTo>
                  <a:cubicBezTo>
                    <a:pt x="4847448" y="2054409"/>
                    <a:pt x="4641176" y="2297031"/>
                    <a:pt x="4641176" y="2587829"/>
                  </a:cubicBezTo>
                  <a:cubicBezTo>
                    <a:pt x="4641176" y="2878627"/>
                    <a:pt x="4847448" y="3121249"/>
                    <a:pt x="5121658" y="3177361"/>
                  </a:cubicBezTo>
                  <a:lnTo>
                    <a:pt x="5174370" y="3182674"/>
                  </a:lnTo>
                  <a:lnTo>
                    <a:pt x="5163368" y="3235625"/>
                  </a:lnTo>
                  <a:cubicBezTo>
                    <a:pt x="5092993" y="3516395"/>
                    <a:pt x="4977921" y="3779437"/>
                    <a:pt x="4826155" y="4016750"/>
                  </a:cubicBezTo>
                  <a:lnTo>
                    <a:pt x="4816986" y="4030132"/>
                  </a:lnTo>
                  <a:lnTo>
                    <a:pt x="4796093" y="4012894"/>
                  </a:lnTo>
                  <a:cubicBezTo>
                    <a:pt x="4700052" y="3948010"/>
                    <a:pt x="4584273" y="3910123"/>
                    <a:pt x="4459645" y="3910123"/>
                  </a:cubicBezTo>
                  <a:cubicBezTo>
                    <a:pt x="4127304" y="3910123"/>
                    <a:pt x="3857888" y="4179539"/>
                    <a:pt x="3857888" y="4511880"/>
                  </a:cubicBezTo>
                  <a:cubicBezTo>
                    <a:pt x="3857888" y="4636508"/>
                    <a:pt x="3895775" y="4752287"/>
                    <a:pt x="3960659" y="4848328"/>
                  </a:cubicBezTo>
                  <a:lnTo>
                    <a:pt x="3967269" y="4856339"/>
                  </a:lnTo>
                  <a:lnTo>
                    <a:pt x="3848636" y="4925477"/>
                  </a:lnTo>
                  <a:cubicBezTo>
                    <a:pt x="3699413" y="5006174"/>
                    <a:pt x="3541589" y="5073000"/>
                    <a:pt x="3376891" y="5124226"/>
                  </a:cubicBezTo>
                  <a:lnTo>
                    <a:pt x="3182904" y="5174105"/>
                  </a:lnTo>
                  <a:lnTo>
                    <a:pt x="3176670" y="5112263"/>
                  </a:lnTo>
                  <a:cubicBezTo>
                    <a:pt x="3120558" y="4838053"/>
                    <a:pt x="2877937" y="4631781"/>
                    <a:pt x="2587138" y="4631781"/>
                  </a:cubicBezTo>
                  <a:cubicBezTo>
                    <a:pt x="2296340" y="4631781"/>
                    <a:pt x="2053719" y="4838053"/>
                    <a:pt x="1997607" y="5112263"/>
                  </a:cubicBezTo>
                  <a:lnTo>
                    <a:pt x="1991373" y="5174105"/>
                  </a:lnTo>
                  <a:lnTo>
                    <a:pt x="1797387" y="5124226"/>
                  </a:lnTo>
                  <a:cubicBezTo>
                    <a:pt x="1577791" y="5055924"/>
                    <a:pt x="1370413" y="4959890"/>
                    <a:pt x="1179350" y="4840219"/>
                  </a:cubicBezTo>
                  <a:lnTo>
                    <a:pt x="1066742" y="4764608"/>
                  </a:lnTo>
                  <a:lnTo>
                    <a:pt x="1121185" y="4664305"/>
                  </a:lnTo>
                  <a:cubicBezTo>
                    <a:pt x="1151636" y="4592312"/>
                    <a:pt x="1168474" y="4513160"/>
                    <a:pt x="1168474" y="4430074"/>
                  </a:cubicBezTo>
                  <a:cubicBezTo>
                    <a:pt x="1168474" y="4097733"/>
                    <a:pt x="899058" y="3828317"/>
                    <a:pt x="566717" y="3828317"/>
                  </a:cubicBezTo>
                  <a:cubicBezTo>
                    <a:pt x="483632" y="3828317"/>
                    <a:pt x="404480" y="3845156"/>
                    <a:pt x="332486" y="3875606"/>
                  </a:cubicBezTo>
                  <a:lnTo>
                    <a:pt x="280784" y="3903669"/>
                  </a:lnTo>
                  <a:lnTo>
                    <a:pt x="261531" y="3871339"/>
                  </a:lnTo>
                  <a:cubicBezTo>
                    <a:pt x="152117" y="3673511"/>
                    <a:pt x="67211" y="3460241"/>
                    <a:pt x="10910" y="3235625"/>
                  </a:cubicBezTo>
                  <a:lnTo>
                    <a:pt x="0" y="3183117"/>
                  </a:lnTo>
                  <a:lnTo>
                    <a:pt x="57101" y="3177361"/>
                  </a:lnTo>
                  <a:cubicBezTo>
                    <a:pt x="331312" y="3121249"/>
                    <a:pt x="537583" y="2878628"/>
                    <a:pt x="537583" y="2587829"/>
                  </a:cubicBezTo>
                  <a:cubicBezTo>
                    <a:pt x="537583" y="2297031"/>
                    <a:pt x="331312" y="2054409"/>
                    <a:pt x="57101" y="1998298"/>
                  </a:cubicBezTo>
                  <a:lnTo>
                    <a:pt x="723" y="1992614"/>
                  </a:lnTo>
                  <a:lnTo>
                    <a:pt x="50744" y="1798078"/>
                  </a:lnTo>
                  <a:cubicBezTo>
                    <a:pt x="113791" y="1595374"/>
                    <a:pt x="200469" y="1403081"/>
                    <a:pt x="307555" y="1224421"/>
                  </a:cubicBezTo>
                  <a:lnTo>
                    <a:pt x="321928" y="1202439"/>
                  </a:lnTo>
                  <a:lnTo>
                    <a:pt x="332243" y="1210950"/>
                  </a:lnTo>
                  <a:cubicBezTo>
                    <a:pt x="428284" y="1275834"/>
                    <a:pt x="544063" y="1313721"/>
                    <a:pt x="668691" y="1313721"/>
                  </a:cubicBezTo>
                  <a:cubicBezTo>
                    <a:pt x="1001032" y="1313721"/>
                    <a:pt x="1270448" y="1044304"/>
                    <a:pt x="1270448" y="711964"/>
                  </a:cubicBezTo>
                  <a:cubicBezTo>
                    <a:pt x="1270448" y="587336"/>
                    <a:pt x="1232562" y="471557"/>
                    <a:pt x="1167678" y="375516"/>
                  </a:cubicBezTo>
                  <a:lnTo>
                    <a:pt x="1150507" y="354705"/>
                  </a:lnTo>
                  <a:lnTo>
                    <a:pt x="1169191" y="341837"/>
                  </a:lnTo>
                  <a:cubicBezTo>
                    <a:pt x="1374325" y="212059"/>
                    <a:pt x="1598466" y="109608"/>
                    <a:pt x="1836496" y="39603"/>
                  </a:cubicBezTo>
                  <a:lnTo>
                    <a:pt x="1991216" y="0"/>
                  </a:lnTo>
                  <a:lnTo>
                    <a:pt x="1997607" y="63396"/>
                  </a:lnTo>
                  <a:cubicBezTo>
                    <a:pt x="2053719" y="337606"/>
                    <a:pt x="2296340" y="543878"/>
                    <a:pt x="2587138" y="543878"/>
                  </a:cubicBezTo>
                  <a:cubicBezTo>
                    <a:pt x="2877937" y="543878"/>
                    <a:pt x="3120558" y="337606"/>
                    <a:pt x="3176670" y="63396"/>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7" name="Oval 26">
              <a:extLst>
                <a:ext uri="{FF2B5EF4-FFF2-40B4-BE49-F238E27FC236}">
                  <a16:creationId xmlns:a16="http://schemas.microsoft.com/office/drawing/2014/main" id="{2B902115-63EB-FCC3-C6B7-9B50432035EE}"/>
                </a:ext>
              </a:extLst>
            </p:cNvPr>
            <p:cNvSpPr/>
            <p:nvPr/>
          </p:nvSpPr>
          <p:spPr>
            <a:xfrm>
              <a:off x="-396642" y="109859"/>
              <a:ext cx="941294" cy="9412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659FE2E-BF81-BA5E-627B-619C30A96344}"/>
                </a:ext>
              </a:extLst>
            </p:cNvPr>
            <p:cNvSpPr/>
            <p:nvPr/>
          </p:nvSpPr>
          <p:spPr>
            <a:xfrm>
              <a:off x="-396642" y="5509459"/>
              <a:ext cx="941294" cy="941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908FC97-AA14-3D50-6B9D-EBC149B4D042}"/>
                </a:ext>
              </a:extLst>
            </p:cNvPr>
            <p:cNvSpPr/>
            <p:nvPr/>
          </p:nvSpPr>
          <p:spPr>
            <a:xfrm>
              <a:off x="1530769" y="1037706"/>
              <a:ext cx="941294" cy="941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38A13243-B455-89F5-BD97-8DEBE4C08B81}"/>
                </a:ext>
              </a:extLst>
            </p:cNvPr>
            <p:cNvSpPr/>
            <p:nvPr/>
          </p:nvSpPr>
          <p:spPr>
            <a:xfrm>
              <a:off x="2297252" y="2802935"/>
              <a:ext cx="941294" cy="941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C009201-9040-61C2-93A3-F3DE920006A4}"/>
                </a:ext>
              </a:extLst>
            </p:cNvPr>
            <p:cNvSpPr/>
            <p:nvPr/>
          </p:nvSpPr>
          <p:spPr>
            <a:xfrm>
              <a:off x="1517322" y="4737030"/>
              <a:ext cx="941294" cy="941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2EF919-EFAB-C62B-7C74-E3D649E871E5}"/>
                </a:ext>
              </a:extLst>
            </p:cNvPr>
            <p:cNvSpPr/>
            <p:nvPr/>
          </p:nvSpPr>
          <p:spPr>
            <a:xfrm>
              <a:off x="-2409652" y="4636130"/>
              <a:ext cx="941294" cy="9412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6AD1CD3-07D5-AAD9-ABC4-414B36633313}"/>
                </a:ext>
              </a:extLst>
            </p:cNvPr>
            <p:cNvSpPr/>
            <p:nvPr/>
          </p:nvSpPr>
          <p:spPr>
            <a:xfrm>
              <a:off x="-3063642" y="2802935"/>
              <a:ext cx="941294" cy="941294"/>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F4C638-316E-4954-EF0F-BB6EE7E19C03}"/>
                </a:ext>
              </a:extLst>
            </p:cNvPr>
            <p:cNvSpPr/>
            <p:nvPr/>
          </p:nvSpPr>
          <p:spPr>
            <a:xfrm>
              <a:off x="-2324053" y="918880"/>
              <a:ext cx="941294" cy="9412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CF9C5C1D-D8ED-17E3-EF90-62C8640B158C}"/>
              </a:ext>
            </a:extLst>
          </p:cNvPr>
          <p:cNvSpPr/>
          <p:nvPr/>
        </p:nvSpPr>
        <p:spPr>
          <a:xfrm>
            <a:off x="2796779" y="870796"/>
            <a:ext cx="2767872" cy="18426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CDE23544-3101-CF4B-269D-A680A91554A3}"/>
              </a:ext>
            </a:extLst>
          </p:cNvPr>
          <p:cNvSpPr txBox="1"/>
          <p:nvPr/>
        </p:nvSpPr>
        <p:spPr>
          <a:xfrm>
            <a:off x="2796779" y="413005"/>
            <a:ext cx="2940527" cy="523220"/>
          </a:xfrm>
          <a:prstGeom prst="rect">
            <a:avLst/>
          </a:prstGeom>
          <a:noFill/>
        </p:spPr>
        <p:txBody>
          <a:bodyPr wrap="square" rtlCol="0">
            <a:spAutoFit/>
          </a:bodyPr>
          <a:lstStyle/>
          <a:p>
            <a:r>
              <a:rPr lang="en-US" sz="2800" b="1" i="1" dirty="0">
                <a:solidFill>
                  <a:schemeClr val="accent5"/>
                </a:solidFill>
                <a:latin typeface="Montserrat Black" pitchFamily="2" charset="77"/>
              </a:rPr>
              <a:t>Selection Sort</a:t>
            </a:r>
          </a:p>
        </p:txBody>
      </p:sp>
      <p:sp>
        <p:nvSpPr>
          <p:cNvPr id="2" name="Freeform 109">
            <a:extLst>
              <a:ext uri="{FF2B5EF4-FFF2-40B4-BE49-F238E27FC236}">
                <a16:creationId xmlns:a16="http://schemas.microsoft.com/office/drawing/2014/main" id="{F61135BB-DE1D-3576-5FA0-062B3B145330}"/>
              </a:ext>
            </a:extLst>
          </p:cNvPr>
          <p:cNvSpPr>
            <a:spLocks noChangeArrowheads="1"/>
          </p:cNvSpPr>
          <p:nvPr/>
        </p:nvSpPr>
        <p:spPr bwMode="auto">
          <a:xfrm>
            <a:off x="10040019" y="1654315"/>
            <a:ext cx="540648" cy="5337737"/>
          </a:xfrm>
          <a:custGeom>
            <a:avLst/>
            <a:gdLst>
              <a:gd name="T0" fmla="*/ 0 w 1652"/>
              <a:gd name="T1" fmla="*/ 0 h 13262"/>
              <a:gd name="T2" fmla="*/ 0 w 1652"/>
              <a:gd name="T3" fmla="*/ 13261 h 13262"/>
              <a:gd name="T4" fmla="*/ 1651 w 1652"/>
              <a:gd name="T5" fmla="*/ 13261 h 13262"/>
              <a:gd name="T6" fmla="*/ 1651 w 1652"/>
              <a:gd name="T7" fmla="*/ 1652 h 13262"/>
              <a:gd name="T8" fmla="*/ 0 w 1652"/>
              <a:gd name="T9" fmla="*/ 0 h 13262"/>
            </a:gdLst>
            <a:ahLst/>
            <a:cxnLst>
              <a:cxn ang="0">
                <a:pos x="T0" y="T1"/>
              </a:cxn>
              <a:cxn ang="0">
                <a:pos x="T2" y="T3"/>
              </a:cxn>
              <a:cxn ang="0">
                <a:pos x="T4" y="T5"/>
              </a:cxn>
              <a:cxn ang="0">
                <a:pos x="T6" y="T7"/>
              </a:cxn>
              <a:cxn ang="0">
                <a:pos x="T8" y="T9"/>
              </a:cxn>
            </a:cxnLst>
            <a:rect l="0" t="0" r="r" b="b"/>
            <a:pathLst>
              <a:path w="1652" h="13262">
                <a:moveTo>
                  <a:pt x="0" y="0"/>
                </a:moveTo>
                <a:lnTo>
                  <a:pt x="0" y="13261"/>
                </a:lnTo>
                <a:lnTo>
                  <a:pt x="1651" y="13261"/>
                </a:lnTo>
                <a:lnTo>
                  <a:pt x="1651" y="1652"/>
                </a:lnTo>
                <a:lnTo>
                  <a:pt x="0" y="0"/>
                </a:lnTo>
              </a:path>
            </a:pathLst>
          </a:custGeom>
          <a:solidFill>
            <a:schemeClr val="accent2">
              <a:lumMod val="75000"/>
            </a:schemeClr>
          </a:solidFill>
          <a:ln>
            <a:noFill/>
          </a:ln>
          <a:effectLst/>
        </p:spPr>
        <p:txBody>
          <a:bodyPr wrap="none" anchor="ctr"/>
          <a:lstStyle/>
          <a:p>
            <a:pPr defTabSz="914217">
              <a:defRPr/>
            </a:pPr>
            <a:endParaRPr lang="en-US" sz="900">
              <a:latin typeface="Calibri Light"/>
            </a:endParaRPr>
          </a:p>
        </p:txBody>
      </p:sp>
      <p:grpSp>
        <p:nvGrpSpPr>
          <p:cNvPr id="9" name="Group 6">
            <a:extLst>
              <a:ext uri="{FF2B5EF4-FFF2-40B4-BE49-F238E27FC236}">
                <a16:creationId xmlns:a16="http://schemas.microsoft.com/office/drawing/2014/main" id="{ACFDDF9E-13C9-3D5B-13D8-4EFAE47BCFF0}"/>
              </a:ext>
            </a:extLst>
          </p:cNvPr>
          <p:cNvGrpSpPr>
            <a:grpSpLocks/>
          </p:cNvGrpSpPr>
          <p:nvPr/>
        </p:nvGrpSpPr>
        <p:grpSpPr bwMode="auto">
          <a:xfrm>
            <a:off x="8864579" y="1325354"/>
            <a:ext cx="1716088" cy="1275051"/>
            <a:chOff x="8546925" y="5140743"/>
            <a:chExt cx="3433108" cy="1980354"/>
          </a:xfrm>
        </p:grpSpPr>
        <p:sp>
          <p:nvSpPr>
            <p:cNvPr id="10" name="Freeform 110">
              <a:extLst>
                <a:ext uri="{FF2B5EF4-FFF2-40B4-BE49-F238E27FC236}">
                  <a16:creationId xmlns:a16="http://schemas.microsoft.com/office/drawing/2014/main" id="{90F5E5E7-DF51-4577-7523-4DF536FF31FC}"/>
                </a:ext>
              </a:extLst>
            </p:cNvPr>
            <p:cNvSpPr>
              <a:spLocks noChangeArrowheads="1"/>
            </p:cNvSpPr>
            <p:nvPr/>
          </p:nvSpPr>
          <p:spPr bwMode="auto">
            <a:xfrm>
              <a:off x="9518204" y="5627759"/>
              <a:ext cx="2461829" cy="1003631"/>
            </a:xfrm>
            <a:custGeom>
              <a:avLst/>
              <a:gdLst>
                <a:gd name="T0" fmla="*/ 0 w 4045"/>
                <a:gd name="T1" fmla="*/ 1003024 h 1653"/>
                <a:gd name="T2" fmla="*/ 2461220 w 4045"/>
                <a:gd name="T3" fmla="*/ 1003024 h 1653"/>
                <a:gd name="T4" fmla="*/ 1456405 w 4045"/>
                <a:gd name="T5" fmla="*/ 0 h 1653"/>
                <a:gd name="T6" fmla="*/ 0 w 4045"/>
                <a:gd name="T7" fmla="*/ 0 h 1653"/>
                <a:gd name="T8" fmla="*/ 0 w 4045"/>
                <a:gd name="T9" fmla="*/ 1003024 h 16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45" h="1653">
                  <a:moveTo>
                    <a:pt x="0" y="1652"/>
                  </a:moveTo>
                  <a:lnTo>
                    <a:pt x="4044" y="1652"/>
                  </a:lnTo>
                  <a:lnTo>
                    <a:pt x="2393" y="0"/>
                  </a:lnTo>
                  <a:lnTo>
                    <a:pt x="0" y="0"/>
                  </a:lnTo>
                  <a:lnTo>
                    <a:pt x="0" y="1652"/>
                  </a:ln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s-MX" sz="900"/>
            </a:p>
          </p:txBody>
        </p:sp>
        <p:sp>
          <p:nvSpPr>
            <p:cNvPr id="11" name="Freeform 111">
              <a:extLst>
                <a:ext uri="{FF2B5EF4-FFF2-40B4-BE49-F238E27FC236}">
                  <a16:creationId xmlns:a16="http://schemas.microsoft.com/office/drawing/2014/main" id="{B11C06F2-84A4-4BC5-4F02-E52F324BB71F}"/>
                </a:ext>
              </a:extLst>
            </p:cNvPr>
            <p:cNvSpPr>
              <a:spLocks noChangeArrowheads="1"/>
            </p:cNvSpPr>
            <p:nvPr/>
          </p:nvSpPr>
          <p:spPr bwMode="auto">
            <a:xfrm>
              <a:off x="8546925" y="5140743"/>
              <a:ext cx="1081591" cy="1980354"/>
            </a:xfrm>
            <a:custGeom>
              <a:avLst/>
              <a:gdLst>
                <a:gd name="T0" fmla="*/ 0 w 1780"/>
                <a:gd name="T1" fmla="*/ 989569 h 3256"/>
                <a:gd name="T2" fmla="*/ 1080983 w 1780"/>
                <a:gd name="T3" fmla="*/ 0 h 3256"/>
                <a:gd name="T4" fmla="*/ 1080983 w 1780"/>
                <a:gd name="T5" fmla="*/ 989569 h 3256"/>
                <a:gd name="T6" fmla="*/ 1080983 w 1780"/>
                <a:gd name="T7" fmla="*/ 1979746 h 3256"/>
                <a:gd name="T8" fmla="*/ 0 w 1780"/>
                <a:gd name="T9" fmla="*/ 989569 h 3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80" h="3256">
                  <a:moveTo>
                    <a:pt x="0" y="1627"/>
                  </a:moveTo>
                  <a:lnTo>
                    <a:pt x="1779" y="0"/>
                  </a:lnTo>
                  <a:lnTo>
                    <a:pt x="1779" y="1627"/>
                  </a:lnTo>
                  <a:lnTo>
                    <a:pt x="1779" y="3255"/>
                  </a:lnTo>
                  <a:lnTo>
                    <a:pt x="0" y="1627"/>
                  </a:ln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s-MX" sz="900"/>
            </a:p>
          </p:txBody>
        </p:sp>
      </p:grpSp>
      <p:sp>
        <p:nvSpPr>
          <p:cNvPr id="12" name="TextBox 956">
            <a:extLst>
              <a:ext uri="{FF2B5EF4-FFF2-40B4-BE49-F238E27FC236}">
                <a16:creationId xmlns:a16="http://schemas.microsoft.com/office/drawing/2014/main" id="{5A193F59-8A27-C0EF-AAD3-0569BAFC7025}"/>
              </a:ext>
            </a:extLst>
          </p:cNvPr>
          <p:cNvSpPr txBox="1">
            <a:spLocks noChangeArrowheads="1"/>
          </p:cNvSpPr>
          <p:nvPr/>
        </p:nvSpPr>
        <p:spPr bwMode="auto">
          <a:xfrm>
            <a:off x="10698375" y="1546514"/>
            <a:ext cx="32304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ru-RU" sz="2400" b="1" dirty="0">
                <a:solidFill>
                  <a:schemeClr val="tx2"/>
                </a:solidFill>
                <a:latin typeface="Lato" panose="020F0502020204030203" pitchFamily="34" charset="0"/>
                <a:cs typeface="Open Sans" panose="020B0606030504020204" pitchFamily="34" charset="0"/>
              </a:rPr>
              <a:t>Sample </a:t>
            </a:r>
          </a:p>
          <a:p>
            <a:pPr eaLnBrk="1" hangingPunct="1"/>
            <a:r>
              <a:rPr lang="en-US" altLang="ru-RU" sz="2400" b="1" dirty="0">
                <a:solidFill>
                  <a:schemeClr val="tx2"/>
                </a:solidFill>
                <a:latin typeface="Lato" panose="020F0502020204030203" pitchFamily="34" charset="0"/>
                <a:cs typeface="Open Sans" panose="020B0606030504020204" pitchFamily="34" charset="0"/>
              </a:rPr>
              <a:t>Program</a:t>
            </a:r>
          </a:p>
        </p:txBody>
      </p:sp>
    </p:spTree>
    <p:extLst>
      <p:ext uri="{BB962C8B-B14F-4D97-AF65-F5344CB8AC3E}">
        <p14:creationId xmlns:p14="http://schemas.microsoft.com/office/powerpoint/2010/main" val="625116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Freeform 2">
            <a:extLst>
              <a:ext uri="{FF2B5EF4-FFF2-40B4-BE49-F238E27FC236}">
                <a16:creationId xmlns:a16="http://schemas.microsoft.com/office/drawing/2014/main" id="{DA0A077F-9796-4137-B53A-05262C94D498}"/>
              </a:ext>
            </a:extLst>
          </p:cNvPr>
          <p:cNvSpPr>
            <a:spLocks noChangeArrowheads="1"/>
          </p:cNvSpPr>
          <p:nvPr/>
        </p:nvSpPr>
        <p:spPr bwMode="auto">
          <a:xfrm>
            <a:off x="1588" y="2659"/>
            <a:ext cx="6444460" cy="6855342"/>
          </a:xfrm>
          <a:custGeom>
            <a:avLst/>
            <a:gdLst>
              <a:gd name="T0" fmla="*/ 0 w 14250"/>
              <a:gd name="T1" fmla="*/ 0 h 15157"/>
              <a:gd name="T2" fmla="*/ 0 w 14250"/>
              <a:gd name="T3" fmla="*/ 15156 h 15157"/>
              <a:gd name="T4" fmla="*/ 14249 w 14250"/>
              <a:gd name="T5" fmla="*/ 15156 h 15157"/>
              <a:gd name="T6" fmla="*/ 10748 w 14250"/>
              <a:gd name="T7" fmla="*/ 0 h 15157"/>
              <a:gd name="T8" fmla="*/ 0 w 14250"/>
              <a:gd name="T9" fmla="*/ 0 h 15157"/>
            </a:gdLst>
            <a:ahLst/>
            <a:cxnLst>
              <a:cxn ang="0">
                <a:pos x="T0" y="T1"/>
              </a:cxn>
              <a:cxn ang="0">
                <a:pos x="T2" y="T3"/>
              </a:cxn>
              <a:cxn ang="0">
                <a:pos x="T4" y="T5"/>
              </a:cxn>
              <a:cxn ang="0">
                <a:pos x="T6" y="T7"/>
              </a:cxn>
              <a:cxn ang="0">
                <a:pos x="T8" y="T9"/>
              </a:cxn>
            </a:cxnLst>
            <a:rect l="0" t="0" r="r" b="b"/>
            <a:pathLst>
              <a:path w="14250" h="15157">
                <a:moveTo>
                  <a:pt x="0" y="0"/>
                </a:moveTo>
                <a:lnTo>
                  <a:pt x="0" y="15156"/>
                </a:lnTo>
                <a:lnTo>
                  <a:pt x="14249" y="15156"/>
                </a:lnTo>
                <a:lnTo>
                  <a:pt x="10748" y="0"/>
                </a:lnTo>
                <a:lnTo>
                  <a:pt x="0" y="0"/>
                </a:lnTo>
              </a:path>
            </a:pathLst>
          </a:custGeom>
          <a:solidFill>
            <a:srgbClr val="11134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1" name="Freeform 3">
            <a:extLst>
              <a:ext uri="{FF2B5EF4-FFF2-40B4-BE49-F238E27FC236}">
                <a16:creationId xmlns:a16="http://schemas.microsoft.com/office/drawing/2014/main" id="{4B5370FA-BDC6-4735-8E5E-7B793E0C2B38}"/>
              </a:ext>
            </a:extLst>
          </p:cNvPr>
          <p:cNvSpPr>
            <a:spLocks noChangeArrowheads="1"/>
          </p:cNvSpPr>
          <p:nvPr/>
        </p:nvSpPr>
        <p:spPr bwMode="auto">
          <a:xfrm>
            <a:off x="2205590" y="1376920"/>
            <a:ext cx="1120949" cy="1120949"/>
          </a:xfrm>
          <a:custGeom>
            <a:avLst/>
            <a:gdLst>
              <a:gd name="T0" fmla="*/ 2476 w 2477"/>
              <a:gd name="T1" fmla="*/ 1238 h 2477"/>
              <a:gd name="T2" fmla="*/ 2476 w 2477"/>
              <a:gd name="T3" fmla="*/ 1238 h 2477"/>
              <a:gd name="T4" fmla="*/ 1238 w 2477"/>
              <a:gd name="T5" fmla="*/ 2476 h 2477"/>
              <a:gd name="T6" fmla="*/ 1238 w 2477"/>
              <a:gd name="T7" fmla="*/ 2476 h 2477"/>
              <a:gd name="T8" fmla="*/ 0 w 2477"/>
              <a:gd name="T9" fmla="*/ 1238 h 2477"/>
              <a:gd name="T10" fmla="*/ 0 w 2477"/>
              <a:gd name="T11" fmla="*/ 1238 h 2477"/>
              <a:gd name="T12" fmla="*/ 1238 w 2477"/>
              <a:gd name="T13" fmla="*/ 0 h 2477"/>
              <a:gd name="T14" fmla="*/ 1238 w 2477"/>
              <a:gd name="T15" fmla="*/ 0 h 2477"/>
              <a:gd name="T16" fmla="*/ 2476 w 2477"/>
              <a:gd name="T17" fmla="*/ 1238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77" h="2477">
                <a:moveTo>
                  <a:pt x="2476" y="1238"/>
                </a:moveTo>
                <a:lnTo>
                  <a:pt x="2476" y="1238"/>
                </a:lnTo>
                <a:cubicBezTo>
                  <a:pt x="2476" y="1922"/>
                  <a:pt x="1922" y="2476"/>
                  <a:pt x="1238" y="2476"/>
                </a:cubicBezTo>
                <a:lnTo>
                  <a:pt x="1238" y="2476"/>
                </a:lnTo>
                <a:cubicBezTo>
                  <a:pt x="555" y="2476"/>
                  <a:pt x="0" y="1922"/>
                  <a:pt x="0" y="1238"/>
                </a:cubicBezTo>
                <a:lnTo>
                  <a:pt x="0" y="1238"/>
                </a:lnTo>
                <a:cubicBezTo>
                  <a:pt x="0" y="555"/>
                  <a:pt x="555" y="0"/>
                  <a:pt x="1238" y="0"/>
                </a:cubicBezTo>
                <a:lnTo>
                  <a:pt x="1238" y="0"/>
                </a:lnTo>
                <a:cubicBezTo>
                  <a:pt x="1922" y="0"/>
                  <a:pt x="2476" y="555"/>
                  <a:pt x="2476" y="1238"/>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2" name="Freeform 4">
            <a:extLst>
              <a:ext uri="{FF2B5EF4-FFF2-40B4-BE49-F238E27FC236}">
                <a16:creationId xmlns:a16="http://schemas.microsoft.com/office/drawing/2014/main" id="{9D44E50F-8E4E-4F0E-9F42-EBD3638C4167}"/>
              </a:ext>
            </a:extLst>
          </p:cNvPr>
          <p:cNvSpPr>
            <a:spLocks noChangeArrowheads="1"/>
          </p:cNvSpPr>
          <p:nvPr/>
        </p:nvSpPr>
        <p:spPr bwMode="auto">
          <a:xfrm>
            <a:off x="1631153" y="1618261"/>
            <a:ext cx="674165" cy="590393"/>
          </a:xfrm>
          <a:custGeom>
            <a:avLst/>
            <a:gdLst>
              <a:gd name="T0" fmla="*/ 56 w 1491"/>
              <a:gd name="T1" fmla="*/ 655 h 1304"/>
              <a:gd name="T2" fmla="*/ 56 w 1491"/>
              <a:gd name="T3" fmla="*/ 655 h 1304"/>
              <a:gd name="T4" fmla="*/ 1449 w 1491"/>
              <a:gd name="T5" fmla="*/ 64 h 1304"/>
              <a:gd name="T6" fmla="*/ 1449 w 1491"/>
              <a:gd name="T7" fmla="*/ 64 h 1304"/>
              <a:gd name="T8" fmla="*/ 1490 w 1491"/>
              <a:gd name="T9" fmla="*/ 0 h 1304"/>
              <a:gd name="T10" fmla="*/ 1490 w 1491"/>
              <a:gd name="T11" fmla="*/ 0 h 1304"/>
              <a:gd name="T12" fmla="*/ 0 w 1491"/>
              <a:gd name="T13" fmla="*/ 655 h 1304"/>
              <a:gd name="T14" fmla="*/ 0 w 1491"/>
              <a:gd name="T15" fmla="*/ 655 h 1304"/>
              <a:gd name="T16" fmla="*/ 1424 w 1491"/>
              <a:gd name="T17" fmla="*/ 1303 h 1304"/>
              <a:gd name="T18" fmla="*/ 1424 w 1491"/>
              <a:gd name="T19" fmla="*/ 1303 h 1304"/>
              <a:gd name="T20" fmla="*/ 1392 w 1491"/>
              <a:gd name="T21" fmla="*/ 1240 h 1304"/>
              <a:gd name="T22" fmla="*/ 1392 w 1491"/>
              <a:gd name="T23" fmla="*/ 1240 h 1304"/>
              <a:gd name="T24" fmla="*/ 56 w 1491"/>
              <a:gd name="T25" fmla="*/ 655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91" h="1304">
                <a:moveTo>
                  <a:pt x="56" y="655"/>
                </a:moveTo>
                <a:lnTo>
                  <a:pt x="56" y="655"/>
                </a:lnTo>
                <a:cubicBezTo>
                  <a:pt x="56" y="398"/>
                  <a:pt x="634" y="170"/>
                  <a:pt x="1449" y="64"/>
                </a:cubicBezTo>
                <a:lnTo>
                  <a:pt x="1449" y="64"/>
                </a:lnTo>
                <a:cubicBezTo>
                  <a:pt x="1462" y="42"/>
                  <a:pt x="1475" y="21"/>
                  <a:pt x="1490" y="0"/>
                </a:cubicBezTo>
                <a:lnTo>
                  <a:pt x="1490" y="0"/>
                </a:lnTo>
                <a:cubicBezTo>
                  <a:pt x="606" y="107"/>
                  <a:pt x="0" y="357"/>
                  <a:pt x="0" y="655"/>
                </a:cubicBezTo>
                <a:lnTo>
                  <a:pt x="0" y="655"/>
                </a:lnTo>
                <a:cubicBezTo>
                  <a:pt x="0" y="947"/>
                  <a:pt x="576" y="1192"/>
                  <a:pt x="1424" y="1303"/>
                </a:cubicBezTo>
                <a:lnTo>
                  <a:pt x="1424" y="1303"/>
                </a:lnTo>
                <a:cubicBezTo>
                  <a:pt x="1413" y="1282"/>
                  <a:pt x="1402" y="1261"/>
                  <a:pt x="1392" y="1240"/>
                </a:cubicBezTo>
                <a:lnTo>
                  <a:pt x="1392" y="1240"/>
                </a:lnTo>
                <a:cubicBezTo>
                  <a:pt x="607" y="1130"/>
                  <a:pt x="56" y="906"/>
                  <a:pt x="56" y="655"/>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3" name="Freeform 5">
            <a:extLst>
              <a:ext uri="{FF2B5EF4-FFF2-40B4-BE49-F238E27FC236}">
                <a16:creationId xmlns:a16="http://schemas.microsoft.com/office/drawing/2014/main" id="{A84C9AA8-A70F-45B7-AE6E-72A23732F5C9}"/>
              </a:ext>
            </a:extLst>
          </p:cNvPr>
          <p:cNvSpPr>
            <a:spLocks noChangeArrowheads="1"/>
          </p:cNvSpPr>
          <p:nvPr/>
        </p:nvSpPr>
        <p:spPr bwMode="auto">
          <a:xfrm>
            <a:off x="3228803" y="1624247"/>
            <a:ext cx="632280" cy="578426"/>
          </a:xfrm>
          <a:custGeom>
            <a:avLst/>
            <a:gdLst>
              <a:gd name="T0" fmla="*/ 1398 w 1399"/>
              <a:gd name="T1" fmla="*/ 643 h 1279"/>
              <a:gd name="T2" fmla="*/ 1398 w 1399"/>
              <a:gd name="T3" fmla="*/ 643 h 1279"/>
              <a:gd name="T4" fmla="*/ 0 w 1399"/>
              <a:gd name="T5" fmla="*/ 0 h 1279"/>
              <a:gd name="T6" fmla="*/ 0 w 1399"/>
              <a:gd name="T7" fmla="*/ 0 h 1279"/>
              <a:gd name="T8" fmla="*/ 42 w 1399"/>
              <a:gd name="T9" fmla="*/ 65 h 1279"/>
              <a:gd name="T10" fmla="*/ 42 w 1399"/>
              <a:gd name="T11" fmla="*/ 65 h 1279"/>
              <a:gd name="T12" fmla="*/ 1342 w 1399"/>
              <a:gd name="T13" fmla="*/ 643 h 1279"/>
              <a:gd name="T14" fmla="*/ 1342 w 1399"/>
              <a:gd name="T15" fmla="*/ 643 h 1279"/>
              <a:gd name="T16" fmla="*/ 97 w 1399"/>
              <a:gd name="T17" fmla="*/ 1214 h 1279"/>
              <a:gd name="T18" fmla="*/ 97 w 1399"/>
              <a:gd name="T19" fmla="*/ 1214 h 1279"/>
              <a:gd name="T20" fmla="*/ 65 w 1399"/>
              <a:gd name="T21" fmla="*/ 1278 h 1279"/>
              <a:gd name="T22" fmla="*/ 65 w 1399"/>
              <a:gd name="T23" fmla="*/ 1278 h 1279"/>
              <a:gd name="T24" fmla="*/ 1398 w 1399"/>
              <a:gd name="T25" fmla="*/ 643 h 1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99" h="1279">
                <a:moveTo>
                  <a:pt x="1398" y="643"/>
                </a:moveTo>
                <a:lnTo>
                  <a:pt x="1398" y="643"/>
                </a:lnTo>
                <a:cubicBezTo>
                  <a:pt x="1398" y="356"/>
                  <a:pt x="834" y="113"/>
                  <a:pt x="0" y="0"/>
                </a:cubicBezTo>
                <a:lnTo>
                  <a:pt x="0" y="0"/>
                </a:lnTo>
                <a:cubicBezTo>
                  <a:pt x="14" y="21"/>
                  <a:pt x="28" y="43"/>
                  <a:pt x="42" y="65"/>
                </a:cubicBezTo>
                <a:lnTo>
                  <a:pt x="42" y="65"/>
                </a:lnTo>
                <a:cubicBezTo>
                  <a:pt x="807" y="176"/>
                  <a:pt x="1342" y="396"/>
                  <a:pt x="1342" y="643"/>
                </a:cubicBezTo>
                <a:lnTo>
                  <a:pt x="1342" y="643"/>
                </a:lnTo>
                <a:cubicBezTo>
                  <a:pt x="1342" y="885"/>
                  <a:pt x="833" y="1101"/>
                  <a:pt x="97" y="1214"/>
                </a:cubicBezTo>
                <a:lnTo>
                  <a:pt x="97" y="1214"/>
                </a:lnTo>
                <a:cubicBezTo>
                  <a:pt x="87" y="1236"/>
                  <a:pt x="76" y="1257"/>
                  <a:pt x="65" y="1278"/>
                </a:cubicBezTo>
                <a:lnTo>
                  <a:pt x="65" y="1278"/>
                </a:lnTo>
                <a:cubicBezTo>
                  <a:pt x="863" y="1162"/>
                  <a:pt x="1398" y="924"/>
                  <a:pt x="1398" y="643"/>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4" name="Freeform 6">
            <a:extLst>
              <a:ext uri="{FF2B5EF4-FFF2-40B4-BE49-F238E27FC236}">
                <a16:creationId xmlns:a16="http://schemas.microsoft.com/office/drawing/2014/main" id="{E0902CE5-8C98-406F-B2CF-08D57A00A2F9}"/>
              </a:ext>
            </a:extLst>
          </p:cNvPr>
          <p:cNvSpPr>
            <a:spLocks noChangeArrowheads="1"/>
          </p:cNvSpPr>
          <p:nvPr/>
        </p:nvSpPr>
        <p:spPr bwMode="auto">
          <a:xfrm>
            <a:off x="2261436" y="2172752"/>
            <a:ext cx="1013242" cy="63827"/>
          </a:xfrm>
          <a:custGeom>
            <a:avLst/>
            <a:gdLst>
              <a:gd name="T0" fmla="*/ 1075 w 2240"/>
              <a:gd name="T1" fmla="*/ 84 h 142"/>
              <a:gd name="T2" fmla="*/ 1075 w 2240"/>
              <a:gd name="T3" fmla="*/ 84 h 142"/>
              <a:gd name="T4" fmla="*/ 0 w 2240"/>
              <a:gd name="T5" fmla="*/ 14 h 142"/>
              <a:gd name="T6" fmla="*/ 0 w 2240"/>
              <a:gd name="T7" fmla="*/ 14 h 142"/>
              <a:gd name="T8" fmla="*/ 32 w 2240"/>
              <a:gd name="T9" fmla="*/ 77 h 142"/>
              <a:gd name="T10" fmla="*/ 32 w 2240"/>
              <a:gd name="T11" fmla="*/ 77 h 142"/>
              <a:gd name="T12" fmla="*/ 1075 w 2240"/>
              <a:gd name="T13" fmla="*/ 141 h 142"/>
              <a:gd name="T14" fmla="*/ 1075 w 2240"/>
              <a:gd name="T15" fmla="*/ 141 h 142"/>
              <a:gd name="T16" fmla="*/ 2207 w 2240"/>
              <a:gd name="T17" fmla="*/ 64 h 142"/>
              <a:gd name="T18" fmla="*/ 2207 w 2240"/>
              <a:gd name="T19" fmla="*/ 64 h 142"/>
              <a:gd name="T20" fmla="*/ 2239 w 2240"/>
              <a:gd name="T21" fmla="*/ 0 h 142"/>
              <a:gd name="T22" fmla="*/ 2239 w 2240"/>
              <a:gd name="T23" fmla="*/ 0 h 142"/>
              <a:gd name="T24" fmla="*/ 1075 w 2240"/>
              <a:gd name="T25" fmla="*/ 8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0" h="142">
                <a:moveTo>
                  <a:pt x="1075" y="84"/>
                </a:moveTo>
                <a:lnTo>
                  <a:pt x="1075" y="84"/>
                </a:lnTo>
                <a:cubicBezTo>
                  <a:pt x="690" y="84"/>
                  <a:pt x="325" y="59"/>
                  <a:pt x="0" y="14"/>
                </a:cubicBezTo>
                <a:lnTo>
                  <a:pt x="0" y="14"/>
                </a:lnTo>
                <a:cubicBezTo>
                  <a:pt x="10" y="35"/>
                  <a:pt x="21" y="56"/>
                  <a:pt x="32" y="77"/>
                </a:cubicBezTo>
                <a:lnTo>
                  <a:pt x="32" y="77"/>
                </a:lnTo>
                <a:cubicBezTo>
                  <a:pt x="347" y="118"/>
                  <a:pt x="700" y="141"/>
                  <a:pt x="1075" y="141"/>
                </a:cubicBezTo>
                <a:lnTo>
                  <a:pt x="1075" y="141"/>
                </a:lnTo>
                <a:cubicBezTo>
                  <a:pt x="1485" y="141"/>
                  <a:pt x="1870" y="113"/>
                  <a:pt x="2207" y="64"/>
                </a:cubicBezTo>
                <a:lnTo>
                  <a:pt x="2207" y="64"/>
                </a:lnTo>
                <a:cubicBezTo>
                  <a:pt x="2218" y="43"/>
                  <a:pt x="2229" y="22"/>
                  <a:pt x="2239" y="0"/>
                </a:cubicBezTo>
                <a:lnTo>
                  <a:pt x="2239" y="0"/>
                </a:lnTo>
                <a:cubicBezTo>
                  <a:pt x="1892" y="54"/>
                  <a:pt x="1493" y="84"/>
                  <a:pt x="1075" y="84"/>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5" name="Freeform 8">
            <a:extLst>
              <a:ext uri="{FF2B5EF4-FFF2-40B4-BE49-F238E27FC236}">
                <a16:creationId xmlns:a16="http://schemas.microsoft.com/office/drawing/2014/main" id="{9D751429-B060-46EF-9564-0BC5B1BC4986}"/>
              </a:ext>
            </a:extLst>
          </p:cNvPr>
          <p:cNvSpPr>
            <a:spLocks noChangeArrowheads="1"/>
          </p:cNvSpPr>
          <p:nvPr/>
        </p:nvSpPr>
        <p:spPr bwMode="auto">
          <a:xfrm>
            <a:off x="2157720" y="1821708"/>
            <a:ext cx="1994" cy="1995"/>
          </a:xfrm>
          <a:custGeom>
            <a:avLst/>
            <a:gdLst>
              <a:gd name="T0" fmla="*/ 0 w 4"/>
              <a:gd name="T1" fmla="*/ 1 h 2"/>
              <a:gd name="T2" fmla="*/ 0 w 4"/>
              <a:gd name="T3" fmla="*/ 1 h 2"/>
              <a:gd name="T4" fmla="*/ 3 w 4"/>
              <a:gd name="T5" fmla="*/ 1 h 2"/>
              <a:gd name="T6" fmla="*/ 3 w 4"/>
              <a:gd name="T7" fmla="*/ 1 h 2"/>
              <a:gd name="T8" fmla="*/ 3 w 4"/>
              <a:gd name="T9" fmla="*/ 0 h 2"/>
              <a:gd name="T10" fmla="*/ 0 w 4"/>
              <a:gd name="T11" fmla="*/ 1 h 2"/>
            </a:gdLst>
            <a:ahLst/>
            <a:cxnLst>
              <a:cxn ang="0">
                <a:pos x="T0" y="T1"/>
              </a:cxn>
              <a:cxn ang="0">
                <a:pos x="T2" y="T3"/>
              </a:cxn>
              <a:cxn ang="0">
                <a:pos x="T4" y="T5"/>
              </a:cxn>
              <a:cxn ang="0">
                <a:pos x="T6" y="T7"/>
              </a:cxn>
              <a:cxn ang="0">
                <a:pos x="T8" y="T9"/>
              </a:cxn>
              <a:cxn ang="0">
                <a:pos x="T10" y="T11"/>
              </a:cxn>
            </a:cxnLst>
            <a:rect l="0" t="0" r="r" b="b"/>
            <a:pathLst>
              <a:path w="4" h="2">
                <a:moveTo>
                  <a:pt x="0" y="1"/>
                </a:moveTo>
                <a:lnTo>
                  <a:pt x="0" y="1"/>
                </a:lnTo>
                <a:cubicBezTo>
                  <a:pt x="1" y="1"/>
                  <a:pt x="1" y="1"/>
                  <a:pt x="3" y="1"/>
                </a:cubicBezTo>
                <a:lnTo>
                  <a:pt x="3" y="1"/>
                </a:lnTo>
                <a:lnTo>
                  <a:pt x="3" y="0"/>
                </a:lnTo>
                <a:lnTo>
                  <a:pt x="0" y="1"/>
                </a:ln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6" name="Freeform: Shape 505">
            <a:extLst>
              <a:ext uri="{FF2B5EF4-FFF2-40B4-BE49-F238E27FC236}">
                <a16:creationId xmlns:a16="http://schemas.microsoft.com/office/drawing/2014/main" id="{AE12FA26-16FE-49C5-B517-3AA0415C19C8}"/>
              </a:ext>
            </a:extLst>
          </p:cNvPr>
          <p:cNvSpPr>
            <a:spLocks noChangeArrowheads="1"/>
          </p:cNvSpPr>
          <p:nvPr/>
        </p:nvSpPr>
        <p:spPr bwMode="auto">
          <a:xfrm>
            <a:off x="2205588" y="1821708"/>
            <a:ext cx="1120498" cy="280354"/>
          </a:xfrm>
          <a:custGeom>
            <a:avLst/>
            <a:gdLst>
              <a:gd name="connsiteX0" fmla="*/ 1976064 w 2240996"/>
              <a:gd name="connsiteY0" fmla="*/ 17766 h 560708"/>
              <a:gd name="connsiteX1" fmla="*/ 2223816 w 2240996"/>
              <a:gd name="connsiteY1" fmla="*/ 29527 h 560708"/>
              <a:gd name="connsiteX2" fmla="*/ 2240996 w 2240996"/>
              <a:gd name="connsiteY2" fmla="*/ 227669 h 560708"/>
              <a:gd name="connsiteX3" fmla="*/ 2207540 w 2240996"/>
              <a:gd name="connsiteY3" fmla="*/ 501809 h 560708"/>
              <a:gd name="connsiteX4" fmla="*/ 2166851 w 2240996"/>
              <a:gd name="connsiteY4" fmla="*/ 510857 h 560708"/>
              <a:gd name="connsiteX5" fmla="*/ 1680389 w 2240996"/>
              <a:gd name="connsiteY5" fmla="*/ 455667 h 560708"/>
              <a:gd name="connsiteX6" fmla="*/ 1584543 w 2240996"/>
              <a:gd name="connsiteY6" fmla="*/ 374239 h 560708"/>
              <a:gd name="connsiteX7" fmla="*/ 1595393 w 2240996"/>
              <a:gd name="connsiteY7" fmla="*/ 257526 h 560708"/>
              <a:gd name="connsiteX8" fmla="*/ 1706611 w 2240996"/>
              <a:gd name="connsiteY8" fmla="*/ 233097 h 560708"/>
              <a:gd name="connsiteX9" fmla="*/ 1983298 w 2240996"/>
              <a:gd name="connsiteY9" fmla="*/ 259335 h 560708"/>
              <a:gd name="connsiteX10" fmla="*/ 2056538 w 2240996"/>
              <a:gd name="connsiteY10" fmla="*/ 229478 h 560708"/>
              <a:gd name="connsiteX11" fmla="*/ 2048400 w 2240996"/>
              <a:gd name="connsiteY11" fmla="*/ 204145 h 560708"/>
              <a:gd name="connsiteX12" fmla="*/ 1948034 w 2240996"/>
              <a:gd name="connsiteY12" fmla="*/ 135384 h 560708"/>
              <a:gd name="connsiteX13" fmla="*/ 1918195 w 2240996"/>
              <a:gd name="connsiteY13" fmla="*/ 32242 h 560708"/>
              <a:gd name="connsiteX14" fmla="*/ 1976064 w 2240996"/>
              <a:gd name="connsiteY14" fmla="*/ 17766 h 560708"/>
              <a:gd name="connsiteX15" fmla="*/ 22572 w 2240996"/>
              <a:gd name="connsiteY15" fmla="*/ 0 h 560708"/>
              <a:gd name="connsiteX16" fmla="*/ 200435 w 2240996"/>
              <a:gd name="connsiteY16" fmla="*/ 0 h 560708"/>
              <a:gd name="connsiteX17" fmla="*/ 316002 w 2240996"/>
              <a:gd name="connsiteY17" fmla="*/ 59683 h 560708"/>
              <a:gd name="connsiteX18" fmla="*/ 176058 w 2240996"/>
              <a:gd name="connsiteY18" fmla="*/ 169103 h 560708"/>
              <a:gd name="connsiteX19" fmla="*/ 921821 w 2240996"/>
              <a:gd name="connsiteY19" fmla="*/ 133835 h 560708"/>
              <a:gd name="connsiteX20" fmla="*/ 962450 w 2240996"/>
              <a:gd name="connsiteY20" fmla="*/ 177241 h 560708"/>
              <a:gd name="connsiteX21" fmla="*/ 918210 w 2240996"/>
              <a:gd name="connsiteY21" fmla="*/ 217935 h 560708"/>
              <a:gd name="connsiteX22" fmla="*/ 711455 w 2240996"/>
              <a:gd name="connsiteY22" fmla="*/ 293895 h 560708"/>
              <a:gd name="connsiteX23" fmla="*/ 655477 w 2240996"/>
              <a:gd name="connsiteY23" fmla="*/ 326450 h 560708"/>
              <a:gd name="connsiteX24" fmla="*/ 649157 w 2240996"/>
              <a:gd name="connsiteY24" fmla="*/ 386133 h 560708"/>
              <a:gd name="connsiteX25" fmla="*/ 686175 w 2240996"/>
              <a:gd name="connsiteY25" fmla="*/ 404219 h 560708"/>
              <a:gd name="connsiteX26" fmla="*/ 968770 w 2240996"/>
              <a:gd name="connsiteY26" fmla="*/ 469328 h 560708"/>
              <a:gd name="connsiteX27" fmla="*/ 988633 w 2240996"/>
              <a:gd name="connsiteY27" fmla="*/ 486510 h 560708"/>
              <a:gd name="connsiteX28" fmla="*/ 937170 w 2240996"/>
              <a:gd name="connsiteY28" fmla="*/ 533533 h 560708"/>
              <a:gd name="connsiteX29" fmla="*/ 532688 w 2240996"/>
              <a:gd name="connsiteY29" fmla="*/ 560662 h 560708"/>
              <a:gd name="connsiteX30" fmla="*/ 31600 w 2240996"/>
              <a:gd name="connsiteY30" fmla="*/ 487414 h 560708"/>
              <a:gd name="connsiteX31" fmla="*/ 0 w 2240996"/>
              <a:gd name="connsiteY31" fmla="*/ 226073 h 560708"/>
              <a:gd name="connsiteX32" fmla="*/ 22572 w 2240996"/>
              <a:gd name="connsiteY32" fmla="*/ 0 h 560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40996" h="560708">
                <a:moveTo>
                  <a:pt x="1976064" y="17766"/>
                </a:moveTo>
                <a:cubicBezTo>
                  <a:pt x="2059251" y="17766"/>
                  <a:pt x="2141533" y="21385"/>
                  <a:pt x="2223816" y="29527"/>
                </a:cubicBezTo>
                <a:cubicBezTo>
                  <a:pt x="2235571" y="93765"/>
                  <a:pt x="2240996" y="159812"/>
                  <a:pt x="2240996" y="227669"/>
                </a:cubicBezTo>
                <a:cubicBezTo>
                  <a:pt x="2240996" y="321763"/>
                  <a:pt x="2229241" y="414048"/>
                  <a:pt x="2207540" y="501809"/>
                </a:cubicBezTo>
                <a:cubicBezTo>
                  <a:pt x="2193977" y="505428"/>
                  <a:pt x="2179510" y="509047"/>
                  <a:pt x="2166851" y="510857"/>
                </a:cubicBezTo>
                <a:cubicBezTo>
                  <a:pt x="2003190" y="541618"/>
                  <a:pt x="1828678" y="530761"/>
                  <a:pt x="1680389" y="455667"/>
                </a:cubicBezTo>
                <a:cubicBezTo>
                  <a:pt x="1642412" y="436667"/>
                  <a:pt x="1606244" y="412239"/>
                  <a:pt x="1584543" y="374239"/>
                </a:cubicBezTo>
                <a:cubicBezTo>
                  <a:pt x="1563746" y="338049"/>
                  <a:pt x="1563746" y="286478"/>
                  <a:pt x="1595393" y="257526"/>
                </a:cubicBezTo>
                <a:cubicBezTo>
                  <a:pt x="1623424" y="230383"/>
                  <a:pt x="1667730" y="230383"/>
                  <a:pt x="1706611" y="233097"/>
                </a:cubicBezTo>
                <a:cubicBezTo>
                  <a:pt x="1798840" y="237621"/>
                  <a:pt x="1891069" y="246668"/>
                  <a:pt x="1983298" y="259335"/>
                </a:cubicBezTo>
                <a:cubicBezTo>
                  <a:pt x="2013136" y="262954"/>
                  <a:pt x="2053826" y="259335"/>
                  <a:pt x="2056538" y="229478"/>
                </a:cubicBezTo>
                <a:cubicBezTo>
                  <a:pt x="2058347" y="220431"/>
                  <a:pt x="2053826" y="211383"/>
                  <a:pt x="2048400" y="204145"/>
                </a:cubicBezTo>
                <a:cubicBezTo>
                  <a:pt x="2025795" y="169764"/>
                  <a:pt x="1982393" y="157098"/>
                  <a:pt x="1948034" y="135384"/>
                </a:cubicBezTo>
                <a:cubicBezTo>
                  <a:pt x="1913674" y="112765"/>
                  <a:pt x="1887452" y="60289"/>
                  <a:pt x="1918195" y="32242"/>
                </a:cubicBezTo>
                <a:cubicBezTo>
                  <a:pt x="1933566" y="17766"/>
                  <a:pt x="1956171" y="15956"/>
                  <a:pt x="1976064" y="17766"/>
                </a:cubicBezTo>
                <a:close/>
                <a:moveTo>
                  <a:pt x="22572" y="0"/>
                </a:moveTo>
                <a:cubicBezTo>
                  <a:pt x="82161" y="0"/>
                  <a:pt x="141749" y="0"/>
                  <a:pt x="200435" y="0"/>
                </a:cubicBezTo>
                <a:cubicBezTo>
                  <a:pt x="248287" y="0"/>
                  <a:pt x="311487" y="11756"/>
                  <a:pt x="316002" y="59683"/>
                </a:cubicBezTo>
                <a:cubicBezTo>
                  <a:pt x="261830" y="84099"/>
                  <a:pt x="213075" y="122080"/>
                  <a:pt x="176058" y="169103"/>
                </a:cubicBezTo>
                <a:cubicBezTo>
                  <a:pt x="427054" y="174529"/>
                  <a:pt x="688883" y="38885"/>
                  <a:pt x="921821" y="133835"/>
                </a:cubicBezTo>
                <a:cubicBezTo>
                  <a:pt x="941684" y="141974"/>
                  <a:pt x="964256" y="156443"/>
                  <a:pt x="962450" y="177241"/>
                </a:cubicBezTo>
                <a:cubicBezTo>
                  <a:pt x="961547" y="198945"/>
                  <a:pt x="938073" y="209796"/>
                  <a:pt x="918210" y="217935"/>
                </a:cubicBezTo>
                <a:cubicBezTo>
                  <a:pt x="849593" y="242351"/>
                  <a:pt x="780975" y="268575"/>
                  <a:pt x="711455" y="293895"/>
                </a:cubicBezTo>
                <a:cubicBezTo>
                  <a:pt x="690689" y="301130"/>
                  <a:pt x="669923" y="310173"/>
                  <a:pt x="655477" y="326450"/>
                </a:cubicBezTo>
                <a:cubicBezTo>
                  <a:pt x="640129" y="342727"/>
                  <a:pt x="634712" y="369856"/>
                  <a:pt x="649157" y="386133"/>
                </a:cubicBezTo>
                <a:cubicBezTo>
                  <a:pt x="657283" y="396985"/>
                  <a:pt x="671729" y="401506"/>
                  <a:pt x="686175" y="404219"/>
                </a:cubicBezTo>
                <a:cubicBezTo>
                  <a:pt x="780975" y="426826"/>
                  <a:pt x="882096" y="426826"/>
                  <a:pt x="968770" y="469328"/>
                </a:cubicBezTo>
                <a:cubicBezTo>
                  <a:pt x="975993" y="473849"/>
                  <a:pt x="985022" y="479275"/>
                  <a:pt x="988633" y="486510"/>
                </a:cubicBezTo>
                <a:cubicBezTo>
                  <a:pt x="1000370" y="510925"/>
                  <a:pt x="964256" y="530820"/>
                  <a:pt x="937170" y="533533"/>
                </a:cubicBezTo>
                <a:cubicBezTo>
                  <a:pt x="802644" y="550714"/>
                  <a:pt x="667215" y="558853"/>
                  <a:pt x="532688" y="560662"/>
                </a:cubicBezTo>
                <a:cubicBezTo>
                  <a:pt x="362950" y="561566"/>
                  <a:pt x="186892" y="549810"/>
                  <a:pt x="31600" y="487414"/>
                </a:cubicBezTo>
                <a:cubicBezTo>
                  <a:pt x="10835" y="403315"/>
                  <a:pt x="0" y="315598"/>
                  <a:pt x="0" y="226073"/>
                </a:cubicBezTo>
                <a:cubicBezTo>
                  <a:pt x="0" y="148304"/>
                  <a:pt x="8126" y="73248"/>
                  <a:pt x="22572" y="0"/>
                </a:cubicBezTo>
                <a:close/>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07" name="Freeform 10">
            <a:extLst>
              <a:ext uri="{FF2B5EF4-FFF2-40B4-BE49-F238E27FC236}">
                <a16:creationId xmlns:a16="http://schemas.microsoft.com/office/drawing/2014/main" id="{614F9E11-B149-4DD8-9A81-E07D55595BC2}"/>
              </a:ext>
            </a:extLst>
          </p:cNvPr>
          <p:cNvSpPr>
            <a:spLocks noChangeArrowheads="1"/>
          </p:cNvSpPr>
          <p:nvPr/>
        </p:nvSpPr>
        <p:spPr bwMode="auto">
          <a:xfrm>
            <a:off x="2949564" y="2950636"/>
            <a:ext cx="1240624" cy="1527842"/>
          </a:xfrm>
          <a:custGeom>
            <a:avLst/>
            <a:gdLst>
              <a:gd name="T0" fmla="*/ 398 w 2742"/>
              <a:gd name="T1" fmla="*/ 2549 h 3380"/>
              <a:gd name="T2" fmla="*/ 480 w 2742"/>
              <a:gd name="T3" fmla="*/ 2543 h 3380"/>
              <a:gd name="T4" fmla="*/ 474 w 2742"/>
              <a:gd name="T5" fmla="*/ 2460 h 3380"/>
              <a:gd name="T6" fmla="*/ 2069 w 2742"/>
              <a:gd name="T7" fmla="*/ 371 h 3380"/>
              <a:gd name="T8" fmla="*/ 2152 w 2742"/>
              <a:gd name="T9" fmla="*/ 441 h 3380"/>
              <a:gd name="T10" fmla="*/ 2233 w 2742"/>
              <a:gd name="T11" fmla="*/ 433 h 3380"/>
              <a:gd name="T12" fmla="*/ 2144 w 2742"/>
              <a:gd name="T13" fmla="*/ 282 h 3380"/>
              <a:gd name="T14" fmla="*/ 2182 w 2742"/>
              <a:gd name="T15" fmla="*/ 236 h 3380"/>
              <a:gd name="T16" fmla="*/ 2689 w 2742"/>
              <a:gd name="T17" fmla="*/ 1358 h 3380"/>
              <a:gd name="T18" fmla="*/ 1186 w 2742"/>
              <a:gd name="T19" fmla="*/ 2860 h 3380"/>
              <a:gd name="T20" fmla="*/ 302 w 2742"/>
              <a:gd name="T21" fmla="*/ 2468 h 3380"/>
              <a:gd name="T22" fmla="*/ 2741 w 2742"/>
              <a:gd name="T23" fmla="*/ 1358 h 3380"/>
              <a:gd name="T24" fmla="*/ 2220 w 2742"/>
              <a:gd name="T25" fmla="*/ 201 h 3380"/>
              <a:gd name="T26" fmla="*/ 2242 w 2742"/>
              <a:gd name="T27" fmla="*/ 203 h 3380"/>
              <a:gd name="T28" fmla="*/ 2343 w 2742"/>
              <a:gd name="T29" fmla="*/ 102 h 3380"/>
              <a:gd name="T30" fmla="*/ 2242 w 2742"/>
              <a:gd name="T31" fmla="*/ 0 h 3380"/>
              <a:gd name="T32" fmla="*/ 2140 w 2742"/>
              <a:gd name="T33" fmla="*/ 102 h 3380"/>
              <a:gd name="T34" fmla="*/ 2080 w 2742"/>
              <a:gd name="T35" fmla="*/ 229 h 3380"/>
              <a:gd name="T36" fmla="*/ 1971 w 2742"/>
              <a:gd name="T37" fmla="*/ 137 h 3380"/>
              <a:gd name="T38" fmla="*/ 1890 w 2742"/>
              <a:gd name="T39" fmla="*/ 145 h 3380"/>
              <a:gd name="T40" fmla="*/ 2005 w 2742"/>
              <a:gd name="T41" fmla="*/ 318 h 3380"/>
              <a:gd name="T42" fmla="*/ 218 w 2742"/>
              <a:gd name="T43" fmla="*/ 2246 h 3380"/>
              <a:gd name="T44" fmla="*/ 137 w 2742"/>
              <a:gd name="T45" fmla="*/ 2253 h 3380"/>
              <a:gd name="T46" fmla="*/ 143 w 2742"/>
              <a:gd name="T47" fmla="*/ 2336 h 3380"/>
              <a:gd name="T48" fmla="*/ 130 w 2742"/>
              <a:gd name="T49" fmla="*/ 2544 h 3380"/>
              <a:gd name="T50" fmla="*/ 102 w 2742"/>
              <a:gd name="T51" fmla="*/ 2540 h 3380"/>
              <a:gd name="T52" fmla="*/ 0 w 2742"/>
              <a:gd name="T53" fmla="*/ 2641 h 3380"/>
              <a:gd name="T54" fmla="*/ 102 w 2742"/>
              <a:gd name="T55" fmla="*/ 2743 h 3380"/>
              <a:gd name="T56" fmla="*/ 204 w 2742"/>
              <a:gd name="T57" fmla="*/ 2641 h 3380"/>
              <a:gd name="T58" fmla="*/ 193 w 2742"/>
              <a:gd name="T59" fmla="*/ 2597 h 3380"/>
              <a:gd name="T60" fmla="*/ 217 w 2742"/>
              <a:gd name="T61" fmla="*/ 2570 h 3380"/>
              <a:gd name="T62" fmla="*/ 1027 w 2742"/>
              <a:gd name="T63" fmla="*/ 3129 h 3380"/>
              <a:gd name="T64" fmla="*/ 866 w 2742"/>
              <a:gd name="T65" fmla="*/ 3129 h 3380"/>
              <a:gd name="T66" fmla="*/ 740 w 2742"/>
              <a:gd name="T67" fmla="*/ 3253 h 3380"/>
              <a:gd name="T68" fmla="*/ 1027 w 2742"/>
              <a:gd name="T69" fmla="*/ 3379 h 3380"/>
              <a:gd name="T70" fmla="*/ 1613 w 2742"/>
              <a:gd name="T71" fmla="*/ 3379 h 3380"/>
              <a:gd name="T72" fmla="*/ 1739 w 2742"/>
              <a:gd name="T73" fmla="*/ 3253 h 3380"/>
              <a:gd name="T74" fmla="*/ 1613 w 2742"/>
              <a:gd name="T75" fmla="*/ 3129 h 3380"/>
              <a:gd name="T76" fmla="*/ 1439 w 2742"/>
              <a:gd name="T77" fmla="*/ 2891 h 3380"/>
              <a:gd name="T78" fmla="*/ 2741 w 2742"/>
              <a:gd name="T79" fmla="*/ 1358 h 3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42" h="3380">
                <a:moveTo>
                  <a:pt x="302" y="2468"/>
                </a:moveTo>
                <a:lnTo>
                  <a:pt x="398" y="2549"/>
                </a:lnTo>
                <a:lnTo>
                  <a:pt x="398" y="2549"/>
                </a:lnTo>
                <a:cubicBezTo>
                  <a:pt x="423" y="2570"/>
                  <a:pt x="459" y="2567"/>
                  <a:pt x="480" y="2543"/>
                </a:cubicBezTo>
                <a:lnTo>
                  <a:pt x="480" y="2543"/>
                </a:lnTo>
                <a:cubicBezTo>
                  <a:pt x="500" y="2518"/>
                  <a:pt x="498" y="2481"/>
                  <a:pt x="474" y="2460"/>
                </a:cubicBezTo>
                <a:lnTo>
                  <a:pt x="377" y="2379"/>
                </a:lnTo>
                <a:lnTo>
                  <a:pt x="2069" y="371"/>
                </a:lnTo>
                <a:lnTo>
                  <a:pt x="2152" y="441"/>
                </a:lnTo>
                <a:lnTo>
                  <a:pt x="2152" y="441"/>
                </a:lnTo>
                <a:cubicBezTo>
                  <a:pt x="2176" y="461"/>
                  <a:pt x="2213" y="459"/>
                  <a:pt x="2233" y="433"/>
                </a:cubicBezTo>
                <a:lnTo>
                  <a:pt x="2233" y="433"/>
                </a:lnTo>
                <a:cubicBezTo>
                  <a:pt x="2254" y="409"/>
                  <a:pt x="2251" y="372"/>
                  <a:pt x="2226" y="352"/>
                </a:cubicBezTo>
                <a:lnTo>
                  <a:pt x="2144" y="282"/>
                </a:lnTo>
                <a:lnTo>
                  <a:pt x="2182" y="236"/>
                </a:lnTo>
                <a:lnTo>
                  <a:pt x="2182" y="236"/>
                </a:lnTo>
                <a:cubicBezTo>
                  <a:pt x="2493" y="512"/>
                  <a:pt x="2689" y="914"/>
                  <a:pt x="2689" y="1358"/>
                </a:cubicBezTo>
                <a:lnTo>
                  <a:pt x="2689" y="1358"/>
                </a:lnTo>
                <a:cubicBezTo>
                  <a:pt x="2689" y="2186"/>
                  <a:pt x="2015" y="2860"/>
                  <a:pt x="1186" y="2860"/>
                </a:cubicBezTo>
                <a:lnTo>
                  <a:pt x="1186" y="2860"/>
                </a:lnTo>
                <a:cubicBezTo>
                  <a:pt x="833" y="2860"/>
                  <a:pt x="507" y="2736"/>
                  <a:pt x="250" y="2530"/>
                </a:cubicBezTo>
                <a:lnTo>
                  <a:pt x="302" y="2468"/>
                </a:lnTo>
                <a:close/>
                <a:moveTo>
                  <a:pt x="2741" y="1358"/>
                </a:moveTo>
                <a:lnTo>
                  <a:pt x="2741" y="1358"/>
                </a:lnTo>
                <a:cubicBezTo>
                  <a:pt x="2741" y="899"/>
                  <a:pt x="2539" y="485"/>
                  <a:pt x="2220" y="201"/>
                </a:cubicBezTo>
                <a:lnTo>
                  <a:pt x="2220" y="201"/>
                </a:lnTo>
                <a:cubicBezTo>
                  <a:pt x="2226" y="202"/>
                  <a:pt x="2234" y="203"/>
                  <a:pt x="2242" y="203"/>
                </a:cubicBezTo>
                <a:lnTo>
                  <a:pt x="2242" y="203"/>
                </a:lnTo>
                <a:cubicBezTo>
                  <a:pt x="2297" y="203"/>
                  <a:pt x="2343" y="157"/>
                  <a:pt x="2343" y="102"/>
                </a:cubicBezTo>
                <a:lnTo>
                  <a:pt x="2343" y="102"/>
                </a:lnTo>
                <a:cubicBezTo>
                  <a:pt x="2343" y="45"/>
                  <a:pt x="2297" y="0"/>
                  <a:pt x="2242" y="0"/>
                </a:cubicBezTo>
                <a:lnTo>
                  <a:pt x="2242" y="0"/>
                </a:lnTo>
                <a:cubicBezTo>
                  <a:pt x="2185" y="0"/>
                  <a:pt x="2140" y="45"/>
                  <a:pt x="2140" y="102"/>
                </a:cubicBezTo>
                <a:lnTo>
                  <a:pt x="2140" y="102"/>
                </a:lnTo>
                <a:cubicBezTo>
                  <a:pt x="2140" y="117"/>
                  <a:pt x="2144" y="132"/>
                  <a:pt x="2150" y="145"/>
                </a:cubicBezTo>
                <a:lnTo>
                  <a:pt x="2080" y="229"/>
                </a:lnTo>
                <a:lnTo>
                  <a:pt x="1971" y="137"/>
                </a:lnTo>
                <a:lnTo>
                  <a:pt x="1971" y="137"/>
                </a:lnTo>
                <a:cubicBezTo>
                  <a:pt x="1947" y="117"/>
                  <a:pt x="1910" y="120"/>
                  <a:pt x="1890" y="145"/>
                </a:cubicBezTo>
                <a:lnTo>
                  <a:pt x="1890" y="145"/>
                </a:lnTo>
                <a:cubicBezTo>
                  <a:pt x="1869" y="169"/>
                  <a:pt x="1872" y="206"/>
                  <a:pt x="1897" y="226"/>
                </a:cubicBezTo>
                <a:lnTo>
                  <a:pt x="2005" y="318"/>
                </a:lnTo>
                <a:lnTo>
                  <a:pt x="313" y="2326"/>
                </a:lnTo>
                <a:lnTo>
                  <a:pt x="218" y="2246"/>
                </a:lnTo>
                <a:lnTo>
                  <a:pt x="218" y="2246"/>
                </a:lnTo>
                <a:cubicBezTo>
                  <a:pt x="194" y="2225"/>
                  <a:pt x="157" y="2229"/>
                  <a:pt x="137" y="2253"/>
                </a:cubicBezTo>
                <a:lnTo>
                  <a:pt x="137" y="2253"/>
                </a:lnTo>
                <a:cubicBezTo>
                  <a:pt x="115" y="2277"/>
                  <a:pt x="119" y="2314"/>
                  <a:pt x="143" y="2336"/>
                </a:cubicBezTo>
                <a:lnTo>
                  <a:pt x="238" y="2415"/>
                </a:lnTo>
                <a:lnTo>
                  <a:pt x="130" y="2544"/>
                </a:lnTo>
                <a:lnTo>
                  <a:pt x="130" y="2544"/>
                </a:lnTo>
                <a:cubicBezTo>
                  <a:pt x="121" y="2542"/>
                  <a:pt x="111" y="2540"/>
                  <a:pt x="102" y="2540"/>
                </a:cubicBezTo>
                <a:lnTo>
                  <a:pt x="102" y="2540"/>
                </a:lnTo>
                <a:cubicBezTo>
                  <a:pt x="45" y="2540"/>
                  <a:pt x="0" y="2585"/>
                  <a:pt x="0" y="2641"/>
                </a:cubicBezTo>
                <a:lnTo>
                  <a:pt x="0" y="2641"/>
                </a:lnTo>
                <a:cubicBezTo>
                  <a:pt x="0" y="2698"/>
                  <a:pt x="45" y="2743"/>
                  <a:pt x="102" y="2743"/>
                </a:cubicBezTo>
                <a:lnTo>
                  <a:pt x="102" y="2743"/>
                </a:lnTo>
                <a:cubicBezTo>
                  <a:pt x="158" y="2743"/>
                  <a:pt x="204" y="2698"/>
                  <a:pt x="204" y="2641"/>
                </a:cubicBezTo>
                <a:lnTo>
                  <a:pt x="204" y="2641"/>
                </a:lnTo>
                <a:cubicBezTo>
                  <a:pt x="204" y="2626"/>
                  <a:pt x="200" y="2611"/>
                  <a:pt x="193" y="2597"/>
                </a:cubicBezTo>
                <a:lnTo>
                  <a:pt x="217" y="2570"/>
                </a:lnTo>
                <a:lnTo>
                  <a:pt x="217" y="2570"/>
                </a:lnTo>
                <a:cubicBezTo>
                  <a:pt x="444" y="2752"/>
                  <a:pt x="723" y="2873"/>
                  <a:pt x="1027" y="2904"/>
                </a:cubicBezTo>
                <a:lnTo>
                  <a:pt x="1027" y="3129"/>
                </a:lnTo>
                <a:lnTo>
                  <a:pt x="866" y="3129"/>
                </a:lnTo>
                <a:lnTo>
                  <a:pt x="866" y="3129"/>
                </a:lnTo>
                <a:cubicBezTo>
                  <a:pt x="797" y="3129"/>
                  <a:pt x="740" y="3185"/>
                  <a:pt x="740" y="3253"/>
                </a:cubicBezTo>
                <a:lnTo>
                  <a:pt x="740" y="3253"/>
                </a:lnTo>
                <a:cubicBezTo>
                  <a:pt x="740" y="3323"/>
                  <a:pt x="797" y="3379"/>
                  <a:pt x="866" y="3379"/>
                </a:cubicBezTo>
                <a:lnTo>
                  <a:pt x="1027" y="3379"/>
                </a:lnTo>
                <a:lnTo>
                  <a:pt x="1439" y="3379"/>
                </a:lnTo>
                <a:lnTo>
                  <a:pt x="1613" y="3379"/>
                </a:lnTo>
                <a:lnTo>
                  <a:pt x="1613" y="3379"/>
                </a:lnTo>
                <a:cubicBezTo>
                  <a:pt x="1683" y="3379"/>
                  <a:pt x="1739" y="3323"/>
                  <a:pt x="1739" y="3253"/>
                </a:cubicBezTo>
                <a:lnTo>
                  <a:pt x="1739" y="3253"/>
                </a:lnTo>
                <a:cubicBezTo>
                  <a:pt x="1739" y="3185"/>
                  <a:pt x="1683" y="3129"/>
                  <a:pt x="1613" y="3129"/>
                </a:cubicBezTo>
                <a:lnTo>
                  <a:pt x="1439" y="3129"/>
                </a:lnTo>
                <a:lnTo>
                  <a:pt x="1439" y="2891"/>
                </a:lnTo>
                <a:lnTo>
                  <a:pt x="1439" y="2891"/>
                </a:lnTo>
                <a:cubicBezTo>
                  <a:pt x="2176" y="2771"/>
                  <a:pt x="2741" y="2129"/>
                  <a:pt x="2741" y="1358"/>
                </a:cubicBezTo>
                <a:close/>
              </a:path>
            </a:pathLst>
          </a:custGeom>
          <a:solidFill>
            <a:srgbClr val="DCDFE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8" name="Freeform 11">
            <a:extLst>
              <a:ext uri="{FF2B5EF4-FFF2-40B4-BE49-F238E27FC236}">
                <a16:creationId xmlns:a16="http://schemas.microsoft.com/office/drawing/2014/main" id="{B82998DA-EA60-4779-B214-6638BEBCDAFA}"/>
              </a:ext>
            </a:extLst>
          </p:cNvPr>
          <p:cNvSpPr>
            <a:spLocks noChangeArrowheads="1"/>
          </p:cNvSpPr>
          <p:nvPr/>
        </p:nvSpPr>
        <p:spPr bwMode="auto">
          <a:xfrm>
            <a:off x="2901694" y="2974570"/>
            <a:ext cx="1192754" cy="1190760"/>
          </a:xfrm>
          <a:custGeom>
            <a:avLst/>
            <a:gdLst>
              <a:gd name="T0" fmla="*/ 2635 w 2636"/>
              <a:gd name="T1" fmla="*/ 1316 h 2634"/>
              <a:gd name="T2" fmla="*/ 2635 w 2636"/>
              <a:gd name="T3" fmla="*/ 1316 h 2634"/>
              <a:gd name="T4" fmla="*/ 1318 w 2636"/>
              <a:gd name="T5" fmla="*/ 2633 h 2634"/>
              <a:gd name="T6" fmla="*/ 1318 w 2636"/>
              <a:gd name="T7" fmla="*/ 2633 h 2634"/>
              <a:gd name="T8" fmla="*/ 0 w 2636"/>
              <a:gd name="T9" fmla="*/ 1316 h 2634"/>
              <a:gd name="T10" fmla="*/ 0 w 2636"/>
              <a:gd name="T11" fmla="*/ 1316 h 2634"/>
              <a:gd name="T12" fmla="*/ 1318 w 2636"/>
              <a:gd name="T13" fmla="*/ 0 h 2634"/>
              <a:gd name="T14" fmla="*/ 1318 w 2636"/>
              <a:gd name="T15" fmla="*/ 0 h 2634"/>
              <a:gd name="T16" fmla="*/ 2635 w 2636"/>
              <a:gd name="T17" fmla="*/ 1316 h 2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6" h="2634">
                <a:moveTo>
                  <a:pt x="2635" y="1316"/>
                </a:moveTo>
                <a:lnTo>
                  <a:pt x="2635" y="1316"/>
                </a:lnTo>
                <a:cubicBezTo>
                  <a:pt x="2635" y="2044"/>
                  <a:pt x="2046" y="2633"/>
                  <a:pt x="1318" y="2633"/>
                </a:cubicBezTo>
                <a:lnTo>
                  <a:pt x="1318" y="2633"/>
                </a:lnTo>
                <a:cubicBezTo>
                  <a:pt x="591" y="2633"/>
                  <a:pt x="0" y="2044"/>
                  <a:pt x="0" y="1316"/>
                </a:cubicBezTo>
                <a:lnTo>
                  <a:pt x="0" y="1316"/>
                </a:lnTo>
                <a:cubicBezTo>
                  <a:pt x="0" y="589"/>
                  <a:pt x="591" y="0"/>
                  <a:pt x="1318" y="0"/>
                </a:cubicBezTo>
                <a:lnTo>
                  <a:pt x="1318" y="0"/>
                </a:lnTo>
                <a:cubicBezTo>
                  <a:pt x="2046" y="0"/>
                  <a:pt x="2635" y="589"/>
                  <a:pt x="2635" y="1316"/>
                </a:cubicBez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09" name="Freeform 12">
            <a:extLst>
              <a:ext uri="{FF2B5EF4-FFF2-40B4-BE49-F238E27FC236}">
                <a16:creationId xmlns:a16="http://schemas.microsoft.com/office/drawing/2014/main" id="{299A42E5-5E3C-4D89-AA26-57BDFF8042AC}"/>
              </a:ext>
            </a:extLst>
          </p:cNvPr>
          <p:cNvSpPr>
            <a:spLocks noChangeArrowheads="1"/>
          </p:cNvSpPr>
          <p:nvPr/>
        </p:nvSpPr>
        <p:spPr bwMode="auto">
          <a:xfrm>
            <a:off x="3023362" y="2982549"/>
            <a:ext cx="829742" cy="1152862"/>
          </a:xfrm>
          <a:custGeom>
            <a:avLst/>
            <a:gdLst>
              <a:gd name="T0" fmla="*/ 1832 w 1833"/>
              <a:gd name="T1" fmla="*/ 1720 h 2550"/>
              <a:gd name="T2" fmla="*/ 1599 w 1833"/>
              <a:gd name="T3" fmla="*/ 1529 h 2550"/>
              <a:gd name="T4" fmla="*/ 1549 w 1833"/>
              <a:gd name="T5" fmla="*/ 1294 h 2550"/>
              <a:gd name="T6" fmla="*/ 1258 w 1833"/>
              <a:gd name="T7" fmla="*/ 1338 h 2550"/>
              <a:gd name="T8" fmla="*/ 1048 w 1833"/>
              <a:gd name="T9" fmla="*/ 1294 h 2550"/>
              <a:gd name="T10" fmla="*/ 950 w 1833"/>
              <a:gd name="T11" fmla="*/ 1412 h 2550"/>
              <a:gd name="T12" fmla="*/ 875 w 1833"/>
              <a:gd name="T13" fmla="*/ 1294 h 2550"/>
              <a:gd name="T14" fmla="*/ 792 w 1833"/>
              <a:gd name="T15" fmla="*/ 1196 h 2550"/>
              <a:gd name="T16" fmla="*/ 817 w 1833"/>
              <a:gd name="T17" fmla="*/ 922 h 2550"/>
              <a:gd name="T18" fmla="*/ 950 w 1833"/>
              <a:gd name="T19" fmla="*/ 640 h 2550"/>
              <a:gd name="T20" fmla="*/ 875 w 1833"/>
              <a:gd name="T21" fmla="*/ 365 h 2550"/>
              <a:gd name="T22" fmla="*/ 825 w 1833"/>
              <a:gd name="T23" fmla="*/ 66 h 2550"/>
              <a:gd name="T24" fmla="*/ 806 w 1833"/>
              <a:gd name="T25" fmla="*/ 0 h 2550"/>
              <a:gd name="T26" fmla="*/ 806 w 1833"/>
              <a:gd name="T27" fmla="*/ 0 h 2550"/>
              <a:gd name="T28" fmla="*/ 0 w 1833"/>
              <a:gd name="T29" fmla="*/ 496 h 2550"/>
              <a:gd name="T30" fmla="*/ 218 w 1833"/>
              <a:gd name="T31" fmla="*/ 848 h 2550"/>
              <a:gd name="T32" fmla="*/ 417 w 1833"/>
              <a:gd name="T33" fmla="*/ 1104 h 2550"/>
              <a:gd name="T34" fmla="*/ 609 w 1833"/>
              <a:gd name="T35" fmla="*/ 1142 h 2550"/>
              <a:gd name="T36" fmla="*/ 792 w 1833"/>
              <a:gd name="T37" fmla="*/ 1346 h 2550"/>
              <a:gd name="T38" fmla="*/ 867 w 1833"/>
              <a:gd name="T39" fmla="*/ 1495 h 2550"/>
              <a:gd name="T40" fmla="*/ 992 w 1833"/>
              <a:gd name="T41" fmla="*/ 1562 h 2550"/>
              <a:gd name="T42" fmla="*/ 992 w 1833"/>
              <a:gd name="T43" fmla="*/ 1562 h 2550"/>
              <a:gd name="T44" fmla="*/ 1308 w 1833"/>
              <a:gd name="T45" fmla="*/ 1844 h 2550"/>
              <a:gd name="T46" fmla="*/ 1308 w 1833"/>
              <a:gd name="T47" fmla="*/ 1844 h 2550"/>
              <a:gd name="T48" fmla="*/ 1391 w 1833"/>
              <a:gd name="T49" fmla="*/ 2261 h 2550"/>
              <a:gd name="T50" fmla="*/ 1449 w 1833"/>
              <a:gd name="T51" fmla="*/ 2469 h 2550"/>
              <a:gd name="T52" fmla="*/ 1449 w 1833"/>
              <a:gd name="T53" fmla="*/ 2549 h 2550"/>
              <a:gd name="T54" fmla="*/ 1449 w 1833"/>
              <a:gd name="T55" fmla="*/ 2549 h 2550"/>
              <a:gd name="T56" fmla="*/ 1483 w 1833"/>
              <a:gd name="T57" fmla="*/ 2537 h 2550"/>
              <a:gd name="T58" fmla="*/ 1649 w 1833"/>
              <a:gd name="T59" fmla="*/ 2169 h 2550"/>
              <a:gd name="T60" fmla="*/ 1832 w 1833"/>
              <a:gd name="T61" fmla="*/ 1720 h 2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33" h="2550">
                <a:moveTo>
                  <a:pt x="1832" y="1720"/>
                </a:moveTo>
                <a:lnTo>
                  <a:pt x="1599" y="1529"/>
                </a:lnTo>
                <a:lnTo>
                  <a:pt x="1549" y="1294"/>
                </a:lnTo>
                <a:lnTo>
                  <a:pt x="1258" y="1338"/>
                </a:lnTo>
                <a:lnTo>
                  <a:pt x="1048" y="1294"/>
                </a:lnTo>
                <a:lnTo>
                  <a:pt x="950" y="1412"/>
                </a:lnTo>
                <a:lnTo>
                  <a:pt x="875" y="1294"/>
                </a:lnTo>
                <a:lnTo>
                  <a:pt x="792" y="1196"/>
                </a:lnTo>
                <a:lnTo>
                  <a:pt x="817" y="922"/>
                </a:lnTo>
                <a:lnTo>
                  <a:pt x="950" y="640"/>
                </a:lnTo>
                <a:lnTo>
                  <a:pt x="875" y="365"/>
                </a:lnTo>
                <a:lnTo>
                  <a:pt x="825" y="66"/>
                </a:lnTo>
                <a:lnTo>
                  <a:pt x="806" y="0"/>
                </a:lnTo>
                <a:lnTo>
                  <a:pt x="806" y="0"/>
                </a:lnTo>
                <a:cubicBezTo>
                  <a:pt x="478" y="61"/>
                  <a:pt x="194" y="242"/>
                  <a:pt x="0" y="496"/>
                </a:cubicBezTo>
                <a:lnTo>
                  <a:pt x="218" y="848"/>
                </a:lnTo>
                <a:lnTo>
                  <a:pt x="417" y="1104"/>
                </a:lnTo>
                <a:lnTo>
                  <a:pt x="609" y="1142"/>
                </a:lnTo>
                <a:lnTo>
                  <a:pt x="792" y="1346"/>
                </a:lnTo>
                <a:lnTo>
                  <a:pt x="867" y="1495"/>
                </a:lnTo>
                <a:lnTo>
                  <a:pt x="992" y="1562"/>
                </a:lnTo>
                <a:lnTo>
                  <a:pt x="992" y="1562"/>
                </a:lnTo>
                <a:cubicBezTo>
                  <a:pt x="992" y="1562"/>
                  <a:pt x="1215" y="1578"/>
                  <a:pt x="1308" y="1844"/>
                </a:cubicBezTo>
                <a:lnTo>
                  <a:pt x="1308" y="1844"/>
                </a:lnTo>
                <a:cubicBezTo>
                  <a:pt x="1399" y="2111"/>
                  <a:pt x="1391" y="2261"/>
                  <a:pt x="1391" y="2261"/>
                </a:cubicBezTo>
                <a:lnTo>
                  <a:pt x="1449" y="2469"/>
                </a:lnTo>
                <a:lnTo>
                  <a:pt x="1449" y="2549"/>
                </a:lnTo>
                <a:lnTo>
                  <a:pt x="1449" y="2549"/>
                </a:lnTo>
                <a:cubicBezTo>
                  <a:pt x="1460" y="2545"/>
                  <a:pt x="1472" y="2542"/>
                  <a:pt x="1483" y="2537"/>
                </a:cubicBezTo>
                <a:lnTo>
                  <a:pt x="1649" y="2169"/>
                </a:lnTo>
                <a:lnTo>
                  <a:pt x="1832" y="1720"/>
                </a:lnTo>
              </a:path>
            </a:pathLst>
          </a:custGeom>
          <a:solidFill>
            <a:srgbClr val="0E167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0" name="Freeform 16">
            <a:extLst>
              <a:ext uri="{FF2B5EF4-FFF2-40B4-BE49-F238E27FC236}">
                <a16:creationId xmlns:a16="http://schemas.microsoft.com/office/drawing/2014/main" id="{AFBA5BC1-172B-473C-9C48-4662B976D72F}"/>
              </a:ext>
            </a:extLst>
          </p:cNvPr>
          <p:cNvSpPr>
            <a:spLocks noChangeArrowheads="1"/>
          </p:cNvSpPr>
          <p:nvPr/>
        </p:nvSpPr>
        <p:spPr bwMode="auto">
          <a:xfrm>
            <a:off x="1331967" y="2958614"/>
            <a:ext cx="935453" cy="1152862"/>
          </a:xfrm>
          <a:custGeom>
            <a:avLst/>
            <a:gdLst>
              <a:gd name="T0" fmla="*/ 2068 w 2069"/>
              <a:gd name="T1" fmla="*/ 395 h 2551"/>
              <a:gd name="T2" fmla="*/ 1455 w 2069"/>
              <a:gd name="T3" fmla="*/ 0 h 2551"/>
              <a:gd name="T4" fmla="*/ 1455 w 2069"/>
              <a:gd name="T5" fmla="*/ 0 h 2551"/>
              <a:gd name="T6" fmla="*/ 240 w 2069"/>
              <a:gd name="T7" fmla="*/ 1311 h 2551"/>
              <a:gd name="T8" fmla="*/ 240 w 2069"/>
              <a:gd name="T9" fmla="*/ 1311 h 2551"/>
              <a:gd name="T10" fmla="*/ 40 w 2069"/>
              <a:gd name="T11" fmla="*/ 1854 h 2551"/>
              <a:gd name="T12" fmla="*/ 40 w 2069"/>
              <a:gd name="T13" fmla="*/ 1854 h 2551"/>
              <a:gd name="T14" fmla="*/ 0 w 2069"/>
              <a:gd name="T15" fmla="*/ 2006 h 2551"/>
              <a:gd name="T16" fmla="*/ 416 w 2069"/>
              <a:gd name="T17" fmla="*/ 2275 h 2551"/>
              <a:gd name="T18" fmla="*/ 425 w 2069"/>
              <a:gd name="T19" fmla="*/ 2281 h 2551"/>
              <a:gd name="T20" fmla="*/ 841 w 2069"/>
              <a:gd name="T21" fmla="*/ 2550 h 2551"/>
              <a:gd name="T22" fmla="*/ 841 w 2069"/>
              <a:gd name="T23" fmla="*/ 2550 h 2551"/>
              <a:gd name="T24" fmla="*/ 965 w 2069"/>
              <a:gd name="T25" fmla="*/ 2449 h 2551"/>
              <a:gd name="T26" fmla="*/ 965 w 2069"/>
              <a:gd name="T27" fmla="*/ 2449 h 2551"/>
              <a:gd name="T28" fmla="*/ 1378 w 2069"/>
              <a:gd name="T29" fmla="*/ 2041 h 2551"/>
              <a:gd name="T30" fmla="*/ 1378 w 2069"/>
              <a:gd name="T31" fmla="*/ 2041 h 2551"/>
              <a:gd name="T32" fmla="*/ 2068 w 2069"/>
              <a:gd name="T33" fmla="*/ 395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69" h="2551">
                <a:moveTo>
                  <a:pt x="2068" y="395"/>
                </a:moveTo>
                <a:lnTo>
                  <a:pt x="1455" y="0"/>
                </a:lnTo>
                <a:lnTo>
                  <a:pt x="1455" y="0"/>
                </a:lnTo>
                <a:cubicBezTo>
                  <a:pt x="1069" y="210"/>
                  <a:pt x="573" y="602"/>
                  <a:pt x="240" y="1311"/>
                </a:cubicBezTo>
                <a:lnTo>
                  <a:pt x="240" y="1311"/>
                </a:lnTo>
                <a:cubicBezTo>
                  <a:pt x="163" y="1474"/>
                  <a:pt x="95" y="1655"/>
                  <a:pt x="40" y="1854"/>
                </a:cubicBezTo>
                <a:lnTo>
                  <a:pt x="40" y="1854"/>
                </a:lnTo>
                <a:cubicBezTo>
                  <a:pt x="25" y="1904"/>
                  <a:pt x="12" y="1954"/>
                  <a:pt x="0" y="2006"/>
                </a:cubicBezTo>
                <a:lnTo>
                  <a:pt x="416" y="2275"/>
                </a:lnTo>
                <a:lnTo>
                  <a:pt x="425" y="2281"/>
                </a:lnTo>
                <a:lnTo>
                  <a:pt x="841" y="2550"/>
                </a:lnTo>
                <a:lnTo>
                  <a:pt x="841" y="2550"/>
                </a:lnTo>
                <a:cubicBezTo>
                  <a:pt x="884" y="2516"/>
                  <a:pt x="926" y="2483"/>
                  <a:pt x="965" y="2449"/>
                </a:cubicBezTo>
                <a:lnTo>
                  <a:pt x="965" y="2449"/>
                </a:lnTo>
                <a:cubicBezTo>
                  <a:pt x="1123" y="2315"/>
                  <a:pt x="1260" y="2179"/>
                  <a:pt x="1378" y="2041"/>
                </a:cubicBezTo>
                <a:lnTo>
                  <a:pt x="1378" y="2041"/>
                </a:lnTo>
                <a:cubicBezTo>
                  <a:pt x="1886" y="1445"/>
                  <a:pt x="2037" y="834"/>
                  <a:pt x="2068" y="395"/>
                </a:cubicBezTo>
              </a:path>
            </a:pathLst>
          </a:custGeom>
          <a:solidFill>
            <a:srgbClr val="DCDFE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1" name="Freeform 17">
            <a:extLst>
              <a:ext uri="{FF2B5EF4-FFF2-40B4-BE49-F238E27FC236}">
                <a16:creationId xmlns:a16="http://schemas.microsoft.com/office/drawing/2014/main" id="{80804034-85B4-4A07-93A0-759BBEB668FE}"/>
              </a:ext>
            </a:extLst>
          </p:cNvPr>
          <p:cNvSpPr>
            <a:spLocks noChangeArrowheads="1"/>
          </p:cNvSpPr>
          <p:nvPr/>
        </p:nvSpPr>
        <p:spPr bwMode="auto">
          <a:xfrm>
            <a:off x="1810663" y="3170039"/>
            <a:ext cx="285223" cy="285225"/>
          </a:xfrm>
          <a:custGeom>
            <a:avLst/>
            <a:gdLst>
              <a:gd name="T0" fmla="*/ 547 w 630"/>
              <a:gd name="T1" fmla="*/ 465 h 630"/>
              <a:gd name="T2" fmla="*/ 547 w 630"/>
              <a:gd name="T3" fmla="*/ 465 h 630"/>
              <a:gd name="T4" fmla="*/ 165 w 630"/>
              <a:gd name="T5" fmla="*/ 548 h 630"/>
              <a:gd name="T6" fmla="*/ 165 w 630"/>
              <a:gd name="T7" fmla="*/ 548 h 630"/>
              <a:gd name="T8" fmla="*/ 82 w 630"/>
              <a:gd name="T9" fmla="*/ 165 h 630"/>
              <a:gd name="T10" fmla="*/ 82 w 630"/>
              <a:gd name="T11" fmla="*/ 165 h 630"/>
              <a:gd name="T12" fmla="*/ 464 w 630"/>
              <a:gd name="T13" fmla="*/ 83 h 630"/>
              <a:gd name="T14" fmla="*/ 464 w 630"/>
              <a:gd name="T15" fmla="*/ 83 h 630"/>
              <a:gd name="T16" fmla="*/ 547 w 630"/>
              <a:gd name="T17" fmla="*/ 465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0" h="630">
                <a:moveTo>
                  <a:pt x="547" y="465"/>
                </a:moveTo>
                <a:lnTo>
                  <a:pt x="547" y="465"/>
                </a:lnTo>
                <a:cubicBezTo>
                  <a:pt x="464" y="592"/>
                  <a:pt x="294" y="629"/>
                  <a:pt x="165" y="548"/>
                </a:cubicBezTo>
                <a:lnTo>
                  <a:pt x="165" y="548"/>
                </a:lnTo>
                <a:cubicBezTo>
                  <a:pt x="37" y="465"/>
                  <a:pt x="0" y="293"/>
                  <a:pt x="82" y="165"/>
                </a:cubicBezTo>
                <a:lnTo>
                  <a:pt x="82" y="165"/>
                </a:lnTo>
                <a:cubicBezTo>
                  <a:pt x="165" y="38"/>
                  <a:pt x="336" y="0"/>
                  <a:pt x="464" y="83"/>
                </a:cubicBezTo>
                <a:lnTo>
                  <a:pt x="464" y="83"/>
                </a:lnTo>
                <a:cubicBezTo>
                  <a:pt x="592" y="165"/>
                  <a:pt x="629" y="336"/>
                  <a:pt x="547" y="465"/>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2" name="Freeform 18">
            <a:extLst>
              <a:ext uri="{FF2B5EF4-FFF2-40B4-BE49-F238E27FC236}">
                <a16:creationId xmlns:a16="http://schemas.microsoft.com/office/drawing/2014/main" id="{667F3D7B-9E05-4790-B6E7-5CCB4724DC08}"/>
              </a:ext>
            </a:extLst>
          </p:cNvPr>
          <p:cNvSpPr>
            <a:spLocks noChangeArrowheads="1"/>
          </p:cNvSpPr>
          <p:nvPr/>
        </p:nvSpPr>
        <p:spPr bwMode="auto">
          <a:xfrm>
            <a:off x="1840582" y="3199958"/>
            <a:ext cx="227381" cy="227381"/>
          </a:xfrm>
          <a:custGeom>
            <a:avLst/>
            <a:gdLst>
              <a:gd name="T0" fmla="*/ 436 w 502"/>
              <a:gd name="T1" fmla="*/ 371 h 503"/>
              <a:gd name="T2" fmla="*/ 436 w 502"/>
              <a:gd name="T3" fmla="*/ 371 h 503"/>
              <a:gd name="T4" fmla="*/ 131 w 502"/>
              <a:gd name="T5" fmla="*/ 437 h 503"/>
              <a:gd name="T6" fmla="*/ 131 w 502"/>
              <a:gd name="T7" fmla="*/ 437 h 503"/>
              <a:gd name="T8" fmla="*/ 65 w 502"/>
              <a:gd name="T9" fmla="*/ 132 h 503"/>
              <a:gd name="T10" fmla="*/ 65 w 502"/>
              <a:gd name="T11" fmla="*/ 132 h 503"/>
              <a:gd name="T12" fmla="*/ 370 w 502"/>
              <a:gd name="T13" fmla="*/ 66 h 503"/>
              <a:gd name="T14" fmla="*/ 370 w 502"/>
              <a:gd name="T15" fmla="*/ 66 h 503"/>
              <a:gd name="T16" fmla="*/ 436 w 502"/>
              <a:gd name="T17" fmla="*/ 37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3">
                <a:moveTo>
                  <a:pt x="436" y="371"/>
                </a:moveTo>
                <a:lnTo>
                  <a:pt x="436" y="371"/>
                </a:lnTo>
                <a:cubicBezTo>
                  <a:pt x="370" y="473"/>
                  <a:pt x="234" y="502"/>
                  <a:pt x="131" y="437"/>
                </a:cubicBezTo>
                <a:lnTo>
                  <a:pt x="131" y="437"/>
                </a:lnTo>
                <a:cubicBezTo>
                  <a:pt x="29" y="371"/>
                  <a:pt x="0" y="234"/>
                  <a:pt x="65" y="132"/>
                </a:cubicBezTo>
                <a:lnTo>
                  <a:pt x="65" y="132"/>
                </a:lnTo>
                <a:cubicBezTo>
                  <a:pt x="131" y="29"/>
                  <a:pt x="267" y="0"/>
                  <a:pt x="370" y="66"/>
                </a:cubicBezTo>
                <a:lnTo>
                  <a:pt x="370" y="66"/>
                </a:lnTo>
                <a:cubicBezTo>
                  <a:pt x="472" y="132"/>
                  <a:pt x="501" y="268"/>
                  <a:pt x="436" y="37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3" name="Freeform 19">
            <a:extLst>
              <a:ext uri="{FF2B5EF4-FFF2-40B4-BE49-F238E27FC236}">
                <a16:creationId xmlns:a16="http://schemas.microsoft.com/office/drawing/2014/main" id="{D612F8E2-1E78-4B00-8818-0943F7F4EFA0}"/>
              </a:ext>
            </a:extLst>
          </p:cNvPr>
          <p:cNvSpPr>
            <a:spLocks noChangeArrowheads="1"/>
          </p:cNvSpPr>
          <p:nvPr/>
        </p:nvSpPr>
        <p:spPr bwMode="auto">
          <a:xfrm>
            <a:off x="1840582" y="3199958"/>
            <a:ext cx="227381" cy="227381"/>
          </a:xfrm>
          <a:custGeom>
            <a:avLst/>
            <a:gdLst>
              <a:gd name="T0" fmla="*/ 436 w 502"/>
              <a:gd name="T1" fmla="*/ 371 h 503"/>
              <a:gd name="T2" fmla="*/ 436 w 502"/>
              <a:gd name="T3" fmla="*/ 371 h 503"/>
              <a:gd name="T4" fmla="*/ 131 w 502"/>
              <a:gd name="T5" fmla="*/ 437 h 503"/>
              <a:gd name="T6" fmla="*/ 131 w 502"/>
              <a:gd name="T7" fmla="*/ 437 h 503"/>
              <a:gd name="T8" fmla="*/ 65 w 502"/>
              <a:gd name="T9" fmla="*/ 132 h 503"/>
              <a:gd name="T10" fmla="*/ 65 w 502"/>
              <a:gd name="T11" fmla="*/ 132 h 503"/>
              <a:gd name="T12" fmla="*/ 370 w 502"/>
              <a:gd name="T13" fmla="*/ 66 h 503"/>
              <a:gd name="T14" fmla="*/ 370 w 502"/>
              <a:gd name="T15" fmla="*/ 66 h 503"/>
              <a:gd name="T16" fmla="*/ 436 w 502"/>
              <a:gd name="T17" fmla="*/ 37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2" h="503">
                <a:moveTo>
                  <a:pt x="436" y="371"/>
                </a:moveTo>
                <a:lnTo>
                  <a:pt x="436" y="371"/>
                </a:lnTo>
                <a:cubicBezTo>
                  <a:pt x="370" y="473"/>
                  <a:pt x="234" y="502"/>
                  <a:pt x="131" y="437"/>
                </a:cubicBezTo>
                <a:lnTo>
                  <a:pt x="131" y="437"/>
                </a:lnTo>
                <a:cubicBezTo>
                  <a:pt x="29" y="371"/>
                  <a:pt x="0" y="234"/>
                  <a:pt x="65" y="132"/>
                </a:cubicBezTo>
                <a:lnTo>
                  <a:pt x="65" y="132"/>
                </a:lnTo>
                <a:cubicBezTo>
                  <a:pt x="131" y="29"/>
                  <a:pt x="267" y="0"/>
                  <a:pt x="370" y="66"/>
                </a:cubicBezTo>
                <a:lnTo>
                  <a:pt x="370" y="66"/>
                </a:lnTo>
                <a:cubicBezTo>
                  <a:pt x="472" y="132"/>
                  <a:pt x="501" y="268"/>
                  <a:pt x="436" y="371"/>
                </a:cubicBezTo>
              </a:path>
            </a:pathLst>
          </a:custGeom>
          <a:solidFill>
            <a:srgbClr val="F95023">
              <a:alpha val="50000"/>
            </a:srgbClr>
          </a:solidFill>
          <a:ln>
            <a:noFill/>
          </a:ln>
          <a:effectLst/>
        </p:spPr>
        <p:txBody>
          <a:bodyPr wrap="none" anchor="ctr"/>
          <a:lstStyle/>
          <a:p>
            <a:endParaRPr lang="en-US" sz="900" dirty="0">
              <a:latin typeface="Raleway Light" panose="020B0403030101060003" pitchFamily="34" charset="0"/>
            </a:endParaRPr>
          </a:p>
        </p:txBody>
      </p:sp>
      <p:sp>
        <p:nvSpPr>
          <p:cNvPr id="514" name="Freeform 20">
            <a:extLst>
              <a:ext uri="{FF2B5EF4-FFF2-40B4-BE49-F238E27FC236}">
                <a16:creationId xmlns:a16="http://schemas.microsoft.com/office/drawing/2014/main" id="{C2F797C5-E443-4347-BEE1-010011F0138E}"/>
              </a:ext>
            </a:extLst>
          </p:cNvPr>
          <p:cNvSpPr>
            <a:spLocks noChangeArrowheads="1"/>
          </p:cNvSpPr>
          <p:nvPr/>
        </p:nvSpPr>
        <p:spPr bwMode="auto">
          <a:xfrm>
            <a:off x="1854545" y="3291707"/>
            <a:ext cx="203447" cy="135631"/>
          </a:xfrm>
          <a:custGeom>
            <a:avLst/>
            <a:gdLst>
              <a:gd name="T0" fmla="*/ 100 w 448"/>
              <a:gd name="T1" fmla="*/ 233 h 299"/>
              <a:gd name="T2" fmla="*/ 100 w 448"/>
              <a:gd name="T3" fmla="*/ 233 h 299"/>
              <a:gd name="T4" fmla="*/ 405 w 448"/>
              <a:gd name="T5" fmla="*/ 167 h 299"/>
              <a:gd name="T6" fmla="*/ 405 w 448"/>
              <a:gd name="T7" fmla="*/ 167 h 299"/>
              <a:gd name="T8" fmla="*/ 435 w 448"/>
              <a:gd name="T9" fmla="*/ 0 h 299"/>
              <a:gd name="T10" fmla="*/ 0 w 448"/>
              <a:gd name="T11" fmla="*/ 66 h 299"/>
              <a:gd name="T12" fmla="*/ 0 w 448"/>
              <a:gd name="T13" fmla="*/ 66 h 299"/>
              <a:gd name="T14" fmla="*/ 100 w 448"/>
              <a:gd name="T15" fmla="*/ 233 h 2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299">
                <a:moveTo>
                  <a:pt x="100" y="233"/>
                </a:moveTo>
                <a:lnTo>
                  <a:pt x="100" y="233"/>
                </a:lnTo>
                <a:cubicBezTo>
                  <a:pt x="203" y="298"/>
                  <a:pt x="339" y="269"/>
                  <a:pt x="405" y="167"/>
                </a:cubicBezTo>
                <a:lnTo>
                  <a:pt x="405" y="167"/>
                </a:lnTo>
                <a:cubicBezTo>
                  <a:pt x="438" y="116"/>
                  <a:pt x="447" y="56"/>
                  <a:pt x="435" y="0"/>
                </a:cubicBezTo>
                <a:lnTo>
                  <a:pt x="0" y="66"/>
                </a:lnTo>
                <a:lnTo>
                  <a:pt x="0" y="66"/>
                </a:lnTo>
                <a:cubicBezTo>
                  <a:pt x="6" y="132"/>
                  <a:pt x="40" y="194"/>
                  <a:pt x="100" y="233"/>
                </a:cubicBezTo>
              </a:path>
            </a:pathLst>
          </a:custGeom>
          <a:solidFill>
            <a:srgbClr val="FFFFFF">
              <a:alpha val="20000"/>
            </a:srgbClr>
          </a:solidFill>
          <a:ln>
            <a:noFill/>
          </a:ln>
          <a:effectLst/>
        </p:spPr>
        <p:txBody>
          <a:bodyPr wrap="none" anchor="ctr"/>
          <a:lstStyle/>
          <a:p>
            <a:endParaRPr lang="en-US" sz="900" dirty="0">
              <a:latin typeface="Raleway Light" panose="020B0403030101060003" pitchFamily="34" charset="0"/>
            </a:endParaRPr>
          </a:p>
        </p:txBody>
      </p:sp>
      <p:sp>
        <p:nvSpPr>
          <p:cNvPr id="515" name="Freeform: Shape 514">
            <a:extLst>
              <a:ext uri="{FF2B5EF4-FFF2-40B4-BE49-F238E27FC236}">
                <a16:creationId xmlns:a16="http://schemas.microsoft.com/office/drawing/2014/main" id="{23053DC1-07B2-4048-8EFB-1BCDC888F145}"/>
              </a:ext>
            </a:extLst>
          </p:cNvPr>
          <p:cNvSpPr>
            <a:spLocks noChangeArrowheads="1"/>
          </p:cNvSpPr>
          <p:nvPr/>
        </p:nvSpPr>
        <p:spPr bwMode="auto">
          <a:xfrm>
            <a:off x="1835428" y="3196670"/>
            <a:ext cx="229420" cy="233562"/>
          </a:xfrm>
          <a:custGeom>
            <a:avLst/>
            <a:gdLst>
              <a:gd name="connsiteX0" fmla="*/ 249005 w 458839"/>
              <a:gd name="connsiteY0" fmla="*/ 443507 h 467124"/>
              <a:gd name="connsiteX1" fmla="*/ 257996 w 458839"/>
              <a:gd name="connsiteY1" fmla="*/ 445622 h 467124"/>
              <a:gd name="connsiteX2" fmla="*/ 261380 w 458839"/>
              <a:gd name="connsiteY2" fmla="*/ 462547 h 467124"/>
              <a:gd name="connsiteX3" fmla="*/ 245303 w 458839"/>
              <a:gd name="connsiteY3" fmla="*/ 465931 h 467124"/>
              <a:gd name="connsiteX4" fmla="*/ 241919 w 458839"/>
              <a:gd name="connsiteY4" fmla="*/ 449007 h 467124"/>
              <a:gd name="connsiteX5" fmla="*/ 249005 w 458839"/>
              <a:gd name="connsiteY5" fmla="*/ 443507 h 467124"/>
              <a:gd name="connsiteX6" fmla="*/ 108858 w 458839"/>
              <a:gd name="connsiteY6" fmla="*/ 408303 h 467124"/>
              <a:gd name="connsiteX7" fmla="*/ 117532 w 458839"/>
              <a:gd name="connsiteY7" fmla="*/ 410180 h 467124"/>
              <a:gd name="connsiteX8" fmla="*/ 121763 w 458839"/>
              <a:gd name="connsiteY8" fmla="*/ 428953 h 467124"/>
              <a:gd name="connsiteX9" fmla="*/ 104839 w 458839"/>
              <a:gd name="connsiteY9" fmla="*/ 432707 h 467124"/>
              <a:gd name="connsiteX10" fmla="*/ 101454 w 458839"/>
              <a:gd name="connsiteY10" fmla="*/ 414873 h 467124"/>
              <a:gd name="connsiteX11" fmla="*/ 108858 w 458839"/>
              <a:gd name="connsiteY11" fmla="*/ 408303 h 467124"/>
              <a:gd name="connsiteX12" fmla="*/ 376553 w 458839"/>
              <a:gd name="connsiteY12" fmla="*/ 391291 h 467124"/>
              <a:gd name="connsiteX13" fmla="*/ 385649 w 458839"/>
              <a:gd name="connsiteY13" fmla="*/ 393286 h 467124"/>
              <a:gd name="connsiteX14" fmla="*/ 389880 w 458839"/>
              <a:gd name="connsiteY14" fmla="*/ 411119 h 467124"/>
              <a:gd name="connsiteX15" fmla="*/ 372956 w 458839"/>
              <a:gd name="connsiteY15" fmla="*/ 415813 h 467124"/>
              <a:gd name="connsiteX16" fmla="*/ 368726 w 458839"/>
              <a:gd name="connsiteY16" fmla="*/ 397040 h 467124"/>
              <a:gd name="connsiteX17" fmla="*/ 376553 w 458839"/>
              <a:gd name="connsiteY17" fmla="*/ 391291 h 467124"/>
              <a:gd name="connsiteX18" fmla="*/ 21520 w 458839"/>
              <a:gd name="connsiteY18" fmla="*/ 299792 h 467124"/>
              <a:gd name="connsiteX19" fmla="*/ 30617 w 458839"/>
              <a:gd name="connsiteY19" fmla="*/ 301167 h 467124"/>
              <a:gd name="connsiteX20" fmla="*/ 34002 w 458839"/>
              <a:gd name="connsiteY20" fmla="*/ 318091 h 467124"/>
              <a:gd name="connsiteX21" fmla="*/ 17924 w 458839"/>
              <a:gd name="connsiteY21" fmla="*/ 321476 h 467124"/>
              <a:gd name="connsiteX22" fmla="*/ 13693 w 458839"/>
              <a:gd name="connsiteY22" fmla="*/ 305398 h 467124"/>
              <a:gd name="connsiteX23" fmla="*/ 21520 w 458839"/>
              <a:gd name="connsiteY23" fmla="*/ 299792 h 467124"/>
              <a:gd name="connsiteX24" fmla="*/ 443946 w 458839"/>
              <a:gd name="connsiteY24" fmla="*/ 288160 h 467124"/>
              <a:gd name="connsiteX25" fmla="*/ 452620 w 458839"/>
              <a:gd name="connsiteY25" fmla="*/ 290506 h 467124"/>
              <a:gd name="connsiteX26" fmla="*/ 457697 w 458839"/>
              <a:gd name="connsiteY26" fmla="*/ 308340 h 467124"/>
              <a:gd name="connsiteX27" fmla="*/ 439927 w 458839"/>
              <a:gd name="connsiteY27" fmla="*/ 313033 h 467124"/>
              <a:gd name="connsiteX28" fmla="*/ 436542 w 458839"/>
              <a:gd name="connsiteY28" fmla="*/ 294261 h 467124"/>
              <a:gd name="connsiteX29" fmla="*/ 443946 w 458839"/>
              <a:gd name="connsiteY29" fmla="*/ 288160 h 467124"/>
              <a:gd name="connsiteX30" fmla="*/ 9551 w 458839"/>
              <a:gd name="connsiteY30" fmla="*/ 160508 h 467124"/>
              <a:gd name="connsiteX31" fmla="*/ 18648 w 458839"/>
              <a:gd name="connsiteY31" fmla="*/ 162854 h 467124"/>
              <a:gd name="connsiteX32" fmla="*/ 22032 w 458839"/>
              <a:gd name="connsiteY32" fmla="*/ 181627 h 467124"/>
              <a:gd name="connsiteX33" fmla="*/ 5955 w 458839"/>
              <a:gd name="connsiteY33" fmla="*/ 185381 h 467124"/>
              <a:gd name="connsiteX34" fmla="*/ 1724 w 458839"/>
              <a:gd name="connsiteY34" fmla="*/ 166609 h 467124"/>
              <a:gd name="connsiteX35" fmla="*/ 9551 w 458839"/>
              <a:gd name="connsiteY35" fmla="*/ 160508 h 467124"/>
              <a:gd name="connsiteX36" fmla="*/ 444475 w 458839"/>
              <a:gd name="connsiteY36" fmla="*/ 144551 h 467124"/>
              <a:gd name="connsiteX37" fmla="*/ 453466 w 458839"/>
              <a:gd name="connsiteY37" fmla="*/ 146897 h 467124"/>
              <a:gd name="connsiteX38" fmla="*/ 456851 w 458839"/>
              <a:gd name="connsiteY38" fmla="*/ 164731 h 467124"/>
              <a:gd name="connsiteX39" fmla="*/ 440773 w 458839"/>
              <a:gd name="connsiteY39" fmla="*/ 168486 h 467124"/>
              <a:gd name="connsiteX40" fmla="*/ 437388 w 458839"/>
              <a:gd name="connsiteY40" fmla="*/ 150652 h 467124"/>
              <a:gd name="connsiteX41" fmla="*/ 444475 w 458839"/>
              <a:gd name="connsiteY41" fmla="*/ 144551 h 467124"/>
              <a:gd name="connsiteX42" fmla="*/ 77051 w 458839"/>
              <a:gd name="connsiteY42" fmla="*/ 56555 h 467124"/>
              <a:gd name="connsiteX43" fmla="*/ 86465 w 458839"/>
              <a:gd name="connsiteY43" fmla="*/ 58198 h 467124"/>
              <a:gd name="connsiteX44" fmla="*/ 89850 w 458839"/>
              <a:gd name="connsiteY44" fmla="*/ 76970 h 467124"/>
              <a:gd name="connsiteX45" fmla="*/ 72926 w 458839"/>
              <a:gd name="connsiteY45" fmla="*/ 80725 h 467124"/>
              <a:gd name="connsiteX46" fmla="*/ 69541 w 458839"/>
              <a:gd name="connsiteY46" fmla="*/ 61952 h 467124"/>
              <a:gd name="connsiteX47" fmla="*/ 77051 w 458839"/>
              <a:gd name="connsiteY47" fmla="*/ 56555 h 467124"/>
              <a:gd name="connsiteX48" fmla="*/ 357479 w 458839"/>
              <a:gd name="connsiteY48" fmla="*/ 32624 h 467124"/>
              <a:gd name="connsiteX49" fmla="*/ 367921 w 458839"/>
              <a:gd name="connsiteY49" fmla="*/ 34739 h 467124"/>
              <a:gd name="connsiteX50" fmla="*/ 371675 w 458839"/>
              <a:gd name="connsiteY50" fmla="*/ 50816 h 467124"/>
              <a:gd name="connsiteX51" fmla="*/ 352903 w 458839"/>
              <a:gd name="connsiteY51" fmla="*/ 54200 h 467124"/>
              <a:gd name="connsiteX52" fmla="*/ 349149 w 458839"/>
              <a:gd name="connsiteY52" fmla="*/ 38124 h 467124"/>
              <a:gd name="connsiteX53" fmla="*/ 357479 w 458839"/>
              <a:gd name="connsiteY53" fmla="*/ 32624 h 467124"/>
              <a:gd name="connsiteX54" fmla="*/ 219150 w 458839"/>
              <a:gd name="connsiteY54" fmla="*/ 181 h 467124"/>
              <a:gd name="connsiteX55" fmla="*/ 229240 w 458839"/>
              <a:gd name="connsiteY55" fmla="*/ 1979 h 467124"/>
              <a:gd name="connsiteX56" fmla="*/ 232995 w 458839"/>
              <a:gd name="connsiteY56" fmla="*/ 18902 h 467124"/>
              <a:gd name="connsiteX57" fmla="*/ 215161 w 458839"/>
              <a:gd name="connsiteY57" fmla="*/ 22287 h 467124"/>
              <a:gd name="connsiteX58" fmla="*/ 210468 w 458839"/>
              <a:gd name="connsiteY58" fmla="*/ 5364 h 467124"/>
              <a:gd name="connsiteX59" fmla="*/ 219150 w 458839"/>
              <a:gd name="connsiteY59" fmla="*/ 181 h 46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58839" h="467124">
                <a:moveTo>
                  <a:pt x="249005" y="443507"/>
                </a:moveTo>
                <a:cubicBezTo>
                  <a:pt x="251861" y="442872"/>
                  <a:pt x="255034" y="443507"/>
                  <a:pt x="257996" y="445622"/>
                </a:cubicBezTo>
                <a:cubicBezTo>
                  <a:pt x="263072" y="449007"/>
                  <a:pt x="264765" y="456623"/>
                  <a:pt x="261380" y="462547"/>
                </a:cubicBezTo>
                <a:cubicBezTo>
                  <a:pt x="257996" y="466778"/>
                  <a:pt x="250380" y="468470"/>
                  <a:pt x="245303" y="465931"/>
                </a:cubicBezTo>
                <a:cubicBezTo>
                  <a:pt x="239380" y="462547"/>
                  <a:pt x="237688" y="454084"/>
                  <a:pt x="241919" y="449007"/>
                </a:cubicBezTo>
                <a:cubicBezTo>
                  <a:pt x="243611" y="446046"/>
                  <a:pt x="246149" y="444142"/>
                  <a:pt x="249005" y="443507"/>
                </a:cubicBezTo>
                <a:close/>
                <a:moveTo>
                  <a:pt x="108858" y="408303"/>
                </a:moveTo>
                <a:cubicBezTo>
                  <a:pt x="111820" y="407365"/>
                  <a:pt x="114993" y="407834"/>
                  <a:pt x="117532" y="410180"/>
                </a:cubicBezTo>
                <a:cubicBezTo>
                  <a:pt x="123455" y="414873"/>
                  <a:pt x="125148" y="422382"/>
                  <a:pt x="121763" y="428953"/>
                </a:cubicBezTo>
                <a:cubicBezTo>
                  <a:pt x="117532" y="435523"/>
                  <a:pt x="110762" y="436462"/>
                  <a:pt x="104839" y="432707"/>
                </a:cubicBezTo>
                <a:cubicBezTo>
                  <a:pt x="98915" y="428953"/>
                  <a:pt x="98069" y="420505"/>
                  <a:pt x="101454" y="414873"/>
                </a:cubicBezTo>
                <a:cubicBezTo>
                  <a:pt x="103146" y="411588"/>
                  <a:pt x="105896" y="409242"/>
                  <a:pt x="108858" y="408303"/>
                </a:cubicBezTo>
                <a:close/>
                <a:moveTo>
                  <a:pt x="376553" y="391291"/>
                </a:moveTo>
                <a:cubicBezTo>
                  <a:pt x="379514" y="390704"/>
                  <a:pt x="382687" y="391408"/>
                  <a:pt x="385649" y="393286"/>
                </a:cubicBezTo>
                <a:cubicBezTo>
                  <a:pt x="391572" y="397040"/>
                  <a:pt x="392418" y="406426"/>
                  <a:pt x="389880" y="411119"/>
                </a:cubicBezTo>
                <a:cubicBezTo>
                  <a:pt x="385649" y="417690"/>
                  <a:pt x="378033" y="420506"/>
                  <a:pt x="372956" y="415813"/>
                </a:cubicBezTo>
                <a:cubicBezTo>
                  <a:pt x="367033" y="411119"/>
                  <a:pt x="365341" y="403611"/>
                  <a:pt x="368726" y="397040"/>
                </a:cubicBezTo>
                <a:cubicBezTo>
                  <a:pt x="370841" y="393755"/>
                  <a:pt x="373591" y="391878"/>
                  <a:pt x="376553" y="391291"/>
                </a:cubicBezTo>
                <a:close/>
                <a:moveTo>
                  <a:pt x="21520" y="299792"/>
                </a:moveTo>
                <a:cubicBezTo>
                  <a:pt x="24482" y="299052"/>
                  <a:pt x="27655" y="299475"/>
                  <a:pt x="30617" y="301167"/>
                </a:cubicBezTo>
                <a:cubicBezTo>
                  <a:pt x="35694" y="305398"/>
                  <a:pt x="37387" y="312168"/>
                  <a:pt x="34002" y="318091"/>
                </a:cubicBezTo>
                <a:cubicBezTo>
                  <a:pt x="30617" y="324015"/>
                  <a:pt x="23001" y="324861"/>
                  <a:pt x="17924" y="321476"/>
                </a:cubicBezTo>
                <a:cubicBezTo>
                  <a:pt x="12000" y="318091"/>
                  <a:pt x="10308" y="310475"/>
                  <a:pt x="13693" y="305398"/>
                </a:cubicBezTo>
                <a:cubicBezTo>
                  <a:pt x="15808" y="302436"/>
                  <a:pt x="18558" y="300533"/>
                  <a:pt x="21520" y="299792"/>
                </a:cubicBezTo>
                <a:close/>
                <a:moveTo>
                  <a:pt x="443946" y="288160"/>
                </a:moveTo>
                <a:cubicBezTo>
                  <a:pt x="446908" y="287456"/>
                  <a:pt x="450081" y="288160"/>
                  <a:pt x="452620" y="290506"/>
                </a:cubicBezTo>
                <a:cubicBezTo>
                  <a:pt x="458543" y="294261"/>
                  <a:pt x="460236" y="302708"/>
                  <a:pt x="457697" y="308340"/>
                </a:cubicBezTo>
                <a:cubicBezTo>
                  <a:pt x="452620" y="313972"/>
                  <a:pt x="445850" y="316788"/>
                  <a:pt x="439927" y="313033"/>
                </a:cubicBezTo>
                <a:cubicBezTo>
                  <a:pt x="434003" y="308340"/>
                  <a:pt x="433157" y="299893"/>
                  <a:pt x="436542" y="294261"/>
                </a:cubicBezTo>
                <a:cubicBezTo>
                  <a:pt x="438234" y="290975"/>
                  <a:pt x="440985" y="288864"/>
                  <a:pt x="443946" y="288160"/>
                </a:cubicBezTo>
                <a:close/>
                <a:moveTo>
                  <a:pt x="9551" y="160508"/>
                </a:moveTo>
                <a:cubicBezTo>
                  <a:pt x="12513" y="159804"/>
                  <a:pt x="15686" y="160508"/>
                  <a:pt x="18648" y="162854"/>
                </a:cubicBezTo>
                <a:cubicBezTo>
                  <a:pt x="24571" y="166609"/>
                  <a:pt x="25417" y="175056"/>
                  <a:pt x="22032" y="181627"/>
                </a:cubicBezTo>
                <a:cubicBezTo>
                  <a:pt x="18648" y="187258"/>
                  <a:pt x="11032" y="189136"/>
                  <a:pt x="5955" y="185381"/>
                </a:cubicBezTo>
                <a:cubicBezTo>
                  <a:pt x="32" y="181627"/>
                  <a:pt x="-1660" y="172241"/>
                  <a:pt x="1724" y="166609"/>
                </a:cubicBezTo>
                <a:cubicBezTo>
                  <a:pt x="3840" y="163324"/>
                  <a:pt x="6590" y="161212"/>
                  <a:pt x="9551" y="160508"/>
                </a:cubicBezTo>
                <a:close/>
                <a:moveTo>
                  <a:pt x="444475" y="144551"/>
                </a:moveTo>
                <a:cubicBezTo>
                  <a:pt x="447331" y="143847"/>
                  <a:pt x="450504" y="144551"/>
                  <a:pt x="453466" y="146897"/>
                </a:cubicBezTo>
                <a:cubicBezTo>
                  <a:pt x="459390" y="150652"/>
                  <a:pt x="460236" y="158161"/>
                  <a:pt x="456851" y="164731"/>
                </a:cubicBezTo>
                <a:cubicBezTo>
                  <a:pt x="453466" y="171301"/>
                  <a:pt x="445850" y="173179"/>
                  <a:pt x="440773" y="168486"/>
                </a:cubicBezTo>
                <a:cubicBezTo>
                  <a:pt x="434850" y="164731"/>
                  <a:pt x="433157" y="156284"/>
                  <a:pt x="437388" y="150652"/>
                </a:cubicBezTo>
                <a:cubicBezTo>
                  <a:pt x="439081" y="147367"/>
                  <a:pt x="441619" y="145255"/>
                  <a:pt x="444475" y="144551"/>
                </a:cubicBezTo>
                <a:close/>
                <a:moveTo>
                  <a:pt x="77051" y="56555"/>
                </a:moveTo>
                <a:cubicBezTo>
                  <a:pt x="80118" y="55851"/>
                  <a:pt x="83503" y="56321"/>
                  <a:pt x="86465" y="58198"/>
                </a:cubicBezTo>
                <a:cubicBezTo>
                  <a:pt x="91542" y="61952"/>
                  <a:pt x="93235" y="71338"/>
                  <a:pt x="89850" y="76970"/>
                </a:cubicBezTo>
                <a:cubicBezTo>
                  <a:pt x="86465" y="82602"/>
                  <a:pt x="78849" y="85418"/>
                  <a:pt x="72926" y="80725"/>
                </a:cubicBezTo>
                <a:cubicBezTo>
                  <a:pt x="67002" y="76970"/>
                  <a:pt x="66156" y="68523"/>
                  <a:pt x="69541" y="61952"/>
                </a:cubicBezTo>
                <a:cubicBezTo>
                  <a:pt x="71233" y="59136"/>
                  <a:pt x="73983" y="57259"/>
                  <a:pt x="77051" y="56555"/>
                </a:cubicBezTo>
                <a:close/>
                <a:moveTo>
                  <a:pt x="357479" y="32624"/>
                </a:moveTo>
                <a:cubicBezTo>
                  <a:pt x="360881" y="31989"/>
                  <a:pt x="364636" y="32624"/>
                  <a:pt x="367921" y="34739"/>
                </a:cubicBezTo>
                <a:cubicBezTo>
                  <a:pt x="373553" y="38124"/>
                  <a:pt x="376369" y="44893"/>
                  <a:pt x="371675" y="50816"/>
                </a:cubicBezTo>
                <a:cubicBezTo>
                  <a:pt x="367921" y="56739"/>
                  <a:pt x="359473" y="57585"/>
                  <a:pt x="352903" y="54200"/>
                </a:cubicBezTo>
                <a:cubicBezTo>
                  <a:pt x="347271" y="50816"/>
                  <a:pt x="345394" y="43201"/>
                  <a:pt x="349149" y="38124"/>
                </a:cubicBezTo>
                <a:cubicBezTo>
                  <a:pt x="351026" y="35162"/>
                  <a:pt x="354076" y="33258"/>
                  <a:pt x="357479" y="32624"/>
                </a:cubicBezTo>
                <a:close/>
                <a:moveTo>
                  <a:pt x="219150" y="181"/>
                </a:moveTo>
                <a:cubicBezTo>
                  <a:pt x="222435" y="-348"/>
                  <a:pt x="225955" y="287"/>
                  <a:pt x="229240" y="1979"/>
                </a:cubicBezTo>
                <a:cubicBezTo>
                  <a:pt x="235811" y="5364"/>
                  <a:pt x="236749" y="12979"/>
                  <a:pt x="232995" y="18902"/>
                </a:cubicBezTo>
                <a:cubicBezTo>
                  <a:pt x="229240" y="24825"/>
                  <a:pt x="220793" y="25672"/>
                  <a:pt x="215161" y="22287"/>
                </a:cubicBezTo>
                <a:cubicBezTo>
                  <a:pt x="208591" y="18902"/>
                  <a:pt x="205775" y="11287"/>
                  <a:pt x="210468" y="5364"/>
                </a:cubicBezTo>
                <a:cubicBezTo>
                  <a:pt x="212815" y="2402"/>
                  <a:pt x="215865" y="710"/>
                  <a:pt x="219150" y="18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16" name="Freeform: Shape 515">
            <a:extLst>
              <a:ext uri="{FF2B5EF4-FFF2-40B4-BE49-F238E27FC236}">
                <a16:creationId xmlns:a16="http://schemas.microsoft.com/office/drawing/2014/main" id="{DB6E4D7E-2BCC-413E-8040-5227AF9E7975}"/>
              </a:ext>
            </a:extLst>
          </p:cNvPr>
          <p:cNvSpPr>
            <a:spLocks noChangeArrowheads="1"/>
          </p:cNvSpPr>
          <p:nvPr/>
        </p:nvSpPr>
        <p:spPr bwMode="auto">
          <a:xfrm>
            <a:off x="990895" y="2854895"/>
            <a:ext cx="1279739" cy="1555315"/>
          </a:xfrm>
          <a:custGeom>
            <a:avLst/>
            <a:gdLst>
              <a:gd name="connsiteX0" fmla="*/ 1930011 w 2559478"/>
              <a:gd name="connsiteY0" fmla="*/ 2054412 h 3110630"/>
              <a:gd name="connsiteX1" fmla="*/ 1785025 w 2559478"/>
              <a:gd name="connsiteY1" fmla="*/ 3110630 h 3110630"/>
              <a:gd name="connsiteX2" fmla="*/ 1555765 w 2559478"/>
              <a:gd name="connsiteY2" fmla="*/ 2423049 h 3110630"/>
              <a:gd name="connsiteX3" fmla="*/ 1930011 w 2559478"/>
              <a:gd name="connsiteY3" fmla="*/ 2054412 h 3110630"/>
              <a:gd name="connsiteX4" fmla="*/ 1467318 w 2559478"/>
              <a:gd name="connsiteY4" fmla="*/ 1660188 h 3110630"/>
              <a:gd name="connsiteX5" fmla="*/ 1306426 w 2559478"/>
              <a:gd name="connsiteY5" fmla="*/ 2122559 h 3110630"/>
              <a:gd name="connsiteX6" fmla="*/ 897871 w 2559478"/>
              <a:gd name="connsiteY6" fmla="*/ 2545117 h 3110630"/>
              <a:gd name="connsiteX7" fmla="*/ 1112995 w 2559478"/>
              <a:gd name="connsiteY7" fmla="*/ 1997691 h 3110630"/>
              <a:gd name="connsiteX8" fmla="*/ 1467318 w 2559478"/>
              <a:gd name="connsiteY8" fmla="*/ 1660188 h 3110630"/>
              <a:gd name="connsiteX9" fmla="*/ 832544 w 2559478"/>
              <a:gd name="connsiteY9" fmla="*/ 1389561 h 3110630"/>
              <a:gd name="connsiteX10" fmla="*/ 900640 w 2559478"/>
              <a:gd name="connsiteY10" fmla="*/ 1392908 h 3110630"/>
              <a:gd name="connsiteX11" fmla="*/ 719424 w 2559478"/>
              <a:gd name="connsiteY11" fmla="*/ 1884759 h 3110630"/>
              <a:gd name="connsiteX12" fmla="*/ 0 w 2559478"/>
              <a:gd name="connsiteY12" fmla="*/ 1961752 h 3110630"/>
              <a:gd name="connsiteX13" fmla="*/ 832544 w 2559478"/>
              <a:gd name="connsiteY13" fmla="*/ 1389561 h 3110630"/>
              <a:gd name="connsiteX14" fmla="*/ 2523578 w 2559478"/>
              <a:gd name="connsiteY14" fmla="*/ 0 h 3110630"/>
              <a:gd name="connsiteX15" fmla="*/ 2522673 w 2559478"/>
              <a:gd name="connsiteY15" fmla="*/ 1805 h 3110630"/>
              <a:gd name="connsiteX16" fmla="*/ 2553450 w 2559478"/>
              <a:gd name="connsiteY16" fmla="*/ 561567 h 3110630"/>
              <a:gd name="connsiteX17" fmla="*/ 1998561 w 2559478"/>
              <a:gd name="connsiteY17" fmla="*/ 204945 h 3110630"/>
              <a:gd name="connsiteX18" fmla="*/ 2522673 w 2559478"/>
              <a:gd name="connsiteY18" fmla="*/ 903 h 3110630"/>
              <a:gd name="connsiteX19" fmla="*/ 2523578 w 2559478"/>
              <a:gd name="connsiteY19" fmla="*/ 0 h 311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59478" h="3110630">
                <a:moveTo>
                  <a:pt x="1930011" y="2054412"/>
                </a:moveTo>
                <a:cubicBezTo>
                  <a:pt x="1987100" y="2154703"/>
                  <a:pt x="2268917" y="2702237"/>
                  <a:pt x="1785025" y="3110630"/>
                </a:cubicBezTo>
                <a:cubicBezTo>
                  <a:pt x="1785025" y="3110630"/>
                  <a:pt x="1862049" y="2654351"/>
                  <a:pt x="1555765" y="2423049"/>
                </a:cubicBezTo>
                <a:cubicBezTo>
                  <a:pt x="1698939" y="2301977"/>
                  <a:pt x="1823084" y="2179098"/>
                  <a:pt x="1930011" y="2054412"/>
                </a:cubicBezTo>
                <a:close/>
                <a:moveTo>
                  <a:pt x="1467318" y="1660188"/>
                </a:moveTo>
                <a:cubicBezTo>
                  <a:pt x="1479068" y="1657473"/>
                  <a:pt x="1462798" y="1890016"/>
                  <a:pt x="1306426" y="2122559"/>
                </a:cubicBezTo>
                <a:cubicBezTo>
                  <a:pt x="1153670" y="2349672"/>
                  <a:pt x="896063" y="2564118"/>
                  <a:pt x="897871" y="2545117"/>
                </a:cubicBezTo>
                <a:cubicBezTo>
                  <a:pt x="881601" y="2555070"/>
                  <a:pt x="970182" y="2231139"/>
                  <a:pt x="1112995" y="1997691"/>
                </a:cubicBezTo>
                <a:cubicBezTo>
                  <a:pt x="1259425" y="1758815"/>
                  <a:pt x="1465510" y="1647520"/>
                  <a:pt x="1467318" y="1660188"/>
                </a:cubicBezTo>
                <a:close/>
                <a:moveTo>
                  <a:pt x="832544" y="1389561"/>
                </a:moveTo>
                <a:cubicBezTo>
                  <a:pt x="861495" y="1390021"/>
                  <a:pt x="884784" y="1391549"/>
                  <a:pt x="900640" y="1392908"/>
                </a:cubicBezTo>
                <a:cubicBezTo>
                  <a:pt x="830872" y="1540554"/>
                  <a:pt x="769259" y="1704504"/>
                  <a:pt x="719424" y="1884759"/>
                </a:cubicBezTo>
                <a:cubicBezTo>
                  <a:pt x="382364" y="1706316"/>
                  <a:pt x="0" y="1961752"/>
                  <a:pt x="0" y="1961752"/>
                </a:cubicBezTo>
                <a:cubicBezTo>
                  <a:pt x="149842" y="1435480"/>
                  <a:pt x="629893" y="1386341"/>
                  <a:pt x="832544" y="1389561"/>
                </a:cubicBezTo>
                <a:close/>
                <a:moveTo>
                  <a:pt x="2523578" y="0"/>
                </a:moveTo>
                <a:lnTo>
                  <a:pt x="2522673" y="1805"/>
                </a:lnTo>
                <a:cubicBezTo>
                  <a:pt x="2528104" y="23474"/>
                  <a:pt x="2576080" y="241058"/>
                  <a:pt x="2553450" y="561567"/>
                </a:cubicBezTo>
                <a:lnTo>
                  <a:pt x="1998561" y="204945"/>
                </a:lnTo>
                <a:cubicBezTo>
                  <a:pt x="2281889" y="51462"/>
                  <a:pt x="2500043" y="4514"/>
                  <a:pt x="2522673" y="903"/>
                </a:cubicBezTo>
                <a:cubicBezTo>
                  <a:pt x="2523578" y="0"/>
                  <a:pt x="2523578" y="0"/>
                  <a:pt x="2523578" y="0"/>
                </a:cubicBezTo>
                <a:close/>
              </a:path>
            </a:pathLst>
          </a:custGeom>
          <a:solidFill>
            <a:srgbClr val="FF267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17" name="Freeform 32">
            <a:extLst>
              <a:ext uri="{FF2B5EF4-FFF2-40B4-BE49-F238E27FC236}">
                <a16:creationId xmlns:a16="http://schemas.microsoft.com/office/drawing/2014/main" id="{E74C5CD9-1FF4-48AD-B303-0B289FD7F0B9}"/>
              </a:ext>
            </a:extLst>
          </p:cNvPr>
          <p:cNvSpPr>
            <a:spLocks noChangeArrowheads="1"/>
          </p:cNvSpPr>
          <p:nvPr/>
        </p:nvSpPr>
        <p:spPr bwMode="auto">
          <a:xfrm>
            <a:off x="761519" y="2783092"/>
            <a:ext cx="61831" cy="61833"/>
          </a:xfrm>
          <a:custGeom>
            <a:avLst/>
            <a:gdLst>
              <a:gd name="T0" fmla="*/ 91 w 137"/>
              <a:gd name="T1" fmla="*/ 44 h 137"/>
              <a:gd name="T2" fmla="*/ 136 w 137"/>
              <a:gd name="T3" fmla="*/ 67 h 137"/>
              <a:gd name="T4" fmla="*/ 91 w 137"/>
              <a:gd name="T5" fmla="*/ 91 h 137"/>
              <a:gd name="T6" fmla="*/ 69 w 137"/>
              <a:gd name="T7" fmla="*/ 136 h 137"/>
              <a:gd name="T8" fmla="*/ 44 w 137"/>
              <a:gd name="T9" fmla="*/ 92 h 137"/>
              <a:gd name="T10" fmla="*/ 0 w 137"/>
              <a:gd name="T11" fmla="*/ 69 h 137"/>
              <a:gd name="T12" fmla="*/ 43 w 137"/>
              <a:gd name="T13" fmla="*/ 44 h 137"/>
              <a:gd name="T14" fmla="*/ 66 w 137"/>
              <a:gd name="T15" fmla="*/ 0 h 137"/>
              <a:gd name="T16" fmla="*/ 91 w 137"/>
              <a:gd name="T17" fmla="*/ 4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7" h="137">
                <a:moveTo>
                  <a:pt x="91" y="44"/>
                </a:moveTo>
                <a:lnTo>
                  <a:pt x="136" y="67"/>
                </a:lnTo>
                <a:lnTo>
                  <a:pt x="91" y="91"/>
                </a:lnTo>
                <a:lnTo>
                  <a:pt x="69" y="136"/>
                </a:lnTo>
                <a:lnTo>
                  <a:pt x="44" y="92"/>
                </a:lnTo>
                <a:lnTo>
                  <a:pt x="0" y="69"/>
                </a:lnTo>
                <a:lnTo>
                  <a:pt x="43" y="44"/>
                </a:lnTo>
                <a:lnTo>
                  <a:pt x="66" y="0"/>
                </a:lnTo>
                <a:lnTo>
                  <a:pt x="91" y="44"/>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8" name="Freeform 33">
            <a:extLst>
              <a:ext uri="{FF2B5EF4-FFF2-40B4-BE49-F238E27FC236}">
                <a16:creationId xmlns:a16="http://schemas.microsoft.com/office/drawing/2014/main" id="{25553CD9-4F5A-43D3-BC67-2EEFA4AB41CA}"/>
              </a:ext>
            </a:extLst>
          </p:cNvPr>
          <p:cNvSpPr>
            <a:spLocks noChangeArrowheads="1"/>
          </p:cNvSpPr>
          <p:nvPr/>
        </p:nvSpPr>
        <p:spPr bwMode="auto">
          <a:xfrm>
            <a:off x="2706225" y="3142114"/>
            <a:ext cx="73800" cy="73800"/>
          </a:xfrm>
          <a:custGeom>
            <a:avLst/>
            <a:gdLst>
              <a:gd name="T0" fmla="*/ 111 w 165"/>
              <a:gd name="T1" fmla="*/ 53 h 164"/>
              <a:gd name="T2" fmla="*/ 164 w 165"/>
              <a:gd name="T3" fmla="*/ 81 h 164"/>
              <a:gd name="T4" fmla="*/ 111 w 165"/>
              <a:gd name="T5" fmla="*/ 110 h 164"/>
              <a:gd name="T6" fmla="*/ 84 w 165"/>
              <a:gd name="T7" fmla="*/ 163 h 164"/>
              <a:gd name="T8" fmla="*/ 53 w 165"/>
              <a:gd name="T9" fmla="*/ 111 h 164"/>
              <a:gd name="T10" fmla="*/ 0 w 165"/>
              <a:gd name="T11" fmla="*/ 83 h 164"/>
              <a:gd name="T12" fmla="*/ 53 w 165"/>
              <a:gd name="T13" fmla="*/ 54 h 164"/>
              <a:gd name="T14" fmla="*/ 81 w 165"/>
              <a:gd name="T15" fmla="*/ 0 h 164"/>
              <a:gd name="T16" fmla="*/ 111 w 165"/>
              <a:gd name="T17" fmla="*/ 5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164">
                <a:moveTo>
                  <a:pt x="111" y="53"/>
                </a:moveTo>
                <a:lnTo>
                  <a:pt x="164" y="81"/>
                </a:lnTo>
                <a:lnTo>
                  <a:pt x="111" y="110"/>
                </a:lnTo>
                <a:lnTo>
                  <a:pt x="84" y="163"/>
                </a:lnTo>
                <a:lnTo>
                  <a:pt x="53" y="111"/>
                </a:lnTo>
                <a:lnTo>
                  <a:pt x="0" y="83"/>
                </a:lnTo>
                <a:lnTo>
                  <a:pt x="53" y="54"/>
                </a:lnTo>
                <a:lnTo>
                  <a:pt x="81" y="0"/>
                </a:lnTo>
                <a:lnTo>
                  <a:pt x="111" y="53"/>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19" name="Freeform 34">
            <a:extLst>
              <a:ext uri="{FF2B5EF4-FFF2-40B4-BE49-F238E27FC236}">
                <a16:creationId xmlns:a16="http://schemas.microsoft.com/office/drawing/2014/main" id="{F2FBFE4B-CFD5-467F-9A14-3209ADCE4F71}"/>
              </a:ext>
            </a:extLst>
          </p:cNvPr>
          <p:cNvSpPr>
            <a:spLocks noChangeArrowheads="1"/>
          </p:cNvSpPr>
          <p:nvPr/>
        </p:nvSpPr>
        <p:spPr bwMode="auto">
          <a:xfrm>
            <a:off x="4044584" y="2124882"/>
            <a:ext cx="97734" cy="97735"/>
          </a:xfrm>
          <a:custGeom>
            <a:avLst/>
            <a:gdLst>
              <a:gd name="T0" fmla="*/ 145 w 215"/>
              <a:gd name="T1" fmla="*/ 68 h 215"/>
              <a:gd name="T2" fmla="*/ 214 w 215"/>
              <a:gd name="T3" fmla="*/ 106 h 215"/>
              <a:gd name="T4" fmla="*/ 146 w 215"/>
              <a:gd name="T5" fmla="*/ 144 h 215"/>
              <a:gd name="T6" fmla="*/ 109 w 215"/>
              <a:gd name="T7" fmla="*/ 214 h 215"/>
              <a:gd name="T8" fmla="*/ 70 w 215"/>
              <a:gd name="T9" fmla="*/ 146 h 215"/>
              <a:gd name="T10" fmla="*/ 0 w 215"/>
              <a:gd name="T11" fmla="*/ 109 h 215"/>
              <a:gd name="T12" fmla="*/ 69 w 215"/>
              <a:gd name="T13" fmla="*/ 70 h 215"/>
              <a:gd name="T14" fmla="*/ 106 w 215"/>
              <a:gd name="T15" fmla="*/ 0 h 215"/>
              <a:gd name="T16" fmla="*/ 145 w 215"/>
              <a:gd name="T17"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5">
                <a:moveTo>
                  <a:pt x="145" y="68"/>
                </a:moveTo>
                <a:lnTo>
                  <a:pt x="214" y="106"/>
                </a:lnTo>
                <a:lnTo>
                  <a:pt x="146" y="144"/>
                </a:lnTo>
                <a:lnTo>
                  <a:pt x="109" y="214"/>
                </a:lnTo>
                <a:lnTo>
                  <a:pt x="70" y="146"/>
                </a:lnTo>
                <a:lnTo>
                  <a:pt x="0" y="109"/>
                </a:lnTo>
                <a:lnTo>
                  <a:pt x="69" y="70"/>
                </a:lnTo>
                <a:lnTo>
                  <a:pt x="106" y="0"/>
                </a:lnTo>
                <a:lnTo>
                  <a:pt x="145" y="68"/>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0" name="Freeform 35">
            <a:extLst>
              <a:ext uri="{FF2B5EF4-FFF2-40B4-BE49-F238E27FC236}">
                <a16:creationId xmlns:a16="http://schemas.microsoft.com/office/drawing/2014/main" id="{D0B5E86F-F39A-4C12-A521-507D1400D386}"/>
              </a:ext>
            </a:extLst>
          </p:cNvPr>
          <p:cNvSpPr>
            <a:spLocks noChangeArrowheads="1"/>
          </p:cNvSpPr>
          <p:nvPr/>
        </p:nvSpPr>
        <p:spPr bwMode="auto">
          <a:xfrm>
            <a:off x="4323824" y="4646020"/>
            <a:ext cx="193473" cy="193474"/>
          </a:xfrm>
          <a:custGeom>
            <a:avLst/>
            <a:gdLst>
              <a:gd name="T0" fmla="*/ 288 w 428"/>
              <a:gd name="T1" fmla="*/ 137 h 429"/>
              <a:gd name="T2" fmla="*/ 427 w 428"/>
              <a:gd name="T3" fmla="*/ 210 h 429"/>
              <a:gd name="T4" fmla="*/ 290 w 428"/>
              <a:gd name="T5" fmla="*/ 288 h 429"/>
              <a:gd name="T6" fmla="*/ 217 w 428"/>
              <a:gd name="T7" fmla="*/ 428 h 429"/>
              <a:gd name="T8" fmla="*/ 139 w 428"/>
              <a:gd name="T9" fmla="*/ 291 h 429"/>
              <a:gd name="T10" fmla="*/ 0 w 428"/>
              <a:gd name="T11" fmla="*/ 217 h 429"/>
              <a:gd name="T12" fmla="*/ 136 w 428"/>
              <a:gd name="T13" fmla="*/ 140 h 429"/>
              <a:gd name="T14" fmla="*/ 210 w 428"/>
              <a:gd name="T15" fmla="*/ 0 h 429"/>
              <a:gd name="T16" fmla="*/ 288 w 428"/>
              <a:gd name="T17" fmla="*/ 137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429">
                <a:moveTo>
                  <a:pt x="288" y="137"/>
                </a:moveTo>
                <a:lnTo>
                  <a:pt x="427" y="210"/>
                </a:lnTo>
                <a:lnTo>
                  <a:pt x="290" y="288"/>
                </a:lnTo>
                <a:lnTo>
                  <a:pt x="217" y="428"/>
                </a:lnTo>
                <a:lnTo>
                  <a:pt x="139" y="291"/>
                </a:lnTo>
                <a:lnTo>
                  <a:pt x="0" y="217"/>
                </a:lnTo>
                <a:lnTo>
                  <a:pt x="136" y="140"/>
                </a:lnTo>
                <a:lnTo>
                  <a:pt x="210" y="0"/>
                </a:lnTo>
                <a:lnTo>
                  <a:pt x="288" y="137"/>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1" name="Freeform 36">
            <a:extLst>
              <a:ext uri="{FF2B5EF4-FFF2-40B4-BE49-F238E27FC236}">
                <a16:creationId xmlns:a16="http://schemas.microsoft.com/office/drawing/2014/main" id="{2A0DB054-CF4E-4C81-851F-8F301263DABA}"/>
              </a:ext>
            </a:extLst>
          </p:cNvPr>
          <p:cNvSpPr>
            <a:spLocks noChangeArrowheads="1"/>
          </p:cNvSpPr>
          <p:nvPr/>
        </p:nvSpPr>
        <p:spPr bwMode="auto">
          <a:xfrm>
            <a:off x="4190186" y="2358249"/>
            <a:ext cx="97735" cy="97734"/>
          </a:xfrm>
          <a:custGeom>
            <a:avLst/>
            <a:gdLst>
              <a:gd name="T0" fmla="*/ 144 w 215"/>
              <a:gd name="T1" fmla="*/ 69 h 214"/>
              <a:gd name="T2" fmla="*/ 214 w 215"/>
              <a:gd name="T3" fmla="*/ 105 h 214"/>
              <a:gd name="T4" fmla="*/ 145 w 215"/>
              <a:gd name="T5" fmla="*/ 144 h 214"/>
              <a:gd name="T6" fmla="*/ 109 w 215"/>
              <a:gd name="T7" fmla="*/ 213 h 214"/>
              <a:gd name="T8" fmla="*/ 69 w 215"/>
              <a:gd name="T9" fmla="*/ 145 h 214"/>
              <a:gd name="T10" fmla="*/ 0 w 215"/>
              <a:gd name="T11" fmla="*/ 108 h 214"/>
              <a:gd name="T12" fmla="*/ 68 w 215"/>
              <a:gd name="T13" fmla="*/ 69 h 214"/>
              <a:gd name="T14" fmla="*/ 105 w 215"/>
              <a:gd name="T15" fmla="*/ 0 h 214"/>
              <a:gd name="T16" fmla="*/ 144 w 215"/>
              <a:gd name="T17" fmla="*/ 69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214">
                <a:moveTo>
                  <a:pt x="144" y="69"/>
                </a:moveTo>
                <a:lnTo>
                  <a:pt x="214" y="105"/>
                </a:lnTo>
                <a:lnTo>
                  <a:pt x="145" y="144"/>
                </a:lnTo>
                <a:lnTo>
                  <a:pt x="109" y="213"/>
                </a:lnTo>
                <a:lnTo>
                  <a:pt x="69" y="145"/>
                </a:lnTo>
                <a:lnTo>
                  <a:pt x="0" y="108"/>
                </a:lnTo>
                <a:lnTo>
                  <a:pt x="68" y="69"/>
                </a:lnTo>
                <a:lnTo>
                  <a:pt x="105" y="0"/>
                </a:lnTo>
                <a:lnTo>
                  <a:pt x="144" y="69"/>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2" name="Freeform 37">
            <a:extLst>
              <a:ext uri="{FF2B5EF4-FFF2-40B4-BE49-F238E27FC236}">
                <a16:creationId xmlns:a16="http://schemas.microsoft.com/office/drawing/2014/main" id="{48F0BED8-0AEE-4AE0-9252-263CF7530769}"/>
              </a:ext>
            </a:extLst>
          </p:cNvPr>
          <p:cNvSpPr>
            <a:spLocks noChangeArrowheads="1"/>
          </p:cNvSpPr>
          <p:nvPr/>
        </p:nvSpPr>
        <p:spPr bwMode="auto">
          <a:xfrm>
            <a:off x="2811939" y="2928696"/>
            <a:ext cx="147599" cy="147599"/>
          </a:xfrm>
          <a:custGeom>
            <a:avLst/>
            <a:gdLst>
              <a:gd name="T0" fmla="*/ 220 w 328"/>
              <a:gd name="T1" fmla="*/ 105 h 328"/>
              <a:gd name="T2" fmla="*/ 327 w 328"/>
              <a:gd name="T3" fmla="*/ 161 h 328"/>
              <a:gd name="T4" fmla="*/ 221 w 328"/>
              <a:gd name="T5" fmla="*/ 220 h 328"/>
              <a:gd name="T6" fmla="*/ 165 w 328"/>
              <a:gd name="T7" fmla="*/ 327 h 328"/>
              <a:gd name="T8" fmla="*/ 106 w 328"/>
              <a:gd name="T9" fmla="*/ 222 h 328"/>
              <a:gd name="T10" fmla="*/ 0 w 328"/>
              <a:gd name="T11" fmla="*/ 166 h 328"/>
              <a:gd name="T12" fmla="*/ 104 w 328"/>
              <a:gd name="T13" fmla="*/ 106 h 328"/>
              <a:gd name="T14" fmla="*/ 161 w 328"/>
              <a:gd name="T15" fmla="*/ 0 h 328"/>
              <a:gd name="T16" fmla="*/ 220 w 328"/>
              <a:gd name="T17" fmla="*/ 10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328">
                <a:moveTo>
                  <a:pt x="220" y="105"/>
                </a:moveTo>
                <a:lnTo>
                  <a:pt x="327" y="161"/>
                </a:lnTo>
                <a:lnTo>
                  <a:pt x="221" y="220"/>
                </a:lnTo>
                <a:lnTo>
                  <a:pt x="165" y="327"/>
                </a:lnTo>
                <a:lnTo>
                  <a:pt x="106" y="222"/>
                </a:lnTo>
                <a:lnTo>
                  <a:pt x="0" y="166"/>
                </a:lnTo>
                <a:lnTo>
                  <a:pt x="104" y="106"/>
                </a:lnTo>
                <a:lnTo>
                  <a:pt x="161" y="0"/>
                </a:lnTo>
                <a:lnTo>
                  <a:pt x="220" y="105"/>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3" name="Freeform 38">
            <a:extLst>
              <a:ext uri="{FF2B5EF4-FFF2-40B4-BE49-F238E27FC236}">
                <a16:creationId xmlns:a16="http://schemas.microsoft.com/office/drawing/2014/main" id="{C646CA77-338F-4EF7-8D85-F46CB11F9C67}"/>
              </a:ext>
            </a:extLst>
          </p:cNvPr>
          <p:cNvSpPr>
            <a:spLocks noChangeArrowheads="1"/>
          </p:cNvSpPr>
          <p:nvPr/>
        </p:nvSpPr>
        <p:spPr bwMode="auto">
          <a:xfrm>
            <a:off x="1188358" y="2188709"/>
            <a:ext cx="97734" cy="97735"/>
          </a:xfrm>
          <a:custGeom>
            <a:avLst/>
            <a:gdLst>
              <a:gd name="T0" fmla="*/ 145 w 214"/>
              <a:gd name="T1" fmla="*/ 68 h 215"/>
              <a:gd name="T2" fmla="*/ 213 w 214"/>
              <a:gd name="T3" fmla="*/ 105 h 215"/>
              <a:gd name="T4" fmla="*/ 145 w 214"/>
              <a:gd name="T5" fmla="*/ 144 h 215"/>
              <a:gd name="T6" fmla="*/ 108 w 214"/>
              <a:gd name="T7" fmla="*/ 214 h 215"/>
              <a:gd name="T8" fmla="*/ 69 w 214"/>
              <a:gd name="T9" fmla="*/ 145 h 215"/>
              <a:gd name="T10" fmla="*/ 0 w 214"/>
              <a:gd name="T11" fmla="*/ 108 h 215"/>
              <a:gd name="T12" fmla="*/ 69 w 214"/>
              <a:gd name="T13" fmla="*/ 70 h 215"/>
              <a:gd name="T14" fmla="*/ 105 w 214"/>
              <a:gd name="T15" fmla="*/ 0 h 215"/>
              <a:gd name="T16" fmla="*/ 145 w 214"/>
              <a:gd name="T17"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5">
                <a:moveTo>
                  <a:pt x="145" y="68"/>
                </a:moveTo>
                <a:lnTo>
                  <a:pt x="213" y="105"/>
                </a:lnTo>
                <a:lnTo>
                  <a:pt x="145" y="144"/>
                </a:lnTo>
                <a:lnTo>
                  <a:pt x="108" y="214"/>
                </a:lnTo>
                <a:lnTo>
                  <a:pt x="69" y="145"/>
                </a:lnTo>
                <a:lnTo>
                  <a:pt x="0" y="108"/>
                </a:lnTo>
                <a:lnTo>
                  <a:pt x="69" y="70"/>
                </a:lnTo>
                <a:lnTo>
                  <a:pt x="105" y="0"/>
                </a:lnTo>
                <a:lnTo>
                  <a:pt x="145" y="68"/>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4" name="Freeform 39">
            <a:extLst>
              <a:ext uri="{FF2B5EF4-FFF2-40B4-BE49-F238E27FC236}">
                <a16:creationId xmlns:a16="http://schemas.microsoft.com/office/drawing/2014/main" id="{E6AA7559-81BA-41F7-B405-C6C7F77E082A}"/>
              </a:ext>
            </a:extLst>
          </p:cNvPr>
          <p:cNvSpPr>
            <a:spLocks noChangeArrowheads="1"/>
          </p:cNvSpPr>
          <p:nvPr/>
        </p:nvSpPr>
        <p:spPr bwMode="auto">
          <a:xfrm>
            <a:off x="1188358" y="4596158"/>
            <a:ext cx="97734" cy="97734"/>
          </a:xfrm>
          <a:custGeom>
            <a:avLst/>
            <a:gdLst>
              <a:gd name="T0" fmla="*/ 145 w 214"/>
              <a:gd name="T1" fmla="*/ 68 h 215"/>
              <a:gd name="T2" fmla="*/ 213 w 214"/>
              <a:gd name="T3" fmla="*/ 105 h 215"/>
              <a:gd name="T4" fmla="*/ 145 w 214"/>
              <a:gd name="T5" fmla="*/ 144 h 215"/>
              <a:gd name="T6" fmla="*/ 108 w 214"/>
              <a:gd name="T7" fmla="*/ 214 h 215"/>
              <a:gd name="T8" fmla="*/ 69 w 214"/>
              <a:gd name="T9" fmla="*/ 146 h 215"/>
              <a:gd name="T10" fmla="*/ 0 w 214"/>
              <a:gd name="T11" fmla="*/ 108 h 215"/>
              <a:gd name="T12" fmla="*/ 69 w 214"/>
              <a:gd name="T13" fmla="*/ 70 h 215"/>
              <a:gd name="T14" fmla="*/ 105 w 214"/>
              <a:gd name="T15" fmla="*/ 0 h 215"/>
              <a:gd name="T16" fmla="*/ 145 w 214"/>
              <a:gd name="T17" fmla="*/ 68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215">
                <a:moveTo>
                  <a:pt x="145" y="68"/>
                </a:moveTo>
                <a:lnTo>
                  <a:pt x="213" y="105"/>
                </a:lnTo>
                <a:lnTo>
                  <a:pt x="145" y="144"/>
                </a:lnTo>
                <a:lnTo>
                  <a:pt x="108" y="214"/>
                </a:lnTo>
                <a:lnTo>
                  <a:pt x="69" y="146"/>
                </a:lnTo>
                <a:lnTo>
                  <a:pt x="0" y="108"/>
                </a:lnTo>
                <a:lnTo>
                  <a:pt x="69" y="70"/>
                </a:lnTo>
                <a:lnTo>
                  <a:pt x="105" y="0"/>
                </a:lnTo>
                <a:lnTo>
                  <a:pt x="145" y="68"/>
                </a:lnTo>
              </a:path>
            </a:pathLst>
          </a:custGeom>
          <a:solidFill>
            <a:srgbClr val="00D8D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5" name="Freeform 40">
            <a:extLst>
              <a:ext uri="{FF2B5EF4-FFF2-40B4-BE49-F238E27FC236}">
                <a16:creationId xmlns:a16="http://schemas.microsoft.com/office/drawing/2014/main" id="{91AD68ED-9DFC-4267-8970-244EDC47F1E8}"/>
              </a:ext>
            </a:extLst>
          </p:cNvPr>
          <p:cNvSpPr>
            <a:spLocks noChangeArrowheads="1"/>
          </p:cNvSpPr>
          <p:nvPr/>
        </p:nvSpPr>
        <p:spPr bwMode="auto">
          <a:xfrm>
            <a:off x="4317838" y="2691342"/>
            <a:ext cx="606350" cy="610339"/>
          </a:xfrm>
          <a:custGeom>
            <a:avLst/>
            <a:gdLst>
              <a:gd name="T0" fmla="*/ 946 w 1342"/>
              <a:gd name="T1" fmla="*/ 408 h 1350"/>
              <a:gd name="T2" fmla="*/ 611 w 1342"/>
              <a:gd name="T3" fmla="*/ 376 h 1350"/>
              <a:gd name="T4" fmla="*/ 735 w 1342"/>
              <a:gd name="T5" fmla="*/ 244 h 1350"/>
              <a:gd name="T6" fmla="*/ 746 w 1342"/>
              <a:gd name="T7" fmla="*/ 129 h 1350"/>
              <a:gd name="T8" fmla="*/ 1090 w 1342"/>
              <a:gd name="T9" fmla="*/ 709 h 1350"/>
              <a:gd name="T10" fmla="*/ 969 w 1342"/>
              <a:gd name="T11" fmla="*/ 430 h 1350"/>
              <a:gd name="T12" fmla="*/ 1184 w 1342"/>
              <a:gd name="T13" fmla="*/ 846 h 1350"/>
              <a:gd name="T14" fmla="*/ 1250 w 1342"/>
              <a:gd name="T15" fmla="*/ 948 h 1350"/>
              <a:gd name="T16" fmla="*/ 832 w 1342"/>
              <a:gd name="T17" fmla="*/ 961 h 1350"/>
              <a:gd name="T18" fmla="*/ 1086 w 1342"/>
              <a:gd name="T19" fmla="*/ 739 h 1350"/>
              <a:gd name="T20" fmla="*/ 693 w 1342"/>
              <a:gd name="T21" fmla="*/ 1127 h 1350"/>
              <a:gd name="T22" fmla="*/ 663 w 1342"/>
              <a:gd name="T23" fmla="*/ 1227 h 1350"/>
              <a:gd name="T24" fmla="*/ 466 w 1342"/>
              <a:gd name="T25" fmla="*/ 954 h 1350"/>
              <a:gd name="T26" fmla="*/ 801 w 1342"/>
              <a:gd name="T27" fmla="*/ 974 h 1350"/>
              <a:gd name="T28" fmla="*/ 41 w 1342"/>
              <a:gd name="T29" fmla="*/ 887 h 1350"/>
              <a:gd name="T30" fmla="*/ 469 w 1342"/>
              <a:gd name="T31" fmla="*/ 764 h 1350"/>
              <a:gd name="T32" fmla="*/ 566 w 1342"/>
              <a:gd name="T33" fmla="*/ 500 h 1350"/>
              <a:gd name="T34" fmla="*/ 707 w 1342"/>
              <a:gd name="T35" fmla="*/ 457 h 1350"/>
              <a:gd name="T36" fmla="*/ 566 w 1342"/>
              <a:gd name="T37" fmla="*/ 500 h 1350"/>
              <a:gd name="T38" fmla="*/ 336 w 1342"/>
              <a:gd name="T39" fmla="*/ 619 h 1350"/>
              <a:gd name="T40" fmla="*/ 504 w 1342"/>
              <a:gd name="T41" fmla="*/ 620 h 1350"/>
              <a:gd name="T42" fmla="*/ 468 w 1342"/>
              <a:gd name="T43" fmla="*/ 929 h 1350"/>
              <a:gd name="T44" fmla="*/ 590 w 1342"/>
              <a:gd name="T45" fmla="*/ 850 h 1350"/>
              <a:gd name="T46" fmla="*/ 847 w 1342"/>
              <a:gd name="T47" fmla="*/ 847 h 1350"/>
              <a:gd name="T48" fmla="*/ 709 w 1342"/>
              <a:gd name="T49" fmla="*/ 895 h 1350"/>
              <a:gd name="T50" fmla="*/ 937 w 1342"/>
              <a:gd name="T51" fmla="*/ 613 h 1350"/>
              <a:gd name="T52" fmla="*/ 887 w 1342"/>
              <a:gd name="T53" fmla="*/ 805 h 1350"/>
              <a:gd name="T54" fmla="*/ 937 w 1342"/>
              <a:gd name="T55" fmla="*/ 613 h 1350"/>
              <a:gd name="T56" fmla="*/ 943 w 1342"/>
              <a:gd name="T57" fmla="*/ 433 h 1350"/>
              <a:gd name="T58" fmla="*/ 822 w 1342"/>
              <a:gd name="T59" fmla="*/ 500 h 1350"/>
              <a:gd name="T60" fmla="*/ 915 w 1342"/>
              <a:gd name="T61" fmla="*/ 596 h 1350"/>
              <a:gd name="T62" fmla="*/ 857 w 1342"/>
              <a:gd name="T63" fmla="*/ 816 h 1350"/>
              <a:gd name="T64" fmla="*/ 680 w 1342"/>
              <a:gd name="T65" fmla="*/ 877 h 1350"/>
              <a:gd name="T66" fmla="*/ 497 w 1342"/>
              <a:gd name="T67" fmla="*/ 754 h 1350"/>
              <a:gd name="T68" fmla="*/ 556 w 1342"/>
              <a:gd name="T69" fmla="*/ 530 h 1350"/>
              <a:gd name="T70" fmla="*/ 736 w 1342"/>
              <a:gd name="T71" fmla="*/ 475 h 1350"/>
              <a:gd name="T72" fmla="*/ 155 w 1342"/>
              <a:gd name="T73" fmla="*/ 310 h 1350"/>
              <a:gd name="T74" fmla="*/ 299 w 1342"/>
              <a:gd name="T75" fmla="*/ 318 h 1350"/>
              <a:gd name="T76" fmla="*/ 580 w 1342"/>
              <a:gd name="T77" fmla="*/ 388 h 1350"/>
              <a:gd name="T78" fmla="*/ 318 w 1342"/>
              <a:gd name="T79" fmla="*/ 602 h 1350"/>
              <a:gd name="T80" fmla="*/ 655 w 1342"/>
              <a:gd name="T81" fmla="*/ 203 h 1350"/>
              <a:gd name="T82" fmla="*/ 590 w 1342"/>
              <a:gd name="T83" fmla="*/ 365 h 1350"/>
              <a:gd name="T84" fmla="*/ 342 w 1342"/>
              <a:gd name="T85" fmla="*/ 271 h 1350"/>
              <a:gd name="T86" fmla="*/ 261 w 1342"/>
              <a:gd name="T87" fmla="*/ 198 h 1350"/>
              <a:gd name="T88" fmla="*/ 134 w 1342"/>
              <a:gd name="T89" fmla="*/ 296 h 1350"/>
              <a:gd name="T90" fmla="*/ 294 w 1342"/>
              <a:gd name="T91" fmla="*/ 614 h 1350"/>
              <a:gd name="T92" fmla="*/ 17 w 1342"/>
              <a:gd name="T93" fmla="*/ 895 h 1350"/>
              <a:gd name="T94" fmla="*/ 441 w 1342"/>
              <a:gd name="T95" fmla="*/ 958 h 1350"/>
              <a:gd name="T96" fmla="*/ 527 w 1342"/>
              <a:gd name="T97" fmla="*/ 1337 h 1350"/>
              <a:gd name="T98" fmla="*/ 731 w 1342"/>
              <a:gd name="T99" fmla="*/ 1248 h 1350"/>
              <a:gd name="T100" fmla="*/ 751 w 1342"/>
              <a:gd name="T101" fmla="*/ 1137 h 1350"/>
              <a:gd name="T102" fmla="*/ 1022 w 1342"/>
              <a:gd name="T103" fmla="*/ 1067 h 1350"/>
              <a:gd name="T104" fmla="*/ 1272 w 1342"/>
              <a:gd name="T105" fmla="*/ 936 h 1350"/>
              <a:gd name="T106" fmla="*/ 1213 w 1342"/>
              <a:gd name="T107" fmla="*/ 827 h 1350"/>
              <a:gd name="T108" fmla="*/ 1190 w 1342"/>
              <a:gd name="T109" fmla="*/ 813 h 1350"/>
              <a:gd name="T110" fmla="*/ 1173 w 1342"/>
              <a:gd name="T111" fmla="*/ 686 h 1350"/>
              <a:gd name="T112" fmla="*/ 1081 w 1342"/>
              <a:gd name="T113" fmla="*/ 396 h 1350"/>
              <a:gd name="T114" fmla="*/ 978 w 1342"/>
              <a:gd name="T115" fmla="*/ 251 h 1350"/>
              <a:gd name="T116" fmla="*/ 719 w 1342"/>
              <a:gd name="T117" fmla="*/ 121 h 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42" h="1350">
                <a:moveTo>
                  <a:pt x="879" y="37"/>
                </a:moveTo>
                <a:lnTo>
                  <a:pt x="879" y="37"/>
                </a:lnTo>
                <a:cubicBezTo>
                  <a:pt x="939" y="54"/>
                  <a:pt x="969" y="195"/>
                  <a:pt x="946" y="408"/>
                </a:cubicBezTo>
                <a:lnTo>
                  <a:pt x="946" y="408"/>
                </a:lnTo>
                <a:cubicBezTo>
                  <a:pt x="881" y="417"/>
                  <a:pt x="812" y="430"/>
                  <a:pt x="740" y="448"/>
                </a:cubicBezTo>
                <a:lnTo>
                  <a:pt x="740" y="448"/>
                </a:lnTo>
                <a:cubicBezTo>
                  <a:pt x="697" y="422"/>
                  <a:pt x="654" y="398"/>
                  <a:pt x="611" y="376"/>
                </a:cubicBezTo>
                <a:lnTo>
                  <a:pt x="611" y="376"/>
                </a:lnTo>
                <a:cubicBezTo>
                  <a:pt x="633" y="324"/>
                  <a:pt x="655" y="276"/>
                  <a:pt x="678" y="235"/>
                </a:cubicBezTo>
                <a:lnTo>
                  <a:pt x="678" y="235"/>
                </a:lnTo>
                <a:cubicBezTo>
                  <a:pt x="694" y="246"/>
                  <a:pt x="715" y="251"/>
                  <a:pt x="735" y="244"/>
                </a:cubicBezTo>
                <a:lnTo>
                  <a:pt x="735" y="244"/>
                </a:lnTo>
                <a:cubicBezTo>
                  <a:pt x="768" y="234"/>
                  <a:pt x="787" y="198"/>
                  <a:pt x="776" y="165"/>
                </a:cubicBezTo>
                <a:lnTo>
                  <a:pt x="776" y="165"/>
                </a:lnTo>
                <a:cubicBezTo>
                  <a:pt x="771" y="149"/>
                  <a:pt x="759" y="135"/>
                  <a:pt x="746" y="129"/>
                </a:cubicBezTo>
                <a:lnTo>
                  <a:pt x="746" y="129"/>
                </a:lnTo>
                <a:cubicBezTo>
                  <a:pt x="796" y="61"/>
                  <a:pt x="844" y="28"/>
                  <a:pt x="879" y="37"/>
                </a:cubicBezTo>
                <a:close/>
                <a:moveTo>
                  <a:pt x="1301" y="487"/>
                </a:moveTo>
                <a:lnTo>
                  <a:pt x="1301" y="487"/>
                </a:lnTo>
                <a:cubicBezTo>
                  <a:pt x="1316" y="539"/>
                  <a:pt x="1239" y="623"/>
                  <a:pt x="1090" y="709"/>
                </a:cubicBezTo>
                <a:lnTo>
                  <a:pt x="1090" y="709"/>
                </a:lnTo>
                <a:cubicBezTo>
                  <a:pt x="1046" y="668"/>
                  <a:pt x="997" y="626"/>
                  <a:pt x="943" y="586"/>
                </a:cubicBezTo>
                <a:lnTo>
                  <a:pt x="943" y="586"/>
                </a:lnTo>
                <a:cubicBezTo>
                  <a:pt x="954" y="532"/>
                  <a:pt x="963" y="480"/>
                  <a:pt x="969" y="430"/>
                </a:cubicBezTo>
                <a:lnTo>
                  <a:pt x="969" y="430"/>
                </a:lnTo>
                <a:cubicBezTo>
                  <a:pt x="1157" y="407"/>
                  <a:pt x="1283" y="431"/>
                  <a:pt x="1301" y="487"/>
                </a:cubicBezTo>
                <a:close/>
                <a:moveTo>
                  <a:pt x="1184" y="846"/>
                </a:moveTo>
                <a:lnTo>
                  <a:pt x="1184" y="846"/>
                </a:lnTo>
                <a:cubicBezTo>
                  <a:pt x="1171" y="862"/>
                  <a:pt x="1165" y="885"/>
                  <a:pt x="1172" y="907"/>
                </a:cubicBezTo>
                <a:lnTo>
                  <a:pt x="1172" y="907"/>
                </a:lnTo>
                <a:cubicBezTo>
                  <a:pt x="1182" y="939"/>
                  <a:pt x="1217" y="957"/>
                  <a:pt x="1250" y="948"/>
                </a:cubicBezTo>
                <a:lnTo>
                  <a:pt x="1250" y="948"/>
                </a:lnTo>
                <a:cubicBezTo>
                  <a:pt x="1268" y="987"/>
                  <a:pt x="1271" y="1020"/>
                  <a:pt x="1258" y="1040"/>
                </a:cubicBezTo>
                <a:lnTo>
                  <a:pt x="1258" y="1040"/>
                </a:lnTo>
                <a:cubicBezTo>
                  <a:pt x="1221" y="1096"/>
                  <a:pt x="1054" y="1072"/>
                  <a:pt x="832" y="961"/>
                </a:cubicBezTo>
                <a:lnTo>
                  <a:pt x="832" y="961"/>
                </a:lnTo>
                <a:cubicBezTo>
                  <a:pt x="848" y="922"/>
                  <a:pt x="863" y="880"/>
                  <a:pt x="878" y="836"/>
                </a:cubicBezTo>
                <a:lnTo>
                  <a:pt x="878" y="836"/>
                </a:lnTo>
                <a:cubicBezTo>
                  <a:pt x="954" y="806"/>
                  <a:pt x="1024" y="773"/>
                  <a:pt x="1086" y="739"/>
                </a:cubicBezTo>
                <a:lnTo>
                  <a:pt x="1086" y="739"/>
                </a:lnTo>
                <a:cubicBezTo>
                  <a:pt x="1124" y="776"/>
                  <a:pt x="1158" y="812"/>
                  <a:pt x="1184" y="846"/>
                </a:cubicBezTo>
                <a:close/>
                <a:moveTo>
                  <a:pt x="729" y="1126"/>
                </a:moveTo>
                <a:lnTo>
                  <a:pt x="729" y="1126"/>
                </a:lnTo>
                <a:cubicBezTo>
                  <a:pt x="717" y="1123"/>
                  <a:pt x="705" y="1123"/>
                  <a:pt x="693" y="1127"/>
                </a:cubicBezTo>
                <a:lnTo>
                  <a:pt x="693" y="1127"/>
                </a:lnTo>
                <a:cubicBezTo>
                  <a:pt x="660" y="1137"/>
                  <a:pt x="641" y="1174"/>
                  <a:pt x="652" y="1206"/>
                </a:cubicBezTo>
                <a:lnTo>
                  <a:pt x="652" y="1206"/>
                </a:lnTo>
                <a:cubicBezTo>
                  <a:pt x="654" y="1214"/>
                  <a:pt x="658" y="1222"/>
                  <a:pt x="663" y="1227"/>
                </a:cubicBezTo>
                <a:lnTo>
                  <a:pt x="663" y="1227"/>
                </a:lnTo>
                <a:cubicBezTo>
                  <a:pt x="614" y="1291"/>
                  <a:pt x="568" y="1322"/>
                  <a:pt x="533" y="1312"/>
                </a:cubicBezTo>
                <a:lnTo>
                  <a:pt x="533" y="1312"/>
                </a:lnTo>
                <a:cubicBezTo>
                  <a:pt x="474" y="1297"/>
                  <a:pt x="446" y="1161"/>
                  <a:pt x="466" y="954"/>
                </a:cubicBezTo>
                <a:lnTo>
                  <a:pt x="466" y="954"/>
                </a:lnTo>
                <a:cubicBezTo>
                  <a:pt x="533" y="942"/>
                  <a:pt x="604" y="925"/>
                  <a:pt x="676" y="904"/>
                </a:cubicBezTo>
                <a:lnTo>
                  <a:pt x="676" y="904"/>
                </a:lnTo>
                <a:cubicBezTo>
                  <a:pt x="718" y="929"/>
                  <a:pt x="760" y="953"/>
                  <a:pt x="801" y="974"/>
                </a:cubicBezTo>
                <a:lnTo>
                  <a:pt x="801" y="974"/>
                </a:lnTo>
                <a:cubicBezTo>
                  <a:pt x="777" y="1031"/>
                  <a:pt x="753" y="1082"/>
                  <a:pt x="729" y="1126"/>
                </a:cubicBezTo>
                <a:close/>
                <a:moveTo>
                  <a:pt x="41" y="887"/>
                </a:moveTo>
                <a:lnTo>
                  <a:pt x="41" y="887"/>
                </a:lnTo>
                <a:cubicBezTo>
                  <a:pt x="22" y="828"/>
                  <a:pt x="123" y="727"/>
                  <a:pt x="313" y="631"/>
                </a:cubicBezTo>
                <a:lnTo>
                  <a:pt x="313" y="631"/>
                </a:lnTo>
                <a:cubicBezTo>
                  <a:pt x="359" y="676"/>
                  <a:pt x="412" y="721"/>
                  <a:pt x="469" y="764"/>
                </a:cubicBezTo>
                <a:lnTo>
                  <a:pt x="469" y="764"/>
                </a:lnTo>
                <a:cubicBezTo>
                  <a:pt x="457" y="822"/>
                  <a:pt x="449" y="879"/>
                  <a:pt x="443" y="933"/>
                </a:cubicBezTo>
                <a:lnTo>
                  <a:pt x="443" y="933"/>
                </a:lnTo>
                <a:cubicBezTo>
                  <a:pt x="215" y="972"/>
                  <a:pt x="60" y="949"/>
                  <a:pt x="41" y="887"/>
                </a:cubicBezTo>
                <a:close/>
                <a:moveTo>
                  <a:pt x="566" y="500"/>
                </a:moveTo>
                <a:lnTo>
                  <a:pt x="566" y="500"/>
                </a:lnTo>
                <a:cubicBezTo>
                  <a:pt x="578" y="465"/>
                  <a:pt x="590" y="431"/>
                  <a:pt x="602" y="400"/>
                </a:cubicBezTo>
                <a:lnTo>
                  <a:pt x="602" y="400"/>
                </a:lnTo>
                <a:cubicBezTo>
                  <a:pt x="636" y="417"/>
                  <a:pt x="672" y="436"/>
                  <a:pt x="707" y="457"/>
                </a:cubicBezTo>
                <a:lnTo>
                  <a:pt x="707" y="457"/>
                </a:lnTo>
                <a:cubicBezTo>
                  <a:pt x="674" y="466"/>
                  <a:pt x="640" y="475"/>
                  <a:pt x="607" y="487"/>
                </a:cubicBezTo>
                <a:lnTo>
                  <a:pt x="607" y="487"/>
                </a:lnTo>
                <a:cubicBezTo>
                  <a:pt x="593" y="491"/>
                  <a:pt x="580" y="496"/>
                  <a:pt x="566" y="500"/>
                </a:cubicBezTo>
                <a:close/>
                <a:moveTo>
                  <a:pt x="475" y="737"/>
                </a:moveTo>
                <a:lnTo>
                  <a:pt x="475" y="737"/>
                </a:lnTo>
                <a:cubicBezTo>
                  <a:pt x="423" y="697"/>
                  <a:pt x="377" y="658"/>
                  <a:pt x="336" y="619"/>
                </a:cubicBezTo>
                <a:lnTo>
                  <a:pt x="336" y="619"/>
                </a:lnTo>
                <a:cubicBezTo>
                  <a:pt x="393" y="592"/>
                  <a:pt x="457" y="566"/>
                  <a:pt x="527" y="540"/>
                </a:cubicBezTo>
                <a:lnTo>
                  <a:pt x="527" y="540"/>
                </a:lnTo>
                <a:cubicBezTo>
                  <a:pt x="519" y="567"/>
                  <a:pt x="511" y="592"/>
                  <a:pt x="504" y="620"/>
                </a:cubicBezTo>
                <a:lnTo>
                  <a:pt x="504" y="620"/>
                </a:lnTo>
                <a:cubicBezTo>
                  <a:pt x="493" y="660"/>
                  <a:pt x="484" y="699"/>
                  <a:pt x="475" y="737"/>
                </a:cubicBezTo>
                <a:close/>
                <a:moveTo>
                  <a:pt x="647" y="886"/>
                </a:moveTo>
                <a:lnTo>
                  <a:pt x="647" y="886"/>
                </a:lnTo>
                <a:cubicBezTo>
                  <a:pt x="584" y="904"/>
                  <a:pt x="524" y="919"/>
                  <a:pt x="468" y="929"/>
                </a:cubicBezTo>
                <a:lnTo>
                  <a:pt x="468" y="929"/>
                </a:lnTo>
                <a:cubicBezTo>
                  <a:pt x="473" y="882"/>
                  <a:pt x="481" y="833"/>
                  <a:pt x="491" y="781"/>
                </a:cubicBezTo>
                <a:lnTo>
                  <a:pt x="491" y="781"/>
                </a:lnTo>
                <a:cubicBezTo>
                  <a:pt x="523" y="804"/>
                  <a:pt x="556" y="828"/>
                  <a:pt x="590" y="850"/>
                </a:cubicBezTo>
                <a:lnTo>
                  <a:pt x="590" y="850"/>
                </a:lnTo>
                <a:cubicBezTo>
                  <a:pt x="609" y="863"/>
                  <a:pt x="629" y="874"/>
                  <a:pt x="647" y="886"/>
                </a:cubicBezTo>
                <a:close/>
                <a:moveTo>
                  <a:pt x="847" y="847"/>
                </a:moveTo>
                <a:lnTo>
                  <a:pt x="847" y="847"/>
                </a:lnTo>
                <a:cubicBezTo>
                  <a:pt x="835" y="884"/>
                  <a:pt x="823" y="919"/>
                  <a:pt x="810" y="950"/>
                </a:cubicBezTo>
                <a:lnTo>
                  <a:pt x="810" y="950"/>
                </a:lnTo>
                <a:cubicBezTo>
                  <a:pt x="777" y="934"/>
                  <a:pt x="744" y="915"/>
                  <a:pt x="709" y="895"/>
                </a:cubicBezTo>
                <a:lnTo>
                  <a:pt x="709" y="895"/>
                </a:lnTo>
                <a:cubicBezTo>
                  <a:pt x="717" y="892"/>
                  <a:pt x="725" y="890"/>
                  <a:pt x="734" y="886"/>
                </a:cubicBezTo>
                <a:lnTo>
                  <a:pt x="734" y="886"/>
                </a:lnTo>
                <a:cubicBezTo>
                  <a:pt x="773" y="874"/>
                  <a:pt x="811" y="861"/>
                  <a:pt x="847" y="847"/>
                </a:cubicBezTo>
                <a:close/>
                <a:moveTo>
                  <a:pt x="937" y="613"/>
                </a:moveTo>
                <a:lnTo>
                  <a:pt x="937" y="613"/>
                </a:lnTo>
                <a:cubicBezTo>
                  <a:pt x="985" y="650"/>
                  <a:pt x="1028" y="686"/>
                  <a:pt x="1067" y="721"/>
                </a:cubicBezTo>
                <a:lnTo>
                  <a:pt x="1067" y="721"/>
                </a:lnTo>
                <a:cubicBezTo>
                  <a:pt x="1015" y="750"/>
                  <a:pt x="954" y="778"/>
                  <a:pt x="887" y="805"/>
                </a:cubicBezTo>
                <a:lnTo>
                  <a:pt x="887" y="805"/>
                </a:lnTo>
                <a:cubicBezTo>
                  <a:pt x="894" y="780"/>
                  <a:pt x="902" y="755"/>
                  <a:pt x="909" y="730"/>
                </a:cubicBezTo>
                <a:lnTo>
                  <a:pt x="909" y="730"/>
                </a:lnTo>
                <a:cubicBezTo>
                  <a:pt x="920" y="690"/>
                  <a:pt x="929" y="652"/>
                  <a:pt x="937" y="613"/>
                </a:cubicBezTo>
                <a:close/>
                <a:moveTo>
                  <a:pt x="771" y="466"/>
                </a:moveTo>
                <a:lnTo>
                  <a:pt x="771" y="466"/>
                </a:lnTo>
                <a:cubicBezTo>
                  <a:pt x="832" y="452"/>
                  <a:pt x="890" y="441"/>
                  <a:pt x="943" y="433"/>
                </a:cubicBezTo>
                <a:lnTo>
                  <a:pt x="943" y="433"/>
                </a:lnTo>
                <a:cubicBezTo>
                  <a:pt x="937" y="476"/>
                  <a:pt x="931" y="522"/>
                  <a:pt x="921" y="569"/>
                </a:cubicBezTo>
                <a:lnTo>
                  <a:pt x="921" y="569"/>
                </a:lnTo>
                <a:cubicBezTo>
                  <a:pt x="890" y="545"/>
                  <a:pt x="857" y="523"/>
                  <a:pt x="822" y="500"/>
                </a:cubicBezTo>
                <a:lnTo>
                  <a:pt x="822" y="500"/>
                </a:lnTo>
                <a:cubicBezTo>
                  <a:pt x="805" y="488"/>
                  <a:pt x="788" y="477"/>
                  <a:pt x="771" y="466"/>
                </a:cubicBezTo>
                <a:close/>
                <a:moveTo>
                  <a:pt x="809" y="521"/>
                </a:moveTo>
                <a:lnTo>
                  <a:pt x="809" y="521"/>
                </a:lnTo>
                <a:cubicBezTo>
                  <a:pt x="847" y="545"/>
                  <a:pt x="882" y="571"/>
                  <a:pt x="915" y="596"/>
                </a:cubicBezTo>
                <a:lnTo>
                  <a:pt x="915" y="596"/>
                </a:lnTo>
                <a:cubicBezTo>
                  <a:pt x="907" y="637"/>
                  <a:pt x="897" y="679"/>
                  <a:pt x="885" y="723"/>
                </a:cubicBezTo>
                <a:lnTo>
                  <a:pt x="885" y="723"/>
                </a:lnTo>
                <a:cubicBezTo>
                  <a:pt x="876" y="756"/>
                  <a:pt x="867" y="787"/>
                  <a:pt x="857" y="816"/>
                </a:cubicBezTo>
                <a:lnTo>
                  <a:pt x="857" y="816"/>
                </a:lnTo>
                <a:cubicBezTo>
                  <a:pt x="816" y="833"/>
                  <a:pt x="773" y="849"/>
                  <a:pt x="726" y="863"/>
                </a:cubicBezTo>
                <a:lnTo>
                  <a:pt x="726" y="863"/>
                </a:lnTo>
                <a:cubicBezTo>
                  <a:pt x="711" y="868"/>
                  <a:pt x="695" y="873"/>
                  <a:pt x="680" y="877"/>
                </a:cubicBezTo>
                <a:lnTo>
                  <a:pt x="680" y="877"/>
                </a:lnTo>
                <a:cubicBezTo>
                  <a:pt x="655" y="862"/>
                  <a:pt x="630" y="846"/>
                  <a:pt x="604" y="829"/>
                </a:cubicBezTo>
                <a:lnTo>
                  <a:pt x="604" y="829"/>
                </a:lnTo>
                <a:cubicBezTo>
                  <a:pt x="566" y="804"/>
                  <a:pt x="531" y="779"/>
                  <a:pt x="497" y="754"/>
                </a:cubicBezTo>
                <a:lnTo>
                  <a:pt x="497" y="754"/>
                </a:lnTo>
                <a:cubicBezTo>
                  <a:pt x="506" y="713"/>
                  <a:pt x="516" y="671"/>
                  <a:pt x="527" y="626"/>
                </a:cubicBezTo>
                <a:lnTo>
                  <a:pt x="527" y="626"/>
                </a:lnTo>
                <a:cubicBezTo>
                  <a:pt x="537" y="593"/>
                  <a:pt x="547" y="561"/>
                  <a:pt x="556" y="530"/>
                </a:cubicBezTo>
                <a:lnTo>
                  <a:pt x="556" y="530"/>
                </a:lnTo>
                <a:cubicBezTo>
                  <a:pt x="575" y="523"/>
                  <a:pt x="595" y="517"/>
                  <a:pt x="614" y="510"/>
                </a:cubicBezTo>
                <a:lnTo>
                  <a:pt x="614" y="510"/>
                </a:lnTo>
                <a:cubicBezTo>
                  <a:pt x="656" y="497"/>
                  <a:pt x="697" y="485"/>
                  <a:pt x="736" y="475"/>
                </a:cubicBezTo>
                <a:lnTo>
                  <a:pt x="736" y="475"/>
                </a:lnTo>
                <a:cubicBezTo>
                  <a:pt x="760" y="489"/>
                  <a:pt x="784" y="505"/>
                  <a:pt x="809" y="521"/>
                </a:cubicBezTo>
                <a:close/>
                <a:moveTo>
                  <a:pt x="155" y="310"/>
                </a:moveTo>
                <a:lnTo>
                  <a:pt x="155" y="310"/>
                </a:lnTo>
                <a:cubicBezTo>
                  <a:pt x="166" y="294"/>
                  <a:pt x="190" y="284"/>
                  <a:pt x="222" y="282"/>
                </a:cubicBezTo>
                <a:lnTo>
                  <a:pt x="222" y="282"/>
                </a:lnTo>
                <a:cubicBezTo>
                  <a:pt x="234" y="312"/>
                  <a:pt x="268" y="328"/>
                  <a:pt x="299" y="318"/>
                </a:cubicBezTo>
                <a:lnTo>
                  <a:pt x="299" y="318"/>
                </a:lnTo>
                <a:cubicBezTo>
                  <a:pt x="313" y="314"/>
                  <a:pt x="325" y="304"/>
                  <a:pt x="332" y="294"/>
                </a:cubicBezTo>
                <a:lnTo>
                  <a:pt x="332" y="294"/>
                </a:lnTo>
                <a:cubicBezTo>
                  <a:pt x="401" y="310"/>
                  <a:pt x="485" y="342"/>
                  <a:pt x="580" y="388"/>
                </a:cubicBezTo>
                <a:lnTo>
                  <a:pt x="580" y="388"/>
                </a:lnTo>
                <a:cubicBezTo>
                  <a:pt x="564" y="427"/>
                  <a:pt x="550" y="468"/>
                  <a:pt x="537" y="510"/>
                </a:cubicBezTo>
                <a:lnTo>
                  <a:pt x="537" y="510"/>
                </a:lnTo>
                <a:cubicBezTo>
                  <a:pt x="458" y="538"/>
                  <a:pt x="384" y="569"/>
                  <a:pt x="318" y="602"/>
                </a:cubicBezTo>
                <a:lnTo>
                  <a:pt x="318" y="602"/>
                </a:lnTo>
                <a:cubicBezTo>
                  <a:pt x="183" y="469"/>
                  <a:pt x="123" y="359"/>
                  <a:pt x="155" y="310"/>
                </a:cubicBezTo>
                <a:close/>
                <a:moveTo>
                  <a:pt x="697" y="123"/>
                </a:moveTo>
                <a:lnTo>
                  <a:pt x="697" y="123"/>
                </a:lnTo>
                <a:cubicBezTo>
                  <a:pt x="663" y="135"/>
                  <a:pt x="645" y="170"/>
                  <a:pt x="655" y="203"/>
                </a:cubicBezTo>
                <a:lnTo>
                  <a:pt x="655" y="203"/>
                </a:lnTo>
                <a:cubicBezTo>
                  <a:pt x="657" y="208"/>
                  <a:pt x="659" y="211"/>
                  <a:pt x="660" y="215"/>
                </a:cubicBezTo>
                <a:lnTo>
                  <a:pt x="660" y="215"/>
                </a:lnTo>
                <a:cubicBezTo>
                  <a:pt x="636" y="260"/>
                  <a:pt x="611" y="310"/>
                  <a:pt x="590" y="365"/>
                </a:cubicBezTo>
                <a:lnTo>
                  <a:pt x="590" y="365"/>
                </a:lnTo>
                <a:cubicBezTo>
                  <a:pt x="519" y="331"/>
                  <a:pt x="451" y="303"/>
                  <a:pt x="390" y="284"/>
                </a:cubicBezTo>
                <a:lnTo>
                  <a:pt x="390" y="284"/>
                </a:lnTo>
                <a:cubicBezTo>
                  <a:pt x="373" y="279"/>
                  <a:pt x="357" y="274"/>
                  <a:pt x="342" y="271"/>
                </a:cubicBezTo>
                <a:lnTo>
                  <a:pt x="342" y="271"/>
                </a:lnTo>
                <a:cubicBezTo>
                  <a:pt x="344" y="260"/>
                  <a:pt x="344" y="249"/>
                  <a:pt x="340" y="239"/>
                </a:cubicBezTo>
                <a:lnTo>
                  <a:pt x="340" y="239"/>
                </a:lnTo>
                <a:cubicBezTo>
                  <a:pt x="329" y="205"/>
                  <a:pt x="294" y="187"/>
                  <a:pt x="261" y="198"/>
                </a:cubicBezTo>
                <a:lnTo>
                  <a:pt x="261" y="198"/>
                </a:lnTo>
                <a:cubicBezTo>
                  <a:pt x="234" y="206"/>
                  <a:pt x="218" y="230"/>
                  <a:pt x="217" y="257"/>
                </a:cubicBezTo>
                <a:lnTo>
                  <a:pt x="217" y="257"/>
                </a:lnTo>
                <a:cubicBezTo>
                  <a:pt x="178" y="260"/>
                  <a:pt x="150" y="273"/>
                  <a:pt x="134" y="296"/>
                </a:cubicBezTo>
                <a:lnTo>
                  <a:pt x="134" y="296"/>
                </a:lnTo>
                <a:cubicBezTo>
                  <a:pt x="102" y="346"/>
                  <a:pt x="133" y="431"/>
                  <a:pt x="222" y="537"/>
                </a:cubicBezTo>
                <a:lnTo>
                  <a:pt x="222" y="537"/>
                </a:lnTo>
                <a:cubicBezTo>
                  <a:pt x="243" y="562"/>
                  <a:pt x="268" y="588"/>
                  <a:pt x="294" y="614"/>
                </a:cubicBezTo>
                <a:lnTo>
                  <a:pt x="294" y="614"/>
                </a:lnTo>
                <a:cubicBezTo>
                  <a:pt x="248" y="637"/>
                  <a:pt x="205" y="662"/>
                  <a:pt x="167" y="688"/>
                </a:cubicBezTo>
                <a:lnTo>
                  <a:pt x="167" y="688"/>
                </a:lnTo>
                <a:cubicBezTo>
                  <a:pt x="52" y="765"/>
                  <a:pt x="0" y="838"/>
                  <a:pt x="17" y="895"/>
                </a:cubicBezTo>
                <a:lnTo>
                  <a:pt x="17" y="895"/>
                </a:lnTo>
                <a:cubicBezTo>
                  <a:pt x="35" y="950"/>
                  <a:pt x="120" y="980"/>
                  <a:pt x="260" y="977"/>
                </a:cubicBezTo>
                <a:lnTo>
                  <a:pt x="260" y="977"/>
                </a:lnTo>
                <a:cubicBezTo>
                  <a:pt x="314" y="976"/>
                  <a:pt x="376" y="969"/>
                  <a:pt x="441" y="958"/>
                </a:cubicBezTo>
                <a:lnTo>
                  <a:pt x="441" y="958"/>
                </a:lnTo>
                <a:cubicBezTo>
                  <a:pt x="436" y="1008"/>
                  <a:pt x="434" y="1055"/>
                  <a:pt x="435" y="1098"/>
                </a:cubicBezTo>
                <a:lnTo>
                  <a:pt x="435" y="1098"/>
                </a:lnTo>
                <a:cubicBezTo>
                  <a:pt x="437" y="1237"/>
                  <a:pt x="470" y="1322"/>
                  <a:pt x="527" y="1337"/>
                </a:cubicBezTo>
                <a:lnTo>
                  <a:pt x="527" y="1337"/>
                </a:lnTo>
                <a:cubicBezTo>
                  <a:pt x="572" y="1349"/>
                  <a:pt x="626" y="1316"/>
                  <a:pt x="682" y="1244"/>
                </a:cubicBezTo>
                <a:lnTo>
                  <a:pt x="682" y="1244"/>
                </a:lnTo>
                <a:cubicBezTo>
                  <a:pt x="697" y="1251"/>
                  <a:pt x="714" y="1253"/>
                  <a:pt x="731" y="1248"/>
                </a:cubicBezTo>
                <a:lnTo>
                  <a:pt x="731" y="1248"/>
                </a:lnTo>
                <a:cubicBezTo>
                  <a:pt x="765" y="1237"/>
                  <a:pt x="783" y="1201"/>
                  <a:pt x="773" y="1168"/>
                </a:cubicBezTo>
                <a:lnTo>
                  <a:pt x="773" y="1168"/>
                </a:lnTo>
                <a:cubicBezTo>
                  <a:pt x="768" y="1155"/>
                  <a:pt x="761" y="1145"/>
                  <a:pt x="751" y="1137"/>
                </a:cubicBezTo>
                <a:lnTo>
                  <a:pt x="751" y="1137"/>
                </a:lnTo>
                <a:cubicBezTo>
                  <a:pt x="776" y="1092"/>
                  <a:pt x="800" y="1040"/>
                  <a:pt x="823" y="985"/>
                </a:cubicBezTo>
                <a:lnTo>
                  <a:pt x="823" y="985"/>
                </a:lnTo>
                <a:cubicBezTo>
                  <a:pt x="894" y="1020"/>
                  <a:pt x="961" y="1047"/>
                  <a:pt x="1022" y="1067"/>
                </a:cubicBezTo>
                <a:lnTo>
                  <a:pt x="1022" y="1067"/>
                </a:lnTo>
                <a:cubicBezTo>
                  <a:pt x="1155" y="1107"/>
                  <a:pt x="1246" y="1103"/>
                  <a:pt x="1279" y="1054"/>
                </a:cubicBezTo>
                <a:lnTo>
                  <a:pt x="1279" y="1054"/>
                </a:lnTo>
                <a:cubicBezTo>
                  <a:pt x="1297" y="1025"/>
                  <a:pt x="1295" y="985"/>
                  <a:pt x="1272" y="936"/>
                </a:cubicBezTo>
                <a:lnTo>
                  <a:pt x="1272" y="936"/>
                </a:lnTo>
                <a:cubicBezTo>
                  <a:pt x="1292" y="920"/>
                  <a:pt x="1301" y="893"/>
                  <a:pt x="1292" y="868"/>
                </a:cubicBezTo>
                <a:lnTo>
                  <a:pt x="1292" y="868"/>
                </a:lnTo>
                <a:cubicBezTo>
                  <a:pt x="1282" y="834"/>
                  <a:pt x="1246" y="816"/>
                  <a:pt x="1213" y="827"/>
                </a:cubicBezTo>
                <a:lnTo>
                  <a:pt x="1213" y="827"/>
                </a:lnTo>
                <a:cubicBezTo>
                  <a:pt x="1209" y="828"/>
                  <a:pt x="1207" y="829"/>
                  <a:pt x="1204" y="830"/>
                </a:cubicBezTo>
                <a:lnTo>
                  <a:pt x="1204" y="830"/>
                </a:lnTo>
                <a:cubicBezTo>
                  <a:pt x="1199" y="825"/>
                  <a:pt x="1195" y="819"/>
                  <a:pt x="1190" y="813"/>
                </a:cubicBezTo>
                <a:lnTo>
                  <a:pt x="1190" y="813"/>
                </a:lnTo>
                <a:cubicBezTo>
                  <a:pt x="1166" y="785"/>
                  <a:pt x="1139" y="756"/>
                  <a:pt x="1108" y="726"/>
                </a:cubicBezTo>
                <a:lnTo>
                  <a:pt x="1108" y="726"/>
                </a:lnTo>
                <a:cubicBezTo>
                  <a:pt x="1131" y="713"/>
                  <a:pt x="1153" y="699"/>
                  <a:pt x="1173" y="686"/>
                </a:cubicBezTo>
                <a:lnTo>
                  <a:pt x="1173" y="686"/>
                </a:lnTo>
                <a:cubicBezTo>
                  <a:pt x="1289" y="608"/>
                  <a:pt x="1341" y="534"/>
                  <a:pt x="1324" y="479"/>
                </a:cubicBezTo>
                <a:lnTo>
                  <a:pt x="1324" y="479"/>
                </a:lnTo>
                <a:cubicBezTo>
                  <a:pt x="1306" y="423"/>
                  <a:pt x="1220" y="394"/>
                  <a:pt x="1081" y="396"/>
                </a:cubicBezTo>
                <a:lnTo>
                  <a:pt x="1081" y="396"/>
                </a:lnTo>
                <a:cubicBezTo>
                  <a:pt x="1047" y="397"/>
                  <a:pt x="1010" y="401"/>
                  <a:pt x="971" y="405"/>
                </a:cubicBezTo>
                <a:lnTo>
                  <a:pt x="971" y="405"/>
                </a:lnTo>
                <a:cubicBezTo>
                  <a:pt x="977" y="350"/>
                  <a:pt x="979" y="299"/>
                  <a:pt x="978" y="251"/>
                </a:cubicBezTo>
                <a:lnTo>
                  <a:pt x="978" y="251"/>
                </a:lnTo>
                <a:cubicBezTo>
                  <a:pt x="975" y="113"/>
                  <a:pt x="942" y="28"/>
                  <a:pt x="886" y="13"/>
                </a:cubicBezTo>
                <a:lnTo>
                  <a:pt x="886" y="13"/>
                </a:lnTo>
                <a:cubicBezTo>
                  <a:pt x="838" y="0"/>
                  <a:pt x="780" y="39"/>
                  <a:pt x="719" y="121"/>
                </a:cubicBezTo>
                <a:lnTo>
                  <a:pt x="719" y="121"/>
                </a:lnTo>
                <a:cubicBezTo>
                  <a:pt x="712" y="121"/>
                  <a:pt x="704" y="122"/>
                  <a:pt x="697" y="123"/>
                </a:cubicBezTo>
                <a:close/>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6" name="Freeform 41">
            <a:extLst>
              <a:ext uri="{FF2B5EF4-FFF2-40B4-BE49-F238E27FC236}">
                <a16:creationId xmlns:a16="http://schemas.microsoft.com/office/drawing/2014/main" id="{087D5D54-0453-42BE-A11A-3C672F75A1FB}"/>
              </a:ext>
            </a:extLst>
          </p:cNvPr>
          <p:cNvSpPr>
            <a:spLocks noChangeArrowheads="1"/>
          </p:cNvSpPr>
          <p:nvPr/>
        </p:nvSpPr>
        <p:spPr bwMode="auto">
          <a:xfrm>
            <a:off x="2024083" y="4418639"/>
            <a:ext cx="1027205" cy="981329"/>
          </a:xfrm>
          <a:custGeom>
            <a:avLst/>
            <a:gdLst>
              <a:gd name="T0" fmla="*/ 974 w 2269"/>
              <a:gd name="T1" fmla="*/ 2078 h 2168"/>
              <a:gd name="T2" fmla="*/ 912 w 2269"/>
              <a:gd name="T3" fmla="*/ 1428 h 2168"/>
              <a:gd name="T4" fmla="*/ 1177 w 2269"/>
              <a:gd name="T5" fmla="*/ 1249 h 2168"/>
              <a:gd name="T6" fmla="*/ 1931 w 2269"/>
              <a:gd name="T7" fmla="*/ 1528 h 2168"/>
              <a:gd name="T8" fmla="*/ 1928 w 2269"/>
              <a:gd name="T9" fmla="*/ 1549 h 2168"/>
              <a:gd name="T10" fmla="*/ 2015 w 2269"/>
              <a:gd name="T11" fmla="*/ 1644 h 2168"/>
              <a:gd name="T12" fmla="*/ 2109 w 2269"/>
              <a:gd name="T13" fmla="*/ 1556 h 2168"/>
              <a:gd name="T14" fmla="*/ 2022 w 2269"/>
              <a:gd name="T15" fmla="*/ 1462 h 2168"/>
              <a:gd name="T16" fmla="*/ 1182 w 2269"/>
              <a:gd name="T17" fmla="*/ 1236 h 2168"/>
              <a:gd name="T18" fmla="*/ 1197 w 2269"/>
              <a:gd name="T19" fmla="*/ 1154 h 2168"/>
              <a:gd name="T20" fmla="*/ 1197 w 2269"/>
              <a:gd name="T21" fmla="*/ 1153 h 2168"/>
              <a:gd name="T22" fmla="*/ 2124 w 2269"/>
              <a:gd name="T23" fmla="*/ 1163 h 2168"/>
              <a:gd name="T24" fmla="*/ 2193 w 2269"/>
              <a:gd name="T25" fmla="*/ 1227 h 2168"/>
              <a:gd name="T26" fmla="*/ 2266 w 2269"/>
              <a:gd name="T27" fmla="*/ 1158 h 2168"/>
              <a:gd name="T28" fmla="*/ 2198 w 2269"/>
              <a:gd name="T29" fmla="*/ 1085 h 2168"/>
              <a:gd name="T30" fmla="*/ 1197 w 2269"/>
              <a:gd name="T31" fmla="*/ 1139 h 2168"/>
              <a:gd name="T32" fmla="*/ 1039 w 2269"/>
              <a:gd name="T33" fmla="*/ 889 h 2168"/>
              <a:gd name="T34" fmla="*/ 1315 w 2269"/>
              <a:gd name="T35" fmla="*/ 294 h 2168"/>
              <a:gd name="T36" fmla="*/ 1341 w 2269"/>
              <a:gd name="T37" fmla="*/ 298 h 2168"/>
              <a:gd name="T38" fmla="*/ 1430 w 2269"/>
              <a:gd name="T39" fmla="*/ 216 h 2168"/>
              <a:gd name="T40" fmla="*/ 1347 w 2269"/>
              <a:gd name="T41" fmla="*/ 127 h 2168"/>
              <a:gd name="T42" fmla="*/ 1259 w 2269"/>
              <a:gd name="T43" fmla="*/ 209 h 2168"/>
              <a:gd name="T44" fmla="*/ 1026 w 2269"/>
              <a:gd name="T45" fmla="*/ 883 h 2168"/>
              <a:gd name="T46" fmla="*/ 927 w 2269"/>
              <a:gd name="T47" fmla="*/ 860 h 2168"/>
              <a:gd name="T48" fmla="*/ 941 w 2269"/>
              <a:gd name="T49" fmla="*/ 222 h 2168"/>
              <a:gd name="T50" fmla="*/ 1047 w 2269"/>
              <a:gd name="T51" fmla="*/ 116 h 2168"/>
              <a:gd name="T52" fmla="*/ 940 w 2269"/>
              <a:gd name="T53" fmla="*/ 2 h 2168"/>
              <a:gd name="T54" fmla="*/ 827 w 2269"/>
              <a:gd name="T55" fmla="*/ 108 h 2168"/>
              <a:gd name="T56" fmla="*/ 913 w 2269"/>
              <a:gd name="T57" fmla="*/ 860 h 2168"/>
              <a:gd name="T58" fmla="*/ 672 w 2269"/>
              <a:gd name="T59" fmla="*/ 995 h 2168"/>
              <a:gd name="T60" fmla="*/ 286 w 2269"/>
              <a:gd name="T61" fmla="*/ 771 h 2168"/>
              <a:gd name="T62" fmla="*/ 294 w 2269"/>
              <a:gd name="T63" fmla="*/ 738 h 2168"/>
              <a:gd name="T64" fmla="*/ 212 w 2269"/>
              <a:gd name="T65" fmla="*/ 649 h 2168"/>
              <a:gd name="T66" fmla="*/ 124 w 2269"/>
              <a:gd name="T67" fmla="*/ 731 h 2168"/>
              <a:gd name="T68" fmla="*/ 206 w 2269"/>
              <a:gd name="T69" fmla="*/ 821 h 2168"/>
              <a:gd name="T70" fmla="*/ 664 w 2269"/>
              <a:gd name="T71" fmla="*/ 1008 h 2168"/>
              <a:gd name="T72" fmla="*/ 630 w 2269"/>
              <a:gd name="T73" fmla="*/ 1133 h 2168"/>
              <a:gd name="T74" fmla="*/ 658 w 2269"/>
              <a:gd name="T75" fmla="*/ 1269 h 2168"/>
              <a:gd name="T76" fmla="*/ 169 w 2269"/>
              <a:gd name="T77" fmla="*/ 1524 h 2168"/>
              <a:gd name="T78" fmla="*/ 96 w 2269"/>
              <a:gd name="T79" fmla="*/ 1482 h 2168"/>
              <a:gd name="T80" fmla="*/ 2 w 2269"/>
              <a:gd name="T81" fmla="*/ 1569 h 2168"/>
              <a:gd name="T82" fmla="*/ 89 w 2269"/>
              <a:gd name="T83" fmla="*/ 1664 h 2168"/>
              <a:gd name="T84" fmla="*/ 183 w 2269"/>
              <a:gd name="T85" fmla="*/ 1576 h 2168"/>
              <a:gd name="T86" fmla="*/ 665 w 2269"/>
              <a:gd name="T87" fmla="*/ 1282 h 2168"/>
              <a:gd name="T88" fmla="*/ 898 w 2269"/>
              <a:gd name="T89" fmla="*/ 1427 h 2168"/>
              <a:gd name="T90" fmla="*/ 879 w 2269"/>
              <a:gd name="T91" fmla="*/ 1984 h 2168"/>
              <a:gd name="T92" fmla="*/ 792 w 2269"/>
              <a:gd name="T93" fmla="*/ 2071 h 2168"/>
              <a:gd name="T94" fmla="*/ 880 w 2269"/>
              <a:gd name="T95" fmla="*/ 2165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69" h="2168">
                <a:moveTo>
                  <a:pt x="974" y="2078"/>
                </a:moveTo>
                <a:lnTo>
                  <a:pt x="974" y="2078"/>
                </a:lnTo>
                <a:cubicBezTo>
                  <a:pt x="976" y="2030"/>
                  <a:pt x="940" y="1990"/>
                  <a:pt x="893" y="1984"/>
                </a:cubicBezTo>
                <a:lnTo>
                  <a:pt x="912" y="1428"/>
                </a:lnTo>
                <a:lnTo>
                  <a:pt x="912" y="1428"/>
                </a:lnTo>
                <a:cubicBezTo>
                  <a:pt x="1032" y="1429"/>
                  <a:pt x="1135" y="1355"/>
                  <a:pt x="1177" y="1249"/>
                </a:cubicBezTo>
                <a:lnTo>
                  <a:pt x="1931" y="1528"/>
                </a:lnTo>
                <a:lnTo>
                  <a:pt x="1931" y="1528"/>
                </a:lnTo>
                <a:cubicBezTo>
                  <a:pt x="1929" y="1535"/>
                  <a:pt x="1928" y="1542"/>
                  <a:pt x="1928" y="1549"/>
                </a:cubicBezTo>
                <a:lnTo>
                  <a:pt x="1928" y="1549"/>
                </a:lnTo>
                <a:cubicBezTo>
                  <a:pt x="1926" y="1600"/>
                  <a:pt x="1965" y="1642"/>
                  <a:pt x="2015" y="1644"/>
                </a:cubicBezTo>
                <a:lnTo>
                  <a:pt x="2015" y="1644"/>
                </a:lnTo>
                <a:cubicBezTo>
                  <a:pt x="2066" y="1645"/>
                  <a:pt x="2108" y="1607"/>
                  <a:pt x="2109" y="1556"/>
                </a:cubicBezTo>
                <a:lnTo>
                  <a:pt x="2109" y="1556"/>
                </a:lnTo>
                <a:cubicBezTo>
                  <a:pt x="2111" y="1506"/>
                  <a:pt x="2072" y="1464"/>
                  <a:pt x="2022" y="1462"/>
                </a:cubicBezTo>
                <a:lnTo>
                  <a:pt x="2022" y="1462"/>
                </a:lnTo>
                <a:cubicBezTo>
                  <a:pt x="1984" y="1461"/>
                  <a:pt x="1951" y="1482"/>
                  <a:pt x="1936" y="1515"/>
                </a:cubicBezTo>
                <a:lnTo>
                  <a:pt x="1182" y="1236"/>
                </a:lnTo>
                <a:lnTo>
                  <a:pt x="1182" y="1236"/>
                </a:lnTo>
                <a:cubicBezTo>
                  <a:pt x="1191" y="1210"/>
                  <a:pt x="1196" y="1183"/>
                  <a:pt x="1197" y="1154"/>
                </a:cubicBezTo>
                <a:lnTo>
                  <a:pt x="1197" y="1154"/>
                </a:lnTo>
                <a:cubicBezTo>
                  <a:pt x="1197" y="1154"/>
                  <a:pt x="1197" y="1154"/>
                  <a:pt x="1197" y="1153"/>
                </a:cubicBezTo>
                <a:lnTo>
                  <a:pt x="2124" y="1163"/>
                </a:lnTo>
                <a:lnTo>
                  <a:pt x="2124" y="1163"/>
                </a:lnTo>
                <a:cubicBezTo>
                  <a:pt x="2128" y="1198"/>
                  <a:pt x="2156" y="1226"/>
                  <a:pt x="2193" y="1227"/>
                </a:cubicBezTo>
                <a:lnTo>
                  <a:pt x="2193" y="1227"/>
                </a:lnTo>
                <a:cubicBezTo>
                  <a:pt x="2232" y="1228"/>
                  <a:pt x="2264" y="1198"/>
                  <a:pt x="2266" y="1158"/>
                </a:cubicBezTo>
                <a:lnTo>
                  <a:pt x="2266" y="1158"/>
                </a:lnTo>
                <a:cubicBezTo>
                  <a:pt x="2268" y="1120"/>
                  <a:pt x="2237" y="1087"/>
                  <a:pt x="2198" y="1085"/>
                </a:cubicBezTo>
                <a:lnTo>
                  <a:pt x="2198" y="1085"/>
                </a:lnTo>
                <a:cubicBezTo>
                  <a:pt x="2161" y="1083"/>
                  <a:pt x="2128" y="1111"/>
                  <a:pt x="2124" y="1148"/>
                </a:cubicBezTo>
                <a:lnTo>
                  <a:pt x="1197" y="1139"/>
                </a:lnTo>
                <a:lnTo>
                  <a:pt x="1197" y="1139"/>
                </a:lnTo>
                <a:cubicBezTo>
                  <a:pt x="1196" y="1030"/>
                  <a:pt x="1133" y="935"/>
                  <a:pt x="1039" y="889"/>
                </a:cubicBezTo>
                <a:lnTo>
                  <a:pt x="1315" y="294"/>
                </a:lnTo>
                <a:lnTo>
                  <a:pt x="1315" y="294"/>
                </a:lnTo>
                <a:cubicBezTo>
                  <a:pt x="1323" y="296"/>
                  <a:pt x="1332" y="298"/>
                  <a:pt x="1341" y="298"/>
                </a:cubicBezTo>
                <a:lnTo>
                  <a:pt x="1341" y="298"/>
                </a:lnTo>
                <a:cubicBezTo>
                  <a:pt x="1388" y="300"/>
                  <a:pt x="1428" y="263"/>
                  <a:pt x="1430" y="216"/>
                </a:cubicBezTo>
                <a:lnTo>
                  <a:pt x="1430" y="216"/>
                </a:lnTo>
                <a:cubicBezTo>
                  <a:pt x="1431" y="169"/>
                  <a:pt x="1395" y="129"/>
                  <a:pt x="1347" y="127"/>
                </a:cubicBezTo>
                <a:lnTo>
                  <a:pt x="1347" y="127"/>
                </a:lnTo>
                <a:cubicBezTo>
                  <a:pt x="1300" y="125"/>
                  <a:pt x="1260" y="162"/>
                  <a:pt x="1259" y="209"/>
                </a:cubicBezTo>
                <a:lnTo>
                  <a:pt x="1259" y="209"/>
                </a:lnTo>
                <a:cubicBezTo>
                  <a:pt x="1257" y="243"/>
                  <a:pt x="1275" y="272"/>
                  <a:pt x="1302" y="288"/>
                </a:cubicBezTo>
                <a:lnTo>
                  <a:pt x="1026" y="883"/>
                </a:lnTo>
                <a:lnTo>
                  <a:pt x="1026" y="883"/>
                </a:lnTo>
                <a:cubicBezTo>
                  <a:pt x="995" y="871"/>
                  <a:pt x="962" y="862"/>
                  <a:pt x="927" y="860"/>
                </a:cubicBezTo>
                <a:lnTo>
                  <a:pt x="941" y="222"/>
                </a:lnTo>
                <a:lnTo>
                  <a:pt x="941" y="222"/>
                </a:lnTo>
                <a:cubicBezTo>
                  <a:pt x="999" y="219"/>
                  <a:pt x="1045" y="174"/>
                  <a:pt x="1047" y="116"/>
                </a:cubicBezTo>
                <a:lnTo>
                  <a:pt x="1047" y="116"/>
                </a:lnTo>
                <a:cubicBezTo>
                  <a:pt x="1049" y="55"/>
                  <a:pt x="1001" y="4"/>
                  <a:pt x="940" y="2"/>
                </a:cubicBezTo>
                <a:lnTo>
                  <a:pt x="940" y="2"/>
                </a:lnTo>
                <a:cubicBezTo>
                  <a:pt x="880" y="0"/>
                  <a:pt x="829" y="47"/>
                  <a:pt x="827" y="108"/>
                </a:cubicBezTo>
                <a:lnTo>
                  <a:pt x="827" y="108"/>
                </a:lnTo>
                <a:cubicBezTo>
                  <a:pt x="825" y="166"/>
                  <a:pt x="869" y="216"/>
                  <a:pt x="927" y="221"/>
                </a:cubicBezTo>
                <a:lnTo>
                  <a:pt x="913" y="860"/>
                </a:lnTo>
                <a:lnTo>
                  <a:pt x="913" y="860"/>
                </a:lnTo>
                <a:cubicBezTo>
                  <a:pt x="812" y="860"/>
                  <a:pt x="722" y="914"/>
                  <a:pt x="672" y="995"/>
                </a:cubicBezTo>
                <a:lnTo>
                  <a:pt x="286" y="771"/>
                </a:lnTo>
                <a:lnTo>
                  <a:pt x="286" y="771"/>
                </a:lnTo>
                <a:cubicBezTo>
                  <a:pt x="291" y="761"/>
                  <a:pt x="294" y="750"/>
                  <a:pt x="294" y="738"/>
                </a:cubicBezTo>
                <a:lnTo>
                  <a:pt x="294" y="738"/>
                </a:lnTo>
                <a:cubicBezTo>
                  <a:pt x="296" y="690"/>
                  <a:pt x="259" y="651"/>
                  <a:pt x="212" y="649"/>
                </a:cubicBezTo>
                <a:lnTo>
                  <a:pt x="212" y="649"/>
                </a:lnTo>
                <a:cubicBezTo>
                  <a:pt x="165" y="647"/>
                  <a:pt x="125" y="684"/>
                  <a:pt x="124" y="731"/>
                </a:cubicBezTo>
                <a:lnTo>
                  <a:pt x="124" y="731"/>
                </a:lnTo>
                <a:cubicBezTo>
                  <a:pt x="122" y="779"/>
                  <a:pt x="158" y="819"/>
                  <a:pt x="206" y="821"/>
                </a:cubicBezTo>
                <a:lnTo>
                  <a:pt x="206" y="821"/>
                </a:lnTo>
                <a:cubicBezTo>
                  <a:pt x="236" y="822"/>
                  <a:pt x="263" y="807"/>
                  <a:pt x="279" y="784"/>
                </a:cubicBezTo>
                <a:lnTo>
                  <a:pt x="664" y="1008"/>
                </a:lnTo>
                <a:lnTo>
                  <a:pt x="664" y="1008"/>
                </a:lnTo>
                <a:cubicBezTo>
                  <a:pt x="644" y="1045"/>
                  <a:pt x="631" y="1088"/>
                  <a:pt x="630" y="1133"/>
                </a:cubicBezTo>
                <a:lnTo>
                  <a:pt x="630" y="1133"/>
                </a:lnTo>
                <a:cubicBezTo>
                  <a:pt x="628" y="1182"/>
                  <a:pt x="639" y="1228"/>
                  <a:pt x="658" y="1269"/>
                </a:cubicBezTo>
                <a:lnTo>
                  <a:pt x="169" y="1524"/>
                </a:lnTo>
                <a:lnTo>
                  <a:pt x="169" y="1524"/>
                </a:lnTo>
                <a:cubicBezTo>
                  <a:pt x="154" y="1500"/>
                  <a:pt x="127" y="1482"/>
                  <a:pt x="96" y="1482"/>
                </a:cubicBezTo>
                <a:lnTo>
                  <a:pt x="96" y="1482"/>
                </a:lnTo>
                <a:cubicBezTo>
                  <a:pt x="45" y="1480"/>
                  <a:pt x="3" y="1519"/>
                  <a:pt x="2" y="1569"/>
                </a:cubicBezTo>
                <a:lnTo>
                  <a:pt x="2" y="1569"/>
                </a:lnTo>
                <a:cubicBezTo>
                  <a:pt x="0" y="1619"/>
                  <a:pt x="39" y="1661"/>
                  <a:pt x="89" y="1664"/>
                </a:cubicBezTo>
                <a:lnTo>
                  <a:pt x="89" y="1664"/>
                </a:lnTo>
                <a:cubicBezTo>
                  <a:pt x="139" y="1665"/>
                  <a:pt x="181" y="1626"/>
                  <a:pt x="183" y="1576"/>
                </a:cubicBezTo>
                <a:lnTo>
                  <a:pt x="183" y="1576"/>
                </a:lnTo>
                <a:cubicBezTo>
                  <a:pt x="183" y="1562"/>
                  <a:pt x="181" y="1549"/>
                  <a:pt x="176" y="1537"/>
                </a:cubicBezTo>
                <a:lnTo>
                  <a:pt x="665" y="1282"/>
                </a:lnTo>
                <a:lnTo>
                  <a:pt x="665" y="1282"/>
                </a:lnTo>
                <a:cubicBezTo>
                  <a:pt x="711" y="1364"/>
                  <a:pt x="796" y="1421"/>
                  <a:pt x="898" y="1427"/>
                </a:cubicBezTo>
                <a:lnTo>
                  <a:pt x="879" y="1984"/>
                </a:lnTo>
                <a:lnTo>
                  <a:pt x="879" y="1984"/>
                </a:lnTo>
                <a:cubicBezTo>
                  <a:pt x="832" y="1986"/>
                  <a:pt x="794" y="2023"/>
                  <a:pt x="792" y="2071"/>
                </a:cubicBezTo>
                <a:lnTo>
                  <a:pt x="792" y="2071"/>
                </a:lnTo>
                <a:cubicBezTo>
                  <a:pt x="790" y="2122"/>
                  <a:pt x="829" y="2164"/>
                  <a:pt x="880" y="2165"/>
                </a:cubicBezTo>
                <a:lnTo>
                  <a:pt x="880" y="2165"/>
                </a:lnTo>
                <a:cubicBezTo>
                  <a:pt x="931" y="2167"/>
                  <a:pt x="972" y="2128"/>
                  <a:pt x="974" y="2078"/>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7" name="Freeform: Shape 526">
            <a:extLst>
              <a:ext uri="{FF2B5EF4-FFF2-40B4-BE49-F238E27FC236}">
                <a16:creationId xmlns:a16="http://schemas.microsoft.com/office/drawing/2014/main" id="{F4951FAD-00E3-4A5C-A15C-C103A491E704}"/>
              </a:ext>
            </a:extLst>
          </p:cNvPr>
          <p:cNvSpPr>
            <a:spLocks noChangeArrowheads="1"/>
          </p:cNvSpPr>
          <p:nvPr/>
        </p:nvSpPr>
        <p:spPr bwMode="auto">
          <a:xfrm>
            <a:off x="895155" y="3714830"/>
            <a:ext cx="4118337" cy="2185323"/>
          </a:xfrm>
          <a:custGeom>
            <a:avLst/>
            <a:gdLst>
              <a:gd name="connsiteX0" fmla="*/ 2959376 w 8236673"/>
              <a:gd name="connsiteY0" fmla="*/ 4355264 h 4370646"/>
              <a:gd name="connsiteX1" fmla="*/ 2960280 w 8236673"/>
              <a:gd name="connsiteY1" fmla="*/ 4367027 h 4370646"/>
              <a:gd name="connsiteX2" fmla="*/ 2850808 w 8236673"/>
              <a:gd name="connsiteY2" fmla="*/ 4370646 h 4370646"/>
              <a:gd name="connsiteX3" fmla="*/ 2807381 w 8236673"/>
              <a:gd name="connsiteY3" fmla="*/ 4369741 h 4370646"/>
              <a:gd name="connsiteX4" fmla="*/ 2807381 w 8236673"/>
              <a:gd name="connsiteY4" fmla="*/ 4357080 h 4370646"/>
              <a:gd name="connsiteX5" fmla="*/ 2808345 w 8236673"/>
              <a:gd name="connsiteY5" fmla="*/ 4357063 h 4370646"/>
              <a:gd name="connsiteX6" fmla="*/ 2506105 w 8236673"/>
              <a:gd name="connsiteY6" fmla="*/ 4324501 h 4370646"/>
              <a:gd name="connsiteX7" fmla="*/ 2656291 w 8236673"/>
              <a:gd name="connsiteY7" fmla="*/ 4347121 h 4370646"/>
              <a:gd name="connsiteX8" fmla="*/ 2655386 w 8236673"/>
              <a:gd name="connsiteY8" fmla="*/ 4359789 h 4370646"/>
              <a:gd name="connsiteX9" fmla="*/ 2504296 w 8236673"/>
              <a:gd name="connsiteY9" fmla="*/ 4337168 h 4370646"/>
              <a:gd name="connsiteX10" fmla="*/ 3259746 w 8236673"/>
              <a:gd name="connsiteY10" fmla="*/ 4310929 h 4370646"/>
              <a:gd name="connsiteX11" fmla="*/ 3262460 w 8236673"/>
              <a:gd name="connsiteY11" fmla="*/ 4322692 h 4370646"/>
              <a:gd name="connsiteX12" fmla="*/ 3222652 w 8236673"/>
              <a:gd name="connsiteY12" fmla="*/ 4331740 h 4370646"/>
              <a:gd name="connsiteX13" fmla="*/ 3112274 w 8236673"/>
              <a:gd name="connsiteY13" fmla="*/ 4351646 h 4370646"/>
              <a:gd name="connsiteX14" fmla="*/ 3111370 w 8236673"/>
              <a:gd name="connsiteY14" fmla="*/ 4338978 h 4370646"/>
              <a:gd name="connsiteX15" fmla="*/ 3219033 w 8236673"/>
              <a:gd name="connsiteY15" fmla="*/ 4319977 h 4370646"/>
              <a:gd name="connsiteX16" fmla="*/ 3259746 w 8236673"/>
              <a:gd name="connsiteY16" fmla="*/ 4310929 h 4370646"/>
              <a:gd name="connsiteX17" fmla="*/ 2214782 w 8236673"/>
              <a:gd name="connsiteY17" fmla="*/ 4243971 h 4370646"/>
              <a:gd name="connsiteX18" fmla="*/ 2358635 w 8236673"/>
              <a:gd name="connsiteY18" fmla="*/ 4291022 h 4370646"/>
              <a:gd name="connsiteX19" fmla="*/ 2355015 w 8236673"/>
              <a:gd name="connsiteY19" fmla="*/ 4302785 h 4370646"/>
              <a:gd name="connsiteX20" fmla="*/ 2209353 w 8236673"/>
              <a:gd name="connsiteY20" fmla="*/ 4254829 h 4370646"/>
              <a:gd name="connsiteX21" fmla="*/ 3549260 w 8236673"/>
              <a:gd name="connsiteY21" fmla="*/ 4219541 h 4370646"/>
              <a:gd name="connsiteX22" fmla="*/ 3554688 w 8236673"/>
              <a:gd name="connsiteY22" fmla="*/ 4231303 h 4370646"/>
              <a:gd name="connsiteX23" fmla="*/ 3410836 w 8236673"/>
              <a:gd name="connsiteY23" fmla="*/ 4282879 h 4370646"/>
              <a:gd name="connsiteX24" fmla="*/ 3406312 w 8236673"/>
              <a:gd name="connsiteY24" fmla="*/ 4270211 h 4370646"/>
              <a:gd name="connsiteX25" fmla="*/ 3549260 w 8236673"/>
              <a:gd name="connsiteY25" fmla="*/ 4219541 h 4370646"/>
              <a:gd name="connsiteX26" fmla="*/ 1941552 w 8236673"/>
              <a:gd name="connsiteY26" fmla="*/ 4111867 h 4370646"/>
              <a:gd name="connsiteX27" fmla="*/ 2074548 w 8236673"/>
              <a:gd name="connsiteY27" fmla="*/ 4184253 h 4370646"/>
              <a:gd name="connsiteX28" fmla="*/ 2069119 w 8236673"/>
              <a:gd name="connsiteY28" fmla="*/ 4195111 h 4370646"/>
              <a:gd name="connsiteX29" fmla="*/ 1935219 w 8236673"/>
              <a:gd name="connsiteY29" fmla="*/ 4122725 h 4370646"/>
              <a:gd name="connsiteX30" fmla="*/ 3823393 w 8236673"/>
              <a:gd name="connsiteY30" fmla="*/ 4089247 h 4370646"/>
              <a:gd name="connsiteX31" fmla="*/ 3829726 w 8236673"/>
              <a:gd name="connsiteY31" fmla="*/ 4099199 h 4370646"/>
              <a:gd name="connsiteX32" fmla="*/ 3694017 w 8236673"/>
              <a:gd name="connsiteY32" fmla="*/ 4170681 h 4370646"/>
              <a:gd name="connsiteX33" fmla="*/ 3688588 w 8236673"/>
              <a:gd name="connsiteY33" fmla="*/ 4158918 h 4370646"/>
              <a:gd name="connsiteX34" fmla="*/ 3823393 w 8236673"/>
              <a:gd name="connsiteY34" fmla="*/ 4089247 h 4370646"/>
              <a:gd name="connsiteX35" fmla="*/ 1699086 w 8236673"/>
              <a:gd name="connsiteY35" fmla="*/ 3929998 h 4370646"/>
              <a:gd name="connsiteX36" fmla="*/ 1814891 w 8236673"/>
              <a:gd name="connsiteY36" fmla="*/ 4026814 h 4370646"/>
              <a:gd name="connsiteX37" fmla="*/ 1807654 w 8236673"/>
              <a:gd name="connsiteY37" fmla="*/ 4037672 h 4370646"/>
              <a:gd name="connsiteX38" fmla="*/ 1690038 w 8236673"/>
              <a:gd name="connsiteY38" fmla="*/ 3939046 h 4370646"/>
              <a:gd name="connsiteX39" fmla="*/ 4078528 w 8236673"/>
              <a:gd name="connsiteY39" fmla="*/ 3924569 h 4370646"/>
              <a:gd name="connsiteX40" fmla="*/ 4083561 w 8236673"/>
              <a:gd name="connsiteY40" fmla="*/ 3930861 h 4370646"/>
              <a:gd name="connsiteX41" fmla="*/ 4085765 w 8236673"/>
              <a:gd name="connsiteY41" fmla="*/ 3933617 h 4370646"/>
              <a:gd name="connsiteX42" fmla="*/ 3960912 w 8236673"/>
              <a:gd name="connsiteY42" fmla="*/ 4021385 h 4370646"/>
              <a:gd name="connsiteX43" fmla="*/ 3953675 w 8236673"/>
              <a:gd name="connsiteY43" fmla="*/ 4010527 h 4370646"/>
              <a:gd name="connsiteX44" fmla="*/ 4078528 w 8236673"/>
              <a:gd name="connsiteY44" fmla="*/ 3924569 h 4370646"/>
              <a:gd name="connsiteX45" fmla="*/ 4313759 w 8236673"/>
              <a:gd name="connsiteY45" fmla="*/ 3730937 h 4370646"/>
              <a:gd name="connsiteX46" fmla="*/ 4321901 w 8236673"/>
              <a:gd name="connsiteY46" fmla="*/ 3740890 h 4370646"/>
              <a:gd name="connsiteX47" fmla="*/ 4206096 w 8236673"/>
              <a:gd name="connsiteY47" fmla="*/ 3840421 h 4370646"/>
              <a:gd name="connsiteX48" fmla="*/ 4198858 w 8236673"/>
              <a:gd name="connsiteY48" fmla="*/ 3831372 h 4370646"/>
              <a:gd name="connsiteX49" fmla="*/ 4313759 w 8236673"/>
              <a:gd name="connsiteY49" fmla="*/ 3730937 h 4370646"/>
              <a:gd name="connsiteX50" fmla="*/ 1500045 w 8236673"/>
              <a:gd name="connsiteY50" fmla="*/ 3701983 h 4370646"/>
              <a:gd name="connsiteX51" fmla="*/ 1593232 w 8236673"/>
              <a:gd name="connsiteY51" fmla="*/ 3821419 h 4370646"/>
              <a:gd name="connsiteX52" fmla="*/ 1583279 w 8236673"/>
              <a:gd name="connsiteY52" fmla="*/ 3829563 h 4370646"/>
              <a:gd name="connsiteX53" fmla="*/ 1490092 w 8236673"/>
              <a:gd name="connsiteY53" fmla="*/ 3708317 h 4370646"/>
              <a:gd name="connsiteX54" fmla="*/ 4528179 w 8236673"/>
              <a:gd name="connsiteY54" fmla="*/ 3515589 h 4370646"/>
              <a:gd name="connsiteX55" fmla="*/ 4537227 w 8236673"/>
              <a:gd name="connsiteY55" fmla="*/ 3524637 h 4370646"/>
              <a:gd name="connsiteX56" fmla="*/ 4433182 w 8236673"/>
              <a:gd name="connsiteY56" fmla="*/ 3635931 h 4370646"/>
              <a:gd name="connsiteX57" fmla="*/ 4424135 w 8236673"/>
              <a:gd name="connsiteY57" fmla="*/ 3625978 h 4370646"/>
              <a:gd name="connsiteX58" fmla="*/ 4528179 w 8236673"/>
              <a:gd name="connsiteY58" fmla="*/ 3515589 h 4370646"/>
              <a:gd name="connsiteX59" fmla="*/ 1349858 w 8236673"/>
              <a:gd name="connsiteY59" fmla="*/ 3436870 h 4370646"/>
              <a:gd name="connsiteX60" fmla="*/ 1398713 w 8236673"/>
              <a:gd name="connsiteY60" fmla="*/ 3526447 h 4370646"/>
              <a:gd name="connsiteX61" fmla="*/ 1422235 w 8236673"/>
              <a:gd name="connsiteY61" fmla="*/ 3571688 h 4370646"/>
              <a:gd name="connsiteX62" fmla="*/ 1411378 w 8236673"/>
              <a:gd name="connsiteY62" fmla="*/ 3578022 h 4370646"/>
              <a:gd name="connsiteX63" fmla="*/ 1387856 w 8236673"/>
              <a:gd name="connsiteY63" fmla="*/ 3532781 h 4370646"/>
              <a:gd name="connsiteX64" fmla="*/ 1339001 w 8236673"/>
              <a:gd name="connsiteY64" fmla="*/ 3443203 h 4370646"/>
              <a:gd name="connsiteX65" fmla="*/ 4721793 w 8236673"/>
              <a:gd name="connsiteY65" fmla="*/ 3281242 h 4370646"/>
              <a:gd name="connsiteX66" fmla="*/ 4731745 w 8236673"/>
              <a:gd name="connsiteY66" fmla="*/ 3289385 h 4370646"/>
              <a:gd name="connsiteX67" fmla="*/ 4636748 w 8236673"/>
              <a:gd name="connsiteY67" fmla="*/ 3408821 h 4370646"/>
              <a:gd name="connsiteX68" fmla="*/ 4626796 w 8236673"/>
              <a:gd name="connsiteY68" fmla="*/ 3400678 h 4370646"/>
              <a:gd name="connsiteX69" fmla="*/ 4721793 w 8236673"/>
              <a:gd name="connsiteY69" fmla="*/ 3281242 h 4370646"/>
              <a:gd name="connsiteX70" fmla="*/ 1147199 w 8236673"/>
              <a:gd name="connsiteY70" fmla="*/ 3210664 h 4370646"/>
              <a:gd name="connsiteX71" fmla="*/ 1258481 w 8236673"/>
              <a:gd name="connsiteY71" fmla="*/ 3306575 h 4370646"/>
              <a:gd name="connsiteX72" fmla="*/ 1263004 w 8236673"/>
              <a:gd name="connsiteY72" fmla="*/ 3312005 h 4370646"/>
              <a:gd name="connsiteX73" fmla="*/ 1253957 w 8236673"/>
              <a:gd name="connsiteY73" fmla="*/ 3320148 h 4370646"/>
              <a:gd name="connsiteX74" fmla="*/ 1249433 w 8236673"/>
              <a:gd name="connsiteY74" fmla="*/ 3314719 h 4370646"/>
              <a:gd name="connsiteX75" fmla="*/ 1139961 w 8236673"/>
              <a:gd name="connsiteY75" fmla="*/ 3220617 h 4370646"/>
              <a:gd name="connsiteX76" fmla="*/ 869445 w 8236673"/>
              <a:gd name="connsiteY76" fmla="*/ 3084895 h 4370646"/>
              <a:gd name="connsiteX77" fmla="*/ 1012393 w 8236673"/>
              <a:gd name="connsiteY77" fmla="*/ 3137375 h 4370646"/>
              <a:gd name="connsiteX78" fmla="*/ 1007869 w 8236673"/>
              <a:gd name="connsiteY78" fmla="*/ 3149138 h 4370646"/>
              <a:gd name="connsiteX79" fmla="*/ 864921 w 8236673"/>
              <a:gd name="connsiteY79" fmla="*/ 3096658 h 4370646"/>
              <a:gd name="connsiteX80" fmla="*/ 4895500 w 8236673"/>
              <a:gd name="connsiteY80" fmla="*/ 3031509 h 4370646"/>
              <a:gd name="connsiteX81" fmla="*/ 4906357 w 8236673"/>
              <a:gd name="connsiteY81" fmla="*/ 3037843 h 4370646"/>
              <a:gd name="connsiteX82" fmla="*/ 4856597 w 8236673"/>
              <a:gd name="connsiteY82" fmla="*/ 3111134 h 4370646"/>
              <a:gd name="connsiteX83" fmla="*/ 4834883 w 8236673"/>
              <a:gd name="connsiteY83" fmla="*/ 3143707 h 4370646"/>
              <a:gd name="connsiteX84" fmla="*/ 4820408 w 8236673"/>
              <a:gd name="connsiteY84" fmla="*/ 3164519 h 4370646"/>
              <a:gd name="connsiteX85" fmla="*/ 4810455 w 8236673"/>
              <a:gd name="connsiteY85" fmla="*/ 3157280 h 4370646"/>
              <a:gd name="connsiteX86" fmla="*/ 4824026 w 8236673"/>
              <a:gd name="connsiteY86" fmla="*/ 3137374 h 4370646"/>
              <a:gd name="connsiteX87" fmla="*/ 4845740 w 8236673"/>
              <a:gd name="connsiteY87" fmla="*/ 3103895 h 4370646"/>
              <a:gd name="connsiteX88" fmla="*/ 4895500 w 8236673"/>
              <a:gd name="connsiteY88" fmla="*/ 3031509 h 4370646"/>
              <a:gd name="connsiteX89" fmla="*/ 578123 w 8236673"/>
              <a:gd name="connsiteY89" fmla="*/ 2992604 h 4370646"/>
              <a:gd name="connsiteX90" fmla="*/ 722881 w 8236673"/>
              <a:gd name="connsiteY90" fmla="*/ 3039655 h 4370646"/>
              <a:gd name="connsiteX91" fmla="*/ 719261 w 8236673"/>
              <a:gd name="connsiteY91" fmla="*/ 3051418 h 4370646"/>
              <a:gd name="connsiteX92" fmla="*/ 573600 w 8236673"/>
              <a:gd name="connsiteY92" fmla="*/ 3004367 h 4370646"/>
              <a:gd name="connsiteX93" fmla="*/ 7191709 w 8236673"/>
              <a:gd name="connsiteY93" fmla="*/ 2910263 h 4370646"/>
              <a:gd name="connsiteX94" fmla="*/ 7195327 w 8236673"/>
              <a:gd name="connsiteY94" fmla="*/ 2922026 h 4370646"/>
              <a:gd name="connsiteX95" fmla="*/ 7076807 w 8236673"/>
              <a:gd name="connsiteY95" fmla="*/ 2945551 h 4370646"/>
              <a:gd name="connsiteX96" fmla="*/ 7044237 w 8236673"/>
              <a:gd name="connsiteY96" fmla="*/ 2947361 h 4370646"/>
              <a:gd name="connsiteX97" fmla="*/ 7043333 w 8236673"/>
              <a:gd name="connsiteY97" fmla="*/ 2935599 h 4370646"/>
              <a:gd name="connsiteX98" fmla="*/ 7074998 w 8236673"/>
              <a:gd name="connsiteY98" fmla="*/ 2931979 h 4370646"/>
              <a:gd name="connsiteX99" fmla="*/ 7191709 w 8236673"/>
              <a:gd name="connsiteY99" fmla="*/ 2910263 h 4370646"/>
              <a:gd name="connsiteX100" fmla="*/ 6742961 w 8236673"/>
              <a:gd name="connsiteY100" fmla="*/ 2906645 h 4370646"/>
              <a:gd name="connsiteX101" fmla="*/ 6892243 w 8236673"/>
              <a:gd name="connsiteY101" fmla="*/ 2931980 h 4370646"/>
              <a:gd name="connsiteX102" fmla="*/ 6890433 w 8236673"/>
              <a:gd name="connsiteY102" fmla="*/ 2944648 h 4370646"/>
              <a:gd name="connsiteX103" fmla="*/ 6739343 w 8236673"/>
              <a:gd name="connsiteY103" fmla="*/ 2919313 h 4370646"/>
              <a:gd name="connsiteX104" fmla="*/ 311227 w 8236673"/>
              <a:gd name="connsiteY104" fmla="*/ 2853261 h 4370646"/>
              <a:gd name="connsiteX105" fmla="*/ 370035 w 8236673"/>
              <a:gd name="connsiteY105" fmla="*/ 2893978 h 4370646"/>
              <a:gd name="connsiteX106" fmla="*/ 438794 w 8236673"/>
              <a:gd name="connsiteY106" fmla="*/ 2933790 h 4370646"/>
              <a:gd name="connsiteX107" fmla="*/ 433366 w 8236673"/>
              <a:gd name="connsiteY107" fmla="*/ 2945552 h 4370646"/>
              <a:gd name="connsiteX108" fmla="*/ 362796 w 8236673"/>
              <a:gd name="connsiteY108" fmla="*/ 2904836 h 4370646"/>
              <a:gd name="connsiteX109" fmla="*/ 303085 w 8236673"/>
              <a:gd name="connsiteY109" fmla="*/ 2863214 h 4370646"/>
              <a:gd name="connsiteX110" fmla="*/ 6450734 w 8236673"/>
              <a:gd name="connsiteY110" fmla="*/ 2821591 h 4370646"/>
              <a:gd name="connsiteX111" fmla="*/ 6595491 w 8236673"/>
              <a:gd name="connsiteY111" fmla="*/ 2867737 h 4370646"/>
              <a:gd name="connsiteX112" fmla="*/ 6591872 w 8236673"/>
              <a:gd name="connsiteY112" fmla="*/ 2879499 h 4370646"/>
              <a:gd name="connsiteX113" fmla="*/ 6447115 w 8236673"/>
              <a:gd name="connsiteY113" fmla="*/ 2834259 h 4370646"/>
              <a:gd name="connsiteX114" fmla="*/ 5109922 w 8236673"/>
              <a:gd name="connsiteY114" fmla="*/ 2814353 h 4370646"/>
              <a:gd name="connsiteX115" fmla="*/ 5116255 w 8236673"/>
              <a:gd name="connsiteY115" fmla="*/ 2826116 h 4370646"/>
              <a:gd name="connsiteX116" fmla="*/ 5081875 w 8236673"/>
              <a:gd name="connsiteY116" fmla="*/ 2847832 h 4370646"/>
              <a:gd name="connsiteX117" fmla="*/ 4999544 w 8236673"/>
              <a:gd name="connsiteY117" fmla="*/ 2920218 h 4370646"/>
              <a:gd name="connsiteX118" fmla="*/ 4990497 w 8236673"/>
              <a:gd name="connsiteY118" fmla="*/ 2911169 h 4370646"/>
              <a:gd name="connsiteX119" fmla="*/ 5074637 w 8236673"/>
              <a:gd name="connsiteY119" fmla="*/ 2836974 h 4370646"/>
              <a:gd name="connsiteX120" fmla="*/ 5109922 w 8236673"/>
              <a:gd name="connsiteY120" fmla="*/ 2814353 h 4370646"/>
              <a:gd name="connsiteX121" fmla="*/ 7462223 w 8236673"/>
              <a:gd name="connsiteY121" fmla="*/ 2777255 h 4370646"/>
              <a:gd name="connsiteX122" fmla="*/ 7469461 w 8236673"/>
              <a:gd name="connsiteY122" fmla="*/ 2787208 h 4370646"/>
              <a:gd name="connsiteX123" fmla="*/ 7338275 w 8236673"/>
              <a:gd name="connsiteY123" fmla="*/ 2867737 h 4370646"/>
              <a:gd name="connsiteX124" fmla="*/ 7332847 w 8236673"/>
              <a:gd name="connsiteY124" fmla="*/ 2855974 h 4370646"/>
              <a:gd name="connsiteX125" fmla="*/ 7462223 w 8236673"/>
              <a:gd name="connsiteY125" fmla="*/ 2777255 h 4370646"/>
              <a:gd name="connsiteX126" fmla="*/ 6158505 w 8236673"/>
              <a:gd name="connsiteY126" fmla="*/ 2734728 h 4370646"/>
              <a:gd name="connsiteX127" fmla="*/ 6180219 w 8236673"/>
              <a:gd name="connsiteY127" fmla="*/ 2740157 h 4370646"/>
              <a:gd name="connsiteX128" fmla="*/ 6305977 w 8236673"/>
              <a:gd name="connsiteY128" fmla="*/ 2775445 h 4370646"/>
              <a:gd name="connsiteX129" fmla="*/ 6301453 w 8236673"/>
              <a:gd name="connsiteY129" fmla="*/ 2787208 h 4370646"/>
              <a:gd name="connsiteX130" fmla="*/ 6176600 w 8236673"/>
              <a:gd name="connsiteY130" fmla="*/ 2751919 h 4370646"/>
              <a:gd name="connsiteX131" fmla="*/ 6155791 w 8236673"/>
              <a:gd name="connsiteY131" fmla="*/ 2747395 h 4370646"/>
              <a:gd name="connsiteX132" fmla="*/ 5399436 w 8236673"/>
              <a:gd name="connsiteY132" fmla="*/ 2717536 h 4370646"/>
              <a:gd name="connsiteX133" fmla="*/ 5402150 w 8236673"/>
              <a:gd name="connsiteY133" fmla="*/ 2729299 h 4370646"/>
              <a:gd name="connsiteX134" fmla="*/ 5368675 w 8236673"/>
              <a:gd name="connsiteY134" fmla="*/ 2736537 h 4370646"/>
              <a:gd name="connsiteX135" fmla="*/ 5254679 w 8236673"/>
              <a:gd name="connsiteY135" fmla="*/ 2765492 h 4370646"/>
              <a:gd name="connsiteX136" fmla="*/ 5251060 w 8236673"/>
              <a:gd name="connsiteY136" fmla="*/ 2753729 h 4370646"/>
              <a:gd name="connsiteX137" fmla="*/ 5365961 w 8236673"/>
              <a:gd name="connsiteY137" fmla="*/ 2723870 h 4370646"/>
              <a:gd name="connsiteX138" fmla="*/ 5399436 w 8236673"/>
              <a:gd name="connsiteY138" fmla="*/ 2717536 h 4370646"/>
              <a:gd name="connsiteX139" fmla="*/ 5856325 w 8236673"/>
              <a:gd name="connsiteY139" fmla="*/ 2690393 h 4370646"/>
              <a:gd name="connsiteX140" fmla="*/ 6008320 w 8236673"/>
              <a:gd name="connsiteY140" fmla="*/ 2705775 h 4370646"/>
              <a:gd name="connsiteX141" fmla="*/ 6006510 w 8236673"/>
              <a:gd name="connsiteY141" fmla="*/ 2718442 h 4370646"/>
              <a:gd name="connsiteX142" fmla="*/ 5855420 w 8236673"/>
              <a:gd name="connsiteY142" fmla="*/ 2702155 h 4370646"/>
              <a:gd name="connsiteX143" fmla="*/ 5703426 w 8236673"/>
              <a:gd name="connsiteY143" fmla="*/ 2685868 h 4370646"/>
              <a:gd name="connsiteX144" fmla="*/ 5703426 w 8236673"/>
              <a:gd name="connsiteY144" fmla="*/ 2699441 h 4370646"/>
              <a:gd name="connsiteX145" fmla="*/ 5551432 w 8236673"/>
              <a:gd name="connsiteY145" fmla="*/ 2708489 h 4370646"/>
              <a:gd name="connsiteX146" fmla="*/ 5550527 w 8236673"/>
              <a:gd name="connsiteY146" fmla="*/ 2695822 h 4370646"/>
              <a:gd name="connsiteX147" fmla="*/ 5703426 w 8236673"/>
              <a:gd name="connsiteY147" fmla="*/ 2685868 h 4370646"/>
              <a:gd name="connsiteX148" fmla="*/ 117617 w 8236673"/>
              <a:gd name="connsiteY148" fmla="*/ 2623436 h 4370646"/>
              <a:gd name="connsiteX149" fmla="*/ 202662 w 8236673"/>
              <a:gd name="connsiteY149" fmla="*/ 2748301 h 4370646"/>
              <a:gd name="connsiteX150" fmla="*/ 193613 w 8236673"/>
              <a:gd name="connsiteY150" fmla="*/ 2756445 h 4370646"/>
              <a:gd name="connsiteX151" fmla="*/ 105856 w 8236673"/>
              <a:gd name="connsiteY151" fmla="*/ 2629770 h 4370646"/>
              <a:gd name="connsiteX152" fmla="*/ 7671216 w 8236673"/>
              <a:gd name="connsiteY152" fmla="*/ 2561003 h 4370646"/>
              <a:gd name="connsiteX153" fmla="*/ 7682073 w 8236673"/>
              <a:gd name="connsiteY153" fmla="*/ 2568242 h 4370646"/>
              <a:gd name="connsiteX154" fmla="*/ 7585267 w 8236673"/>
              <a:gd name="connsiteY154" fmla="*/ 2686774 h 4370646"/>
              <a:gd name="connsiteX155" fmla="*/ 7575315 w 8236673"/>
              <a:gd name="connsiteY155" fmla="*/ 2677725 h 4370646"/>
              <a:gd name="connsiteX156" fmla="*/ 7671216 w 8236673"/>
              <a:gd name="connsiteY156" fmla="*/ 2561003 h 4370646"/>
              <a:gd name="connsiteX157" fmla="*/ 20811 w 8236673"/>
              <a:gd name="connsiteY157" fmla="*/ 2338417 h 4370646"/>
              <a:gd name="connsiteX158" fmla="*/ 56999 w 8236673"/>
              <a:gd name="connsiteY158" fmla="*/ 2485903 h 4370646"/>
              <a:gd name="connsiteX159" fmla="*/ 44335 w 8236673"/>
              <a:gd name="connsiteY159" fmla="*/ 2489522 h 4370646"/>
              <a:gd name="connsiteX160" fmla="*/ 8144 w 8236673"/>
              <a:gd name="connsiteY160" fmla="*/ 2341132 h 4370646"/>
              <a:gd name="connsiteX161" fmla="*/ 7800594 w 8236673"/>
              <a:gd name="connsiteY161" fmla="*/ 2288652 h 4370646"/>
              <a:gd name="connsiteX162" fmla="*/ 7812355 w 8236673"/>
              <a:gd name="connsiteY162" fmla="*/ 2292271 h 4370646"/>
              <a:gd name="connsiteX163" fmla="*/ 7757166 w 8236673"/>
              <a:gd name="connsiteY163" fmla="*/ 2435233 h 4370646"/>
              <a:gd name="connsiteX164" fmla="*/ 7746310 w 8236673"/>
              <a:gd name="connsiteY164" fmla="*/ 2429804 h 4370646"/>
              <a:gd name="connsiteX165" fmla="*/ 7800594 w 8236673"/>
              <a:gd name="connsiteY165" fmla="*/ 2288652 h 4370646"/>
              <a:gd name="connsiteX166" fmla="*/ 19905 w 8236673"/>
              <a:gd name="connsiteY166" fmla="*/ 2035301 h 4370646"/>
              <a:gd name="connsiteX167" fmla="*/ 31667 w 8236673"/>
              <a:gd name="connsiteY167" fmla="*/ 2038920 h 4370646"/>
              <a:gd name="connsiteX168" fmla="*/ 14478 w 8236673"/>
              <a:gd name="connsiteY168" fmla="*/ 2152927 h 4370646"/>
              <a:gd name="connsiteX169" fmla="*/ 11765 w 8236673"/>
              <a:gd name="connsiteY169" fmla="*/ 2188215 h 4370646"/>
              <a:gd name="connsiteX170" fmla="*/ 0 w 8236673"/>
              <a:gd name="connsiteY170" fmla="*/ 2188215 h 4370646"/>
              <a:gd name="connsiteX171" fmla="*/ 1812 w 8236673"/>
              <a:gd name="connsiteY171" fmla="*/ 2152023 h 4370646"/>
              <a:gd name="connsiteX172" fmla="*/ 19905 w 8236673"/>
              <a:gd name="connsiteY172" fmla="*/ 2035301 h 4370646"/>
              <a:gd name="connsiteX173" fmla="*/ 7845829 w 8236673"/>
              <a:gd name="connsiteY173" fmla="*/ 1990059 h 4370646"/>
              <a:gd name="connsiteX174" fmla="*/ 7857591 w 8236673"/>
              <a:gd name="connsiteY174" fmla="*/ 1990059 h 4370646"/>
              <a:gd name="connsiteX175" fmla="*/ 7844925 w 8236673"/>
              <a:gd name="connsiteY175" fmla="*/ 2142069 h 4370646"/>
              <a:gd name="connsiteX176" fmla="*/ 7833163 w 8236673"/>
              <a:gd name="connsiteY176" fmla="*/ 2141165 h 4370646"/>
              <a:gd name="connsiteX177" fmla="*/ 7845829 w 8236673"/>
              <a:gd name="connsiteY177" fmla="*/ 1990059 h 4370646"/>
              <a:gd name="connsiteX178" fmla="*/ 134807 w 8236673"/>
              <a:gd name="connsiteY178" fmla="*/ 1752996 h 4370646"/>
              <a:gd name="connsiteX179" fmla="*/ 145665 w 8236673"/>
              <a:gd name="connsiteY179" fmla="*/ 1759330 h 4370646"/>
              <a:gd name="connsiteX180" fmla="*/ 76905 w 8236673"/>
              <a:gd name="connsiteY180" fmla="*/ 1894148 h 4370646"/>
              <a:gd name="connsiteX181" fmla="*/ 65145 w 8236673"/>
              <a:gd name="connsiteY181" fmla="*/ 1889624 h 4370646"/>
              <a:gd name="connsiteX182" fmla="*/ 134807 w 8236673"/>
              <a:gd name="connsiteY182" fmla="*/ 1752996 h 4370646"/>
              <a:gd name="connsiteX183" fmla="*/ 7825925 w 8236673"/>
              <a:gd name="connsiteY183" fmla="*/ 1686039 h 4370646"/>
              <a:gd name="connsiteX184" fmla="*/ 7838591 w 8236673"/>
              <a:gd name="connsiteY184" fmla="*/ 1746662 h 4370646"/>
              <a:gd name="connsiteX185" fmla="*/ 7852163 w 8236673"/>
              <a:gd name="connsiteY185" fmla="*/ 1837145 h 4370646"/>
              <a:gd name="connsiteX186" fmla="*/ 7838591 w 8236673"/>
              <a:gd name="connsiteY186" fmla="*/ 1838049 h 4370646"/>
              <a:gd name="connsiteX187" fmla="*/ 7825925 w 8236673"/>
              <a:gd name="connsiteY187" fmla="*/ 1749377 h 4370646"/>
              <a:gd name="connsiteX188" fmla="*/ 7814163 w 8236673"/>
              <a:gd name="connsiteY188" fmla="*/ 1688754 h 4370646"/>
              <a:gd name="connsiteX189" fmla="*/ 332037 w 8236673"/>
              <a:gd name="connsiteY189" fmla="*/ 1519553 h 4370646"/>
              <a:gd name="connsiteX190" fmla="*/ 340180 w 8236673"/>
              <a:gd name="connsiteY190" fmla="*/ 1528601 h 4370646"/>
              <a:gd name="connsiteX191" fmla="*/ 234328 w 8236673"/>
              <a:gd name="connsiteY191" fmla="*/ 1637180 h 4370646"/>
              <a:gd name="connsiteX192" fmla="*/ 224375 w 8236673"/>
              <a:gd name="connsiteY192" fmla="*/ 1628132 h 4370646"/>
              <a:gd name="connsiteX193" fmla="*/ 332037 w 8236673"/>
              <a:gd name="connsiteY193" fmla="*/ 1519553 h 4370646"/>
              <a:gd name="connsiteX194" fmla="*/ 7736357 w 8236673"/>
              <a:gd name="connsiteY194" fmla="*/ 1393783 h 4370646"/>
              <a:gd name="connsiteX195" fmla="*/ 7786117 w 8236673"/>
              <a:gd name="connsiteY195" fmla="*/ 1538554 h 4370646"/>
              <a:gd name="connsiteX196" fmla="*/ 7772981 w 8236673"/>
              <a:gd name="connsiteY196" fmla="*/ 1538094 h 4370646"/>
              <a:gd name="connsiteX197" fmla="*/ 7751850 w 8236673"/>
              <a:gd name="connsiteY197" fmla="*/ 1475330 h 4370646"/>
              <a:gd name="connsiteX198" fmla="*/ 7724595 w 8236673"/>
              <a:gd name="connsiteY198" fmla="*/ 1398307 h 4370646"/>
              <a:gd name="connsiteX199" fmla="*/ 587171 w 8236673"/>
              <a:gd name="connsiteY199" fmla="*/ 1352160 h 4370646"/>
              <a:gd name="connsiteX200" fmla="*/ 592600 w 8236673"/>
              <a:gd name="connsiteY200" fmla="*/ 1363923 h 4370646"/>
              <a:gd name="connsiteX201" fmla="*/ 461413 w 8236673"/>
              <a:gd name="connsiteY201" fmla="*/ 1438118 h 4370646"/>
              <a:gd name="connsiteX202" fmla="*/ 454175 w 8236673"/>
              <a:gd name="connsiteY202" fmla="*/ 1427260 h 4370646"/>
              <a:gd name="connsiteX203" fmla="*/ 587171 w 8236673"/>
              <a:gd name="connsiteY203" fmla="*/ 1352160 h 4370646"/>
              <a:gd name="connsiteX204" fmla="*/ 852260 w 8236673"/>
              <a:gd name="connsiteY204" fmla="*/ 1203769 h 4370646"/>
              <a:gd name="connsiteX205" fmla="*/ 859497 w 8236673"/>
              <a:gd name="connsiteY205" fmla="*/ 1213722 h 4370646"/>
              <a:gd name="connsiteX206" fmla="*/ 728311 w 8236673"/>
              <a:gd name="connsiteY206" fmla="*/ 1291537 h 4370646"/>
              <a:gd name="connsiteX207" fmla="*/ 721978 w 8236673"/>
              <a:gd name="connsiteY207" fmla="*/ 1281584 h 4370646"/>
              <a:gd name="connsiteX208" fmla="*/ 852260 w 8236673"/>
              <a:gd name="connsiteY208" fmla="*/ 1203769 h 4370646"/>
              <a:gd name="connsiteX209" fmla="*/ 7631408 w 8236673"/>
              <a:gd name="connsiteY209" fmla="*/ 1108763 h 4370646"/>
              <a:gd name="connsiteX210" fmla="*/ 7682977 w 8236673"/>
              <a:gd name="connsiteY210" fmla="*/ 1251725 h 4370646"/>
              <a:gd name="connsiteX211" fmla="*/ 7669465 w 8236673"/>
              <a:gd name="connsiteY211" fmla="*/ 1251450 h 4370646"/>
              <a:gd name="connsiteX212" fmla="*/ 7618741 w 8236673"/>
              <a:gd name="connsiteY212" fmla="*/ 1112382 h 4370646"/>
              <a:gd name="connsiteX213" fmla="*/ 1050395 w 8236673"/>
              <a:gd name="connsiteY213" fmla="*/ 982089 h 4370646"/>
              <a:gd name="connsiteX214" fmla="*/ 1062157 w 8236673"/>
              <a:gd name="connsiteY214" fmla="*/ 986613 h 4370646"/>
              <a:gd name="connsiteX215" fmla="*/ 977112 w 8236673"/>
              <a:gd name="connsiteY215" fmla="*/ 1115098 h 4370646"/>
              <a:gd name="connsiteX216" fmla="*/ 967159 w 8236673"/>
              <a:gd name="connsiteY216" fmla="*/ 1106049 h 4370646"/>
              <a:gd name="connsiteX217" fmla="*/ 1050395 w 8236673"/>
              <a:gd name="connsiteY217" fmla="*/ 982089 h 4370646"/>
              <a:gd name="connsiteX218" fmla="*/ 7549982 w 8236673"/>
              <a:gd name="connsiteY218" fmla="*/ 815602 h 4370646"/>
              <a:gd name="connsiteX219" fmla="*/ 7585267 w 8236673"/>
              <a:gd name="connsiteY219" fmla="*/ 963087 h 4370646"/>
              <a:gd name="connsiteX220" fmla="*/ 7573505 w 8236673"/>
              <a:gd name="connsiteY220" fmla="*/ 966707 h 4370646"/>
              <a:gd name="connsiteX221" fmla="*/ 7538221 w 8236673"/>
              <a:gd name="connsiteY221" fmla="*/ 818316 h 4370646"/>
              <a:gd name="connsiteX222" fmla="*/ 7496603 w 8236673"/>
              <a:gd name="connsiteY222" fmla="*/ 515201 h 4370646"/>
              <a:gd name="connsiteX223" fmla="*/ 7510174 w 8236673"/>
              <a:gd name="connsiteY223" fmla="*/ 515201 h 4370646"/>
              <a:gd name="connsiteX224" fmla="*/ 7524649 w 8236673"/>
              <a:gd name="connsiteY224" fmla="*/ 665401 h 4370646"/>
              <a:gd name="connsiteX225" fmla="*/ 7511983 w 8236673"/>
              <a:gd name="connsiteY225" fmla="*/ 668116 h 4370646"/>
              <a:gd name="connsiteX226" fmla="*/ 7496603 w 8236673"/>
              <a:gd name="connsiteY226" fmla="*/ 515201 h 4370646"/>
              <a:gd name="connsiteX227" fmla="*/ 7496882 w 8236673"/>
              <a:gd name="connsiteY227" fmla="*/ 334542 h 4370646"/>
              <a:gd name="connsiteX228" fmla="*/ 7510407 w 8236673"/>
              <a:gd name="connsiteY228" fmla="*/ 334542 h 4370646"/>
              <a:gd name="connsiteX229" fmla="*/ 7507460 w 8236673"/>
              <a:gd name="connsiteY229" fmla="*/ 363191 h 4370646"/>
              <a:gd name="connsiteX230" fmla="*/ 7493890 w 8236673"/>
              <a:gd name="connsiteY230" fmla="*/ 362286 h 4370646"/>
              <a:gd name="connsiteX231" fmla="*/ 7520126 w 8236673"/>
              <a:gd name="connsiteY231" fmla="*/ 210275 h 4370646"/>
              <a:gd name="connsiteX232" fmla="*/ 7531887 w 8236673"/>
              <a:gd name="connsiteY232" fmla="*/ 215704 h 4370646"/>
              <a:gd name="connsiteX233" fmla="*/ 7515602 w 8236673"/>
              <a:gd name="connsiteY233" fmla="*/ 284018 h 4370646"/>
              <a:gd name="connsiteX234" fmla="*/ 7510406 w 8236673"/>
              <a:gd name="connsiteY234" fmla="*/ 334541 h 4370646"/>
              <a:gd name="connsiteX235" fmla="*/ 7496881 w 8236673"/>
              <a:gd name="connsiteY235" fmla="*/ 334541 h 4370646"/>
              <a:gd name="connsiteX236" fmla="*/ 7502597 w 8236673"/>
              <a:gd name="connsiteY236" fmla="*/ 281529 h 4370646"/>
              <a:gd name="connsiteX237" fmla="*/ 7520126 w 8236673"/>
              <a:gd name="connsiteY237" fmla="*/ 210275 h 4370646"/>
              <a:gd name="connsiteX238" fmla="*/ 8198675 w 8236673"/>
              <a:gd name="connsiteY238" fmla="*/ 18454 h 4370646"/>
              <a:gd name="connsiteX239" fmla="*/ 8236673 w 8236673"/>
              <a:gd name="connsiteY239" fmla="*/ 25692 h 4370646"/>
              <a:gd name="connsiteX240" fmla="*/ 8234864 w 8236673"/>
              <a:gd name="connsiteY240" fmla="*/ 37455 h 4370646"/>
              <a:gd name="connsiteX241" fmla="*/ 8195961 w 8236673"/>
              <a:gd name="connsiteY241" fmla="*/ 32026 h 4370646"/>
              <a:gd name="connsiteX242" fmla="*/ 7741786 w 8236673"/>
              <a:gd name="connsiteY242" fmla="*/ 17548 h 4370646"/>
              <a:gd name="connsiteX243" fmla="*/ 7743596 w 8236673"/>
              <a:gd name="connsiteY243" fmla="*/ 29310 h 4370646"/>
              <a:gd name="connsiteX244" fmla="*/ 7634123 w 8236673"/>
              <a:gd name="connsiteY244" fmla="*/ 70932 h 4370646"/>
              <a:gd name="connsiteX245" fmla="*/ 7609696 w 8236673"/>
              <a:gd name="connsiteY245" fmla="*/ 90838 h 4370646"/>
              <a:gd name="connsiteX246" fmla="*/ 7601553 w 8236673"/>
              <a:gd name="connsiteY246" fmla="*/ 79980 h 4370646"/>
              <a:gd name="connsiteX247" fmla="*/ 7626886 w 8236673"/>
              <a:gd name="connsiteY247" fmla="*/ 60979 h 4370646"/>
              <a:gd name="connsiteX248" fmla="*/ 7741786 w 8236673"/>
              <a:gd name="connsiteY248" fmla="*/ 17548 h 4370646"/>
              <a:gd name="connsiteX249" fmla="*/ 7893781 w 8236673"/>
              <a:gd name="connsiteY249" fmla="*/ 1261 h 4370646"/>
              <a:gd name="connsiteX250" fmla="*/ 8046680 w 8236673"/>
              <a:gd name="connsiteY250" fmla="*/ 2166 h 4370646"/>
              <a:gd name="connsiteX251" fmla="*/ 8046680 w 8236673"/>
              <a:gd name="connsiteY251" fmla="*/ 14833 h 4370646"/>
              <a:gd name="connsiteX252" fmla="*/ 7893781 w 8236673"/>
              <a:gd name="connsiteY252" fmla="*/ 13928 h 437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Lst>
            <a:rect l="l" t="t" r="r" b="b"/>
            <a:pathLst>
              <a:path w="8236673" h="4370646">
                <a:moveTo>
                  <a:pt x="2959376" y="4355264"/>
                </a:moveTo>
                <a:lnTo>
                  <a:pt x="2960280" y="4367027"/>
                </a:lnTo>
                <a:cubicBezTo>
                  <a:pt x="2924091" y="4368837"/>
                  <a:pt x="2887902" y="4370646"/>
                  <a:pt x="2850808" y="4370646"/>
                </a:cubicBezTo>
                <a:cubicBezTo>
                  <a:pt x="2837237" y="4370646"/>
                  <a:pt x="2822761" y="4369741"/>
                  <a:pt x="2807381" y="4369741"/>
                </a:cubicBezTo>
                <a:lnTo>
                  <a:pt x="2807381" y="4357080"/>
                </a:lnTo>
                <a:lnTo>
                  <a:pt x="2808345" y="4357063"/>
                </a:lnTo>
                <a:close/>
                <a:moveTo>
                  <a:pt x="2506105" y="4324501"/>
                </a:moveTo>
                <a:cubicBezTo>
                  <a:pt x="2555866" y="4334453"/>
                  <a:pt x="2606530" y="4341692"/>
                  <a:pt x="2656291" y="4347121"/>
                </a:cubicBezTo>
                <a:cubicBezTo>
                  <a:pt x="2655989" y="4351344"/>
                  <a:pt x="2655688" y="4355566"/>
                  <a:pt x="2655386" y="4359789"/>
                </a:cubicBezTo>
                <a:cubicBezTo>
                  <a:pt x="2604721" y="4355264"/>
                  <a:pt x="2554056" y="4347121"/>
                  <a:pt x="2504296" y="4337168"/>
                </a:cubicBezTo>
                <a:close/>
                <a:moveTo>
                  <a:pt x="3259746" y="4310929"/>
                </a:moveTo>
                <a:lnTo>
                  <a:pt x="3262460" y="4322692"/>
                </a:lnTo>
                <a:cubicBezTo>
                  <a:pt x="3248889" y="4325406"/>
                  <a:pt x="3236223" y="4329026"/>
                  <a:pt x="3222652" y="4331740"/>
                </a:cubicBezTo>
                <a:cubicBezTo>
                  <a:pt x="3186462" y="4338978"/>
                  <a:pt x="3149368" y="4346217"/>
                  <a:pt x="3112274" y="4351646"/>
                </a:cubicBezTo>
                <a:lnTo>
                  <a:pt x="3111370" y="4338978"/>
                </a:lnTo>
                <a:cubicBezTo>
                  <a:pt x="3147559" y="4333550"/>
                  <a:pt x="3183748" y="4327216"/>
                  <a:pt x="3219033" y="4319977"/>
                </a:cubicBezTo>
                <a:cubicBezTo>
                  <a:pt x="3232604" y="4316358"/>
                  <a:pt x="3247079" y="4313644"/>
                  <a:pt x="3259746" y="4310929"/>
                </a:cubicBezTo>
                <a:close/>
                <a:moveTo>
                  <a:pt x="2214782" y="4243971"/>
                </a:moveTo>
                <a:cubicBezTo>
                  <a:pt x="2261828" y="4261163"/>
                  <a:pt x="2309780" y="4277449"/>
                  <a:pt x="2358635" y="4291022"/>
                </a:cubicBezTo>
                <a:lnTo>
                  <a:pt x="2355015" y="4302785"/>
                </a:lnTo>
                <a:cubicBezTo>
                  <a:pt x="2306160" y="4289212"/>
                  <a:pt x="2257305" y="4272925"/>
                  <a:pt x="2209353" y="4254829"/>
                </a:cubicBezTo>
                <a:close/>
                <a:moveTo>
                  <a:pt x="3549260" y="4219541"/>
                </a:moveTo>
                <a:lnTo>
                  <a:pt x="3554688" y="4231303"/>
                </a:lnTo>
                <a:cubicBezTo>
                  <a:pt x="3506737" y="4249400"/>
                  <a:pt x="3458787" y="4266591"/>
                  <a:pt x="3410836" y="4282879"/>
                </a:cubicBezTo>
                <a:lnTo>
                  <a:pt x="3406312" y="4270211"/>
                </a:lnTo>
                <a:cubicBezTo>
                  <a:pt x="3453358" y="4254829"/>
                  <a:pt x="3502214" y="4238542"/>
                  <a:pt x="3549260" y="4219541"/>
                </a:cubicBezTo>
                <a:close/>
                <a:moveTo>
                  <a:pt x="1941552" y="4111867"/>
                </a:moveTo>
                <a:cubicBezTo>
                  <a:pt x="1984074" y="4138107"/>
                  <a:pt x="2029311" y="4161632"/>
                  <a:pt x="2074548" y="4184253"/>
                </a:cubicBezTo>
                <a:lnTo>
                  <a:pt x="2069119" y="4195111"/>
                </a:lnTo>
                <a:cubicBezTo>
                  <a:pt x="2022978" y="4173395"/>
                  <a:pt x="1977741" y="4148965"/>
                  <a:pt x="1935219" y="4122725"/>
                </a:cubicBezTo>
                <a:close/>
                <a:moveTo>
                  <a:pt x="3823393" y="4089247"/>
                </a:moveTo>
                <a:lnTo>
                  <a:pt x="3829726" y="4099199"/>
                </a:lnTo>
                <a:cubicBezTo>
                  <a:pt x="3785395" y="4124535"/>
                  <a:pt x="3739253" y="4148060"/>
                  <a:pt x="3694017" y="4170681"/>
                </a:cubicBezTo>
                <a:lnTo>
                  <a:pt x="3688588" y="4158918"/>
                </a:lnTo>
                <a:cubicBezTo>
                  <a:pt x="3733825" y="4136297"/>
                  <a:pt x="3779061" y="4113677"/>
                  <a:pt x="3823393" y="4089247"/>
                </a:cubicBezTo>
                <a:close/>
                <a:moveTo>
                  <a:pt x="1699086" y="3929998"/>
                </a:moveTo>
                <a:cubicBezTo>
                  <a:pt x="1735275" y="3964381"/>
                  <a:pt x="1774179" y="3996955"/>
                  <a:pt x="1814891" y="4026814"/>
                </a:cubicBezTo>
                <a:lnTo>
                  <a:pt x="1807654" y="4037672"/>
                </a:lnTo>
                <a:cubicBezTo>
                  <a:pt x="1766035" y="4006003"/>
                  <a:pt x="1727133" y="3973429"/>
                  <a:pt x="1690038" y="3939046"/>
                </a:cubicBezTo>
                <a:close/>
                <a:moveTo>
                  <a:pt x="4078528" y="3924569"/>
                </a:moveTo>
                <a:lnTo>
                  <a:pt x="4083561" y="3930861"/>
                </a:lnTo>
                <a:lnTo>
                  <a:pt x="4085765" y="3933617"/>
                </a:lnTo>
                <a:cubicBezTo>
                  <a:pt x="4045053" y="3964381"/>
                  <a:pt x="4002530" y="3993335"/>
                  <a:pt x="3960912" y="4021385"/>
                </a:cubicBezTo>
                <a:lnTo>
                  <a:pt x="3953675" y="4010527"/>
                </a:lnTo>
                <a:cubicBezTo>
                  <a:pt x="3995292" y="3983382"/>
                  <a:pt x="4037815" y="3953523"/>
                  <a:pt x="4078528" y="3924569"/>
                </a:cubicBezTo>
                <a:close/>
                <a:moveTo>
                  <a:pt x="4313759" y="3730937"/>
                </a:moveTo>
                <a:lnTo>
                  <a:pt x="4321901" y="3740890"/>
                </a:lnTo>
                <a:cubicBezTo>
                  <a:pt x="4283903" y="3775273"/>
                  <a:pt x="4244999" y="3808752"/>
                  <a:pt x="4206096" y="3840421"/>
                </a:cubicBezTo>
                <a:lnTo>
                  <a:pt x="4198858" y="3831372"/>
                </a:lnTo>
                <a:cubicBezTo>
                  <a:pt x="4237761" y="3799703"/>
                  <a:pt x="4275760" y="3766225"/>
                  <a:pt x="4313759" y="3730937"/>
                </a:cubicBezTo>
                <a:close/>
                <a:moveTo>
                  <a:pt x="1500045" y="3701983"/>
                </a:moveTo>
                <a:cubicBezTo>
                  <a:pt x="1528995" y="3742700"/>
                  <a:pt x="1559757" y="3783417"/>
                  <a:pt x="1593232" y="3821419"/>
                </a:cubicBezTo>
                <a:lnTo>
                  <a:pt x="1583279" y="3829563"/>
                </a:lnTo>
                <a:cubicBezTo>
                  <a:pt x="1549804" y="3791560"/>
                  <a:pt x="1519043" y="3750843"/>
                  <a:pt x="1490092" y="3708317"/>
                </a:cubicBezTo>
                <a:close/>
                <a:moveTo>
                  <a:pt x="4528179" y="3515589"/>
                </a:moveTo>
                <a:lnTo>
                  <a:pt x="4537227" y="3524637"/>
                </a:lnTo>
                <a:cubicBezTo>
                  <a:pt x="4503751" y="3562640"/>
                  <a:pt x="4467562" y="3599738"/>
                  <a:pt x="4433182" y="3635931"/>
                </a:cubicBezTo>
                <a:lnTo>
                  <a:pt x="4424135" y="3625978"/>
                </a:lnTo>
                <a:cubicBezTo>
                  <a:pt x="4458515" y="3590689"/>
                  <a:pt x="4493799" y="3553592"/>
                  <a:pt x="4528179" y="3515589"/>
                </a:cubicBezTo>
                <a:close/>
                <a:moveTo>
                  <a:pt x="1349858" y="3436870"/>
                </a:moveTo>
                <a:cubicBezTo>
                  <a:pt x="1367047" y="3466729"/>
                  <a:pt x="1383334" y="3497493"/>
                  <a:pt x="1398713" y="3526447"/>
                </a:cubicBezTo>
                <a:cubicBezTo>
                  <a:pt x="1406855" y="3541829"/>
                  <a:pt x="1414093" y="3557211"/>
                  <a:pt x="1422235" y="3571688"/>
                </a:cubicBezTo>
                <a:lnTo>
                  <a:pt x="1411378" y="3578022"/>
                </a:lnTo>
                <a:cubicBezTo>
                  <a:pt x="1403236" y="3563545"/>
                  <a:pt x="1395093" y="3548163"/>
                  <a:pt x="1387856" y="3532781"/>
                </a:cubicBezTo>
                <a:cubicBezTo>
                  <a:pt x="1371570" y="3503827"/>
                  <a:pt x="1355286" y="3473063"/>
                  <a:pt x="1339001" y="3443203"/>
                </a:cubicBezTo>
                <a:close/>
                <a:moveTo>
                  <a:pt x="4721793" y="3281242"/>
                </a:moveTo>
                <a:lnTo>
                  <a:pt x="4731745" y="3289385"/>
                </a:lnTo>
                <a:cubicBezTo>
                  <a:pt x="4700984" y="3329197"/>
                  <a:pt x="4669318" y="3369914"/>
                  <a:pt x="4636748" y="3408821"/>
                </a:cubicBezTo>
                <a:lnTo>
                  <a:pt x="4626796" y="3400678"/>
                </a:lnTo>
                <a:cubicBezTo>
                  <a:pt x="4659366" y="3361771"/>
                  <a:pt x="4691032" y="3321958"/>
                  <a:pt x="4721793" y="3281242"/>
                </a:cubicBezTo>
                <a:close/>
                <a:moveTo>
                  <a:pt x="1147199" y="3210664"/>
                </a:moveTo>
                <a:cubicBezTo>
                  <a:pt x="1189721" y="3239619"/>
                  <a:pt x="1225911" y="3270383"/>
                  <a:pt x="1258481" y="3306575"/>
                </a:cubicBezTo>
                <a:lnTo>
                  <a:pt x="1263004" y="3312005"/>
                </a:lnTo>
                <a:lnTo>
                  <a:pt x="1253957" y="3320148"/>
                </a:lnTo>
                <a:lnTo>
                  <a:pt x="1249433" y="3314719"/>
                </a:lnTo>
                <a:cubicBezTo>
                  <a:pt x="1217768" y="3279431"/>
                  <a:pt x="1182483" y="3248667"/>
                  <a:pt x="1139961" y="3220617"/>
                </a:cubicBezTo>
                <a:close/>
                <a:moveTo>
                  <a:pt x="869445" y="3084895"/>
                </a:moveTo>
                <a:cubicBezTo>
                  <a:pt x="925538" y="3102992"/>
                  <a:pt x="970775" y="3120183"/>
                  <a:pt x="1012393" y="3137375"/>
                </a:cubicBezTo>
                <a:lnTo>
                  <a:pt x="1007869" y="3149138"/>
                </a:lnTo>
                <a:cubicBezTo>
                  <a:pt x="966251" y="3131946"/>
                  <a:pt x="921920" y="3114754"/>
                  <a:pt x="864921" y="3096658"/>
                </a:cubicBezTo>
                <a:close/>
                <a:moveTo>
                  <a:pt x="4895500" y="3031509"/>
                </a:moveTo>
                <a:lnTo>
                  <a:pt x="4906357" y="3037843"/>
                </a:lnTo>
                <a:cubicBezTo>
                  <a:pt x="4889167" y="3062273"/>
                  <a:pt x="4871977" y="3086704"/>
                  <a:pt x="4856597" y="3111134"/>
                </a:cubicBezTo>
                <a:cubicBezTo>
                  <a:pt x="4848454" y="3121992"/>
                  <a:pt x="4842121" y="3132850"/>
                  <a:pt x="4834883" y="3143707"/>
                </a:cubicBezTo>
                <a:cubicBezTo>
                  <a:pt x="4829455" y="3150946"/>
                  <a:pt x="4824931" y="3157280"/>
                  <a:pt x="4820408" y="3164519"/>
                </a:cubicBezTo>
                <a:lnTo>
                  <a:pt x="4810455" y="3157280"/>
                </a:lnTo>
                <a:cubicBezTo>
                  <a:pt x="4814979" y="3150041"/>
                  <a:pt x="4818598" y="3143707"/>
                  <a:pt x="4824026" y="3137374"/>
                </a:cubicBezTo>
                <a:cubicBezTo>
                  <a:pt x="4831264" y="3125611"/>
                  <a:pt x="4838502" y="3114753"/>
                  <a:pt x="4845740" y="3103895"/>
                </a:cubicBezTo>
                <a:cubicBezTo>
                  <a:pt x="4862025" y="3080370"/>
                  <a:pt x="4878310" y="3055035"/>
                  <a:pt x="4895500" y="3031509"/>
                </a:cubicBezTo>
                <a:close/>
                <a:moveTo>
                  <a:pt x="578123" y="2992604"/>
                </a:moveTo>
                <a:cubicBezTo>
                  <a:pt x="626979" y="3009796"/>
                  <a:pt x="675835" y="3025178"/>
                  <a:pt x="722881" y="3039655"/>
                </a:cubicBezTo>
                <a:lnTo>
                  <a:pt x="719261" y="3051418"/>
                </a:lnTo>
                <a:cubicBezTo>
                  <a:pt x="672215" y="3036941"/>
                  <a:pt x="622455" y="3022463"/>
                  <a:pt x="573600" y="3004367"/>
                </a:cubicBezTo>
                <a:close/>
                <a:moveTo>
                  <a:pt x="7191709" y="2910263"/>
                </a:moveTo>
                <a:lnTo>
                  <a:pt x="7195327" y="2922026"/>
                </a:lnTo>
                <a:cubicBezTo>
                  <a:pt x="7156424" y="2932884"/>
                  <a:pt x="7116615" y="2940123"/>
                  <a:pt x="7076807" y="2945551"/>
                </a:cubicBezTo>
                <a:cubicBezTo>
                  <a:pt x="7065951" y="2945551"/>
                  <a:pt x="7055094" y="2946456"/>
                  <a:pt x="7044237" y="2947361"/>
                </a:cubicBezTo>
                <a:lnTo>
                  <a:pt x="7043333" y="2935599"/>
                </a:lnTo>
                <a:cubicBezTo>
                  <a:pt x="7053285" y="2934694"/>
                  <a:pt x="7064141" y="2933789"/>
                  <a:pt x="7074998" y="2931979"/>
                </a:cubicBezTo>
                <a:cubicBezTo>
                  <a:pt x="7113901" y="2927455"/>
                  <a:pt x="7153709" y="2921121"/>
                  <a:pt x="7191709" y="2910263"/>
                </a:cubicBezTo>
                <a:close/>
                <a:moveTo>
                  <a:pt x="6742961" y="2906645"/>
                </a:moveTo>
                <a:cubicBezTo>
                  <a:pt x="6796341" y="2919313"/>
                  <a:pt x="6845197" y="2926551"/>
                  <a:pt x="6892243" y="2931980"/>
                </a:cubicBezTo>
                <a:lnTo>
                  <a:pt x="6890433" y="2944648"/>
                </a:lnTo>
                <a:cubicBezTo>
                  <a:pt x="6843387" y="2940124"/>
                  <a:pt x="6793627" y="2931980"/>
                  <a:pt x="6739343" y="2919313"/>
                </a:cubicBezTo>
                <a:close/>
                <a:moveTo>
                  <a:pt x="311227" y="2853261"/>
                </a:moveTo>
                <a:cubicBezTo>
                  <a:pt x="330226" y="2868642"/>
                  <a:pt x="350130" y="2882215"/>
                  <a:pt x="370035" y="2893978"/>
                </a:cubicBezTo>
                <a:cubicBezTo>
                  <a:pt x="391748" y="2907550"/>
                  <a:pt x="414366" y="2921122"/>
                  <a:pt x="438794" y="2933790"/>
                </a:cubicBezTo>
                <a:lnTo>
                  <a:pt x="433366" y="2945552"/>
                </a:lnTo>
                <a:cubicBezTo>
                  <a:pt x="408938" y="2931980"/>
                  <a:pt x="384510" y="2919313"/>
                  <a:pt x="362796" y="2904836"/>
                </a:cubicBezTo>
                <a:cubicBezTo>
                  <a:pt x="341988" y="2893073"/>
                  <a:pt x="322989" y="2878596"/>
                  <a:pt x="303085" y="2863214"/>
                </a:cubicBezTo>
                <a:close/>
                <a:moveTo>
                  <a:pt x="6450734" y="2821591"/>
                </a:moveTo>
                <a:cubicBezTo>
                  <a:pt x="6503208" y="2838783"/>
                  <a:pt x="6549349" y="2854165"/>
                  <a:pt x="6595491" y="2867737"/>
                </a:cubicBezTo>
                <a:lnTo>
                  <a:pt x="6591872" y="2879499"/>
                </a:lnTo>
                <a:cubicBezTo>
                  <a:pt x="6545730" y="2865927"/>
                  <a:pt x="6498684" y="2850545"/>
                  <a:pt x="6447115" y="2834259"/>
                </a:cubicBezTo>
                <a:close/>
                <a:moveTo>
                  <a:pt x="5109922" y="2814353"/>
                </a:moveTo>
                <a:lnTo>
                  <a:pt x="5116255" y="2826116"/>
                </a:lnTo>
                <a:cubicBezTo>
                  <a:pt x="5104493" y="2832450"/>
                  <a:pt x="5092732" y="2839688"/>
                  <a:pt x="5081875" y="2847832"/>
                </a:cubicBezTo>
                <a:cubicBezTo>
                  <a:pt x="5053828" y="2867738"/>
                  <a:pt x="5026686" y="2891263"/>
                  <a:pt x="4999544" y="2920218"/>
                </a:cubicBezTo>
                <a:lnTo>
                  <a:pt x="4990497" y="2911169"/>
                </a:lnTo>
                <a:cubicBezTo>
                  <a:pt x="5017639" y="2882215"/>
                  <a:pt x="5045686" y="2857785"/>
                  <a:pt x="5074637" y="2836974"/>
                </a:cubicBezTo>
                <a:cubicBezTo>
                  <a:pt x="5085494" y="2829735"/>
                  <a:pt x="5098160" y="2821592"/>
                  <a:pt x="5109922" y="2814353"/>
                </a:cubicBezTo>
                <a:close/>
                <a:moveTo>
                  <a:pt x="7462223" y="2777255"/>
                </a:moveTo>
                <a:lnTo>
                  <a:pt x="7469461" y="2787208"/>
                </a:lnTo>
                <a:cubicBezTo>
                  <a:pt x="7427843" y="2817971"/>
                  <a:pt x="7383511" y="2845116"/>
                  <a:pt x="7338275" y="2867737"/>
                </a:cubicBezTo>
                <a:lnTo>
                  <a:pt x="7332847" y="2855974"/>
                </a:lnTo>
                <a:cubicBezTo>
                  <a:pt x="7377179" y="2834259"/>
                  <a:pt x="7420605" y="2807114"/>
                  <a:pt x="7462223" y="2777255"/>
                </a:cubicBezTo>
                <a:close/>
                <a:moveTo>
                  <a:pt x="6158505" y="2734728"/>
                </a:moveTo>
                <a:cubicBezTo>
                  <a:pt x="6164838" y="2736537"/>
                  <a:pt x="6172981" y="2738347"/>
                  <a:pt x="6180219" y="2740157"/>
                </a:cubicBezTo>
                <a:cubicBezTo>
                  <a:pt x="6218218" y="2749205"/>
                  <a:pt x="6258931" y="2760968"/>
                  <a:pt x="6305977" y="2775445"/>
                </a:cubicBezTo>
                <a:lnTo>
                  <a:pt x="6301453" y="2787208"/>
                </a:lnTo>
                <a:cubicBezTo>
                  <a:pt x="6255312" y="2772731"/>
                  <a:pt x="6214599" y="2761873"/>
                  <a:pt x="6176600" y="2751919"/>
                </a:cubicBezTo>
                <a:cubicBezTo>
                  <a:pt x="6170267" y="2750110"/>
                  <a:pt x="6162124" y="2748300"/>
                  <a:pt x="6155791" y="2747395"/>
                </a:cubicBezTo>
                <a:close/>
                <a:moveTo>
                  <a:pt x="5399436" y="2717536"/>
                </a:moveTo>
                <a:lnTo>
                  <a:pt x="5402150" y="2729299"/>
                </a:lnTo>
                <a:cubicBezTo>
                  <a:pt x="5390388" y="2732013"/>
                  <a:pt x="5379532" y="2734728"/>
                  <a:pt x="5368675" y="2736537"/>
                </a:cubicBezTo>
                <a:cubicBezTo>
                  <a:pt x="5326152" y="2745586"/>
                  <a:pt x="5288154" y="2754634"/>
                  <a:pt x="5254679" y="2765492"/>
                </a:cubicBezTo>
                <a:lnTo>
                  <a:pt x="5251060" y="2753729"/>
                </a:lnTo>
                <a:cubicBezTo>
                  <a:pt x="5284535" y="2742871"/>
                  <a:pt x="5322533" y="2732918"/>
                  <a:pt x="5365961" y="2723870"/>
                </a:cubicBezTo>
                <a:cubicBezTo>
                  <a:pt x="5377722" y="2721156"/>
                  <a:pt x="5387674" y="2719346"/>
                  <a:pt x="5399436" y="2717536"/>
                </a:cubicBezTo>
                <a:close/>
                <a:moveTo>
                  <a:pt x="5856325" y="2690393"/>
                </a:moveTo>
                <a:cubicBezTo>
                  <a:pt x="5906990" y="2693107"/>
                  <a:pt x="5958560" y="2698536"/>
                  <a:pt x="6008320" y="2705775"/>
                </a:cubicBezTo>
                <a:lnTo>
                  <a:pt x="6006510" y="2718442"/>
                </a:lnTo>
                <a:cubicBezTo>
                  <a:pt x="5956750" y="2711204"/>
                  <a:pt x="5906085" y="2705775"/>
                  <a:pt x="5855420" y="2702155"/>
                </a:cubicBezTo>
                <a:close/>
                <a:moveTo>
                  <a:pt x="5703426" y="2685868"/>
                </a:moveTo>
                <a:lnTo>
                  <a:pt x="5703426" y="2699441"/>
                </a:lnTo>
                <a:cubicBezTo>
                  <a:pt x="5653666" y="2699441"/>
                  <a:pt x="5602096" y="2703060"/>
                  <a:pt x="5551432" y="2708489"/>
                </a:cubicBezTo>
                <a:lnTo>
                  <a:pt x="5550527" y="2695822"/>
                </a:lnTo>
                <a:cubicBezTo>
                  <a:pt x="5601192" y="2690393"/>
                  <a:pt x="5652761" y="2686774"/>
                  <a:pt x="5703426" y="2685868"/>
                </a:cubicBezTo>
                <a:close/>
                <a:moveTo>
                  <a:pt x="117617" y="2623436"/>
                </a:moveTo>
                <a:cubicBezTo>
                  <a:pt x="142950" y="2668677"/>
                  <a:pt x="170996" y="2709394"/>
                  <a:pt x="202662" y="2748301"/>
                </a:cubicBezTo>
                <a:lnTo>
                  <a:pt x="193613" y="2756445"/>
                </a:lnTo>
                <a:cubicBezTo>
                  <a:pt x="161044" y="2717537"/>
                  <a:pt x="132093" y="2675916"/>
                  <a:pt x="105856" y="2629770"/>
                </a:cubicBezTo>
                <a:close/>
                <a:moveTo>
                  <a:pt x="7671216" y="2561003"/>
                </a:moveTo>
                <a:lnTo>
                  <a:pt x="7682073" y="2568242"/>
                </a:lnTo>
                <a:cubicBezTo>
                  <a:pt x="7653121" y="2609864"/>
                  <a:pt x="7620551" y="2650580"/>
                  <a:pt x="7585267" y="2686774"/>
                </a:cubicBezTo>
                <a:lnTo>
                  <a:pt x="7575315" y="2677725"/>
                </a:lnTo>
                <a:cubicBezTo>
                  <a:pt x="7610599" y="2642437"/>
                  <a:pt x="7643169" y="2602625"/>
                  <a:pt x="7671216" y="2561003"/>
                </a:cubicBezTo>
                <a:close/>
                <a:moveTo>
                  <a:pt x="20811" y="2338417"/>
                </a:moveTo>
                <a:cubicBezTo>
                  <a:pt x="28050" y="2389087"/>
                  <a:pt x="39811" y="2437947"/>
                  <a:pt x="56999" y="2485903"/>
                </a:cubicBezTo>
                <a:lnTo>
                  <a:pt x="44335" y="2489522"/>
                </a:lnTo>
                <a:cubicBezTo>
                  <a:pt x="28050" y="2441567"/>
                  <a:pt x="15382" y="2390896"/>
                  <a:pt x="8144" y="2341132"/>
                </a:cubicBezTo>
                <a:close/>
                <a:moveTo>
                  <a:pt x="7800594" y="2288652"/>
                </a:moveTo>
                <a:lnTo>
                  <a:pt x="7812355" y="2292271"/>
                </a:lnTo>
                <a:cubicBezTo>
                  <a:pt x="7797880" y="2342036"/>
                  <a:pt x="7779785" y="2389992"/>
                  <a:pt x="7757166" y="2435233"/>
                </a:cubicBezTo>
                <a:lnTo>
                  <a:pt x="7746310" y="2429804"/>
                </a:lnTo>
                <a:cubicBezTo>
                  <a:pt x="7768024" y="2385468"/>
                  <a:pt x="7786118" y="2337512"/>
                  <a:pt x="7800594" y="2288652"/>
                </a:cubicBezTo>
                <a:close/>
                <a:moveTo>
                  <a:pt x="19905" y="2035301"/>
                </a:moveTo>
                <a:lnTo>
                  <a:pt x="31667" y="2038920"/>
                </a:lnTo>
                <a:cubicBezTo>
                  <a:pt x="23525" y="2076922"/>
                  <a:pt x="17192" y="2114925"/>
                  <a:pt x="14478" y="2152927"/>
                </a:cubicBezTo>
                <a:cubicBezTo>
                  <a:pt x="13573" y="2164690"/>
                  <a:pt x="12669" y="2176453"/>
                  <a:pt x="11765" y="2188215"/>
                </a:cubicBezTo>
                <a:lnTo>
                  <a:pt x="0" y="2188215"/>
                </a:lnTo>
                <a:cubicBezTo>
                  <a:pt x="0" y="2175548"/>
                  <a:pt x="908" y="2163785"/>
                  <a:pt x="1812" y="2152023"/>
                </a:cubicBezTo>
                <a:cubicBezTo>
                  <a:pt x="4525" y="2113115"/>
                  <a:pt x="10858" y="2074208"/>
                  <a:pt x="19905" y="2035301"/>
                </a:cubicBezTo>
                <a:close/>
                <a:moveTo>
                  <a:pt x="7845829" y="1990059"/>
                </a:moveTo>
                <a:lnTo>
                  <a:pt x="7857591" y="1990059"/>
                </a:lnTo>
                <a:cubicBezTo>
                  <a:pt x="7857591" y="2041634"/>
                  <a:pt x="7853067" y="2092304"/>
                  <a:pt x="7844925" y="2142069"/>
                </a:cubicBezTo>
                <a:lnTo>
                  <a:pt x="7833163" y="2141165"/>
                </a:lnTo>
                <a:cubicBezTo>
                  <a:pt x="7840401" y="2091399"/>
                  <a:pt x="7844020" y="2040729"/>
                  <a:pt x="7845829" y="1990059"/>
                </a:cubicBezTo>
                <a:close/>
                <a:moveTo>
                  <a:pt x="134807" y="1752996"/>
                </a:moveTo>
                <a:lnTo>
                  <a:pt x="145665" y="1759330"/>
                </a:lnTo>
                <a:cubicBezTo>
                  <a:pt x="119427" y="1802761"/>
                  <a:pt x="95906" y="1848002"/>
                  <a:pt x="76905" y="1894148"/>
                </a:cubicBezTo>
                <a:lnTo>
                  <a:pt x="65145" y="1889624"/>
                </a:lnTo>
                <a:cubicBezTo>
                  <a:pt x="85049" y="1842573"/>
                  <a:pt x="107665" y="1797332"/>
                  <a:pt x="134807" y="1752996"/>
                </a:cubicBezTo>
                <a:close/>
                <a:moveTo>
                  <a:pt x="7825925" y="1686039"/>
                </a:moveTo>
                <a:cubicBezTo>
                  <a:pt x="7831353" y="1705945"/>
                  <a:pt x="7834973" y="1726756"/>
                  <a:pt x="7838591" y="1746662"/>
                </a:cubicBezTo>
                <a:cubicBezTo>
                  <a:pt x="7844020" y="1776521"/>
                  <a:pt x="7848543" y="1807285"/>
                  <a:pt x="7852163" y="1837145"/>
                </a:cubicBezTo>
                <a:lnTo>
                  <a:pt x="7838591" y="1838049"/>
                </a:lnTo>
                <a:cubicBezTo>
                  <a:pt x="7835877" y="1808190"/>
                  <a:pt x="7831353" y="1778331"/>
                  <a:pt x="7825925" y="1749377"/>
                </a:cubicBezTo>
                <a:cubicBezTo>
                  <a:pt x="7823211" y="1729471"/>
                  <a:pt x="7818687" y="1709565"/>
                  <a:pt x="7814163" y="1688754"/>
                </a:cubicBezTo>
                <a:close/>
                <a:moveTo>
                  <a:pt x="332037" y="1519553"/>
                </a:moveTo>
                <a:lnTo>
                  <a:pt x="340180" y="1528601"/>
                </a:lnTo>
                <a:cubicBezTo>
                  <a:pt x="302182" y="1562080"/>
                  <a:pt x="265992" y="1598272"/>
                  <a:pt x="234328" y="1637180"/>
                </a:cubicBezTo>
                <a:lnTo>
                  <a:pt x="224375" y="1628132"/>
                </a:lnTo>
                <a:cubicBezTo>
                  <a:pt x="256945" y="1589224"/>
                  <a:pt x="294041" y="1553031"/>
                  <a:pt x="332037" y="1519553"/>
                </a:cubicBezTo>
                <a:close/>
                <a:moveTo>
                  <a:pt x="7736357" y="1393783"/>
                </a:moveTo>
                <a:cubicBezTo>
                  <a:pt x="7757165" y="1449882"/>
                  <a:pt x="7772546" y="1496028"/>
                  <a:pt x="7786117" y="1538554"/>
                </a:cubicBezTo>
                <a:lnTo>
                  <a:pt x="7772981" y="1538094"/>
                </a:lnTo>
                <a:lnTo>
                  <a:pt x="7751850" y="1475330"/>
                </a:lnTo>
                <a:cubicBezTo>
                  <a:pt x="7743595" y="1451692"/>
                  <a:pt x="7734547" y="1426356"/>
                  <a:pt x="7724595" y="1398307"/>
                </a:cubicBezTo>
                <a:close/>
                <a:moveTo>
                  <a:pt x="587171" y="1352160"/>
                </a:moveTo>
                <a:lnTo>
                  <a:pt x="592600" y="1363923"/>
                </a:lnTo>
                <a:cubicBezTo>
                  <a:pt x="553697" y="1383829"/>
                  <a:pt x="505745" y="1410069"/>
                  <a:pt x="461413" y="1438118"/>
                </a:cubicBezTo>
                <a:lnTo>
                  <a:pt x="454175" y="1427260"/>
                </a:lnTo>
                <a:cubicBezTo>
                  <a:pt x="500317" y="1399211"/>
                  <a:pt x="547363" y="1372971"/>
                  <a:pt x="587171" y="1352160"/>
                </a:cubicBezTo>
                <a:close/>
                <a:moveTo>
                  <a:pt x="852260" y="1203769"/>
                </a:moveTo>
                <a:lnTo>
                  <a:pt x="859497" y="1213722"/>
                </a:lnTo>
                <a:cubicBezTo>
                  <a:pt x="823308" y="1237247"/>
                  <a:pt x="781690" y="1262583"/>
                  <a:pt x="728311" y="1291537"/>
                </a:cubicBezTo>
                <a:lnTo>
                  <a:pt x="721978" y="1281584"/>
                </a:lnTo>
                <a:cubicBezTo>
                  <a:pt x="775357" y="1252629"/>
                  <a:pt x="816070" y="1227295"/>
                  <a:pt x="852260" y="1203769"/>
                </a:cubicBezTo>
                <a:close/>
                <a:moveTo>
                  <a:pt x="7631408" y="1108763"/>
                </a:moveTo>
                <a:cubicBezTo>
                  <a:pt x="7647693" y="1157623"/>
                  <a:pt x="7665787" y="1206484"/>
                  <a:pt x="7682977" y="1251725"/>
                </a:cubicBezTo>
                <a:lnTo>
                  <a:pt x="7669465" y="1251450"/>
                </a:lnTo>
                <a:lnTo>
                  <a:pt x="7618741" y="1112382"/>
                </a:lnTo>
                <a:close/>
                <a:moveTo>
                  <a:pt x="1050395" y="982089"/>
                </a:moveTo>
                <a:lnTo>
                  <a:pt x="1062157" y="986613"/>
                </a:lnTo>
                <a:cubicBezTo>
                  <a:pt x="1041348" y="1033664"/>
                  <a:pt x="1013301" y="1075285"/>
                  <a:pt x="977112" y="1115098"/>
                </a:cubicBezTo>
                <a:lnTo>
                  <a:pt x="967159" y="1106049"/>
                </a:lnTo>
                <a:cubicBezTo>
                  <a:pt x="1003349" y="1068047"/>
                  <a:pt x="1030491" y="1027330"/>
                  <a:pt x="1050395" y="982089"/>
                </a:cubicBezTo>
                <a:close/>
                <a:moveTo>
                  <a:pt x="7549982" y="815602"/>
                </a:moveTo>
                <a:cubicBezTo>
                  <a:pt x="7559934" y="865367"/>
                  <a:pt x="7572601" y="915132"/>
                  <a:pt x="7585267" y="963087"/>
                </a:cubicBezTo>
                <a:lnTo>
                  <a:pt x="7573505" y="966707"/>
                </a:lnTo>
                <a:cubicBezTo>
                  <a:pt x="7559934" y="917847"/>
                  <a:pt x="7548173" y="868081"/>
                  <a:pt x="7538221" y="818316"/>
                </a:cubicBezTo>
                <a:close/>
                <a:moveTo>
                  <a:pt x="7496603" y="515201"/>
                </a:moveTo>
                <a:lnTo>
                  <a:pt x="7510174" y="515201"/>
                </a:lnTo>
                <a:cubicBezTo>
                  <a:pt x="7512888" y="564966"/>
                  <a:pt x="7518317" y="615636"/>
                  <a:pt x="7524649" y="665401"/>
                </a:cubicBezTo>
                <a:lnTo>
                  <a:pt x="7511983" y="668116"/>
                </a:lnTo>
                <a:cubicBezTo>
                  <a:pt x="7505650" y="617446"/>
                  <a:pt x="7501127" y="565871"/>
                  <a:pt x="7496603" y="515201"/>
                </a:cubicBezTo>
                <a:close/>
                <a:moveTo>
                  <a:pt x="7496882" y="334542"/>
                </a:moveTo>
                <a:lnTo>
                  <a:pt x="7510407" y="334542"/>
                </a:lnTo>
                <a:lnTo>
                  <a:pt x="7507460" y="363191"/>
                </a:lnTo>
                <a:lnTo>
                  <a:pt x="7493890" y="362286"/>
                </a:lnTo>
                <a:close/>
                <a:moveTo>
                  <a:pt x="7520126" y="210275"/>
                </a:moveTo>
                <a:lnTo>
                  <a:pt x="7531887" y="215704"/>
                </a:lnTo>
                <a:cubicBezTo>
                  <a:pt x="7525102" y="236515"/>
                  <a:pt x="7519674" y="259362"/>
                  <a:pt x="7515602" y="284018"/>
                </a:cubicBezTo>
                <a:lnTo>
                  <a:pt x="7510406" y="334541"/>
                </a:lnTo>
                <a:lnTo>
                  <a:pt x="7496881" y="334541"/>
                </a:lnTo>
                <a:lnTo>
                  <a:pt x="7502597" y="281529"/>
                </a:lnTo>
                <a:cubicBezTo>
                  <a:pt x="7507007" y="256195"/>
                  <a:pt x="7512888" y="232443"/>
                  <a:pt x="7520126" y="210275"/>
                </a:cubicBezTo>
                <a:close/>
                <a:moveTo>
                  <a:pt x="8198675" y="18454"/>
                </a:moveTo>
                <a:cubicBezTo>
                  <a:pt x="8211341" y="21168"/>
                  <a:pt x="8224007" y="22978"/>
                  <a:pt x="8236673" y="25692"/>
                </a:cubicBezTo>
                <a:lnTo>
                  <a:pt x="8234864" y="37455"/>
                </a:lnTo>
                <a:cubicBezTo>
                  <a:pt x="8221293" y="35645"/>
                  <a:pt x="8209531" y="32931"/>
                  <a:pt x="8195961" y="32026"/>
                </a:cubicBezTo>
                <a:close/>
                <a:moveTo>
                  <a:pt x="7741786" y="17548"/>
                </a:moveTo>
                <a:lnTo>
                  <a:pt x="7743596" y="29310"/>
                </a:lnTo>
                <a:cubicBezTo>
                  <a:pt x="7699264" y="38359"/>
                  <a:pt x="7663074" y="51931"/>
                  <a:pt x="7634123" y="70932"/>
                </a:cubicBezTo>
                <a:cubicBezTo>
                  <a:pt x="7625980" y="76361"/>
                  <a:pt x="7617838" y="83600"/>
                  <a:pt x="7609696" y="90838"/>
                </a:cubicBezTo>
                <a:lnTo>
                  <a:pt x="7601553" y="79980"/>
                </a:lnTo>
                <a:cubicBezTo>
                  <a:pt x="7609696" y="73647"/>
                  <a:pt x="7618742" y="66408"/>
                  <a:pt x="7626886" y="60979"/>
                </a:cubicBezTo>
                <a:cubicBezTo>
                  <a:pt x="7657646" y="40168"/>
                  <a:pt x="7694740" y="26596"/>
                  <a:pt x="7741786" y="17548"/>
                </a:cubicBezTo>
                <a:close/>
                <a:moveTo>
                  <a:pt x="7893781" y="1261"/>
                </a:moveTo>
                <a:cubicBezTo>
                  <a:pt x="7943542" y="-549"/>
                  <a:pt x="7996016" y="-549"/>
                  <a:pt x="8046680" y="2166"/>
                </a:cubicBezTo>
                <a:lnTo>
                  <a:pt x="8046680" y="14833"/>
                </a:lnTo>
                <a:cubicBezTo>
                  <a:pt x="7995111" y="13024"/>
                  <a:pt x="7944446" y="12119"/>
                  <a:pt x="7893781" y="13928"/>
                </a:cubicBezTo>
                <a:close/>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endParaRPr lang="en-US" sz="900" dirty="0">
              <a:latin typeface="Raleway Light" panose="020B0403030101060003" pitchFamily="34" charset="0"/>
            </a:endParaRPr>
          </a:p>
        </p:txBody>
      </p:sp>
      <p:sp>
        <p:nvSpPr>
          <p:cNvPr id="528" name="Freeform 43">
            <a:extLst>
              <a:ext uri="{FF2B5EF4-FFF2-40B4-BE49-F238E27FC236}">
                <a16:creationId xmlns:a16="http://schemas.microsoft.com/office/drawing/2014/main" id="{4E5CD925-B0DF-4680-B8D2-4F650BCCF421}"/>
              </a:ext>
            </a:extLst>
          </p:cNvPr>
          <p:cNvSpPr>
            <a:spLocks noChangeArrowheads="1"/>
          </p:cNvSpPr>
          <p:nvPr/>
        </p:nvSpPr>
        <p:spPr bwMode="auto">
          <a:xfrm>
            <a:off x="1814654" y="2469945"/>
            <a:ext cx="57842" cy="57842"/>
          </a:xfrm>
          <a:custGeom>
            <a:avLst/>
            <a:gdLst>
              <a:gd name="T0" fmla="*/ 64 w 130"/>
              <a:gd name="T1" fmla="*/ 126 h 127"/>
              <a:gd name="T2" fmla="*/ 64 w 130"/>
              <a:gd name="T3" fmla="*/ 126 h 127"/>
              <a:gd name="T4" fmla="*/ 128 w 130"/>
              <a:gd name="T5" fmla="*/ 63 h 127"/>
              <a:gd name="T6" fmla="*/ 128 w 130"/>
              <a:gd name="T7" fmla="*/ 63 h 127"/>
              <a:gd name="T8" fmla="*/ 64 w 130"/>
              <a:gd name="T9" fmla="*/ 0 h 127"/>
              <a:gd name="T10" fmla="*/ 64 w 130"/>
              <a:gd name="T11" fmla="*/ 0 h 127"/>
              <a:gd name="T12" fmla="*/ 1 w 130"/>
              <a:gd name="T13" fmla="*/ 63 h 127"/>
              <a:gd name="T14" fmla="*/ 1 w 130"/>
              <a:gd name="T15" fmla="*/ 63 h 127"/>
              <a:gd name="T16" fmla="*/ 64 w 130"/>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7">
                <a:moveTo>
                  <a:pt x="64" y="126"/>
                </a:moveTo>
                <a:lnTo>
                  <a:pt x="64" y="126"/>
                </a:lnTo>
                <a:cubicBezTo>
                  <a:pt x="97" y="126"/>
                  <a:pt x="129" y="98"/>
                  <a:pt x="128" y="63"/>
                </a:cubicBezTo>
                <a:lnTo>
                  <a:pt x="128" y="63"/>
                </a:lnTo>
                <a:cubicBezTo>
                  <a:pt x="126" y="29"/>
                  <a:pt x="100" y="0"/>
                  <a:pt x="64" y="0"/>
                </a:cubicBezTo>
                <a:lnTo>
                  <a:pt x="64" y="0"/>
                </a:lnTo>
                <a:cubicBezTo>
                  <a:pt x="31" y="0"/>
                  <a:pt x="0" y="30"/>
                  <a:pt x="1" y="63"/>
                </a:cubicBezTo>
                <a:lnTo>
                  <a:pt x="1" y="63"/>
                </a:lnTo>
                <a:cubicBezTo>
                  <a:pt x="3" y="98"/>
                  <a:pt x="29" y="126"/>
                  <a:pt x="64"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29" name="Freeform 44">
            <a:extLst>
              <a:ext uri="{FF2B5EF4-FFF2-40B4-BE49-F238E27FC236}">
                <a16:creationId xmlns:a16="http://schemas.microsoft.com/office/drawing/2014/main" id="{3B8CB726-CDC2-41AC-A20F-765E2D572D58}"/>
              </a:ext>
            </a:extLst>
          </p:cNvPr>
          <p:cNvSpPr>
            <a:spLocks noChangeArrowheads="1"/>
          </p:cNvSpPr>
          <p:nvPr/>
        </p:nvSpPr>
        <p:spPr bwMode="auto">
          <a:xfrm>
            <a:off x="3292629" y="964042"/>
            <a:ext cx="57843" cy="57843"/>
          </a:xfrm>
          <a:custGeom>
            <a:avLst/>
            <a:gdLst>
              <a:gd name="T0" fmla="*/ 64 w 130"/>
              <a:gd name="T1" fmla="*/ 126 h 127"/>
              <a:gd name="T2" fmla="*/ 64 w 130"/>
              <a:gd name="T3" fmla="*/ 126 h 127"/>
              <a:gd name="T4" fmla="*/ 128 w 130"/>
              <a:gd name="T5" fmla="*/ 63 h 127"/>
              <a:gd name="T6" fmla="*/ 128 w 130"/>
              <a:gd name="T7" fmla="*/ 63 h 127"/>
              <a:gd name="T8" fmla="*/ 64 w 130"/>
              <a:gd name="T9" fmla="*/ 0 h 127"/>
              <a:gd name="T10" fmla="*/ 64 w 130"/>
              <a:gd name="T11" fmla="*/ 0 h 127"/>
              <a:gd name="T12" fmla="*/ 1 w 130"/>
              <a:gd name="T13" fmla="*/ 63 h 127"/>
              <a:gd name="T14" fmla="*/ 1 w 130"/>
              <a:gd name="T15" fmla="*/ 63 h 127"/>
              <a:gd name="T16" fmla="*/ 64 w 130"/>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7">
                <a:moveTo>
                  <a:pt x="64" y="126"/>
                </a:moveTo>
                <a:lnTo>
                  <a:pt x="64" y="126"/>
                </a:lnTo>
                <a:cubicBezTo>
                  <a:pt x="97" y="126"/>
                  <a:pt x="129" y="98"/>
                  <a:pt x="128" y="63"/>
                </a:cubicBezTo>
                <a:lnTo>
                  <a:pt x="128" y="63"/>
                </a:lnTo>
                <a:cubicBezTo>
                  <a:pt x="126" y="29"/>
                  <a:pt x="100" y="0"/>
                  <a:pt x="64" y="0"/>
                </a:cubicBezTo>
                <a:lnTo>
                  <a:pt x="64" y="0"/>
                </a:lnTo>
                <a:cubicBezTo>
                  <a:pt x="32" y="0"/>
                  <a:pt x="0" y="29"/>
                  <a:pt x="1" y="63"/>
                </a:cubicBezTo>
                <a:lnTo>
                  <a:pt x="1" y="63"/>
                </a:lnTo>
                <a:cubicBezTo>
                  <a:pt x="3" y="98"/>
                  <a:pt x="29" y="126"/>
                  <a:pt x="64"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0" name="Freeform 45">
            <a:extLst>
              <a:ext uri="{FF2B5EF4-FFF2-40B4-BE49-F238E27FC236}">
                <a16:creationId xmlns:a16="http://schemas.microsoft.com/office/drawing/2014/main" id="{DB5760DB-F664-41D4-B36B-D9ED15B47F5B}"/>
              </a:ext>
            </a:extLst>
          </p:cNvPr>
          <p:cNvSpPr>
            <a:spLocks noChangeArrowheads="1"/>
          </p:cNvSpPr>
          <p:nvPr/>
        </p:nvSpPr>
        <p:spPr bwMode="auto">
          <a:xfrm>
            <a:off x="3573865" y="2523797"/>
            <a:ext cx="57842" cy="57843"/>
          </a:xfrm>
          <a:custGeom>
            <a:avLst/>
            <a:gdLst>
              <a:gd name="T0" fmla="*/ 65 w 130"/>
              <a:gd name="T1" fmla="*/ 126 h 127"/>
              <a:gd name="T2" fmla="*/ 65 w 130"/>
              <a:gd name="T3" fmla="*/ 126 h 127"/>
              <a:gd name="T4" fmla="*/ 128 w 130"/>
              <a:gd name="T5" fmla="*/ 62 h 127"/>
              <a:gd name="T6" fmla="*/ 128 w 130"/>
              <a:gd name="T7" fmla="*/ 62 h 127"/>
              <a:gd name="T8" fmla="*/ 65 w 130"/>
              <a:gd name="T9" fmla="*/ 0 h 127"/>
              <a:gd name="T10" fmla="*/ 65 w 130"/>
              <a:gd name="T11" fmla="*/ 0 h 127"/>
              <a:gd name="T12" fmla="*/ 2 w 130"/>
              <a:gd name="T13" fmla="*/ 62 h 127"/>
              <a:gd name="T14" fmla="*/ 2 w 130"/>
              <a:gd name="T15" fmla="*/ 62 h 127"/>
              <a:gd name="T16" fmla="*/ 65 w 130"/>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7">
                <a:moveTo>
                  <a:pt x="65" y="126"/>
                </a:moveTo>
                <a:lnTo>
                  <a:pt x="65" y="126"/>
                </a:lnTo>
                <a:cubicBezTo>
                  <a:pt x="98" y="126"/>
                  <a:pt x="129" y="97"/>
                  <a:pt x="128" y="62"/>
                </a:cubicBezTo>
                <a:lnTo>
                  <a:pt x="128" y="62"/>
                </a:lnTo>
                <a:cubicBezTo>
                  <a:pt x="127" y="29"/>
                  <a:pt x="100" y="0"/>
                  <a:pt x="65" y="0"/>
                </a:cubicBezTo>
                <a:lnTo>
                  <a:pt x="65" y="0"/>
                </a:lnTo>
                <a:cubicBezTo>
                  <a:pt x="31" y="0"/>
                  <a:pt x="0" y="29"/>
                  <a:pt x="2" y="62"/>
                </a:cubicBezTo>
                <a:lnTo>
                  <a:pt x="2" y="62"/>
                </a:lnTo>
                <a:cubicBezTo>
                  <a:pt x="3" y="97"/>
                  <a:pt x="29" y="126"/>
                  <a:pt x="65"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1" name="Freeform 46">
            <a:extLst>
              <a:ext uri="{FF2B5EF4-FFF2-40B4-BE49-F238E27FC236}">
                <a16:creationId xmlns:a16="http://schemas.microsoft.com/office/drawing/2014/main" id="{D38EB717-5918-4FC2-9C63-49C7A1097A11}"/>
              </a:ext>
            </a:extLst>
          </p:cNvPr>
          <p:cNvSpPr>
            <a:spLocks noChangeArrowheads="1"/>
          </p:cNvSpPr>
          <p:nvPr/>
        </p:nvSpPr>
        <p:spPr bwMode="auto">
          <a:xfrm>
            <a:off x="2564612" y="4049645"/>
            <a:ext cx="59837" cy="57842"/>
          </a:xfrm>
          <a:custGeom>
            <a:avLst/>
            <a:gdLst>
              <a:gd name="T0" fmla="*/ 65 w 131"/>
              <a:gd name="T1" fmla="*/ 126 h 127"/>
              <a:gd name="T2" fmla="*/ 65 w 131"/>
              <a:gd name="T3" fmla="*/ 126 h 127"/>
              <a:gd name="T4" fmla="*/ 128 w 131"/>
              <a:gd name="T5" fmla="*/ 63 h 127"/>
              <a:gd name="T6" fmla="*/ 128 w 131"/>
              <a:gd name="T7" fmla="*/ 63 h 127"/>
              <a:gd name="T8" fmla="*/ 65 w 131"/>
              <a:gd name="T9" fmla="*/ 0 h 127"/>
              <a:gd name="T10" fmla="*/ 65 w 131"/>
              <a:gd name="T11" fmla="*/ 0 h 127"/>
              <a:gd name="T12" fmla="*/ 2 w 131"/>
              <a:gd name="T13" fmla="*/ 63 h 127"/>
              <a:gd name="T14" fmla="*/ 2 w 131"/>
              <a:gd name="T15" fmla="*/ 63 h 127"/>
              <a:gd name="T16" fmla="*/ 65 w 131"/>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7">
                <a:moveTo>
                  <a:pt x="65" y="126"/>
                </a:moveTo>
                <a:lnTo>
                  <a:pt x="65" y="126"/>
                </a:lnTo>
                <a:cubicBezTo>
                  <a:pt x="98" y="126"/>
                  <a:pt x="130" y="97"/>
                  <a:pt x="128" y="63"/>
                </a:cubicBezTo>
                <a:lnTo>
                  <a:pt x="128" y="63"/>
                </a:lnTo>
                <a:cubicBezTo>
                  <a:pt x="126" y="29"/>
                  <a:pt x="100" y="0"/>
                  <a:pt x="65" y="0"/>
                </a:cubicBezTo>
                <a:lnTo>
                  <a:pt x="65" y="0"/>
                </a:lnTo>
                <a:cubicBezTo>
                  <a:pt x="32" y="0"/>
                  <a:pt x="0" y="29"/>
                  <a:pt x="2" y="63"/>
                </a:cubicBezTo>
                <a:lnTo>
                  <a:pt x="2" y="63"/>
                </a:lnTo>
                <a:cubicBezTo>
                  <a:pt x="3" y="97"/>
                  <a:pt x="30" y="126"/>
                  <a:pt x="65"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2" name="Freeform 47">
            <a:extLst>
              <a:ext uri="{FF2B5EF4-FFF2-40B4-BE49-F238E27FC236}">
                <a16:creationId xmlns:a16="http://schemas.microsoft.com/office/drawing/2014/main" id="{A1AECE4D-60F9-4B86-9DD4-C8C1E6486708}"/>
              </a:ext>
            </a:extLst>
          </p:cNvPr>
          <p:cNvSpPr>
            <a:spLocks noChangeArrowheads="1"/>
          </p:cNvSpPr>
          <p:nvPr/>
        </p:nvSpPr>
        <p:spPr bwMode="auto">
          <a:xfrm>
            <a:off x="3711490" y="4759713"/>
            <a:ext cx="59837" cy="57842"/>
          </a:xfrm>
          <a:custGeom>
            <a:avLst/>
            <a:gdLst>
              <a:gd name="T0" fmla="*/ 65 w 131"/>
              <a:gd name="T1" fmla="*/ 127 h 128"/>
              <a:gd name="T2" fmla="*/ 65 w 131"/>
              <a:gd name="T3" fmla="*/ 127 h 128"/>
              <a:gd name="T4" fmla="*/ 128 w 131"/>
              <a:gd name="T5" fmla="*/ 63 h 128"/>
              <a:gd name="T6" fmla="*/ 128 w 131"/>
              <a:gd name="T7" fmla="*/ 63 h 128"/>
              <a:gd name="T8" fmla="*/ 65 w 131"/>
              <a:gd name="T9" fmla="*/ 0 h 128"/>
              <a:gd name="T10" fmla="*/ 65 w 131"/>
              <a:gd name="T11" fmla="*/ 0 h 128"/>
              <a:gd name="T12" fmla="*/ 2 w 131"/>
              <a:gd name="T13" fmla="*/ 63 h 128"/>
              <a:gd name="T14" fmla="*/ 2 w 131"/>
              <a:gd name="T15" fmla="*/ 63 h 128"/>
              <a:gd name="T16" fmla="*/ 65 w 131"/>
              <a:gd name="T17" fmla="*/ 12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8">
                <a:moveTo>
                  <a:pt x="65" y="127"/>
                </a:moveTo>
                <a:lnTo>
                  <a:pt x="65" y="127"/>
                </a:lnTo>
                <a:cubicBezTo>
                  <a:pt x="98" y="127"/>
                  <a:pt x="130" y="98"/>
                  <a:pt x="128" y="63"/>
                </a:cubicBezTo>
                <a:lnTo>
                  <a:pt x="128" y="63"/>
                </a:lnTo>
                <a:cubicBezTo>
                  <a:pt x="127" y="30"/>
                  <a:pt x="101" y="0"/>
                  <a:pt x="65" y="0"/>
                </a:cubicBezTo>
                <a:lnTo>
                  <a:pt x="65" y="0"/>
                </a:lnTo>
                <a:cubicBezTo>
                  <a:pt x="33" y="0"/>
                  <a:pt x="0" y="30"/>
                  <a:pt x="2" y="63"/>
                </a:cubicBezTo>
                <a:lnTo>
                  <a:pt x="2" y="63"/>
                </a:lnTo>
                <a:cubicBezTo>
                  <a:pt x="4" y="98"/>
                  <a:pt x="30" y="127"/>
                  <a:pt x="65" y="127"/>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3" name="Freeform 48">
            <a:extLst>
              <a:ext uri="{FF2B5EF4-FFF2-40B4-BE49-F238E27FC236}">
                <a16:creationId xmlns:a16="http://schemas.microsoft.com/office/drawing/2014/main" id="{CFBB31A5-F233-4B56-8090-81EA531ABC85}"/>
              </a:ext>
            </a:extLst>
          </p:cNvPr>
          <p:cNvSpPr>
            <a:spLocks noChangeArrowheads="1"/>
          </p:cNvSpPr>
          <p:nvPr/>
        </p:nvSpPr>
        <p:spPr bwMode="auto">
          <a:xfrm>
            <a:off x="4810499" y="3355535"/>
            <a:ext cx="59837" cy="57842"/>
          </a:xfrm>
          <a:custGeom>
            <a:avLst/>
            <a:gdLst>
              <a:gd name="T0" fmla="*/ 65 w 131"/>
              <a:gd name="T1" fmla="*/ 127 h 128"/>
              <a:gd name="T2" fmla="*/ 65 w 131"/>
              <a:gd name="T3" fmla="*/ 127 h 128"/>
              <a:gd name="T4" fmla="*/ 128 w 131"/>
              <a:gd name="T5" fmla="*/ 63 h 128"/>
              <a:gd name="T6" fmla="*/ 128 w 131"/>
              <a:gd name="T7" fmla="*/ 63 h 128"/>
              <a:gd name="T8" fmla="*/ 65 w 131"/>
              <a:gd name="T9" fmla="*/ 0 h 128"/>
              <a:gd name="T10" fmla="*/ 65 w 131"/>
              <a:gd name="T11" fmla="*/ 0 h 128"/>
              <a:gd name="T12" fmla="*/ 2 w 131"/>
              <a:gd name="T13" fmla="*/ 63 h 128"/>
              <a:gd name="T14" fmla="*/ 2 w 131"/>
              <a:gd name="T15" fmla="*/ 63 h 128"/>
              <a:gd name="T16" fmla="*/ 65 w 131"/>
              <a:gd name="T17" fmla="*/ 12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8">
                <a:moveTo>
                  <a:pt x="65" y="127"/>
                </a:moveTo>
                <a:lnTo>
                  <a:pt x="65" y="127"/>
                </a:lnTo>
                <a:cubicBezTo>
                  <a:pt x="98" y="127"/>
                  <a:pt x="130" y="98"/>
                  <a:pt x="128" y="63"/>
                </a:cubicBezTo>
                <a:lnTo>
                  <a:pt x="128" y="63"/>
                </a:lnTo>
                <a:cubicBezTo>
                  <a:pt x="126" y="30"/>
                  <a:pt x="100" y="0"/>
                  <a:pt x="65" y="0"/>
                </a:cubicBezTo>
                <a:lnTo>
                  <a:pt x="65" y="0"/>
                </a:lnTo>
                <a:cubicBezTo>
                  <a:pt x="32" y="0"/>
                  <a:pt x="0" y="30"/>
                  <a:pt x="2" y="63"/>
                </a:cubicBezTo>
                <a:lnTo>
                  <a:pt x="2" y="63"/>
                </a:lnTo>
                <a:cubicBezTo>
                  <a:pt x="3" y="98"/>
                  <a:pt x="29" y="127"/>
                  <a:pt x="65" y="127"/>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4" name="Freeform 49">
            <a:extLst>
              <a:ext uri="{FF2B5EF4-FFF2-40B4-BE49-F238E27FC236}">
                <a16:creationId xmlns:a16="http://schemas.microsoft.com/office/drawing/2014/main" id="{1BFAEEDC-6CD7-4331-84E1-ADB41156EDCB}"/>
              </a:ext>
            </a:extLst>
          </p:cNvPr>
          <p:cNvSpPr>
            <a:spLocks noChangeArrowheads="1"/>
          </p:cNvSpPr>
          <p:nvPr/>
        </p:nvSpPr>
        <p:spPr bwMode="auto">
          <a:xfrm>
            <a:off x="1012836" y="4009754"/>
            <a:ext cx="59837" cy="57842"/>
          </a:xfrm>
          <a:custGeom>
            <a:avLst/>
            <a:gdLst>
              <a:gd name="T0" fmla="*/ 65 w 131"/>
              <a:gd name="T1" fmla="*/ 126 h 127"/>
              <a:gd name="T2" fmla="*/ 65 w 131"/>
              <a:gd name="T3" fmla="*/ 126 h 127"/>
              <a:gd name="T4" fmla="*/ 128 w 131"/>
              <a:gd name="T5" fmla="*/ 63 h 127"/>
              <a:gd name="T6" fmla="*/ 128 w 131"/>
              <a:gd name="T7" fmla="*/ 63 h 127"/>
              <a:gd name="T8" fmla="*/ 65 w 131"/>
              <a:gd name="T9" fmla="*/ 0 h 127"/>
              <a:gd name="T10" fmla="*/ 65 w 131"/>
              <a:gd name="T11" fmla="*/ 0 h 127"/>
              <a:gd name="T12" fmla="*/ 2 w 131"/>
              <a:gd name="T13" fmla="*/ 63 h 127"/>
              <a:gd name="T14" fmla="*/ 2 w 131"/>
              <a:gd name="T15" fmla="*/ 63 h 127"/>
              <a:gd name="T16" fmla="*/ 65 w 131"/>
              <a:gd name="T17"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27">
                <a:moveTo>
                  <a:pt x="65" y="126"/>
                </a:moveTo>
                <a:lnTo>
                  <a:pt x="65" y="126"/>
                </a:lnTo>
                <a:cubicBezTo>
                  <a:pt x="98" y="126"/>
                  <a:pt x="130" y="97"/>
                  <a:pt x="128" y="63"/>
                </a:cubicBezTo>
                <a:lnTo>
                  <a:pt x="128" y="63"/>
                </a:lnTo>
                <a:cubicBezTo>
                  <a:pt x="126" y="28"/>
                  <a:pt x="101" y="0"/>
                  <a:pt x="65" y="0"/>
                </a:cubicBezTo>
                <a:lnTo>
                  <a:pt x="65" y="0"/>
                </a:lnTo>
                <a:cubicBezTo>
                  <a:pt x="32" y="0"/>
                  <a:pt x="0" y="28"/>
                  <a:pt x="2" y="63"/>
                </a:cubicBezTo>
                <a:lnTo>
                  <a:pt x="2" y="63"/>
                </a:lnTo>
                <a:cubicBezTo>
                  <a:pt x="3" y="97"/>
                  <a:pt x="30" y="126"/>
                  <a:pt x="65" y="126"/>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5" name="Freeform 50">
            <a:extLst>
              <a:ext uri="{FF2B5EF4-FFF2-40B4-BE49-F238E27FC236}">
                <a16:creationId xmlns:a16="http://schemas.microsoft.com/office/drawing/2014/main" id="{2C760DCA-8924-4090-B8FE-AD5A6958A3CC}"/>
              </a:ext>
            </a:extLst>
          </p:cNvPr>
          <p:cNvSpPr>
            <a:spLocks noChangeArrowheads="1"/>
          </p:cNvSpPr>
          <p:nvPr/>
        </p:nvSpPr>
        <p:spPr bwMode="auto">
          <a:xfrm>
            <a:off x="1677026" y="5106768"/>
            <a:ext cx="57843" cy="57842"/>
          </a:xfrm>
          <a:custGeom>
            <a:avLst/>
            <a:gdLst>
              <a:gd name="T0" fmla="*/ 64 w 129"/>
              <a:gd name="T1" fmla="*/ 127 h 128"/>
              <a:gd name="T2" fmla="*/ 64 w 129"/>
              <a:gd name="T3" fmla="*/ 127 h 128"/>
              <a:gd name="T4" fmla="*/ 128 w 129"/>
              <a:gd name="T5" fmla="*/ 64 h 128"/>
              <a:gd name="T6" fmla="*/ 128 w 129"/>
              <a:gd name="T7" fmla="*/ 64 h 128"/>
              <a:gd name="T8" fmla="*/ 64 w 129"/>
              <a:gd name="T9" fmla="*/ 0 h 128"/>
              <a:gd name="T10" fmla="*/ 64 w 129"/>
              <a:gd name="T11" fmla="*/ 0 h 128"/>
              <a:gd name="T12" fmla="*/ 1 w 129"/>
              <a:gd name="T13" fmla="*/ 64 h 128"/>
              <a:gd name="T14" fmla="*/ 1 w 129"/>
              <a:gd name="T15" fmla="*/ 64 h 128"/>
              <a:gd name="T16" fmla="*/ 64 w 129"/>
              <a:gd name="T17" fmla="*/ 12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128">
                <a:moveTo>
                  <a:pt x="64" y="127"/>
                </a:moveTo>
                <a:lnTo>
                  <a:pt x="64" y="127"/>
                </a:lnTo>
                <a:cubicBezTo>
                  <a:pt x="97" y="127"/>
                  <a:pt x="128" y="98"/>
                  <a:pt x="128" y="64"/>
                </a:cubicBezTo>
                <a:lnTo>
                  <a:pt x="128" y="64"/>
                </a:lnTo>
                <a:cubicBezTo>
                  <a:pt x="126" y="30"/>
                  <a:pt x="100" y="0"/>
                  <a:pt x="64" y="0"/>
                </a:cubicBezTo>
                <a:lnTo>
                  <a:pt x="64" y="0"/>
                </a:lnTo>
                <a:cubicBezTo>
                  <a:pt x="31" y="0"/>
                  <a:pt x="0" y="30"/>
                  <a:pt x="1" y="64"/>
                </a:cubicBezTo>
                <a:lnTo>
                  <a:pt x="1" y="64"/>
                </a:lnTo>
                <a:cubicBezTo>
                  <a:pt x="2" y="98"/>
                  <a:pt x="29" y="127"/>
                  <a:pt x="64" y="127"/>
                </a:cubicBezTo>
              </a:path>
            </a:pathLst>
          </a:custGeom>
          <a:solidFill>
            <a:srgbClr val="FFE3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6" name="Freeform 51">
            <a:extLst>
              <a:ext uri="{FF2B5EF4-FFF2-40B4-BE49-F238E27FC236}">
                <a16:creationId xmlns:a16="http://schemas.microsoft.com/office/drawing/2014/main" id="{99F87D00-C42D-4F59-93F9-7AED6954D325}"/>
              </a:ext>
            </a:extLst>
          </p:cNvPr>
          <p:cNvSpPr>
            <a:spLocks noChangeArrowheads="1"/>
          </p:cNvSpPr>
          <p:nvPr/>
        </p:nvSpPr>
        <p:spPr bwMode="auto">
          <a:xfrm>
            <a:off x="3785290" y="1289159"/>
            <a:ext cx="608344" cy="456756"/>
          </a:xfrm>
          <a:custGeom>
            <a:avLst/>
            <a:gdLst>
              <a:gd name="T0" fmla="*/ 1335 w 1346"/>
              <a:gd name="T1" fmla="*/ 811 h 1010"/>
              <a:gd name="T2" fmla="*/ 1335 w 1346"/>
              <a:gd name="T3" fmla="*/ 811 h 1010"/>
              <a:gd name="T4" fmla="*/ 1258 w 1346"/>
              <a:gd name="T5" fmla="*/ 766 h 1010"/>
              <a:gd name="T6" fmla="*/ 1258 w 1346"/>
              <a:gd name="T7" fmla="*/ 766 h 1010"/>
              <a:gd name="T8" fmla="*/ 1246 w 1346"/>
              <a:gd name="T9" fmla="*/ 771 h 1010"/>
              <a:gd name="T10" fmla="*/ 898 w 1346"/>
              <a:gd name="T11" fmla="*/ 246 h 1010"/>
              <a:gd name="T12" fmla="*/ 898 w 1346"/>
              <a:gd name="T13" fmla="*/ 246 h 1010"/>
              <a:gd name="T14" fmla="*/ 941 w 1346"/>
              <a:gd name="T15" fmla="*/ 108 h 1010"/>
              <a:gd name="T16" fmla="*/ 941 w 1346"/>
              <a:gd name="T17" fmla="*/ 108 h 1010"/>
              <a:gd name="T18" fmla="*/ 778 w 1346"/>
              <a:gd name="T19" fmla="*/ 20 h 1010"/>
              <a:gd name="T20" fmla="*/ 778 w 1346"/>
              <a:gd name="T21" fmla="*/ 20 h 1010"/>
              <a:gd name="T22" fmla="*/ 691 w 1346"/>
              <a:gd name="T23" fmla="*/ 182 h 1010"/>
              <a:gd name="T24" fmla="*/ 691 w 1346"/>
              <a:gd name="T25" fmla="*/ 182 h 1010"/>
              <a:gd name="T26" fmla="*/ 691 w 1346"/>
              <a:gd name="T27" fmla="*/ 185 h 1010"/>
              <a:gd name="T28" fmla="*/ 128 w 1346"/>
              <a:gd name="T29" fmla="*/ 403 h 1010"/>
              <a:gd name="T30" fmla="*/ 128 w 1346"/>
              <a:gd name="T31" fmla="*/ 403 h 1010"/>
              <a:gd name="T32" fmla="*/ 54 w 1346"/>
              <a:gd name="T33" fmla="*/ 375 h 1010"/>
              <a:gd name="T34" fmla="*/ 54 w 1346"/>
              <a:gd name="T35" fmla="*/ 375 h 1010"/>
              <a:gd name="T36" fmla="*/ 10 w 1346"/>
              <a:gd name="T37" fmla="*/ 456 h 1010"/>
              <a:gd name="T38" fmla="*/ 10 w 1346"/>
              <a:gd name="T39" fmla="*/ 456 h 1010"/>
              <a:gd name="T40" fmla="*/ 91 w 1346"/>
              <a:gd name="T41" fmla="*/ 500 h 1010"/>
              <a:gd name="T42" fmla="*/ 91 w 1346"/>
              <a:gd name="T43" fmla="*/ 500 h 1010"/>
              <a:gd name="T44" fmla="*/ 136 w 1346"/>
              <a:gd name="T45" fmla="*/ 419 h 1010"/>
              <a:gd name="T46" fmla="*/ 136 w 1346"/>
              <a:gd name="T47" fmla="*/ 419 h 1010"/>
              <a:gd name="T48" fmla="*/ 135 w 1346"/>
              <a:gd name="T49" fmla="*/ 417 h 1010"/>
              <a:gd name="T50" fmla="*/ 697 w 1346"/>
              <a:gd name="T51" fmla="*/ 200 h 1010"/>
              <a:gd name="T52" fmla="*/ 697 w 1346"/>
              <a:gd name="T53" fmla="*/ 200 h 1010"/>
              <a:gd name="T54" fmla="*/ 776 w 1346"/>
              <a:gd name="T55" fmla="*/ 269 h 1010"/>
              <a:gd name="T56" fmla="*/ 560 w 1346"/>
              <a:gd name="T57" fmla="*/ 940 h 1010"/>
              <a:gd name="T58" fmla="*/ 560 w 1346"/>
              <a:gd name="T59" fmla="*/ 940 h 1010"/>
              <a:gd name="T60" fmla="*/ 545 w 1346"/>
              <a:gd name="T61" fmla="*/ 941 h 1010"/>
              <a:gd name="T62" fmla="*/ 545 w 1346"/>
              <a:gd name="T63" fmla="*/ 941 h 1010"/>
              <a:gd name="T64" fmla="*/ 523 w 1346"/>
              <a:gd name="T65" fmla="*/ 982 h 1010"/>
              <a:gd name="T66" fmla="*/ 523 w 1346"/>
              <a:gd name="T67" fmla="*/ 982 h 1010"/>
              <a:gd name="T68" fmla="*/ 564 w 1346"/>
              <a:gd name="T69" fmla="*/ 1004 h 1010"/>
              <a:gd name="T70" fmla="*/ 564 w 1346"/>
              <a:gd name="T71" fmla="*/ 1004 h 1010"/>
              <a:gd name="T72" fmla="*/ 586 w 1346"/>
              <a:gd name="T73" fmla="*/ 963 h 1010"/>
              <a:gd name="T74" fmla="*/ 586 w 1346"/>
              <a:gd name="T75" fmla="*/ 963 h 1010"/>
              <a:gd name="T76" fmla="*/ 574 w 1346"/>
              <a:gd name="T77" fmla="*/ 946 h 1010"/>
              <a:gd name="T78" fmla="*/ 790 w 1346"/>
              <a:gd name="T79" fmla="*/ 274 h 1010"/>
              <a:gd name="T80" fmla="*/ 790 w 1346"/>
              <a:gd name="T81" fmla="*/ 274 h 1010"/>
              <a:gd name="T82" fmla="*/ 853 w 1346"/>
              <a:gd name="T83" fmla="*/ 270 h 1010"/>
              <a:gd name="T84" fmla="*/ 853 w 1346"/>
              <a:gd name="T85" fmla="*/ 270 h 1010"/>
              <a:gd name="T86" fmla="*/ 885 w 1346"/>
              <a:gd name="T87" fmla="*/ 255 h 1010"/>
              <a:gd name="T88" fmla="*/ 1234 w 1346"/>
              <a:gd name="T89" fmla="*/ 780 h 1010"/>
              <a:gd name="T90" fmla="*/ 1234 w 1346"/>
              <a:gd name="T91" fmla="*/ 780 h 1010"/>
              <a:gd name="T92" fmla="*/ 1218 w 1346"/>
              <a:gd name="T93" fmla="*/ 846 h 1010"/>
              <a:gd name="T94" fmla="*/ 1218 w 1346"/>
              <a:gd name="T95" fmla="*/ 846 h 1010"/>
              <a:gd name="T96" fmla="*/ 1295 w 1346"/>
              <a:gd name="T97" fmla="*/ 891 h 1010"/>
              <a:gd name="T98" fmla="*/ 1295 w 1346"/>
              <a:gd name="T99" fmla="*/ 891 h 1010"/>
              <a:gd name="T100" fmla="*/ 1335 w 1346"/>
              <a:gd name="T101" fmla="*/ 811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46" h="1010">
                <a:moveTo>
                  <a:pt x="1335" y="811"/>
                </a:moveTo>
                <a:lnTo>
                  <a:pt x="1335" y="811"/>
                </a:lnTo>
                <a:cubicBezTo>
                  <a:pt x="1325" y="777"/>
                  <a:pt x="1290" y="757"/>
                  <a:pt x="1258" y="766"/>
                </a:cubicBezTo>
                <a:lnTo>
                  <a:pt x="1258" y="766"/>
                </a:lnTo>
                <a:cubicBezTo>
                  <a:pt x="1254" y="768"/>
                  <a:pt x="1251" y="768"/>
                  <a:pt x="1246" y="771"/>
                </a:cubicBezTo>
                <a:lnTo>
                  <a:pt x="898" y="246"/>
                </a:lnTo>
                <a:lnTo>
                  <a:pt x="898" y="246"/>
                </a:lnTo>
                <a:cubicBezTo>
                  <a:pt x="937" y="215"/>
                  <a:pt x="956" y="160"/>
                  <a:pt x="941" y="108"/>
                </a:cubicBezTo>
                <a:lnTo>
                  <a:pt x="941" y="108"/>
                </a:lnTo>
                <a:cubicBezTo>
                  <a:pt x="920" y="38"/>
                  <a:pt x="847" y="0"/>
                  <a:pt x="778" y="20"/>
                </a:cubicBezTo>
                <a:lnTo>
                  <a:pt x="778" y="20"/>
                </a:lnTo>
                <a:cubicBezTo>
                  <a:pt x="709" y="41"/>
                  <a:pt x="669" y="114"/>
                  <a:pt x="691" y="182"/>
                </a:cubicBezTo>
                <a:lnTo>
                  <a:pt x="691" y="182"/>
                </a:lnTo>
                <a:cubicBezTo>
                  <a:pt x="691" y="183"/>
                  <a:pt x="691" y="184"/>
                  <a:pt x="691" y="185"/>
                </a:cubicBezTo>
                <a:lnTo>
                  <a:pt x="128" y="403"/>
                </a:lnTo>
                <a:lnTo>
                  <a:pt x="128" y="403"/>
                </a:lnTo>
                <a:cubicBezTo>
                  <a:pt x="113" y="379"/>
                  <a:pt x="83" y="366"/>
                  <a:pt x="54" y="375"/>
                </a:cubicBezTo>
                <a:lnTo>
                  <a:pt x="54" y="375"/>
                </a:lnTo>
                <a:cubicBezTo>
                  <a:pt x="19" y="385"/>
                  <a:pt x="0" y="422"/>
                  <a:pt x="10" y="456"/>
                </a:cubicBezTo>
                <a:lnTo>
                  <a:pt x="10" y="456"/>
                </a:lnTo>
                <a:cubicBezTo>
                  <a:pt x="20" y="491"/>
                  <a:pt x="56" y="510"/>
                  <a:pt x="91" y="500"/>
                </a:cubicBezTo>
                <a:lnTo>
                  <a:pt x="91" y="500"/>
                </a:lnTo>
                <a:cubicBezTo>
                  <a:pt x="126" y="490"/>
                  <a:pt x="146" y="454"/>
                  <a:pt x="136" y="419"/>
                </a:cubicBezTo>
                <a:lnTo>
                  <a:pt x="136" y="419"/>
                </a:lnTo>
                <a:cubicBezTo>
                  <a:pt x="135" y="418"/>
                  <a:pt x="135" y="418"/>
                  <a:pt x="135" y="417"/>
                </a:cubicBezTo>
                <a:lnTo>
                  <a:pt x="697" y="200"/>
                </a:lnTo>
                <a:lnTo>
                  <a:pt x="697" y="200"/>
                </a:lnTo>
                <a:cubicBezTo>
                  <a:pt x="712" y="233"/>
                  <a:pt x="741" y="258"/>
                  <a:pt x="776" y="269"/>
                </a:cubicBezTo>
                <a:lnTo>
                  <a:pt x="560" y="940"/>
                </a:lnTo>
                <a:lnTo>
                  <a:pt x="560" y="940"/>
                </a:lnTo>
                <a:cubicBezTo>
                  <a:pt x="555" y="939"/>
                  <a:pt x="550" y="939"/>
                  <a:pt x="545" y="941"/>
                </a:cubicBezTo>
                <a:lnTo>
                  <a:pt x="545" y="941"/>
                </a:lnTo>
                <a:cubicBezTo>
                  <a:pt x="527" y="946"/>
                  <a:pt x="518" y="964"/>
                  <a:pt x="523" y="982"/>
                </a:cubicBezTo>
                <a:lnTo>
                  <a:pt x="523" y="982"/>
                </a:lnTo>
                <a:cubicBezTo>
                  <a:pt x="528" y="998"/>
                  <a:pt x="547" y="1009"/>
                  <a:pt x="564" y="1004"/>
                </a:cubicBezTo>
                <a:lnTo>
                  <a:pt x="564" y="1004"/>
                </a:lnTo>
                <a:cubicBezTo>
                  <a:pt x="581" y="998"/>
                  <a:pt x="590" y="980"/>
                  <a:pt x="586" y="963"/>
                </a:cubicBezTo>
                <a:lnTo>
                  <a:pt x="586" y="963"/>
                </a:lnTo>
                <a:cubicBezTo>
                  <a:pt x="584" y="956"/>
                  <a:pt x="580" y="951"/>
                  <a:pt x="574" y="946"/>
                </a:cubicBezTo>
                <a:lnTo>
                  <a:pt x="790" y="274"/>
                </a:lnTo>
                <a:lnTo>
                  <a:pt x="790" y="274"/>
                </a:lnTo>
                <a:cubicBezTo>
                  <a:pt x="810" y="277"/>
                  <a:pt x="831" y="277"/>
                  <a:pt x="853" y="270"/>
                </a:cubicBezTo>
                <a:lnTo>
                  <a:pt x="853" y="270"/>
                </a:lnTo>
                <a:cubicBezTo>
                  <a:pt x="864" y="267"/>
                  <a:pt x="875" y="262"/>
                  <a:pt x="885" y="255"/>
                </a:cubicBezTo>
                <a:lnTo>
                  <a:pt x="1234" y="780"/>
                </a:lnTo>
                <a:lnTo>
                  <a:pt x="1234" y="780"/>
                </a:lnTo>
                <a:cubicBezTo>
                  <a:pt x="1218" y="795"/>
                  <a:pt x="1210" y="822"/>
                  <a:pt x="1218" y="846"/>
                </a:cubicBezTo>
                <a:lnTo>
                  <a:pt x="1218" y="846"/>
                </a:lnTo>
                <a:cubicBezTo>
                  <a:pt x="1228" y="881"/>
                  <a:pt x="1262" y="901"/>
                  <a:pt x="1295" y="891"/>
                </a:cubicBezTo>
                <a:lnTo>
                  <a:pt x="1295" y="891"/>
                </a:lnTo>
                <a:cubicBezTo>
                  <a:pt x="1327" y="881"/>
                  <a:pt x="1345" y="846"/>
                  <a:pt x="1335" y="811"/>
                </a:cubicBezTo>
              </a:path>
            </a:pathLst>
          </a:custGeom>
          <a:solidFill>
            <a:srgbClr val="FF267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537" name="Freeform 52">
            <a:extLst>
              <a:ext uri="{FF2B5EF4-FFF2-40B4-BE49-F238E27FC236}">
                <a16:creationId xmlns:a16="http://schemas.microsoft.com/office/drawing/2014/main" id="{FCC0169C-F91C-4CB5-9D75-F3BD6A5DBF33}"/>
              </a:ext>
            </a:extLst>
          </p:cNvPr>
          <p:cNvSpPr>
            <a:spLocks noChangeArrowheads="1"/>
          </p:cNvSpPr>
          <p:nvPr/>
        </p:nvSpPr>
        <p:spPr bwMode="auto">
          <a:xfrm>
            <a:off x="996878" y="2366226"/>
            <a:ext cx="524572" cy="676159"/>
          </a:xfrm>
          <a:custGeom>
            <a:avLst/>
            <a:gdLst>
              <a:gd name="T0" fmla="*/ 1092 w 1158"/>
              <a:gd name="T1" fmla="*/ 1262 h 1494"/>
              <a:gd name="T2" fmla="*/ 1092 w 1158"/>
              <a:gd name="T3" fmla="*/ 1262 h 1494"/>
              <a:gd name="T4" fmla="*/ 925 w 1158"/>
              <a:gd name="T5" fmla="*/ 1288 h 1494"/>
              <a:gd name="T6" fmla="*/ 925 w 1158"/>
              <a:gd name="T7" fmla="*/ 1288 h 1494"/>
              <a:gd name="T8" fmla="*/ 910 w 1158"/>
              <a:gd name="T9" fmla="*/ 1315 h 1494"/>
              <a:gd name="T10" fmla="*/ 277 w 1158"/>
              <a:gd name="T11" fmla="*/ 937 h 1494"/>
              <a:gd name="T12" fmla="*/ 277 w 1158"/>
              <a:gd name="T13" fmla="*/ 937 h 1494"/>
              <a:gd name="T14" fmla="*/ 251 w 1158"/>
              <a:gd name="T15" fmla="*/ 786 h 1494"/>
              <a:gd name="T16" fmla="*/ 790 w 1158"/>
              <a:gd name="T17" fmla="*/ 229 h 1494"/>
              <a:gd name="T18" fmla="*/ 790 w 1158"/>
              <a:gd name="T19" fmla="*/ 229 h 1494"/>
              <a:gd name="T20" fmla="*/ 794 w 1158"/>
              <a:gd name="T21" fmla="*/ 232 h 1494"/>
              <a:gd name="T22" fmla="*/ 794 w 1158"/>
              <a:gd name="T23" fmla="*/ 232 h 1494"/>
              <a:gd name="T24" fmla="*/ 960 w 1158"/>
              <a:gd name="T25" fmla="*/ 205 h 1494"/>
              <a:gd name="T26" fmla="*/ 960 w 1158"/>
              <a:gd name="T27" fmla="*/ 205 h 1494"/>
              <a:gd name="T28" fmla="*/ 935 w 1158"/>
              <a:gd name="T29" fmla="*/ 39 h 1494"/>
              <a:gd name="T30" fmla="*/ 935 w 1158"/>
              <a:gd name="T31" fmla="*/ 39 h 1494"/>
              <a:gd name="T32" fmla="*/ 768 w 1158"/>
              <a:gd name="T33" fmla="*/ 65 h 1494"/>
              <a:gd name="T34" fmla="*/ 768 w 1158"/>
              <a:gd name="T35" fmla="*/ 65 h 1494"/>
              <a:gd name="T36" fmla="*/ 778 w 1158"/>
              <a:gd name="T37" fmla="*/ 217 h 1494"/>
              <a:gd name="T38" fmla="*/ 238 w 1158"/>
              <a:gd name="T39" fmla="*/ 775 h 1494"/>
              <a:gd name="T40" fmla="*/ 238 w 1158"/>
              <a:gd name="T41" fmla="*/ 775 h 1494"/>
              <a:gd name="T42" fmla="*/ 230 w 1158"/>
              <a:gd name="T43" fmla="*/ 768 h 1494"/>
              <a:gd name="T44" fmla="*/ 230 w 1158"/>
              <a:gd name="T45" fmla="*/ 768 h 1494"/>
              <a:gd name="T46" fmla="*/ 43 w 1158"/>
              <a:gd name="T47" fmla="*/ 791 h 1494"/>
              <a:gd name="T48" fmla="*/ 43 w 1158"/>
              <a:gd name="T49" fmla="*/ 791 h 1494"/>
              <a:gd name="T50" fmla="*/ 79 w 1158"/>
              <a:gd name="T51" fmla="*/ 977 h 1494"/>
              <a:gd name="T52" fmla="*/ 79 w 1158"/>
              <a:gd name="T53" fmla="*/ 977 h 1494"/>
              <a:gd name="T54" fmla="*/ 267 w 1158"/>
              <a:gd name="T55" fmla="*/ 954 h 1494"/>
              <a:gd name="T56" fmla="*/ 267 w 1158"/>
              <a:gd name="T57" fmla="*/ 954 h 1494"/>
              <a:gd name="T58" fmla="*/ 269 w 1158"/>
              <a:gd name="T59" fmla="*/ 950 h 1494"/>
              <a:gd name="T60" fmla="*/ 905 w 1158"/>
              <a:gd name="T61" fmla="*/ 1331 h 1494"/>
              <a:gd name="T62" fmla="*/ 905 w 1158"/>
              <a:gd name="T63" fmla="*/ 1331 h 1494"/>
              <a:gd name="T64" fmla="*/ 951 w 1158"/>
              <a:gd name="T65" fmla="*/ 1454 h 1494"/>
              <a:gd name="T66" fmla="*/ 951 w 1158"/>
              <a:gd name="T67" fmla="*/ 1454 h 1494"/>
              <a:gd name="T68" fmla="*/ 1118 w 1158"/>
              <a:gd name="T69" fmla="*/ 1428 h 1494"/>
              <a:gd name="T70" fmla="*/ 1118 w 1158"/>
              <a:gd name="T71" fmla="*/ 1428 h 1494"/>
              <a:gd name="T72" fmla="*/ 1092 w 1158"/>
              <a:gd name="T73" fmla="*/ 1262 h 1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8" h="1494">
                <a:moveTo>
                  <a:pt x="1092" y="1262"/>
                </a:moveTo>
                <a:lnTo>
                  <a:pt x="1092" y="1262"/>
                </a:lnTo>
                <a:cubicBezTo>
                  <a:pt x="1039" y="1223"/>
                  <a:pt x="964" y="1234"/>
                  <a:pt x="925" y="1288"/>
                </a:cubicBezTo>
                <a:lnTo>
                  <a:pt x="925" y="1288"/>
                </a:lnTo>
                <a:cubicBezTo>
                  <a:pt x="918" y="1296"/>
                  <a:pt x="914" y="1305"/>
                  <a:pt x="910" y="1315"/>
                </a:cubicBezTo>
                <a:lnTo>
                  <a:pt x="277" y="937"/>
                </a:lnTo>
                <a:lnTo>
                  <a:pt x="277" y="937"/>
                </a:lnTo>
                <a:cubicBezTo>
                  <a:pt x="301" y="888"/>
                  <a:pt x="290" y="827"/>
                  <a:pt x="251" y="786"/>
                </a:cubicBezTo>
                <a:lnTo>
                  <a:pt x="790" y="229"/>
                </a:lnTo>
                <a:lnTo>
                  <a:pt x="790" y="229"/>
                </a:lnTo>
                <a:cubicBezTo>
                  <a:pt x="791" y="229"/>
                  <a:pt x="792" y="231"/>
                  <a:pt x="794" y="232"/>
                </a:cubicBezTo>
                <a:lnTo>
                  <a:pt x="794" y="232"/>
                </a:lnTo>
                <a:cubicBezTo>
                  <a:pt x="847" y="270"/>
                  <a:pt x="922" y="260"/>
                  <a:pt x="960" y="205"/>
                </a:cubicBezTo>
                <a:lnTo>
                  <a:pt x="960" y="205"/>
                </a:lnTo>
                <a:cubicBezTo>
                  <a:pt x="999" y="153"/>
                  <a:pt x="988" y="78"/>
                  <a:pt x="935" y="39"/>
                </a:cubicBezTo>
                <a:lnTo>
                  <a:pt x="935" y="39"/>
                </a:lnTo>
                <a:cubicBezTo>
                  <a:pt x="881" y="0"/>
                  <a:pt x="807" y="12"/>
                  <a:pt x="768" y="65"/>
                </a:cubicBezTo>
                <a:lnTo>
                  <a:pt x="768" y="65"/>
                </a:lnTo>
                <a:cubicBezTo>
                  <a:pt x="733" y="112"/>
                  <a:pt x="738" y="176"/>
                  <a:pt x="778" y="217"/>
                </a:cubicBezTo>
                <a:lnTo>
                  <a:pt x="238" y="775"/>
                </a:lnTo>
                <a:lnTo>
                  <a:pt x="238" y="775"/>
                </a:lnTo>
                <a:cubicBezTo>
                  <a:pt x="236" y="772"/>
                  <a:pt x="234" y="771"/>
                  <a:pt x="230" y="768"/>
                </a:cubicBezTo>
                <a:lnTo>
                  <a:pt x="230" y="768"/>
                </a:lnTo>
                <a:cubicBezTo>
                  <a:pt x="169" y="723"/>
                  <a:pt x="85" y="734"/>
                  <a:pt x="43" y="791"/>
                </a:cubicBezTo>
                <a:lnTo>
                  <a:pt x="43" y="791"/>
                </a:lnTo>
                <a:cubicBezTo>
                  <a:pt x="0" y="849"/>
                  <a:pt x="16" y="932"/>
                  <a:pt x="79" y="977"/>
                </a:cubicBezTo>
                <a:lnTo>
                  <a:pt x="79" y="977"/>
                </a:lnTo>
                <a:cubicBezTo>
                  <a:pt x="141" y="1023"/>
                  <a:pt x="224" y="1011"/>
                  <a:pt x="267" y="954"/>
                </a:cubicBezTo>
                <a:lnTo>
                  <a:pt x="267" y="954"/>
                </a:lnTo>
                <a:cubicBezTo>
                  <a:pt x="267" y="953"/>
                  <a:pt x="268" y="952"/>
                  <a:pt x="269" y="950"/>
                </a:cubicBezTo>
                <a:lnTo>
                  <a:pt x="905" y="1331"/>
                </a:lnTo>
                <a:lnTo>
                  <a:pt x="905" y="1331"/>
                </a:lnTo>
                <a:cubicBezTo>
                  <a:pt x="895" y="1376"/>
                  <a:pt x="912" y="1425"/>
                  <a:pt x="951" y="1454"/>
                </a:cubicBezTo>
                <a:lnTo>
                  <a:pt x="951" y="1454"/>
                </a:lnTo>
                <a:cubicBezTo>
                  <a:pt x="1004" y="1493"/>
                  <a:pt x="1079" y="1481"/>
                  <a:pt x="1118" y="1428"/>
                </a:cubicBezTo>
                <a:lnTo>
                  <a:pt x="1118" y="1428"/>
                </a:lnTo>
                <a:cubicBezTo>
                  <a:pt x="1157" y="1375"/>
                  <a:pt x="1145" y="1300"/>
                  <a:pt x="1092" y="1262"/>
                </a:cubicBezTo>
              </a:path>
            </a:pathLst>
          </a:custGeom>
          <a:solidFill>
            <a:srgbClr val="F950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900" dirty="0">
              <a:latin typeface="Raleway Light" panose="020B0403030101060003" pitchFamily="34" charset="0"/>
            </a:endParaRPr>
          </a:p>
        </p:txBody>
      </p:sp>
      <p:sp>
        <p:nvSpPr>
          <p:cNvPr id="486" name="TextBox 485">
            <a:extLst>
              <a:ext uri="{FF2B5EF4-FFF2-40B4-BE49-F238E27FC236}">
                <a16:creationId xmlns:a16="http://schemas.microsoft.com/office/drawing/2014/main" id="{829A74BE-C13B-475C-9150-DA149994A51B}"/>
              </a:ext>
            </a:extLst>
          </p:cNvPr>
          <p:cNvSpPr txBox="1"/>
          <p:nvPr/>
        </p:nvSpPr>
        <p:spPr>
          <a:xfrm>
            <a:off x="5795817" y="1487047"/>
            <a:ext cx="6345007" cy="2021644"/>
          </a:xfrm>
          <a:prstGeom prst="rect">
            <a:avLst/>
          </a:prstGeom>
          <a:noFill/>
        </p:spPr>
        <p:txBody>
          <a:bodyPr wrap="none" rtlCol="0" anchor="b">
            <a:spAutoFit/>
          </a:bodyPr>
          <a:lstStyle/>
          <a:p>
            <a:pPr>
              <a:lnSpc>
                <a:spcPts val="4700"/>
              </a:lnSpc>
            </a:pPr>
            <a:r>
              <a:rPr lang="en-US" sz="9950" b="1" spc="-165" dirty="0">
                <a:solidFill>
                  <a:schemeClr val="accent2"/>
                </a:solidFill>
                <a:latin typeface="Lato" panose="020F0502020204030203" pitchFamily="34" charset="77"/>
              </a:rPr>
              <a:t>Thanks!</a:t>
            </a:r>
          </a:p>
          <a:p>
            <a:pPr>
              <a:lnSpc>
                <a:spcPts val="4700"/>
              </a:lnSpc>
            </a:pPr>
            <a:endParaRPr lang="en-US" sz="9950" b="1" spc="-165" dirty="0">
              <a:solidFill>
                <a:schemeClr val="accent2"/>
              </a:solidFill>
              <a:latin typeface="Lato" panose="020F0502020204030203" pitchFamily="34" charset="77"/>
            </a:endParaRPr>
          </a:p>
          <a:p>
            <a:pPr>
              <a:lnSpc>
                <a:spcPts val="4700"/>
              </a:lnSpc>
            </a:pPr>
            <a:r>
              <a:rPr lang="en-US" sz="9950" b="1" spc="-165" dirty="0">
                <a:solidFill>
                  <a:schemeClr val="accent2"/>
                </a:solidFill>
                <a:latin typeface="Lato" panose="020F0502020204030203" pitchFamily="34" charset="77"/>
              </a:rPr>
              <a:t>Questions?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SLIDO_APP_VERSION" val="1.2.2.2731"/>
  <p:tag name="SLIDO_PRESENTATION_ID" val="00000000-0000-0000-0000-000000000000"/>
  <p:tag name="SLIDO_EVENT_UUID" val="2d6f46e3-e44f-4a58-afd7-6c8fe1022e4b"/>
  <p:tag name="SLIDO_EVENT_SECTION_UUID" val="3d0b07fa-ab7f-4f8b-985c-e003674793c4"/>
</p:tagLst>
</file>

<file path=ppt/theme/theme1.xml><?xml version="1.0" encoding="utf-8"?>
<a:theme xmlns:a="http://schemas.openxmlformats.org/drawingml/2006/main" name="Tema de Office">
  <a:themeElements>
    <a:clrScheme name="Animated ppt">
      <a:dk1>
        <a:srgbClr val="171717"/>
      </a:dk1>
      <a:lt1>
        <a:srgbClr val="FFFFFF"/>
      </a:lt1>
      <a:dk2>
        <a:srgbClr val="6D316A"/>
      </a:dk2>
      <a:lt2>
        <a:srgbClr val="FFFFFF"/>
      </a:lt2>
      <a:accent1>
        <a:srgbClr val="CD2354"/>
      </a:accent1>
      <a:accent2>
        <a:srgbClr val="ED942B"/>
      </a:accent2>
      <a:accent3>
        <a:srgbClr val="4F5EFD"/>
      </a:accent3>
      <a:accent4>
        <a:srgbClr val="CB3F97"/>
      </a:accent4>
      <a:accent5>
        <a:srgbClr val="5CC4A3"/>
      </a:accent5>
      <a:accent6>
        <a:srgbClr val="6FE5F2"/>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{A04B85F5-E6E2-824A-9695-461557F4DC93}tf16401378</Template>
  <TotalTime>13527</TotalTime>
  <Words>2112</Words>
  <Application>Microsoft Office PowerPoint</Application>
  <PresentationFormat>Widescreen</PresentationFormat>
  <Paragraphs>286</Paragraphs>
  <Slides>51</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51</vt:i4>
      </vt:variant>
    </vt:vector>
  </HeadingPairs>
  <TitlesOfParts>
    <vt:vector size="65" baseType="lpstr">
      <vt:lpstr>Amasis MT Pro Black</vt:lpstr>
      <vt:lpstr>Arial</vt:lpstr>
      <vt:lpstr>Calibri</vt:lpstr>
      <vt:lpstr>Calibri Light</vt:lpstr>
      <vt:lpstr>Lato</vt:lpstr>
      <vt:lpstr>Lato Black</vt:lpstr>
      <vt:lpstr>Montserrat</vt:lpstr>
      <vt:lpstr>Montserrat Black</vt:lpstr>
      <vt:lpstr>Montserrat ExtraBold</vt:lpstr>
      <vt:lpstr>Montserrat Light</vt:lpstr>
      <vt:lpstr>Montserrat SemiBold</vt:lpstr>
      <vt:lpstr>Raleway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Jolie Serrano Delgado</dc:creator>
  <cp:lastModifiedBy>Xian Rhel Cadiogan</cp:lastModifiedBy>
  <cp:revision>872</cp:revision>
  <cp:lastPrinted>2024-09-01T07:44:29Z</cp:lastPrinted>
  <dcterms:created xsi:type="dcterms:W3CDTF">2022-03-17T13:14:29Z</dcterms:created>
  <dcterms:modified xsi:type="dcterms:W3CDTF">2025-10-27T06:20:58Z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1.2.2.2731</vt:lpwstr>
  </property>
</Properties>
</file>