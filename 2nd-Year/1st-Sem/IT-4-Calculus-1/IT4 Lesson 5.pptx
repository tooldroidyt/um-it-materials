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6"/>
  </p:notesMasterIdLst>
  <p:sldIdLst>
    <p:sldId id="256" r:id="rId2"/>
    <p:sldId id="269" r:id="rId3"/>
    <p:sldId id="270" r:id="rId4"/>
    <p:sldId id="271" r:id="rId5"/>
  </p:sldIdLst>
  <p:sldSz cx="9144000" cy="5143500" type="screen16x9"/>
  <p:notesSz cx="6858000" cy="9144000"/>
  <p:embeddedFontLst>
    <p:embeddedFont>
      <p:font typeface="Arvo" charset="0"/>
      <p:regular r:id="rId7"/>
      <p:bold r:id="rId8"/>
      <p:italic r:id="rId9"/>
      <p:boldItalic r:id="rId10"/>
    </p:embeddedFont>
    <p:embeddedFont>
      <p:font typeface="Roboto Condensed Light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361D0E8-D997-425D-AB2C-E45440580EAB}">
  <a:tblStyle styleId="{E361D0E8-D997-425D-AB2C-E45440580E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00" autoAdjust="0"/>
    <p:restoredTop sz="94660"/>
  </p:normalViewPr>
  <p:slideViewPr>
    <p:cSldViewPr snapToGrid="0">
      <p:cViewPr>
        <p:scale>
          <a:sx n="100" d="100"/>
          <a:sy n="100" d="100"/>
        </p:scale>
        <p:origin x="-1254" y="-3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213180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5398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187289" y="941824"/>
            <a:ext cx="8471971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3600" dirty="0" smtClean="0"/>
              <a:t>IT4 CALCULUS 1</a:t>
            </a:r>
            <a:r>
              <a:rPr lang="en" dirty="0" smtClean="0">
                <a:solidFill>
                  <a:srgbClr val="FFC000"/>
                </a:solidFill>
              </a:rPr>
              <a:t/>
            </a:r>
            <a:br>
              <a:rPr lang="en" dirty="0" smtClean="0">
                <a:solidFill>
                  <a:srgbClr val="FFC000"/>
                </a:solidFill>
              </a:rPr>
            </a:br>
            <a:r>
              <a:rPr lang="en" sz="3200" dirty="0" smtClean="0">
                <a:solidFill>
                  <a:srgbClr val="FFC000"/>
                </a:solidFill>
              </a:rPr>
              <a:t>LESSON </a:t>
            </a:r>
            <a:r>
              <a:rPr lang="en" sz="3200" dirty="0" smtClean="0">
                <a:solidFill>
                  <a:srgbClr val="FFC000"/>
                </a:solidFill>
              </a:rPr>
              <a:t>5</a:t>
            </a:r>
            <a:endParaRPr sz="60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CALCULUS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THE SLOPE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409700"/>
            <a:ext cx="541972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945" y="1733550"/>
            <a:ext cx="3505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2443163"/>
            <a:ext cx="5191125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54" y="2700338"/>
            <a:ext cx="3657600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5582" y="2709863"/>
            <a:ext cx="1323975" cy="35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607" y="1297781"/>
            <a:ext cx="3140292" cy="2547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87" y="3300413"/>
            <a:ext cx="362902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895" y="3652838"/>
            <a:ext cx="8001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995" y="3681413"/>
            <a:ext cx="329565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868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CALCULUS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THE SLOPE - EXAMPLE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1" y="1357313"/>
            <a:ext cx="6267450" cy="433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2" y="1819275"/>
            <a:ext cx="5114924" cy="56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589" y="2571750"/>
            <a:ext cx="1430948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1" y="3171825"/>
            <a:ext cx="830512" cy="353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3053544"/>
            <a:ext cx="1119187" cy="591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5013" y="2675386"/>
            <a:ext cx="1036387" cy="307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4652" y="3053544"/>
            <a:ext cx="1323974" cy="60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2" y="3655988"/>
            <a:ext cx="461539" cy="334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27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CALCULUS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THE SLOPE - EXERCISE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4" y="1366838"/>
            <a:ext cx="4878392" cy="298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4" y="1766889"/>
            <a:ext cx="1982792" cy="247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86" y="3150774"/>
            <a:ext cx="1982793" cy="39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5725" y="1757001"/>
            <a:ext cx="2181225" cy="256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5725" y="3146996"/>
            <a:ext cx="2262187" cy="316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2231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2611</TotalTime>
  <Words>9</Words>
  <Application>Microsoft Office PowerPoint</Application>
  <PresentationFormat>On-screen Show (16:9)</PresentationFormat>
  <Paragraphs>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Arvo</vt:lpstr>
      <vt:lpstr>Roboto Condensed</vt:lpstr>
      <vt:lpstr>Roboto Condensed Light</vt:lpstr>
      <vt:lpstr>Salerio template</vt:lpstr>
      <vt:lpstr>IT4 CALCULUS 1 LESSON 5</vt:lpstr>
      <vt:lpstr>CALCULUS THE SLOPE</vt:lpstr>
      <vt:lpstr>CALCULUS THE SLOPE - EXAMPLE</vt:lpstr>
      <vt:lpstr>CALCULUS THE SLOPE - EXERCISE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 FOR EMPLOYEE LOGIN &amp; LOGOUT MANAGEMENT SYSTEM WITH RFID AND CHANGING THE PASSWORD USER MANUALLY Literature Review</dc:title>
  <dc:creator>ERAO</dc:creator>
  <cp:lastModifiedBy>Ando Ariel V</cp:lastModifiedBy>
  <cp:revision>512</cp:revision>
  <dcterms:modified xsi:type="dcterms:W3CDTF">2025-09-17T05:55:08Z</dcterms:modified>
</cp:coreProperties>
</file>