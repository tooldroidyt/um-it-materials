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21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8" r:id="rId10"/>
    <p:sldId id="277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</p:sldIdLst>
  <p:sldSz cx="9144000" cy="5143500" type="screen16x9"/>
  <p:notesSz cx="6858000" cy="9144000"/>
  <p:embeddedFontLst>
    <p:embeddedFont>
      <p:font typeface="Roboto Condensed Light" charset="0"/>
      <p:regular r:id="rId22"/>
      <p:bold r:id="rId23"/>
      <p:italic r:id="rId24"/>
      <p:boldItalic r:id="rId25"/>
    </p:embeddedFont>
    <p:embeddedFont>
      <p:font typeface="Arvo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61D0E8-D997-425D-AB2C-E45440580EAB}">
  <a:tblStyle styleId="{E361D0E8-D997-425D-AB2C-E45440580E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80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1318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398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26" Type="http://schemas.openxmlformats.org/officeDocument/2006/relationships/image" Target="../media/image69.png"/><Relationship Id="rId3" Type="http://schemas.openxmlformats.org/officeDocument/2006/relationships/image" Target="../media/image46.png"/><Relationship Id="rId21" Type="http://schemas.openxmlformats.org/officeDocument/2006/relationships/image" Target="../media/image64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5" Type="http://schemas.openxmlformats.org/officeDocument/2006/relationships/image" Target="../media/image6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24" Type="http://schemas.openxmlformats.org/officeDocument/2006/relationships/image" Target="../media/image67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66.png"/><Relationship Id="rId28" Type="http://schemas.openxmlformats.org/officeDocument/2006/relationships/image" Target="../media/image71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Relationship Id="rId27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26" Type="http://schemas.openxmlformats.org/officeDocument/2006/relationships/image" Target="../media/image95.png"/><Relationship Id="rId3" Type="http://schemas.openxmlformats.org/officeDocument/2006/relationships/image" Target="../media/image72.png"/><Relationship Id="rId21" Type="http://schemas.openxmlformats.org/officeDocument/2006/relationships/image" Target="../media/image90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5" Type="http://schemas.openxmlformats.org/officeDocument/2006/relationships/image" Target="../media/image9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24" Type="http://schemas.openxmlformats.org/officeDocument/2006/relationships/image" Target="../media/image93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23" Type="http://schemas.openxmlformats.org/officeDocument/2006/relationships/image" Target="../media/image92.png"/><Relationship Id="rId28" Type="http://schemas.openxmlformats.org/officeDocument/2006/relationships/image" Target="../media/image97.pn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Relationship Id="rId22" Type="http://schemas.openxmlformats.org/officeDocument/2006/relationships/image" Target="../media/image91.png"/><Relationship Id="rId27" Type="http://schemas.openxmlformats.org/officeDocument/2006/relationships/image" Target="../media/image9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5.png"/><Relationship Id="rId18" Type="http://schemas.openxmlformats.org/officeDocument/2006/relationships/image" Target="../media/image130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17" Type="http://schemas.openxmlformats.org/officeDocument/2006/relationships/image" Target="../media/image129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5" Type="http://schemas.openxmlformats.org/officeDocument/2006/relationships/image" Target="../media/image127.png"/><Relationship Id="rId10" Type="http://schemas.openxmlformats.org/officeDocument/2006/relationships/image" Target="../media/image122.png"/><Relationship Id="rId19" Type="http://schemas.openxmlformats.org/officeDocument/2006/relationships/image" Target="../media/image131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Relationship Id="rId14" Type="http://schemas.openxmlformats.org/officeDocument/2006/relationships/image" Target="../media/image12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4.png"/><Relationship Id="rId5" Type="http://schemas.openxmlformats.org/officeDocument/2006/relationships/image" Target="../media/image153.png"/><Relationship Id="rId4" Type="http://schemas.openxmlformats.org/officeDocument/2006/relationships/image" Target="../media/image1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187289" y="941824"/>
            <a:ext cx="8471971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600" dirty="0" smtClean="0"/>
              <a:t>IT11L COMPUTER NETWORK</a:t>
            </a:r>
            <a:r>
              <a:rPr lang="en" dirty="0" smtClean="0">
                <a:solidFill>
                  <a:srgbClr val="FFC000"/>
                </a:solidFill>
              </a:rPr>
              <a:t/>
            </a:r>
            <a:br>
              <a:rPr lang="en" dirty="0" smtClean="0">
                <a:solidFill>
                  <a:srgbClr val="FFC000"/>
                </a:solidFill>
              </a:rPr>
            </a:br>
            <a:r>
              <a:rPr lang="en" sz="3200" dirty="0" smtClean="0">
                <a:solidFill>
                  <a:srgbClr val="FFC000"/>
                </a:solidFill>
              </a:rPr>
              <a:t>LESSON 2</a:t>
            </a:r>
            <a:endParaRPr sz="60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22" y="1398011"/>
            <a:ext cx="35433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122036"/>
            <a:ext cx="3517322" cy="1837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825" y="1439575"/>
            <a:ext cx="379095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199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METALANGUAGE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44325"/>
            <a:ext cx="8048625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19" y="2845375"/>
            <a:ext cx="80581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589" y="4007426"/>
            <a:ext cx="60483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606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METALANGUAGE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10" y="1750003"/>
            <a:ext cx="376237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48" y="2737573"/>
            <a:ext cx="381000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216" y="1483303"/>
            <a:ext cx="26479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079" y="1953059"/>
            <a:ext cx="111442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393" y="2304616"/>
            <a:ext cx="82867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6906" y="2707699"/>
            <a:ext cx="121920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063" y="3595688"/>
            <a:ext cx="965486" cy="1142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466" y="1958254"/>
            <a:ext cx="933450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8728" y="3128963"/>
            <a:ext cx="130492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741" y="4090988"/>
            <a:ext cx="34290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6" name="Picture 1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229" y="1934009"/>
            <a:ext cx="84772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7" name="Picture 1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6591" y="2791259"/>
            <a:ext cx="38100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8" name="Picture 1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7016" y="3176588"/>
            <a:ext cx="15811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9" name="Picture 17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091" y="4090988"/>
            <a:ext cx="4381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295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METALANGUAGE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13" y="1335232"/>
            <a:ext cx="377190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04" y="2273011"/>
            <a:ext cx="37433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54" y="3058825"/>
            <a:ext cx="37623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0045" y="1381991"/>
            <a:ext cx="35718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36" descr="relationship between the five components of Data Communication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75"/>
          <a:stretch>
            <a:fillRect/>
          </a:stretch>
        </p:blipFill>
        <p:spPr bwMode="auto">
          <a:xfrm>
            <a:off x="4365422" y="1921453"/>
            <a:ext cx="4238251" cy="23660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646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METALANGUAGE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6" name="Picture 25" descr="A screenshot of a cell phone&#10;&#10;Description automatically generated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883" y="1493652"/>
            <a:ext cx="5818908" cy="2775336"/>
          </a:xfrm>
          <a:prstGeom prst="rect">
            <a:avLst/>
          </a:prstGeom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" y="1732801"/>
            <a:ext cx="3031980" cy="130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061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METALANGUAGE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484602"/>
            <a:ext cx="2906717" cy="80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 descr="A picture containing clock&#10;&#10;Description automatically generated">
            <a:extLst>
              <a:ext uri="{FF2B5EF4-FFF2-40B4-BE49-F238E27FC236}">
                <a16:creationId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oel="http://schemas.microsoft.com/office/2019/extlst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6="http://schemas.microsoft.com/office/drawing/2014/main" xmlns:lc="http://schemas.openxmlformats.org/drawingml/2006/lockedCanvas" id="{A8D3CEC2-B193-8649-9F64-5E966205D7D3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53" y="2496973"/>
            <a:ext cx="2871747" cy="1451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220" y="1484602"/>
            <a:ext cx="3376644" cy="5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MAN">
            <a:extLst>
              <a:ext uri="{FF2B5EF4-FFF2-40B4-BE49-F238E27FC236}">
                <a16:creationId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oel="http://schemas.microsoft.com/office/2019/extlst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6="http://schemas.microsoft.com/office/drawing/2014/main" xmlns:lc="http://schemas.openxmlformats.org/drawingml/2006/lockedCanvas" id="{B1258599-A622-724D-957E-86FC6509E6FF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379" y="2143681"/>
            <a:ext cx="3892030" cy="21893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995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METALANGUAGE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10" y="1327871"/>
            <a:ext cx="377190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 descr="MAN2">
            <a:extLst>
              <a:ext uri="{FF2B5EF4-FFF2-40B4-BE49-F238E27FC236}">
                <a16:creationId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oel="http://schemas.microsoft.com/office/2019/extlst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6="http://schemas.microsoft.com/office/drawing/2014/main" xmlns:lc="http://schemas.openxmlformats.org/drawingml/2006/lockedCanvas" id="{6AAAAC26-0805-E843-9AFB-10DD26154265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51"/>
          <a:stretch/>
        </p:blipFill>
        <p:spPr bwMode="auto">
          <a:xfrm>
            <a:off x="293683" y="2392767"/>
            <a:ext cx="3644472" cy="158695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21282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METALANGUAGE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06" y="1339988"/>
            <a:ext cx="3495676" cy="1853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5" descr="A screenshot of a cell phone&#10;&#10;Description automatically generated">
            <a:extLst>
              <a:ext uri="{FF2B5EF4-FFF2-40B4-BE49-F238E27FC236}">
                <a16:creationId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oel="http://schemas.microsoft.com/office/2019/extlst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sdtdh="http://schemas.microsoft.com/office/word/2020/wordml/sdtdatahash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6="http://schemas.microsoft.com/office/drawing/2014/main" xmlns:lc="http://schemas.openxmlformats.org/drawingml/2006/lockedCanvas" id="{1BEB994A-A497-8B4B-875F-0B02F1A297D5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4612" y="1351766"/>
            <a:ext cx="4319906" cy="1407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07" y="3259944"/>
            <a:ext cx="3495676" cy="1191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70" y="4451854"/>
            <a:ext cx="24193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967" y="3298254"/>
            <a:ext cx="3328985" cy="1710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350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METALANGUAGE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41" y="1339129"/>
            <a:ext cx="81153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 descr="A picture containing clock&#10;&#10;Description automatically generated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641" y="2442238"/>
            <a:ext cx="5727700" cy="154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03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METALANGUAGE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5" y="1355580"/>
            <a:ext cx="3505200" cy="1147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 descr="A screenshot of a cell phone&#10;&#10;Description automatically generated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9"/>
          <a:stretch/>
        </p:blipFill>
        <p:spPr bwMode="auto">
          <a:xfrm>
            <a:off x="293683" y="2529753"/>
            <a:ext cx="3592517" cy="22735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Picture 23" descr="A screenshot of a cell phone&#10;&#10;Description automatically generated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7"/>
          <a:stretch/>
        </p:blipFill>
        <p:spPr bwMode="auto">
          <a:xfrm>
            <a:off x="4033376" y="1355581"/>
            <a:ext cx="3198698" cy="19591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376" y="3349623"/>
            <a:ext cx="1390679" cy="26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376" y="3676854"/>
            <a:ext cx="2687782" cy="107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4484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METALANGUAGE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40" y="1319213"/>
            <a:ext cx="3656724" cy="645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27" y="1965053"/>
            <a:ext cx="3599437" cy="614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784" y="1319213"/>
            <a:ext cx="3353234" cy="12916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784" y="2636870"/>
            <a:ext cx="3353234" cy="56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2086" y="3448915"/>
            <a:ext cx="5362575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935" y="3591792"/>
            <a:ext cx="603645" cy="216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063" y="3969760"/>
            <a:ext cx="371474" cy="193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108" y="4301461"/>
            <a:ext cx="540328" cy="30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981" y="3528796"/>
            <a:ext cx="2190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354" y="3561159"/>
            <a:ext cx="2190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508" y="3535900"/>
            <a:ext cx="219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823" y="3519055"/>
            <a:ext cx="2095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721" y="3552392"/>
            <a:ext cx="2857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836" y="3545572"/>
            <a:ext cx="3048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631" y="3571442"/>
            <a:ext cx="3333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172" y="3565164"/>
            <a:ext cx="44767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02" y="3539837"/>
            <a:ext cx="4286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462" y="3938587"/>
            <a:ext cx="4286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12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835" y="3957826"/>
            <a:ext cx="44767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11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357" y="3973224"/>
            <a:ext cx="3333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10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0137" y="3928818"/>
            <a:ext cx="3048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9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721" y="3943646"/>
            <a:ext cx="2857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8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848" y="3918672"/>
            <a:ext cx="2095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7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780" y="3926328"/>
            <a:ext cx="219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6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7853" y="3943646"/>
            <a:ext cx="2190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5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576" y="3908468"/>
            <a:ext cx="2190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358" y="4322243"/>
            <a:ext cx="4000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697" y="4309745"/>
            <a:ext cx="3619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1" name="Picture 17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2256" y="4335722"/>
            <a:ext cx="4095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2" name="Picture 18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719" y="4303684"/>
            <a:ext cx="3810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3" name="Picture 19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119" y="4327240"/>
            <a:ext cx="4286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" name="Picture 20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663" y="4323224"/>
            <a:ext cx="3524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5" name="Picture 21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768" y="4316849"/>
            <a:ext cx="4191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6" name="Picture 22"/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954" y="4309802"/>
            <a:ext cx="3810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7" name="Picture 23"/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902" y="4308936"/>
            <a:ext cx="3905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4530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METALANGUAGE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45" y="1335232"/>
            <a:ext cx="34956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720" y="1403203"/>
            <a:ext cx="341947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076" y="1607990"/>
            <a:ext cx="26193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6271" y="1978602"/>
            <a:ext cx="32480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45" y="2707265"/>
            <a:ext cx="763905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2495985"/>
            <a:ext cx="1742935" cy="197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618" y="2509633"/>
            <a:ext cx="1359477" cy="173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63" y="3313402"/>
            <a:ext cx="10096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65" y="3595254"/>
            <a:ext cx="11430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98" y="3843347"/>
            <a:ext cx="12477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79" y="4139488"/>
            <a:ext cx="12573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537" y="3299114"/>
            <a:ext cx="3333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072" y="3586597"/>
            <a:ext cx="3333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998" y="3853298"/>
            <a:ext cx="3333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924" y="4119999"/>
            <a:ext cx="3333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71" y="4457267"/>
            <a:ext cx="4651207" cy="170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3" name="Picture 1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436" y="4628716"/>
            <a:ext cx="3169659" cy="14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084" y="3306907"/>
            <a:ext cx="2476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" name="Picture 16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010" y="3594390"/>
            <a:ext cx="2476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" name="Picture 16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936" y="3861091"/>
            <a:ext cx="2476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16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862" y="4138183"/>
            <a:ext cx="2476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578" y="3304743"/>
            <a:ext cx="11430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6" name="Picture 18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2754" y="3589627"/>
            <a:ext cx="124777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7" name="Picture 19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9249" y="3863689"/>
            <a:ext cx="121920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8" name="Picture 20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372" y="4130390"/>
            <a:ext cx="12382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9" name="Picture 21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0457" y="4441247"/>
            <a:ext cx="1784638" cy="15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0" name="Picture 22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0457" y="4585128"/>
            <a:ext cx="2587769" cy="130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1" name="Picture 23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864" y="2527462"/>
            <a:ext cx="4025174" cy="18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rved Up Arrow 2"/>
          <p:cNvSpPr/>
          <p:nvPr/>
        </p:nvSpPr>
        <p:spPr>
          <a:xfrm rot="7196502">
            <a:off x="3843919" y="2545125"/>
            <a:ext cx="471868" cy="279549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072" name="Picture 24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965" y="3317298"/>
            <a:ext cx="223837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3" name="Picture 25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269" y="3589627"/>
            <a:ext cx="24193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4" name="Picture 26"/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015" y="3861956"/>
            <a:ext cx="255270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5" name="Picture 27"/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931" y="4123462"/>
            <a:ext cx="25336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8859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METALANGUAGE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2" y="1407102"/>
            <a:ext cx="1441599" cy="236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20" y="1783772"/>
            <a:ext cx="1251087" cy="847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281" y="1783772"/>
            <a:ext cx="2961410" cy="665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282" y="2760518"/>
            <a:ext cx="2961410" cy="637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31" y="2771321"/>
            <a:ext cx="10763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283" y="3626427"/>
            <a:ext cx="2961410" cy="50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41" y="3605645"/>
            <a:ext cx="1136940" cy="571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284" y="4302703"/>
            <a:ext cx="2961410" cy="52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58" y="4358143"/>
            <a:ext cx="1018610" cy="512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5" name="Picture 1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3" y="1766454"/>
            <a:ext cx="2961407" cy="64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6" name="Picture 1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882" y="1876278"/>
            <a:ext cx="991466" cy="421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7" name="Picture 15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3" y="2555258"/>
            <a:ext cx="2989985" cy="3492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8" name="Picture 1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163" y="2407670"/>
            <a:ext cx="826321" cy="626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9" name="Picture 17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9302" y="3107672"/>
            <a:ext cx="2961407" cy="676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0" name="Picture 18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178" y="3172878"/>
            <a:ext cx="834306" cy="45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1" name="Picture 19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693" y="3927970"/>
            <a:ext cx="2979595" cy="838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2" name="Picture 20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840" y="4139642"/>
            <a:ext cx="900981" cy="326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186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ROUTING PROTOCOLS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62" y="1415327"/>
            <a:ext cx="1193083" cy="259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30" y="1758802"/>
            <a:ext cx="1901630" cy="111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082" y="1814080"/>
            <a:ext cx="33718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082" y="2411753"/>
            <a:ext cx="223837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473" y="2584068"/>
            <a:ext cx="3562350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146" y="3746110"/>
            <a:ext cx="642592" cy="621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266" y="3719473"/>
            <a:ext cx="499825" cy="493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0" name="Picture 1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418" y="4207544"/>
            <a:ext cx="558484" cy="572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1" name="Picture 15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261" y="4328622"/>
            <a:ext cx="541917" cy="529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2" name="Picture 16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473" y="3256527"/>
            <a:ext cx="26289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3" name="Picture 17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864" y="3500402"/>
            <a:ext cx="31242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9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62" y="3028015"/>
            <a:ext cx="809589" cy="132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11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893" y="3380352"/>
            <a:ext cx="509489" cy="509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Picture 1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678" y="3150127"/>
            <a:ext cx="508723" cy="508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4" name="Picture 18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646" y="3853472"/>
            <a:ext cx="24955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5" name="Picture 19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7048" y="4088244"/>
            <a:ext cx="30956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6" name="Picture 20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803" y="4292300"/>
            <a:ext cx="32194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0711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ROUTING PROTOCOLS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2" y="1367270"/>
            <a:ext cx="1462381" cy="271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3176588"/>
            <a:ext cx="34290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15" y="1759527"/>
            <a:ext cx="22860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966" y="1897639"/>
            <a:ext cx="438150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6090" y="2107189"/>
            <a:ext cx="294322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965" y="2316739"/>
            <a:ext cx="197167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965" y="2535814"/>
            <a:ext cx="9715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3407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ROUTING METRICS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10" y="1430915"/>
            <a:ext cx="3375462" cy="3172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3672" y="1607127"/>
            <a:ext cx="35242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779" y="2014538"/>
            <a:ext cx="318135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606" y="2452687"/>
            <a:ext cx="31242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779" y="2725663"/>
            <a:ext cx="29146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997" y="3093673"/>
            <a:ext cx="31813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997" y="3500649"/>
            <a:ext cx="345757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779" y="3898966"/>
            <a:ext cx="33051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452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OPEN VS PROPRIETARY PROTOCOLS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7" name="Picture 26" descr="A picture containing game&#10;&#10;Description automatically generated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438" y="141920"/>
            <a:ext cx="1921482" cy="1576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85" y="1444392"/>
            <a:ext cx="3496514" cy="15442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562" y="1518427"/>
            <a:ext cx="89535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706" y="1807170"/>
            <a:ext cx="3207732" cy="1388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707" y="3309504"/>
            <a:ext cx="3207732" cy="1006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7971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2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OPEN VS PROPRIETARY PROTOCOLS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7" name="Picture 26" descr="A picture containing game&#10;&#10;Description automatically generated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438" y="141920"/>
            <a:ext cx="1921482" cy="1576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553441"/>
            <a:ext cx="33813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86" y="2702502"/>
            <a:ext cx="31432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20" y="3429866"/>
            <a:ext cx="26955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28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2772</TotalTime>
  <Words>75</Words>
  <Application>Microsoft Office PowerPoint</Application>
  <PresentationFormat>On-screen Show (16:9)</PresentationFormat>
  <Paragraphs>37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Roboto Condensed Light</vt:lpstr>
      <vt:lpstr>Arvo</vt:lpstr>
      <vt:lpstr>Roboto Condensed</vt:lpstr>
      <vt:lpstr>Salerio template</vt:lpstr>
      <vt:lpstr>IT11L COMPUTER NETWORK LESSON 2</vt:lpstr>
      <vt:lpstr>COMPUTER NETWORK 2</vt:lpstr>
      <vt:lpstr>COMPUTER NETWORK 2 METALANGUAGE</vt:lpstr>
      <vt:lpstr>COMPUTER NETWORK 2 METALANGUAGE</vt:lpstr>
      <vt:lpstr>COMPUTER NETWORK 2 METALANGUAGE</vt:lpstr>
      <vt:lpstr>COMPUTER NETWORK 2 METALANGUAGE</vt:lpstr>
      <vt:lpstr>COMPUTER NETWORK 2 METALANGUAGE</vt:lpstr>
      <vt:lpstr>COMPUTER NETWORK 2 METALANGUAGE</vt:lpstr>
      <vt:lpstr>COMPUTER NETWORK 2 METALANGUAGE</vt:lpstr>
      <vt:lpstr>COMPUTER NETWORK 2 METALANGUAGE</vt:lpstr>
      <vt:lpstr>COMPUTER NETWORK 2 METALANGUAGE</vt:lpstr>
      <vt:lpstr>COMPUTER NETWORK 2 METALANGUAGE</vt:lpstr>
      <vt:lpstr>COMPUTER NETWORK 2 METALANGUAGE</vt:lpstr>
      <vt:lpstr>COMPUTER NETWORK 2 METALANGUAGE</vt:lpstr>
      <vt:lpstr>COMPUTER NETWORK 2 ROUTING PROTOCOLS</vt:lpstr>
      <vt:lpstr>COMPUTER NETWORK 2 ROUTING PROTOCOLS</vt:lpstr>
      <vt:lpstr>COMPUTER NETWORK 2 ROUTING METRICS</vt:lpstr>
      <vt:lpstr>COMPUTER NETWORK 2 OPEN VS PROPRIETARY PROTOCOLS</vt:lpstr>
      <vt:lpstr>COMPUTER NETWORK 2 OPEN VS PROPRIETARY PROTOCOLS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FOR EMPLOYEE LOGIN &amp; LOGOUT MANAGEMENT SYSTEM WITH RFID AND CHANGING THE PASSWORD USER MANUALLY Literature Review</dc:title>
  <dc:creator>ERAO</dc:creator>
  <cp:lastModifiedBy>Ando Ariel V</cp:lastModifiedBy>
  <cp:revision>530</cp:revision>
  <dcterms:modified xsi:type="dcterms:W3CDTF">2024-08-22T03:47:12Z</dcterms:modified>
</cp:coreProperties>
</file>