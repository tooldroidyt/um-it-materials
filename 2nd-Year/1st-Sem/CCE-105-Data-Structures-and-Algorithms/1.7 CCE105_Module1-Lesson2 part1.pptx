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0" r:id="rId2"/>
  </p:sldMasterIdLst>
  <p:notesMasterIdLst>
    <p:notesMasterId r:id="rId43"/>
  </p:notesMasterIdLst>
  <p:handoutMasterIdLst>
    <p:handoutMasterId r:id="rId44"/>
  </p:handoutMasterIdLst>
  <p:sldIdLst>
    <p:sldId id="3327" r:id="rId3"/>
    <p:sldId id="1808" r:id="rId4"/>
    <p:sldId id="1816" r:id="rId5"/>
    <p:sldId id="1817" r:id="rId6"/>
    <p:sldId id="1815" r:id="rId7"/>
    <p:sldId id="1821" r:id="rId8"/>
    <p:sldId id="1819" r:id="rId9"/>
    <p:sldId id="3329" r:id="rId10"/>
    <p:sldId id="3330" r:id="rId11"/>
    <p:sldId id="3331" r:id="rId12"/>
    <p:sldId id="3332" r:id="rId13"/>
    <p:sldId id="3333" r:id="rId14"/>
    <p:sldId id="264" r:id="rId15"/>
    <p:sldId id="3334" r:id="rId16"/>
    <p:sldId id="3335" r:id="rId17"/>
    <p:sldId id="3336" r:id="rId18"/>
    <p:sldId id="3337" r:id="rId19"/>
    <p:sldId id="3338" r:id="rId20"/>
    <p:sldId id="3339" r:id="rId21"/>
    <p:sldId id="3340" r:id="rId22"/>
    <p:sldId id="3341" r:id="rId23"/>
    <p:sldId id="3342" r:id="rId24"/>
    <p:sldId id="3343" r:id="rId25"/>
    <p:sldId id="3344" r:id="rId26"/>
    <p:sldId id="3345" r:id="rId27"/>
    <p:sldId id="3346" r:id="rId28"/>
    <p:sldId id="3347" r:id="rId29"/>
    <p:sldId id="3348" r:id="rId30"/>
    <p:sldId id="3349" r:id="rId31"/>
    <p:sldId id="3350" r:id="rId32"/>
    <p:sldId id="3351" r:id="rId33"/>
    <p:sldId id="3352" r:id="rId34"/>
    <p:sldId id="3353" r:id="rId35"/>
    <p:sldId id="3354" r:id="rId36"/>
    <p:sldId id="3355" r:id="rId37"/>
    <p:sldId id="3356" r:id="rId38"/>
    <p:sldId id="3357" r:id="rId39"/>
    <p:sldId id="3358" r:id="rId40"/>
    <p:sldId id="3359" r:id="rId41"/>
    <p:sldId id="1831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2077"/>
    <a:srgbClr val="EC6315"/>
    <a:srgbClr val="F49401"/>
    <a:srgbClr val="FFAA19"/>
    <a:srgbClr val="031828"/>
    <a:srgbClr val="000B49"/>
    <a:srgbClr val="3E1B59"/>
    <a:srgbClr val="8CC026"/>
    <a:srgbClr val="14AFE7"/>
    <a:srgbClr val="E71D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817" autoAdjust="0"/>
    <p:restoredTop sz="94660"/>
  </p:normalViewPr>
  <p:slideViewPr>
    <p:cSldViewPr snapToGrid="0">
      <p:cViewPr varScale="1">
        <p:scale>
          <a:sx n="89" d="100"/>
          <a:sy n="89" d="100"/>
        </p:scale>
        <p:origin x="5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201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25F7126-B822-41AE-892A-5785A88118B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C9FC90-499A-4ED1-BDAE-456DC3E3FDC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387B3B-DE26-4C93-8722-1BA7A82C69F3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835687-B789-44CD-BDCB-64F27E51440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8C9B16-5263-468F-9A66-04713840689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8DF30F-227B-4DE2-B37C-EF4C37970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2311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D44844-CAE8-461C-85F6-688C358CA0ED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7C9200-E78B-43A9-8F44-FFDBE80EA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865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8E5D21-F1FF-4340-BED0-26D65B74E3B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86200" y="1267557"/>
            <a:ext cx="8305800" cy="3425898"/>
          </a:xfrm>
          <a:custGeom>
            <a:avLst/>
            <a:gdLst>
              <a:gd name="connsiteX0" fmla="*/ 0 w 4991100"/>
              <a:gd name="connsiteY0" fmla="*/ 0 h 3425898"/>
              <a:gd name="connsiteX1" fmla="*/ 4991100 w 4991100"/>
              <a:gd name="connsiteY1" fmla="*/ 0 h 3425898"/>
              <a:gd name="connsiteX2" fmla="*/ 4991100 w 4991100"/>
              <a:gd name="connsiteY2" fmla="*/ 3425898 h 3425898"/>
              <a:gd name="connsiteX3" fmla="*/ 0 w 4991100"/>
              <a:gd name="connsiteY3" fmla="*/ 3425898 h 3425898"/>
              <a:gd name="connsiteX4" fmla="*/ 0 w 4991100"/>
              <a:gd name="connsiteY4" fmla="*/ 0 h 3425898"/>
              <a:gd name="connsiteX0" fmla="*/ 3086100 w 8077200"/>
              <a:gd name="connsiteY0" fmla="*/ 0 h 3425898"/>
              <a:gd name="connsiteX1" fmla="*/ 8077200 w 8077200"/>
              <a:gd name="connsiteY1" fmla="*/ 0 h 3425898"/>
              <a:gd name="connsiteX2" fmla="*/ 8077200 w 8077200"/>
              <a:gd name="connsiteY2" fmla="*/ 3425898 h 3425898"/>
              <a:gd name="connsiteX3" fmla="*/ 0 w 8077200"/>
              <a:gd name="connsiteY3" fmla="*/ 3425898 h 3425898"/>
              <a:gd name="connsiteX4" fmla="*/ 3086100 w 8077200"/>
              <a:gd name="connsiteY4" fmla="*/ 0 h 3425898"/>
              <a:gd name="connsiteX0" fmla="*/ 3314700 w 8305800"/>
              <a:gd name="connsiteY0" fmla="*/ 0 h 3425898"/>
              <a:gd name="connsiteX1" fmla="*/ 8305800 w 8305800"/>
              <a:gd name="connsiteY1" fmla="*/ 0 h 3425898"/>
              <a:gd name="connsiteX2" fmla="*/ 8305800 w 8305800"/>
              <a:gd name="connsiteY2" fmla="*/ 3425898 h 3425898"/>
              <a:gd name="connsiteX3" fmla="*/ 0 w 8305800"/>
              <a:gd name="connsiteY3" fmla="*/ 3425898 h 3425898"/>
              <a:gd name="connsiteX4" fmla="*/ 3314700 w 8305800"/>
              <a:gd name="connsiteY4" fmla="*/ 0 h 342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05800" h="3425898">
                <a:moveTo>
                  <a:pt x="3314700" y="0"/>
                </a:moveTo>
                <a:lnTo>
                  <a:pt x="8305800" y="0"/>
                </a:lnTo>
                <a:lnTo>
                  <a:pt x="8305800" y="3425898"/>
                </a:lnTo>
                <a:lnTo>
                  <a:pt x="0" y="3425898"/>
                </a:lnTo>
                <a:lnTo>
                  <a:pt x="3314700" y="0"/>
                </a:lnTo>
                <a:close/>
              </a:path>
            </a:pathLst>
          </a:cu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9981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A5ED7-AC1B-4EFC-A2F5-F8CCDD990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1504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32694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1B7CF-24E5-41A7-B7C5-EA47FAFE7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355600"/>
            <a:ext cx="4962525" cy="11969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56907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49656C5-9EBA-45D4-8DCC-4D18137C7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55657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0BEF5E8-2EB2-43CC-99D3-000E119C3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3400" y="1555289"/>
            <a:ext cx="57658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59630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22F94C-C739-46D6-A244-D2632C9CA66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93825" y="1736725"/>
            <a:ext cx="2190750" cy="2190750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4904F02C-CF31-4DF5-9967-00860C96614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926568" y="1736725"/>
            <a:ext cx="2190750" cy="2190750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40D730EF-B019-4AC3-80DF-EC6B8BB081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437994" y="1736725"/>
            <a:ext cx="2190750" cy="2190750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01178D9A-1A52-41EF-8CFA-53A54E9D42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49420" y="1736725"/>
            <a:ext cx="2190750" cy="2190750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FDDF920-69F1-4A5A-9B25-937589019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17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87866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FE189A0-F882-485F-ACE3-8D1A70E03A7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333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6643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9998A-C9B4-4FCD-8202-1E67E9FE1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98449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Meet the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icture Placeholder 13"/>
          <p:cNvSpPr>
            <a:spLocks noGrp="1"/>
          </p:cNvSpPr>
          <p:nvPr>
            <p:ph type="pic" sz="quarter" idx="11"/>
          </p:nvPr>
        </p:nvSpPr>
        <p:spPr>
          <a:xfrm>
            <a:off x="1728662" y="1872316"/>
            <a:ext cx="2652423" cy="2650043"/>
          </a:xfrm>
          <a:prstGeom prst="ellipse">
            <a:avLst/>
          </a:prstGeom>
        </p:spPr>
        <p:txBody>
          <a:bodyPr rtlCol="0">
            <a:normAutofit/>
          </a:bodyPr>
          <a:lstStyle>
            <a:lvl1pPr marL="0" marR="0" indent="0" algn="l" defTabSz="91421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latin typeface="Raleway Regular"/>
                <a:cs typeface="Raleway Regular"/>
              </a:defRPr>
            </a:lvl1pPr>
          </a:lstStyle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1011782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st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2538616"/>
      </p:ext>
    </p:extLst>
  </p:cSld>
  <p:clrMapOvr>
    <a:masterClrMapping/>
  </p:clrMapOvr>
  <p:transition advClick="0" advTm="300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C83591-C2DC-01C5-3C5D-585BC6AAA21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49702" y="1009977"/>
            <a:ext cx="4274972" cy="4277364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2701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C830BE3E-5B25-1E92-4CC2-ECF057C22627}"/>
              </a:ext>
            </a:extLst>
          </p:cNvPr>
          <p:cNvSpPr/>
          <p:nvPr userDrawn="1"/>
        </p:nvSpPr>
        <p:spPr>
          <a:xfrm>
            <a:off x="10420538" y="332716"/>
            <a:ext cx="579422" cy="579422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2E85A1-FB9D-A461-2B58-3B2F2C91A3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84324" y="467026"/>
            <a:ext cx="651850" cy="2889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chemeClr val="bg2"/>
                </a:solidFill>
              </a:defRPr>
            </a:lvl1pPr>
          </a:lstStyle>
          <a:p>
            <a:fld id="{DD42754F-0B62-BB43-A2E4-46EE8B5A483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222288C-5965-0CDC-26B1-1E26F97DC07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5652655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4362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77ABCF0E-C834-78F8-6AE9-C380379BB9A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05238" y="1992313"/>
            <a:ext cx="2138362" cy="25304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0833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9997AADC-110B-343C-1030-E46D17B90BD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44749" y="1058324"/>
            <a:ext cx="2399169" cy="456829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45265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E67E5CE-188A-BC4E-9CF7-23CBA4044C4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88921" y="1016949"/>
            <a:ext cx="4587841" cy="4586646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7062D07B-E48E-7347-9063-CCEF990FD5B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670077" y="752475"/>
            <a:ext cx="2375519" cy="2374107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8786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8395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hyperlink" Target="http://free-powerpoint-templates-download.com/" TargetMode="Externa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hyperlink" Target="https://slidesgratis.com/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hyperlink" Target="http://free-powerpoint-templates-download.com/" TargetMode="External"/><Relationship Id="rId3" Type="http://schemas.openxmlformats.org/officeDocument/2006/relationships/slideLayout" Target="../slideLayouts/slideLayout14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16.xml"/><Relationship Id="rId10" Type="http://schemas.openxmlformats.org/officeDocument/2006/relationships/hyperlink" Target="https://slidesgratis.com/" TargetMode="External"/><Relationship Id="rId4" Type="http://schemas.openxmlformats.org/officeDocument/2006/relationships/slideLayout" Target="../slideLayouts/slideLayout15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74982DB-3B5F-8728-0C2B-E72C0DD66CE2}"/>
              </a:ext>
            </a:extLst>
          </p:cNvPr>
          <p:cNvSpPr/>
          <p:nvPr userDrawn="1"/>
        </p:nvSpPr>
        <p:spPr>
          <a:xfrm>
            <a:off x="0" y="-1178145"/>
            <a:ext cx="12192000" cy="1160711"/>
          </a:xfrm>
          <a:prstGeom prst="rect">
            <a:avLst/>
          </a:prstGeom>
          <a:solidFill>
            <a:srgbClr val="4C03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2ECE205-1427-77DB-6399-06B4B41A22CE}"/>
              </a:ext>
            </a:extLst>
          </p:cNvPr>
          <p:cNvSpPr txBox="1"/>
          <p:nvPr userDrawn="1"/>
        </p:nvSpPr>
        <p:spPr>
          <a:xfrm>
            <a:off x="1659310" y="-688899"/>
            <a:ext cx="2367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http://ppthemes.com/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8B93F9D-9573-60AC-FBED-248E91088151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9453" y="-1083156"/>
            <a:ext cx="1555777" cy="970735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B6612077-6BA8-F16D-095D-39573C9FBA39}"/>
              </a:ext>
            </a:extLst>
          </p:cNvPr>
          <p:cNvSpPr txBox="1"/>
          <p:nvPr userDrawn="1"/>
        </p:nvSpPr>
        <p:spPr>
          <a:xfrm>
            <a:off x="8659820" y="-645106"/>
            <a:ext cx="2659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https://slidesgratis.com/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550BA74-1957-771A-34A6-991840DB41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89" r="12615" b="30833"/>
          <a:stretch/>
        </p:blipFill>
        <p:spPr>
          <a:xfrm>
            <a:off x="321364" y="-974539"/>
            <a:ext cx="1337946" cy="654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016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1" r:id="rId7"/>
    <p:sldLayoutId id="2147483659" r:id="rId8"/>
    <p:sldLayoutId id="2147483665" r:id="rId9"/>
    <p:sldLayoutId id="2147483666" r:id="rId10"/>
    <p:sldLayoutId id="21474836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479FC919-A0D9-38A7-6AC8-1E92ABA97512}"/>
              </a:ext>
            </a:extLst>
          </p:cNvPr>
          <p:cNvGrpSpPr/>
          <p:nvPr userDrawn="1"/>
        </p:nvGrpSpPr>
        <p:grpSpPr>
          <a:xfrm>
            <a:off x="0" y="-893341"/>
            <a:ext cx="12192000" cy="893342"/>
            <a:chOff x="-1" y="-1778709"/>
            <a:chExt cx="24377651" cy="1778709"/>
          </a:xfrm>
        </p:grpSpPr>
        <p:sp>
          <p:nvSpPr>
            <p:cNvPr id="2" name="Rectángulo 3">
              <a:extLst>
                <a:ext uri="{FF2B5EF4-FFF2-40B4-BE49-F238E27FC236}">
                  <a16:creationId xmlns:a16="http://schemas.microsoft.com/office/drawing/2014/main" id="{9ADF7406-EBD6-38ED-0FC6-AEF7B75B66BD}"/>
                </a:ext>
              </a:extLst>
            </p:cNvPr>
            <p:cNvSpPr/>
            <p:nvPr userDrawn="1"/>
          </p:nvSpPr>
          <p:spPr>
            <a:xfrm>
              <a:off x="-1" y="-1778709"/>
              <a:ext cx="24377651" cy="1778709"/>
            </a:xfrm>
            <a:prstGeom prst="rect">
              <a:avLst/>
            </a:prstGeom>
            <a:solidFill>
              <a:srgbClr val="4C03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" name="CuadroTexto 4">
              <a:extLst>
                <a:ext uri="{FF2B5EF4-FFF2-40B4-BE49-F238E27FC236}">
                  <a16:creationId xmlns:a16="http://schemas.microsoft.com/office/drawing/2014/main" id="{BA65DAA7-66F1-4CBF-8ABA-B2963026CB48}"/>
                </a:ext>
              </a:extLst>
            </p:cNvPr>
            <p:cNvSpPr txBox="1"/>
            <p:nvPr userDrawn="1"/>
          </p:nvSpPr>
          <p:spPr>
            <a:xfrm>
              <a:off x="3351928" y="-1193240"/>
              <a:ext cx="562323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hlinkClick r:id="rId8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http://ppthemes.com/</a:t>
              </a:r>
              <a:r>
                <a:rPr lang="en-US" dirty="0">
                  <a:solidFill>
                    <a:schemeClr val="bg1"/>
                  </a:solidFill>
                </a:rPr>
                <a:t> </a:t>
              </a:r>
            </a:p>
          </p:txBody>
        </p:sp>
        <p:pic>
          <p:nvPicPr>
            <p:cNvPr id="4" name="Imagen 5">
              <a:extLst>
                <a:ext uri="{FF2B5EF4-FFF2-40B4-BE49-F238E27FC236}">
                  <a16:creationId xmlns:a16="http://schemas.microsoft.com/office/drawing/2014/main" id="{92CB193B-CFA5-7F84-2BE7-4A2B9860215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131060" y="-1688646"/>
              <a:ext cx="2706359" cy="1688646"/>
            </a:xfrm>
            <a:prstGeom prst="rect">
              <a:avLst/>
            </a:prstGeom>
          </p:spPr>
        </p:pic>
        <p:sp>
          <p:nvSpPr>
            <p:cNvPr id="5" name="CuadroTexto 6">
              <a:extLst>
                <a:ext uri="{FF2B5EF4-FFF2-40B4-BE49-F238E27FC236}">
                  <a16:creationId xmlns:a16="http://schemas.microsoft.com/office/drawing/2014/main" id="{B7E24930-A5B3-69CD-348A-DB2D460AB655}"/>
                </a:ext>
              </a:extLst>
            </p:cNvPr>
            <p:cNvSpPr txBox="1"/>
            <p:nvPr userDrawn="1"/>
          </p:nvSpPr>
          <p:spPr>
            <a:xfrm>
              <a:off x="19076730" y="-1205517"/>
              <a:ext cx="5300920" cy="7353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hlinkClick r:id="rId10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https://slidesgratis.com/</a:t>
              </a:r>
              <a:r>
                <a:rPr lang="en-US" dirty="0">
                  <a:solidFill>
                    <a:schemeClr val="bg1"/>
                  </a:solidFill>
                </a:rPr>
                <a:t> </a:t>
              </a:r>
            </a:p>
          </p:txBody>
        </p:sp>
        <p:pic>
          <p:nvPicPr>
            <p:cNvPr id="6" name="Imagen 7">
              <a:extLst>
                <a:ext uri="{FF2B5EF4-FFF2-40B4-BE49-F238E27FC236}">
                  <a16:creationId xmlns:a16="http://schemas.microsoft.com/office/drawing/2014/main" id="{82879315-FDA3-171A-50D8-41EEAABDC7B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389" r="12615" b="30833"/>
            <a:stretch/>
          </p:blipFill>
          <p:spPr>
            <a:xfrm>
              <a:off x="322094" y="-1698368"/>
              <a:ext cx="2707739" cy="13255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86699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 Light" panose="00000400000000000000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 Light" panose="00000400000000000000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 Light" panose="00000400000000000000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 Light" panose="00000400000000000000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 Light" panose="00000400000000000000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svg"/><Relationship Id="rId3" Type="http://schemas.openxmlformats.org/officeDocument/2006/relationships/image" Target="../media/image7.jpg"/><Relationship Id="rId7" Type="http://schemas.openxmlformats.org/officeDocument/2006/relationships/image" Target="../media/image9.svg"/><Relationship Id="rId12" Type="http://schemas.openxmlformats.org/officeDocument/2006/relationships/image" Target="../media/image14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slide" Target="slide13.xml"/><Relationship Id="rId15" Type="http://schemas.openxmlformats.org/officeDocument/2006/relationships/image" Target="../media/image17.svg"/><Relationship Id="rId10" Type="http://schemas.openxmlformats.org/officeDocument/2006/relationships/image" Target="../media/image12.png"/><Relationship Id="rId4" Type="http://schemas.openxmlformats.org/officeDocument/2006/relationships/slide" Target="slide12.xml"/><Relationship Id="rId9" Type="http://schemas.openxmlformats.org/officeDocument/2006/relationships/image" Target="../media/image11.svg"/><Relationship Id="rId1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6.png"/><Relationship Id="rId3" Type="http://schemas.openxmlformats.org/officeDocument/2006/relationships/slide" Target="slide12.xml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slide" Target="slide13.xml"/><Relationship Id="rId9" Type="http://schemas.openxmlformats.org/officeDocument/2006/relationships/image" Target="../media/image12.png"/><Relationship Id="rId14" Type="http://schemas.openxmlformats.org/officeDocument/2006/relationships/image" Target="../media/image17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svg"/><Relationship Id="rId3" Type="http://schemas.openxmlformats.org/officeDocument/2006/relationships/image" Target="../media/image7.jpg"/><Relationship Id="rId7" Type="http://schemas.openxmlformats.org/officeDocument/2006/relationships/image" Target="../media/image9.svg"/><Relationship Id="rId12" Type="http://schemas.openxmlformats.org/officeDocument/2006/relationships/image" Target="../media/image14.png"/><Relationship Id="rId2" Type="http://schemas.openxmlformats.org/officeDocument/2006/relationships/image" Target="../media/image6.jp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slide" Target="slide13.xml"/><Relationship Id="rId15" Type="http://schemas.openxmlformats.org/officeDocument/2006/relationships/image" Target="../media/image17.svg"/><Relationship Id="rId10" Type="http://schemas.openxmlformats.org/officeDocument/2006/relationships/image" Target="../media/image12.png"/><Relationship Id="rId4" Type="http://schemas.openxmlformats.org/officeDocument/2006/relationships/slide" Target="slide12.xml"/><Relationship Id="rId9" Type="http://schemas.openxmlformats.org/officeDocument/2006/relationships/image" Target="../media/image11.svg"/><Relationship Id="rId1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0.png"/><Relationship Id="rId7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0.png"/><Relationship Id="rId7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svg"/><Relationship Id="rId3" Type="http://schemas.openxmlformats.org/officeDocument/2006/relationships/image" Target="../media/image7.jpg"/><Relationship Id="rId7" Type="http://schemas.openxmlformats.org/officeDocument/2006/relationships/image" Target="../media/image9.svg"/><Relationship Id="rId12" Type="http://schemas.openxmlformats.org/officeDocument/2006/relationships/image" Target="../media/image14.png"/><Relationship Id="rId2" Type="http://schemas.openxmlformats.org/officeDocument/2006/relationships/image" Target="../media/image6.jpg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slide" Target="slide13.xml"/><Relationship Id="rId15" Type="http://schemas.openxmlformats.org/officeDocument/2006/relationships/image" Target="../media/image17.svg"/><Relationship Id="rId10" Type="http://schemas.openxmlformats.org/officeDocument/2006/relationships/image" Target="../media/image12.png"/><Relationship Id="rId4" Type="http://schemas.openxmlformats.org/officeDocument/2006/relationships/slide" Target="slide12.xml"/><Relationship Id="rId9" Type="http://schemas.openxmlformats.org/officeDocument/2006/relationships/image" Target="../media/image11.svg"/><Relationship Id="rId1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0.png"/><Relationship Id="rId7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svg"/><Relationship Id="rId3" Type="http://schemas.openxmlformats.org/officeDocument/2006/relationships/image" Target="../media/image7.jpg"/><Relationship Id="rId7" Type="http://schemas.openxmlformats.org/officeDocument/2006/relationships/image" Target="../media/image9.svg"/><Relationship Id="rId12" Type="http://schemas.openxmlformats.org/officeDocument/2006/relationships/image" Target="../media/image14.png"/><Relationship Id="rId2" Type="http://schemas.openxmlformats.org/officeDocument/2006/relationships/image" Target="../media/image6.jpg"/><Relationship Id="rId16" Type="http://schemas.openxmlformats.org/officeDocument/2006/relationships/image" Target="../media/image4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slide" Target="slide13.xml"/><Relationship Id="rId15" Type="http://schemas.openxmlformats.org/officeDocument/2006/relationships/image" Target="../media/image17.svg"/><Relationship Id="rId10" Type="http://schemas.openxmlformats.org/officeDocument/2006/relationships/image" Target="../media/image12.png"/><Relationship Id="rId4" Type="http://schemas.openxmlformats.org/officeDocument/2006/relationships/slide" Target="slide12.xml"/><Relationship Id="rId9" Type="http://schemas.openxmlformats.org/officeDocument/2006/relationships/image" Target="../media/image11.svg"/><Relationship Id="rId14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10.png"/><Relationship Id="rId7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svg"/><Relationship Id="rId3" Type="http://schemas.openxmlformats.org/officeDocument/2006/relationships/image" Target="../media/image7.jpg"/><Relationship Id="rId7" Type="http://schemas.openxmlformats.org/officeDocument/2006/relationships/image" Target="../media/image9.svg"/><Relationship Id="rId12" Type="http://schemas.openxmlformats.org/officeDocument/2006/relationships/image" Target="../media/image14.png"/><Relationship Id="rId17" Type="http://schemas.openxmlformats.org/officeDocument/2006/relationships/image" Target="../media/image47.png"/><Relationship Id="rId2" Type="http://schemas.openxmlformats.org/officeDocument/2006/relationships/image" Target="../media/image6.jpg"/><Relationship Id="rId16" Type="http://schemas.openxmlformats.org/officeDocument/2006/relationships/image" Target="../media/image4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slide" Target="slide13.xml"/><Relationship Id="rId15" Type="http://schemas.openxmlformats.org/officeDocument/2006/relationships/image" Target="../media/image17.svg"/><Relationship Id="rId10" Type="http://schemas.openxmlformats.org/officeDocument/2006/relationships/image" Target="../media/image12.png"/><Relationship Id="rId4" Type="http://schemas.openxmlformats.org/officeDocument/2006/relationships/slide" Target="slide12.xml"/><Relationship Id="rId9" Type="http://schemas.openxmlformats.org/officeDocument/2006/relationships/image" Target="../media/image11.svg"/><Relationship Id="rId14" Type="http://schemas.openxmlformats.org/officeDocument/2006/relationships/image" Target="../media/image16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10.png"/><Relationship Id="rId7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svg"/><Relationship Id="rId3" Type="http://schemas.openxmlformats.org/officeDocument/2006/relationships/image" Target="../media/image7.jpg"/><Relationship Id="rId7" Type="http://schemas.openxmlformats.org/officeDocument/2006/relationships/image" Target="../media/image9.svg"/><Relationship Id="rId12" Type="http://schemas.openxmlformats.org/officeDocument/2006/relationships/image" Target="../media/image14.png"/><Relationship Id="rId2" Type="http://schemas.openxmlformats.org/officeDocument/2006/relationships/image" Target="../media/image6.jpg"/><Relationship Id="rId16" Type="http://schemas.openxmlformats.org/officeDocument/2006/relationships/image" Target="../media/image5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slide" Target="slide13.xml"/><Relationship Id="rId15" Type="http://schemas.openxmlformats.org/officeDocument/2006/relationships/image" Target="../media/image17.svg"/><Relationship Id="rId10" Type="http://schemas.openxmlformats.org/officeDocument/2006/relationships/image" Target="../media/image12.png"/><Relationship Id="rId4" Type="http://schemas.openxmlformats.org/officeDocument/2006/relationships/slide" Target="slide12.xml"/><Relationship Id="rId9" Type="http://schemas.openxmlformats.org/officeDocument/2006/relationships/image" Target="../media/image11.svg"/><Relationship Id="rId14" Type="http://schemas.openxmlformats.org/officeDocument/2006/relationships/image" Target="../media/image16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10.png"/><Relationship Id="rId7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Oval 37">
            <a:extLst>
              <a:ext uri="{FF2B5EF4-FFF2-40B4-BE49-F238E27FC236}">
                <a16:creationId xmlns:a16="http://schemas.microsoft.com/office/drawing/2014/main" id="{275371B0-F5E2-3B4B-A7E7-EBD84543905A}"/>
              </a:ext>
            </a:extLst>
          </p:cNvPr>
          <p:cNvSpPr/>
          <p:nvPr/>
        </p:nvSpPr>
        <p:spPr>
          <a:xfrm>
            <a:off x="2835819" y="549066"/>
            <a:ext cx="3123793" cy="312379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AC8F3BA-CB30-F044-853F-690771DB0BD7}"/>
              </a:ext>
            </a:extLst>
          </p:cNvPr>
          <p:cNvSpPr/>
          <p:nvPr/>
        </p:nvSpPr>
        <p:spPr>
          <a:xfrm>
            <a:off x="6217036" y="-1"/>
            <a:ext cx="5973377" cy="5992316"/>
          </a:xfrm>
          <a:custGeom>
            <a:avLst/>
            <a:gdLst>
              <a:gd name="connsiteX0" fmla="*/ 1515815 w 9994386"/>
              <a:gd name="connsiteY0" fmla="*/ 0 h 10026074"/>
              <a:gd name="connsiteX1" fmla="*/ 9994386 w 9994386"/>
              <a:gd name="connsiteY1" fmla="*/ 0 h 10026074"/>
              <a:gd name="connsiteX2" fmla="*/ 9994386 w 9994386"/>
              <a:gd name="connsiteY2" fmla="*/ 8537709 h 10026074"/>
              <a:gd name="connsiteX3" fmla="*/ 9865800 w 9994386"/>
              <a:gd name="connsiteY3" fmla="*/ 8649093 h 10026074"/>
              <a:gd name="connsiteX4" fmla="*/ 6030098 w 9994386"/>
              <a:gd name="connsiteY4" fmla="*/ 10026074 h 10026074"/>
              <a:gd name="connsiteX5" fmla="*/ 0 w 9994386"/>
              <a:gd name="connsiteY5" fmla="*/ 3995976 h 10026074"/>
              <a:gd name="connsiteX6" fmla="*/ 1376982 w 9994386"/>
              <a:gd name="connsiteY6" fmla="*/ 160274 h 10026074"/>
              <a:gd name="connsiteX7" fmla="*/ 1515815 w 9994386"/>
              <a:gd name="connsiteY7" fmla="*/ 0 h 100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994386" h="10026074">
                <a:moveTo>
                  <a:pt x="1515815" y="0"/>
                </a:moveTo>
                <a:lnTo>
                  <a:pt x="9994386" y="0"/>
                </a:lnTo>
                <a:lnTo>
                  <a:pt x="9994386" y="8537709"/>
                </a:lnTo>
                <a:lnTo>
                  <a:pt x="9865800" y="8649093"/>
                </a:lnTo>
                <a:cubicBezTo>
                  <a:pt x="8823444" y="9509322"/>
                  <a:pt x="7487118" y="10026074"/>
                  <a:pt x="6030098" y="10026074"/>
                </a:cubicBezTo>
                <a:cubicBezTo>
                  <a:pt x="2699768" y="10026074"/>
                  <a:pt x="0" y="7326307"/>
                  <a:pt x="0" y="3995976"/>
                </a:cubicBezTo>
                <a:cubicBezTo>
                  <a:pt x="0" y="2538956"/>
                  <a:pt x="516752" y="1202630"/>
                  <a:pt x="1376982" y="160274"/>
                </a:cubicBezTo>
                <a:lnTo>
                  <a:pt x="151581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D4AE003-752F-8D43-9A1A-CBBF669A08E4}"/>
              </a:ext>
            </a:extLst>
          </p:cNvPr>
          <p:cNvSpPr/>
          <p:nvPr/>
        </p:nvSpPr>
        <p:spPr>
          <a:xfrm>
            <a:off x="3723763" y="851216"/>
            <a:ext cx="4918113" cy="49181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4459C7C2-AEE9-0E48-91D7-19B6176808E3}"/>
              </a:ext>
            </a:extLst>
          </p:cNvPr>
          <p:cNvSpPr/>
          <p:nvPr/>
        </p:nvSpPr>
        <p:spPr>
          <a:xfrm>
            <a:off x="7193220" y="2990335"/>
            <a:ext cx="4997193" cy="3867665"/>
          </a:xfrm>
          <a:custGeom>
            <a:avLst/>
            <a:gdLst>
              <a:gd name="connsiteX0" fmla="*/ 6116596 w 9994386"/>
              <a:gd name="connsiteY0" fmla="*/ 0 h 7735330"/>
              <a:gd name="connsiteX1" fmla="*/ 9776252 w 9994386"/>
              <a:gd name="connsiteY1" fmla="*/ 1215151 h 7735330"/>
              <a:gd name="connsiteX2" fmla="*/ 9994386 w 9994386"/>
              <a:gd name="connsiteY2" fmla="*/ 1386571 h 7735330"/>
              <a:gd name="connsiteX3" fmla="*/ 9994386 w 9994386"/>
              <a:gd name="connsiteY3" fmla="*/ 7735330 h 7735330"/>
              <a:gd name="connsiteX4" fmla="*/ 218153 w 9994386"/>
              <a:gd name="connsiteY4" fmla="*/ 7735330 h 7735330"/>
              <a:gd name="connsiteX5" fmla="*/ 192567 w 9994386"/>
              <a:gd name="connsiteY5" fmla="*/ 7645227 h 7735330"/>
              <a:gd name="connsiteX6" fmla="*/ 0 w 9994386"/>
              <a:gd name="connsiteY6" fmla="*/ 6116595 h 7735330"/>
              <a:gd name="connsiteX7" fmla="*/ 6116596 w 9994386"/>
              <a:gd name="connsiteY7" fmla="*/ 0 h 7735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994386" h="7735330">
                <a:moveTo>
                  <a:pt x="6116596" y="0"/>
                </a:moveTo>
                <a:cubicBezTo>
                  <a:pt x="7488950" y="0"/>
                  <a:pt x="8755742" y="451959"/>
                  <a:pt x="9776252" y="1215151"/>
                </a:cubicBezTo>
                <a:lnTo>
                  <a:pt x="9994386" y="1386571"/>
                </a:lnTo>
                <a:lnTo>
                  <a:pt x="9994386" y="7735330"/>
                </a:lnTo>
                <a:lnTo>
                  <a:pt x="218153" y="7735330"/>
                </a:lnTo>
                <a:lnTo>
                  <a:pt x="192567" y="7645227"/>
                </a:lnTo>
                <a:cubicBezTo>
                  <a:pt x="66858" y="7156636"/>
                  <a:pt x="0" y="6644423"/>
                  <a:pt x="0" y="6116595"/>
                </a:cubicBezTo>
                <a:cubicBezTo>
                  <a:pt x="0" y="2738493"/>
                  <a:pt x="2738492" y="0"/>
                  <a:pt x="6116596" y="0"/>
                </a:cubicBez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70577DA4-3138-2C4A-8964-ACD83ADF3946}"/>
              </a:ext>
            </a:extLst>
          </p:cNvPr>
          <p:cNvSpPr/>
          <p:nvPr/>
        </p:nvSpPr>
        <p:spPr>
          <a:xfrm>
            <a:off x="6958442" y="2808625"/>
            <a:ext cx="5231971" cy="4049376"/>
          </a:xfrm>
          <a:custGeom>
            <a:avLst/>
            <a:gdLst>
              <a:gd name="connsiteX0" fmla="*/ 6116596 w 9994386"/>
              <a:gd name="connsiteY0" fmla="*/ 0 h 7735330"/>
              <a:gd name="connsiteX1" fmla="*/ 9776252 w 9994386"/>
              <a:gd name="connsiteY1" fmla="*/ 1215151 h 7735330"/>
              <a:gd name="connsiteX2" fmla="*/ 9994386 w 9994386"/>
              <a:gd name="connsiteY2" fmla="*/ 1386571 h 7735330"/>
              <a:gd name="connsiteX3" fmla="*/ 9994386 w 9994386"/>
              <a:gd name="connsiteY3" fmla="*/ 7735330 h 7735330"/>
              <a:gd name="connsiteX4" fmla="*/ 218153 w 9994386"/>
              <a:gd name="connsiteY4" fmla="*/ 7735330 h 7735330"/>
              <a:gd name="connsiteX5" fmla="*/ 192567 w 9994386"/>
              <a:gd name="connsiteY5" fmla="*/ 7645227 h 7735330"/>
              <a:gd name="connsiteX6" fmla="*/ 0 w 9994386"/>
              <a:gd name="connsiteY6" fmla="*/ 6116595 h 7735330"/>
              <a:gd name="connsiteX7" fmla="*/ 6116596 w 9994386"/>
              <a:gd name="connsiteY7" fmla="*/ 0 h 7735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994386" h="7735330">
                <a:moveTo>
                  <a:pt x="6116596" y="0"/>
                </a:moveTo>
                <a:cubicBezTo>
                  <a:pt x="7488950" y="0"/>
                  <a:pt x="8755742" y="451959"/>
                  <a:pt x="9776252" y="1215151"/>
                </a:cubicBezTo>
                <a:lnTo>
                  <a:pt x="9994386" y="1386571"/>
                </a:lnTo>
                <a:lnTo>
                  <a:pt x="9994386" y="7735330"/>
                </a:lnTo>
                <a:lnTo>
                  <a:pt x="218153" y="7735330"/>
                </a:lnTo>
                <a:lnTo>
                  <a:pt x="192567" y="7645227"/>
                </a:lnTo>
                <a:cubicBezTo>
                  <a:pt x="66858" y="7156636"/>
                  <a:pt x="0" y="6644423"/>
                  <a:pt x="0" y="6116595"/>
                </a:cubicBezTo>
                <a:cubicBezTo>
                  <a:pt x="0" y="2738493"/>
                  <a:pt x="2738492" y="0"/>
                  <a:pt x="6116596" y="0"/>
                </a:cubicBezTo>
                <a:close/>
              </a:path>
            </a:pathLst>
          </a:custGeom>
          <a:noFill/>
          <a:ln w="57150">
            <a:solidFill>
              <a:schemeClr val="accent3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346AB85-1E1F-6743-8493-6B485FE64820}"/>
              </a:ext>
            </a:extLst>
          </p:cNvPr>
          <p:cNvSpPr txBox="1"/>
          <p:nvPr/>
        </p:nvSpPr>
        <p:spPr>
          <a:xfrm>
            <a:off x="62345" y="3390645"/>
            <a:ext cx="66951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dirty="0">
                <a:solidFill>
                  <a:srgbClr val="3C2077"/>
                </a:solidFill>
                <a:latin typeface="Montserrat Black" pitchFamily="2" charset="77"/>
                <a:cs typeface="Arial Black" panose="020B0604020202020204" pitchFamily="34" charset="0"/>
              </a:rPr>
              <a:t>LINKED LIST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BC15C35-EB7F-394B-86F9-8E94F063F970}"/>
              </a:ext>
            </a:extLst>
          </p:cNvPr>
          <p:cNvSpPr/>
          <p:nvPr/>
        </p:nvSpPr>
        <p:spPr>
          <a:xfrm>
            <a:off x="6740815" y="3793169"/>
            <a:ext cx="2631989" cy="263198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552DC9B-93C3-F447-8254-39080454C116}"/>
              </a:ext>
            </a:extLst>
          </p:cNvPr>
          <p:cNvSpPr txBox="1"/>
          <p:nvPr/>
        </p:nvSpPr>
        <p:spPr>
          <a:xfrm>
            <a:off x="-255583" y="3077201"/>
            <a:ext cx="2282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 Black" panose="020F0502020204030203" pitchFamily="34" charset="77"/>
                <a:ea typeface="+mn-ea"/>
                <a:cs typeface="Arial Black" panose="020B0604020202020204" pitchFamily="34" charset="0"/>
              </a:rPr>
              <a:t>LESSON 2</a:t>
            </a:r>
            <a:endParaRPr kumimoji="0" lang="en-US" sz="3300" b="1" i="0" u="none" strike="noStrike" kern="1200" cap="none" spc="0" normalizeH="0" baseline="0" noProof="0" dirty="0">
              <a:ln>
                <a:noFill/>
              </a:ln>
              <a:solidFill>
                <a:srgbClr val="3C2077"/>
              </a:solidFill>
              <a:effectLst/>
              <a:uLnTx/>
              <a:uFillTx/>
              <a:latin typeface="Lato Black" panose="020F0502020204030203" pitchFamily="34" charset="77"/>
              <a:ea typeface="+mn-ea"/>
              <a:cs typeface="Arial Black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0E2D20D-12DB-6941-809D-BA0E63191451}"/>
              </a:ext>
            </a:extLst>
          </p:cNvPr>
          <p:cNvSpPr txBox="1"/>
          <p:nvPr/>
        </p:nvSpPr>
        <p:spPr>
          <a:xfrm>
            <a:off x="6769336" y="4662809"/>
            <a:ext cx="253560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 Black" panose="020F0502020204030203" pitchFamily="34" charset="77"/>
                <a:ea typeface="+mn-ea"/>
                <a:cs typeface="+mn-cs"/>
              </a:rPr>
              <a:t>DATA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 Black" panose="020F0502020204030203" pitchFamily="34" charset="77"/>
                <a:ea typeface="+mn-ea"/>
                <a:cs typeface="+mn-cs"/>
              </a:rPr>
              <a:t>STRUCTURES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72EC74A-5082-8945-B8D1-E6E8B7736460}"/>
              </a:ext>
            </a:extLst>
          </p:cNvPr>
          <p:cNvSpPr/>
          <p:nvPr/>
        </p:nvSpPr>
        <p:spPr>
          <a:xfrm>
            <a:off x="4750462" y="4091213"/>
            <a:ext cx="1483511" cy="1483511"/>
          </a:xfrm>
          <a:prstGeom prst="ellipse">
            <a:avLst/>
          </a:prstGeom>
          <a:solidFill>
            <a:schemeClr val="accent2"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4EF64D4-245A-DA49-A58F-B2DCA7F5DCE2}"/>
              </a:ext>
            </a:extLst>
          </p:cNvPr>
          <p:cNvSpPr/>
          <p:nvPr/>
        </p:nvSpPr>
        <p:spPr>
          <a:xfrm>
            <a:off x="7469518" y="2103247"/>
            <a:ext cx="2044189" cy="2044189"/>
          </a:xfrm>
          <a:prstGeom prst="ellipse">
            <a:avLst/>
          </a:prstGeom>
          <a:solidFill>
            <a:schemeClr val="accent5"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8307FF1-B113-4344-94FE-9E444D3A2549}"/>
              </a:ext>
            </a:extLst>
          </p:cNvPr>
          <p:cNvSpPr/>
          <p:nvPr/>
        </p:nvSpPr>
        <p:spPr>
          <a:xfrm>
            <a:off x="6831443" y="3199503"/>
            <a:ext cx="1289519" cy="1289519"/>
          </a:xfrm>
          <a:prstGeom prst="ellipse">
            <a:avLst/>
          </a:prstGeom>
          <a:solidFill>
            <a:schemeClr val="accent1"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" name="Picture 19" descr="Logo&#10;&#10;Description automatically generated with medium confidence">
            <a:extLst>
              <a:ext uri="{FF2B5EF4-FFF2-40B4-BE49-F238E27FC236}">
                <a16:creationId xmlns:a16="http://schemas.microsoft.com/office/drawing/2014/main" id="{43ADDA7E-8628-6441-D232-D3A05201833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61000"/>
                    </a14:imgEffect>
                    <a14:imgEffect>
                      <a14:brightnessContrast bright="-6000" contrast="-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1689" y="458857"/>
            <a:ext cx="1689789" cy="309090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504C348-9C8B-F027-188C-B477748D2F4C}"/>
              </a:ext>
            </a:extLst>
          </p:cNvPr>
          <p:cNvSpPr txBox="1"/>
          <p:nvPr/>
        </p:nvSpPr>
        <p:spPr>
          <a:xfrm>
            <a:off x="6915328" y="4306424"/>
            <a:ext cx="2282961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ED942B"/>
                </a:solidFill>
                <a:effectLst/>
                <a:uLnTx/>
                <a:uFillTx/>
                <a:latin typeface="Lato Black" panose="020F0502020204030203" pitchFamily="34" charset="77"/>
                <a:ea typeface="+mn-ea"/>
                <a:cs typeface="Arial Black" panose="020B0604020202020204" pitchFamily="34" charset="0"/>
              </a:rPr>
              <a:t>CCE105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ED942B"/>
              </a:solidFill>
              <a:effectLst/>
              <a:uLnTx/>
              <a:uFillTx/>
              <a:latin typeface="Lato Black" panose="020F0502020204030203" pitchFamily="34" charset="77"/>
              <a:ea typeface="+mn-ea"/>
              <a:cs typeface="Arial Black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3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 Black" panose="020F0502020204030203" pitchFamily="34" charset="77"/>
              <a:ea typeface="+mn-ea"/>
              <a:cs typeface="Arial Black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56247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4" grpId="0" animBg="1"/>
      <p:bldP spid="35" grpId="0"/>
      <p:bldP spid="36" grpId="0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E210A5B-C73D-D95E-81FE-9F07D37E68E2}"/>
              </a:ext>
            </a:extLst>
          </p:cNvPr>
          <p:cNvSpPr/>
          <p:nvPr/>
        </p:nvSpPr>
        <p:spPr>
          <a:xfrm>
            <a:off x="-79420" y="0"/>
            <a:ext cx="1749113" cy="69261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578BE997-6332-3CCB-7EB9-6919CA7C735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010"/>
          <a:stretch/>
        </p:blipFill>
        <p:spPr>
          <a:xfrm>
            <a:off x="-12217625" y="0"/>
            <a:ext cx="12213771" cy="7001747"/>
          </a:xfrm>
          <a:prstGeom prst="rect">
            <a:avLst/>
          </a:prstGeom>
        </p:spPr>
      </p:pic>
      <p:sp>
        <p:nvSpPr>
          <p:cNvPr id="39" name="Diamond 38">
            <a:extLst>
              <a:ext uri="{FF2B5EF4-FFF2-40B4-BE49-F238E27FC236}">
                <a16:creationId xmlns:a16="http://schemas.microsoft.com/office/drawing/2014/main" id="{0A53FDB5-8B45-2506-A392-9D328D5A3EC3}"/>
              </a:ext>
            </a:extLst>
          </p:cNvPr>
          <p:cNvSpPr/>
          <p:nvPr/>
        </p:nvSpPr>
        <p:spPr>
          <a:xfrm>
            <a:off x="3296449" y="2709000"/>
            <a:ext cx="1440000" cy="144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Diamond 41">
            <a:extLst>
              <a:ext uri="{FF2B5EF4-FFF2-40B4-BE49-F238E27FC236}">
                <a16:creationId xmlns:a16="http://schemas.microsoft.com/office/drawing/2014/main" id="{C5FAAB6C-C6DE-4C3E-CF7B-5C55128EE02D}"/>
              </a:ext>
            </a:extLst>
          </p:cNvPr>
          <p:cNvSpPr/>
          <p:nvPr/>
        </p:nvSpPr>
        <p:spPr>
          <a:xfrm>
            <a:off x="7242024" y="2709000"/>
            <a:ext cx="1440000" cy="144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Diamond 42">
            <a:extLst>
              <a:ext uri="{FF2B5EF4-FFF2-40B4-BE49-F238E27FC236}">
                <a16:creationId xmlns:a16="http://schemas.microsoft.com/office/drawing/2014/main" id="{465FE290-8C8A-A662-17CB-264E51057509}"/>
              </a:ext>
            </a:extLst>
          </p:cNvPr>
          <p:cNvSpPr/>
          <p:nvPr/>
        </p:nvSpPr>
        <p:spPr>
          <a:xfrm>
            <a:off x="9953324" y="3069000"/>
            <a:ext cx="720000" cy="72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Diamond 43">
            <a:extLst>
              <a:ext uri="{FF2B5EF4-FFF2-40B4-BE49-F238E27FC236}">
                <a16:creationId xmlns:a16="http://schemas.microsoft.com/office/drawing/2014/main" id="{516647C1-AC26-B8BD-B6BD-784002349759}"/>
              </a:ext>
            </a:extLst>
          </p:cNvPr>
          <p:cNvSpPr/>
          <p:nvPr/>
        </p:nvSpPr>
        <p:spPr>
          <a:xfrm>
            <a:off x="4934603" y="2349000"/>
            <a:ext cx="2160000" cy="21600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Diamond 44">
            <a:extLst>
              <a:ext uri="{FF2B5EF4-FFF2-40B4-BE49-F238E27FC236}">
                <a16:creationId xmlns:a16="http://schemas.microsoft.com/office/drawing/2014/main" id="{93A02406-42C1-74E2-EBD6-21A9CF95386A}"/>
              </a:ext>
            </a:extLst>
          </p:cNvPr>
          <p:cNvSpPr/>
          <p:nvPr/>
        </p:nvSpPr>
        <p:spPr>
          <a:xfrm>
            <a:off x="1315136" y="3069000"/>
            <a:ext cx="720000" cy="72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Diamond 45">
            <a:extLst>
              <a:ext uri="{FF2B5EF4-FFF2-40B4-BE49-F238E27FC236}">
                <a16:creationId xmlns:a16="http://schemas.microsoft.com/office/drawing/2014/main" id="{C6D828EB-E7EA-5773-9652-AE53FB5D669F}"/>
              </a:ext>
            </a:extLst>
          </p:cNvPr>
          <p:cNvSpPr/>
          <p:nvPr/>
        </p:nvSpPr>
        <p:spPr>
          <a:xfrm>
            <a:off x="830918" y="3249000"/>
            <a:ext cx="360000" cy="360000"/>
          </a:xfrm>
          <a:prstGeom prst="diamond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Diamond 46">
            <a:extLst>
              <a:ext uri="{FF2B5EF4-FFF2-40B4-BE49-F238E27FC236}">
                <a16:creationId xmlns:a16="http://schemas.microsoft.com/office/drawing/2014/main" id="{12C0E848-C645-0759-55B9-7047D013FA57}"/>
              </a:ext>
            </a:extLst>
          </p:cNvPr>
          <p:cNvSpPr/>
          <p:nvPr/>
        </p:nvSpPr>
        <p:spPr>
          <a:xfrm>
            <a:off x="2142739" y="2889000"/>
            <a:ext cx="1080000" cy="108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656A2FA-6551-A4AE-720D-48131EC1B454}"/>
              </a:ext>
            </a:extLst>
          </p:cNvPr>
          <p:cNvSpPr txBox="1"/>
          <p:nvPr/>
        </p:nvSpPr>
        <p:spPr>
          <a:xfrm>
            <a:off x="3067207" y="555770"/>
            <a:ext cx="58441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rgbClr val="3C2077"/>
                </a:solidFill>
                <a:latin typeface="Lato Black" panose="020F0A02020204030203" pitchFamily="34" charset="0"/>
              </a:rPr>
              <a:t>TOPICS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5D00FE8-5B0B-BFA5-65BE-C986B04FC672}"/>
              </a:ext>
            </a:extLst>
          </p:cNvPr>
          <p:cNvGrpSpPr/>
          <p:nvPr/>
        </p:nvGrpSpPr>
        <p:grpSpPr>
          <a:xfrm>
            <a:off x="13060799" y="3265430"/>
            <a:ext cx="5921959" cy="2576208"/>
            <a:chOff x="594039" y="1299676"/>
            <a:chExt cx="7035597" cy="257620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8414A6D-1D9A-E566-1500-B4B4891F81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039" y="1299676"/>
              <a:ext cx="168293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eaLnBrk="1" hangingPunct="1"/>
              <a:r>
                <a:rPr lang="en-US" b="1" dirty="0">
                  <a:solidFill>
                    <a:schemeClr val="bg1"/>
                  </a:solidFill>
                  <a:latin typeface="Montserrat-Bold" panose="00000800000000000000" pitchFamily="50" charset="0"/>
                </a:rPr>
                <a:t>Investment</a:t>
              </a:r>
              <a:endParaRPr lang="ru-RU" b="1" dirty="0">
                <a:solidFill>
                  <a:schemeClr val="bg1"/>
                </a:solidFill>
                <a:latin typeface="Montserrat-Bold" panose="00000800000000000000" pitchFamily="50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FB70234-8830-20F8-0F38-30F6640CD5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75" y="1609238"/>
              <a:ext cx="7027661" cy="22666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eaLnBrk="1" hangingPunct="1">
                <a:lnSpc>
                  <a:spcPct val="150000"/>
                </a:lnSpc>
              </a:pP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Lorem ipsum dolor sit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amet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,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consectetur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adipiscing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elit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, sed do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eiusmod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tempor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incididunt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ut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labore</a:t>
              </a:r>
            </a:p>
            <a:p>
              <a:pPr eaLnBrk="1" hangingPunct="1">
                <a:lnSpc>
                  <a:spcPct val="150000"/>
                </a:lnSpc>
              </a:pPr>
              <a:endParaRPr lang="en-US" sz="1600" dirty="0">
                <a:solidFill>
                  <a:schemeClr val="bg1"/>
                </a:solidFill>
                <a:latin typeface="Montserrat Light" panose="00000400000000000000" pitchFamily="50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Lorem ipsum dolor sit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amet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,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consectetur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adipiscing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elit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, sed do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eiusmod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tempor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incididunt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ut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labore</a:t>
              </a:r>
              <a:endParaRPr lang="ru-RU" sz="1600" dirty="0">
                <a:solidFill>
                  <a:schemeClr val="bg1"/>
                </a:solidFill>
                <a:latin typeface="Montserrat Light" panose="00000400000000000000" pitchFamily="50" charset="0"/>
              </a:endParaRPr>
            </a:p>
            <a:p>
              <a:pPr eaLnBrk="1" hangingPunct="1">
                <a:lnSpc>
                  <a:spcPct val="150000"/>
                </a:lnSpc>
              </a:pPr>
              <a:endParaRPr lang="ru-RU" sz="1600" dirty="0">
                <a:solidFill>
                  <a:schemeClr val="bg1"/>
                </a:solidFill>
                <a:latin typeface="Montserrat Light" panose="00000400000000000000" pitchFamily="50" charset="0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16A27C9-F653-DCD3-F0DA-6E051E82C630}"/>
              </a:ext>
            </a:extLst>
          </p:cNvPr>
          <p:cNvGrpSpPr/>
          <p:nvPr/>
        </p:nvGrpSpPr>
        <p:grpSpPr>
          <a:xfrm>
            <a:off x="3138359" y="4870923"/>
            <a:ext cx="5915279" cy="1897314"/>
            <a:chOff x="601975" y="1239906"/>
            <a:chExt cx="7027661" cy="189731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ED65B0C-221D-ECC9-9270-4EAF55B397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5174" y="1239906"/>
              <a:ext cx="233333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algn="ctr" eaLnBrk="1" hangingPunct="1"/>
              <a:r>
                <a:rPr lang="en-US" sz="2400" b="1" dirty="0">
                  <a:solidFill>
                    <a:srgbClr val="3C2077"/>
                  </a:solidFill>
                  <a:latin typeface="Lato Black" panose="020F0A02020204030203" pitchFamily="34" charset="0"/>
                </a:rPr>
                <a:t>LINKED LIST</a:t>
              </a:r>
              <a:endParaRPr lang="ru-RU" sz="2400" b="1" dirty="0">
                <a:solidFill>
                  <a:srgbClr val="3C2077"/>
                </a:solidFill>
                <a:latin typeface="Montserrat-Bold" panose="00000800000000000000" pitchFamily="50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19BB081-1625-701B-7086-E0396EB12A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75" y="1609238"/>
              <a:ext cx="7027661" cy="15279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marL="285750" indent="-285750" algn="ctr" eaLnBrk="1" hangingPunct="1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sz="1600" dirty="0">
                  <a:solidFill>
                    <a:srgbClr val="3C2077"/>
                  </a:solidFill>
                  <a:latin typeface="Montserrat Light" panose="00000400000000000000" pitchFamily="50" charset="0"/>
                </a:rPr>
                <a:t>INSERTION</a:t>
              </a:r>
            </a:p>
            <a:p>
              <a:pPr marL="285750" indent="-285750" algn="ctr" eaLnBrk="1" hangingPunct="1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sz="1600" dirty="0">
                  <a:solidFill>
                    <a:srgbClr val="3C2077"/>
                  </a:solidFill>
                  <a:latin typeface="Montserrat Light" panose="00000400000000000000" pitchFamily="50" charset="0"/>
                </a:rPr>
                <a:t>DELETION</a:t>
              </a:r>
            </a:p>
            <a:p>
              <a:pPr marL="285750" indent="-285750" algn="ctr" eaLnBrk="1" hangingPunct="1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sz="1600" dirty="0">
                  <a:solidFill>
                    <a:srgbClr val="3C2077"/>
                  </a:solidFill>
                  <a:latin typeface="Montserrat Light" panose="00000400000000000000" pitchFamily="50" charset="0"/>
                </a:rPr>
                <a:t>DISPLAYING</a:t>
              </a:r>
            </a:p>
            <a:p>
              <a:pPr marL="285750" indent="-285750" algn="ctr" eaLnBrk="1" hangingPunct="1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sz="1600" dirty="0">
                  <a:solidFill>
                    <a:srgbClr val="3C2077"/>
                  </a:solidFill>
                  <a:latin typeface="Montserrat Light" panose="00000400000000000000" pitchFamily="50" charset="0"/>
                </a:rPr>
                <a:t>SEARCHING</a:t>
              </a:r>
            </a:p>
          </p:txBody>
        </p:sp>
      </p:grpSp>
      <p:sp>
        <p:nvSpPr>
          <p:cNvPr id="8" name="Diamond 7">
            <a:extLst>
              <a:ext uri="{FF2B5EF4-FFF2-40B4-BE49-F238E27FC236}">
                <a16:creationId xmlns:a16="http://schemas.microsoft.com/office/drawing/2014/main" id="{21DFFB8E-C406-CF59-4CA2-EACEAF0C708E}"/>
              </a:ext>
            </a:extLst>
          </p:cNvPr>
          <p:cNvSpPr/>
          <p:nvPr/>
        </p:nvSpPr>
        <p:spPr>
          <a:xfrm>
            <a:off x="8752582" y="2889000"/>
            <a:ext cx="1080000" cy="108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33C663A5-0996-8893-E730-E5C86AEB7C2A}"/>
              </a:ext>
            </a:extLst>
          </p:cNvPr>
          <p:cNvSpPr/>
          <p:nvPr/>
        </p:nvSpPr>
        <p:spPr>
          <a:xfrm>
            <a:off x="10794066" y="3249000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381075-5AA5-39C8-4478-EBE783EC3C56}"/>
              </a:ext>
            </a:extLst>
          </p:cNvPr>
          <p:cNvSpPr txBox="1"/>
          <p:nvPr/>
        </p:nvSpPr>
        <p:spPr>
          <a:xfrm>
            <a:off x="5062493" y="2947787"/>
            <a:ext cx="19042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Lato Black" panose="020F0A02020204030203" pitchFamily="34" charset="0"/>
              </a:rPr>
              <a:t>1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079074-290E-A2C2-3CA4-BA34F6380640}"/>
              </a:ext>
            </a:extLst>
          </p:cNvPr>
          <p:cNvGrpSpPr/>
          <p:nvPr/>
        </p:nvGrpSpPr>
        <p:grpSpPr>
          <a:xfrm>
            <a:off x="2740010" y="7604151"/>
            <a:ext cx="5915279" cy="1158715"/>
            <a:chOff x="601975" y="1239906"/>
            <a:chExt cx="7027661" cy="1158715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685953F-7F39-C875-7356-777B3E4400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5694" y="1239906"/>
              <a:ext cx="287229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algn="ctr" eaLnBrk="1" hangingPunct="1"/>
              <a:r>
                <a:rPr lang="en-US" b="1" dirty="0">
                  <a:solidFill>
                    <a:schemeClr val="bg1"/>
                  </a:solidFill>
                  <a:latin typeface="Montserrat-Bold" panose="00000800000000000000" pitchFamily="50" charset="0"/>
                </a:rPr>
                <a:t>WHO IS A LEADER</a:t>
              </a:r>
              <a:endParaRPr lang="ru-RU" b="1" dirty="0">
                <a:solidFill>
                  <a:schemeClr val="bg1"/>
                </a:solidFill>
                <a:latin typeface="Montserrat-Bold" panose="00000800000000000000" pitchFamily="50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92535C5-A4CC-6D35-D93E-85D13BCFF7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75" y="1609238"/>
              <a:ext cx="7027661" cy="789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algn="ctr" eaLnBrk="1" hangingPunct="1">
                <a:lnSpc>
                  <a:spcPct val="150000"/>
                </a:lnSpc>
              </a:pP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Lorem ipsum dolor sit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amet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,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consectetur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adipiscing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elit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, sed do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eiusmod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tempor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incididunt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ut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labore</a:t>
              </a:r>
            </a:p>
          </p:txBody>
        </p:sp>
      </p:grpSp>
      <p:sp>
        <p:nvSpPr>
          <p:cNvPr id="17" name="Diamond 16">
            <a:extLst>
              <a:ext uri="{FF2B5EF4-FFF2-40B4-BE49-F238E27FC236}">
                <a16:creationId xmlns:a16="http://schemas.microsoft.com/office/drawing/2014/main" id="{66DAE335-C677-55E1-A752-A8C21D1E9270}"/>
              </a:ext>
            </a:extLst>
          </p:cNvPr>
          <p:cNvSpPr/>
          <p:nvPr/>
        </p:nvSpPr>
        <p:spPr>
          <a:xfrm>
            <a:off x="-698189" y="3249000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5715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067E69-9F62-36D6-8DE4-EC4E52043563}"/>
              </a:ext>
            </a:extLst>
          </p:cNvPr>
          <p:cNvSpPr/>
          <p:nvPr/>
        </p:nvSpPr>
        <p:spPr>
          <a:xfrm>
            <a:off x="-79420" y="0"/>
            <a:ext cx="1749113" cy="69261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Diamond 38">
            <a:extLst>
              <a:ext uri="{FF2B5EF4-FFF2-40B4-BE49-F238E27FC236}">
                <a16:creationId xmlns:a16="http://schemas.microsoft.com/office/drawing/2014/main" id="{0A53FDB5-8B45-2506-A392-9D328D5A3EC3}"/>
              </a:ext>
            </a:extLst>
          </p:cNvPr>
          <p:cNvSpPr/>
          <p:nvPr/>
        </p:nvSpPr>
        <p:spPr>
          <a:xfrm>
            <a:off x="4917558" y="2386657"/>
            <a:ext cx="2160000" cy="21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Diamond 41">
            <a:extLst>
              <a:ext uri="{FF2B5EF4-FFF2-40B4-BE49-F238E27FC236}">
                <a16:creationId xmlns:a16="http://schemas.microsoft.com/office/drawing/2014/main" id="{C5FAAB6C-C6DE-4C3E-CF7B-5C55128EE02D}"/>
              </a:ext>
            </a:extLst>
          </p:cNvPr>
          <p:cNvSpPr/>
          <p:nvPr/>
        </p:nvSpPr>
        <p:spPr>
          <a:xfrm>
            <a:off x="8806667" y="2889000"/>
            <a:ext cx="1080000" cy="108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Diamond 42">
            <a:extLst>
              <a:ext uri="{FF2B5EF4-FFF2-40B4-BE49-F238E27FC236}">
                <a16:creationId xmlns:a16="http://schemas.microsoft.com/office/drawing/2014/main" id="{465FE290-8C8A-A662-17CB-264E51057509}"/>
              </a:ext>
            </a:extLst>
          </p:cNvPr>
          <p:cNvSpPr/>
          <p:nvPr/>
        </p:nvSpPr>
        <p:spPr>
          <a:xfrm>
            <a:off x="10810810" y="3249000"/>
            <a:ext cx="360000" cy="3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Diamond 43">
            <a:extLst>
              <a:ext uri="{FF2B5EF4-FFF2-40B4-BE49-F238E27FC236}">
                <a16:creationId xmlns:a16="http://schemas.microsoft.com/office/drawing/2014/main" id="{516647C1-AC26-B8BD-B6BD-784002349759}"/>
              </a:ext>
            </a:extLst>
          </p:cNvPr>
          <p:cNvSpPr/>
          <p:nvPr/>
        </p:nvSpPr>
        <p:spPr>
          <a:xfrm>
            <a:off x="7290648" y="2709000"/>
            <a:ext cx="1440000" cy="14400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Diamond 44">
            <a:extLst>
              <a:ext uri="{FF2B5EF4-FFF2-40B4-BE49-F238E27FC236}">
                <a16:creationId xmlns:a16="http://schemas.microsoft.com/office/drawing/2014/main" id="{93A02406-42C1-74E2-EBD6-21A9CF95386A}"/>
              </a:ext>
            </a:extLst>
          </p:cNvPr>
          <p:cNvSpPr/>
          <p:nvPr/>
        </p:nvSpPr>
        <p:spPr>
          <a:xfrm>
            <a:off x="2092004" y="2889000"/>
            <a:ext cx="1080000" cy="108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Diamond 45">
            <a:extLst>
              <a:ext uri="{FF2B5EF4-FFF2-40B4-BE49-F238E27FC236}">
                <a16:creationId xmlns:a16="http://schemas.microsoft.com/office/drawing/2014/main" id="{C6D828EB-E7EA-5773-9652-AE53FB5D669F}"/>
              </a:ext>
            </a:extLst>
          </p:cNvPr>
          <p:cNvSpPr/>
          <p:nvPr/>
        </p:nvSpPr>
        <p:spPr>
          <a:xfrm>
            <a:off x="1207538" y="3069000"/>
            <a:ext cx="720000" cy="720000"/>
          </a:xfrm>
          <a:prstGeom prst="diamond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Diamond 46">
            <a:extLst>
              <a:ext uri="{FF2B5EF4-FFF2-40B4-BE49-F238E27FC236}">
                <a16:creationId xmlns:a16="http://schemas.microsoft.com/office/drawing/2014/main" id="{12C0E848-C645-0759-55B9-7047D013FA57}"/>
              </a:ext>
            </a:extLst>
          </p:cNvPr>
          <p:cNvSpPr/>
          <p:nvPr/>
        </p:nvSpPr>
        <p:spPr>
          <a:xfrm>
            <a:off x="3210013" y="2709000"/>
            <a:ext cx="1440000" cy="144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656A2FA-6551-A4AE-720D-48131EC1B454}"/>
              </a:ext>
            </a:extLst>
          </p:cNvPr>
          <p:cNvSpPr txBox="1"/>
          <p:nvPr/>
        </p:nvSpPr>
        <p:spPr>
          <a:xfrm>
            <a:off x="3067207" y="555770"/>
            <a:ext cx="58441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rgbClr val="3C2077"/>
                </a:solidFill>
                <a:latin typeface="Lato Black" panose="020F0A02020204030203" pitchFamily="34" charset="0"/>
              </a:rPr>
              <a:t>TOPICS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16A27C9-F653-DCD3-F0DA-6E051E82C630}"/>
              </a:ext>
            </a:extLst>
          </p:cNvPr>
          <p:cNvGrpSpPr/>
          <p:nvPr/>
        </p:nvGrpSpPr>
        <p:grpSpPr>
          <a:xfrm>
            <a:off x="12537949" y="5242313"/>
            <a:ext cx="5915279" cy="1158715"/>
            <a:chOff x="601975" y="1239906"/>
            <a:chExt cx="7027661" cy="115871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ED65B0C-221D-ECC9-9270-4EAF55B397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41526" y="1239906"/>
              <a:ext cx="434062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algn="ctr" eaLnBrk="1" hangingPunct="1"/>
              <a:r>
                <a:rPr lang="en-US" b="1" dirty="0">
                  <a:solidFill>
                    <a:schemeClr val="bg1"/>
                  </a:solidFill>
                  <a:latin typeface="Montserrat-Bold" panose="00000800000000000000" pitchFamily="50" charset="0"/>
                </a:rPr>
                <a:t>DEFINITION OF LEADERSHIP</a:t>
              </a:r>
              <a:endParaRPr lang="ru-RU" b="1" dirty="0">
                <a:solidFill>
                  <a:schemeClr val="bg1"/>
                </a:solidFill>
                <a:latin typeface="Montserrat-Bold" panose="00000800000000000000" pitchFamily="50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19BB081-1625-701B-7086-E0396EB12A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75" y="1609238"/>
              <a:ext cx="7027661" cy="789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algn="ctr" eaLnBrk="1" hangingPunct="1">
                <a:lnSpc>
                  <a:spcPct val="150000"/>
                </a:lnSpc>
              </a:pP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Lorem ipsum dolor sit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amet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,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consectetur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adipiscing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elit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, sed do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eiusmod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tempor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incididunt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ut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labore</a:t>
              </a:r>
            </a:p>
          </p:txBody>
        </p:sp>
      </p:grpSp>
      <p:sp>
        <p:nvSpPr>
          <p:cNvPr id="8" name="Diamond 7">
            <a:extLst>
              <a:ext uri="{FF2B5EF4-FFF2-40B4-BE49-F238E27FC236}">
                <a16:creationId xmlns:a16="http://schemas.microsoft.com/office/drawing/2014/main" id="{21DFFB8E-C406-CF59-4CA2-EACEAF0C708E}"/>
              </a:ext>
            </a:extLst>
          </p:cNvPr>
          <p:cNvSpPr/>
          <p:nvPr/>
        </p:nvSpPr>
        <p:spPr>
          <a:xfrm>
            <a:off x="10033780" y="3069000"/>
            <a:ext cx="720000" cy="72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33C663A5-0996-8893-E730-E5C86AEB7C2A}"/>
              </a:ext>
            </a:extLst>
          </p:cNvPr>
          <p:cNvSpPr/>
          <p:nvPr/>
        </p:nvSpPr>
        <p:spPr>
          <a:xfrm>
            <a:off x="12626940" y="3249000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381075-5AA5-39C8-4478-EBE783EC3C56}"/>
              </a:ext>
            </a:extLst>
          </p:cNvPr>
          <p:cNvSpPr txBox="1"/>
          <p:nvPr/>
        </p:nvSpPr>
        <p:spPr>
          <a:xfrm>
            <a:off x="4993556" y="2975978"/>
            <a:ext cx="19042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Lato Black" panose="020F0A02020204030203" pitchFamily="34" charset="0"/>
              </a:rPr>
              <a:t>2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079074-290E-A2C2-3CA4-BA34F6380640}"/>
              </a:ext>
            </a:extLst>
          </p:cNvPr>
          <p:cNvGrpSpPr/>
          <p:nvPr/>
        </p:nvGrpSpPr>
        <p:grpSpPr>
          <a:xfrm>
            <a:off x="3039918" y="4814247"/>
            <a:ext cx="5915279" cy="1527983"/>
            <a:chOff x="601975" y="1239906"/>
            <a:chExt cx="7027661" cy="1527983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685953F-7F39-C875-7356-777B3E4400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5887" y="1239906"/>
              <a:ext cx="523191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algn="ctr" eaLnBrk="1" hangingPunct="1"/>
              <a:r>
                <a:rPr lang="en-US" sz="2400" b="1" dirty="0">
                  <a:solidFill>
                    <a:srgbClr val="3C2077"/>
                  </a:solidFill>
                  <a:latin typeface="Lato Black" panose="020F0A02020204030203" pitchFamily="34" charset="0"/>
                </a:rPr>
                <a:t>DOUBLE-ENDED LINKED LIST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92535C5-A4CC-6D35-D93E-85D13BCFF7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75" y="1609238"/>
              <a:ext cx="7027661" cy="11586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marL="285750" indent="-285750" algn="ctr" eaLnBrk="1" hangingPunct="1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sz="1600" dirty="0">
                  <a:solidFill>
                    <a:srgbClr val="3C2077"/>
                  </a:solidFill>
                  <a:latin typeface="Montserrat Light" panose="00000400000000000000" pitchFamily="50" charset="0"/>
                </a:rPr>
                <a:t>INSERTION</a:t>
              </a:r>
            </a:p>
            <a:p>
              <a:pPr marL="285750" indent="-285750" algn="ctr" eaLnBrk="1" hangingPunct="1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sz="1600" dirty="0">
                  <a:solidFill>
                    <a:srgbClr val="3C2077"/>
                  </a:solidFill>
                  <a:latin typeface="Montserrat Light" panose="00000400000000000000" pitchFamily="50" charset="0"/>
                </a:rPr>
                <a:t>DELETION</a:t>
              </a:r>
            </a:p>
            <a:p>
              <a:pPr marL="285750" indent="-285750" algn="ctr" eaLnBrk="1" hangingPunct="1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sz="1600" dirty="0">
                  <a:solidFill>
                    <a:srgbClr val="3C2077"/>
                  </a:solidFill>
                  <a:latin typeface="Montserrat Light" panose="00000400000000000000" pitchFamily="50" charset="0"/>
                </a:rPr>
                <a:t>DISPLAYING</a:t>
              </a:r>
            </a:p>
          </p:txBody>
        </p:sp>
      </p:grpSp>
      <p:sp>
        <p:nvSpPr>
          <p:cNvPr id="17" name="Diamond 16">
            <a:extLst>
              <a:ext uri="{FF2B5EF4-FFF2-40B4-BE49-F238E27FC236}">
                <a16:creationId xmlns:a16="http://schemas.microsoft.com/office/drawing/2014/main" id="{66DAE335-C677-55E1-A752-A8C21D1E9270}"/>
              </a:ext>
            </a:extLst>
          </p:cNvPr>
          <p:cNvSpPr/>
          <p:nvPr/>
        </p:nvSpPr>
        <p:spPr>
          <a:xfrm>
            <a:off x="579993" y="3249000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FAB4A54-347C-ECDD-CCC2-ECF34F52264D}"/>
              </a:ext>
            </a:extLst>
          </p:cNvPr>
          <p:cNvGrpSpPr/>
          <p:nvPr/>
        </p:nvGrpSpPr>
        <p:grpSpPr>
          <a:xfrm>
            <a:off x="3074546" y="7287964"/>
            <a:ext cx="5915279" cy="1158715"/>
            <a:chOff x="601975" y="1239906"/>
            <a:chExt cx="7027661" cy="115871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B4DCDE2-98C6-9A6D-E9CF-CD16FBDA7B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2696" y="1239906"/>
              <a:ext cx="689830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algn="ctr" eaLnBrk="1" hangingPunct="1"/>
              <a:r>
                <a:rPr lang="en-US" b="1" dirty="0">
                  <a:solidFill>
                    <a:schemeClr val="bg1"/>
                  </a:solidFill>
                  <a:latin typeface="Montserrat-Bold" panose="00000800000000000000" pitchFamily="50" charset="0"/>
                </a:rPr>
                <a:t>DIFFERENCE BETWEEN MANAGERS &amp; LEADER</a:t>
              </a:r>
              <a:endParaRPr lang="ru-RU" b="1" dirty="0">
                <a:solidFill>
                  <a:schemeClr val="bg1"/>
                </a:solidFill>
                <a:latin typeface="Montserrat-Bold" panose="00000800000000000000" pitchFamily="50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FB034C6-C174-B4BA-03FC-41B9F57466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75" y="1609238"/>
              <a:ext cx="7027661" cy="789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algn="ctr" eaLnBrk="1" hangingPunct="1">
                <a:lnSpc>
                  <a:spcPct val="150000"/>
                </a:lnSpc>
              </a:pP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Lorem ipsum dolor sit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amet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,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consectetur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adipiscing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elit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, sed do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eiusmod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tempor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incididunt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ut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labore</a:t>
              </a:r>
            </a:p>
          </p:txBody>
        </p:sp>
      </p:grpSp>
      <p:sp>
        <p:nvSpPr>
          <p:cNvPr id="21" name="Diamond 20">
            <a:extLst>
              <a:ext uri="{FF2B5EF4-FFF2-40B4-BE49-F238E27FC236}">
                <a16:creationId xmlns:a16="http://schemas.microsoft.com/office/drawing/2014/main" id="{ACADC1CB-2DF3-1CBC-F73A-FB67891964BD}"/>
              </a:ext>
            </a:extLst>
          </p:cNvPr>
          <p:cNvSpPr/>
          <p:nvPr/>
        </p:nvSpPr>
        <p:spPr>
          <a:xfrm>
            <a:off x="-565693" y="3286657"/>
            <a:ext cx="360000" cy="3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3086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76D7628-0107-ED7F-78DA-068707747441}"/>
              </a:ext>
            </a:extLst>
          </p:cNvPr>
          <p:cNvSpPr/>
          <p:nvPr/>
        </p:nvSpPr>
        <p:spPr>
          <a:xfrm>
            <a:off x="-79420" y="0"/>
            <a:ext cx="1749113" cy="69261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Diamond 38">
            <a:extLst>
              <a:ext uri="{FF2B5EF4-FFF2-40B4-BE49-F238E27FC236}">
                <a16:creationId xmlns:a16="http://schemas.microsoft.com/office/drawing/2014/main" id="{0A53FDB5-8B45-2506-A392-9D328D5A3EC3}"/>
              </a:ext>
            </a:extLst>
          </p:cNvPr>
          <p:cNvSpPr/>
          <p:nvPr/>
        </p:nvSpPr>
        <p:spPr>
          <a:xfrm>
            <a:off x="7308170" y="2709000"/>
            <a:ext cx="1440000" cy="144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Diamond 41">
            <a:extLst>
              <a:ext uri="{FF2B5EF4-FFF2-40B4-BE49-F238E27FC236}">
                <a16:creationId xmlns:a16="http://schemas.microsoft.com/office/drawing/2014/main" id="{C5FAAB6C-C6DE-4C3E-CF7B-5C55128EE02D}"/>
              </a:ext>
            </a:extLst>
          </p:cNvPr>
          <p:cNvSpPr/>
          <p:nvPr/>
        </p:nvSpPr>
        <p:spPr>
          <a:xfrm>
            <a:off x="10131118" y="3069000"/>
            <a:ext cx="720000" cy="72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Diamond 42">
            <a:extLst>
              <a:ext uri="{FF2B5EF4-FFF2-40B4-BE49-F238E27FC236}">
                <a16:creationId xmlns:a16="http://schemas.microsoft.com/office/drawing/2014/main" id="{465FE290-8C8A-A662-17CB-264E51057509}"/>
              </a:ext>
            </a:extLst>
          </p:cNvPr>
          <p:cNvSpPr/>
          <p:nvPr/>
        </p:nvSpPr>
        <p:spPr>
          <a:xfrm>
            <a:off x="12611564" y="3142897"/>
            <a:ext cx="360000" cy="3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Diamond 43">
            <a:extLst>
              <a:ext uri="{FF2B5EF4-FFF2-40B4-BE49-F238E27FC236}">
                <a16:creationId xmlns:a16="http://schemas.microsoft.com/office/drawing/2014/main" id="{516647C1-AC26-B8BD-B6BD-784002349759}"/>
              </a:ext>
            </a:extLst>
          </p:cNvPr>
          <p:cNvSpPr/>
          <p:nvPr/>
        </p:nvSpPr>
        <p:spPr>
          <a:xfrm>
            <a:off x="8841215" y="2889000"/>
            <a:ext cx="1080000" cy="10800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Diamond 44">
            <a:extLst>
              <a:ext uri="{FF2B5EF4-FFF2-40B4-BE49-F238E27FC236}">
                <a16:creationId xmlns:a16="http://schemas.microsoft.com/office/drawing/2014/main" id="{93A02406-42C1-74E2-EBD6-21A9CF95386A}"/>
              </a:ext>
            </a:extLst>
          </p:cNvPr>
          <p:cNvSpPr/>
          <p:nvPr/>
        </p:nvSpPr>
        <p:spPr>
          <a:xfrm>
            <a:off x="3364874" y="2709000"/>
            <a:ext cx="1440000" cy="144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Diamond 45">
            <a:extLst>
              <a:ext uri="{FF2B5EF4-FFF2-40B4-BE49-F238E27FC236}">
                <a16:creationId xmlns:a16="http://schemas.microsoft.com/office/drawing/2014/main" id="{C6D828EB-E7EA-5773-9652-AE53FB5D669F}"/>
              </a:ext>
            </a:extLst>
          </p:cNvPr>
          <p:cNvSpPr/>
          <p:nvPr/>
        </p:nvSpPr>
        <p:spPr>
          <a:xfrm>
            <a:off x="2123297" y="2889000"/>
            <a:ext cx="1080000" cy="1080000"/>
          </a:xfrm>
          <a:prstGeom prst="diamond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Diamond 46">
            <a:extLst>
              <a:ext uri="{FF2B5EF4-FFF2-40B4-BE49-F238E27FC236}">
                <a16:creationId xmlns:a16="http://schemas.microsoft.com/office/drawing/2014/main" id="{12C0E848-C645-0759-55B9-7047D013FA57}"/>
              </a:ext>
            </a:extLst>
          </p:cNvPr>
          <p:cNvSpPr/>
          <p:nvPr/>
        </p:nvSpPr>
        <p:spPr>
          <a:xfrm>
            <a:off x="4966451" y="2349000"/>
            <a:ext cx="2160000" cy="21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656A2FA-6551-A4AE-720D-48131EC1B454}"/>
              </a:ext>
            </a:extLst>
          </p:cNvPr>
          <p:cNvSpPr txBox="1"/>
          <p:nvPr/>
        </p:nvSpPr>
        <p:spPr>
          <a:xfrm>
            <a:off x="3067207" y="555770"/>
            <a:ext cx="58441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rgbClr val="3C2077"/>
                </a:solidFill>
                <a:latin typeface="Lato Black" panose="020F0A02020204030203" pitchFamily="34" charset="0"/>
              </a:rPr>
              <a:t>TOPICS</a:t>
            </a:r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21DFFB8E-C406-CF59-4CA2-EACEAF0C708E}"/>
              </a:ext>
            </a:extLst>
          </p:cNvPr>
          <p:cNvSpPr/>
          <p:nvPr/>
        </p:nvSpPr>
        <p:spPr>
          <a:xfrm>
            <a:off x="11036863" y="3249000"/>
            <a:ext cx="360000" cy="3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33C663A5-0996-8893-E730-E5C86AEB7C2A}"/>
              </a:ext>
            </a:extLst>
          </p:cNvPr>
          <p:cNvSpPr/>
          <p:nvPr/>
        </p:nvSpPr>
        <p:spPr>
          <a:xfrm>
            <a:off x="13709061" y="3249000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381075-5AA5-39C8-4478-EBE783EC3C56}"/>
              </a:ext>
            </a:extLst>
          </p:cNvPr>
          <p:cNvSpPr txBox="1"/>
          <p:nvPr/>
        </p:nvSpPr>
        <p:spPr>
          <a:xfrm>
            <a:off x="5094341" y="2975978"/>
            <a:ext cx="19042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Lato Black" panose="020F0A02020204030203" pitchFamily="34" charset="0"/>
              </a:rPr>
              <a:t>3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079074-290E-A2C2-3CA4-BA34F6380640}"/>
              </a:ext>
            </a:extLst>
          </p:cNvPr>
          <p:cNvGrpSpPr/>
          <p:nvPr/>
        </p:nvGrpSpPr>
        <p:grpSpPr>
          <a:xfrm>
            <a:off x="12626940" y="5336040"/>
            <a:ext cx="5915279" cy="1158715"/>
            <a:chOff x="601975" y="1239906"/>
            <a:chExt cx="7027661" cy="1158715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685953F-7F39-C875-7356-777B3E4400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5694" y="1239906"/>
              <a:ext cx="287229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algn="ctr" eaLnBrk="1" hangingPunct="1"/>
              <a:r>
                <a:rPr lang="en-US" b="1" dirty="0">
                  <a:solidFill>
                    <a:schemeClr val="bg1"/>
                  </a:solidFill>
                  <a:latin typeface="Montserrat-Bold" panose="00000800000000000000" pitchFamily="50" charset="0"/>
                </a:rPr>
                <a:t>WHO IS A LEADER</a:t>
              </a:r>
              <a:endParaRPr lang="ru-RU" b="1" dirty="0">
                <a:solidFill>
                  <a:schemeClr val="bg1"/>
                </a:solidFill>
                <a:latin typeface="Montserrat-Bold" panose="00000800000000000000" pitchFamily="50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92535C5-A4CC-6D35-D93E-85D13BCFF7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75" y="1609238"/>
              <a:ext cx="7027661" cy="789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algn="ctr" eaLnBrk="1" hangingPunct="1">
                <a:lnSpc>
                  <a:spcPct val="150000"/>
                </a:lnSpc>
              </a:pP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Lorem ipsum dolor sit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amet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,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consectetur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adipiscing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elit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, sed do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eiusmod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tempor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incididunt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ut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labore</a:t>
              </a:r>
            </a:p>
          </p:txBody>
        </p:sp>
      </p:grpSp>
      <p:sp>
        <p:nvSpPr>
          <p:cNvPr id="17" name="Diamond 16">
            <a:extLst>
              <a:ext uri="{FF2B5EF4-FFF2-40B4-BE49-F238E27FC236}">
                <a16:creationId xmlns:a16="http://schemas.microsoft.com/office/drawing/2014/main" id="{66DAE335-C677-55E1-A752-A8C21D1E9270}"/>
              </a:ext>
            </a:extLst>
          </p:cNvPr>
          <p:cNvSpPr/>
          <p:nvPr/>
        </p:nvSpPr>
        <p:spPr>
          <a:xfrm>
            <a:off x="1286344" y="3069000"/>
            <a:ext cx="720000" cy="72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FAB4A54-347C-ECDD-CCC2-ECF34F52264D}"/>
              </a:ext>
            </a:extLst>
          </p:cNvPr>
          <p:cNvGrpSpPr/>
          <p:nvPr/>
        </p:nvGrpSpPr>
        <p:grpSpPr>
          <a:xfrm>
            <a:off x="3074546" y="5242313"/>
            <a:ext cx="5915279" cy="1527983"/>
            <a:chOff x="601975" y="1239906"/>
            <a:chExt cx="7027661" cy="1527983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B4DCDE2-98C6-9A6D-E9CF-CD16FBDA7B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6739" y="1239906"/>
              <a:ext cx="391022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algn="ctr" eaLnBrk="1" hangingPunct="1"/>
              <a:r>
                <a:rPr lang="en-US" sz="2400" b="1" dirty="0">
                  <a:solidFill>
                    <a:srgbClr val="3C2077"/>
                  </a:solidFill>
                  <a:latin typeface="Lato Black" panose="020F0A02020204030203" pitchFamily="34" charset="0"/>
                </a:rPr>
                <a:t>DOUBLY LINKED LIST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FB034C6-C174-B4BA-03FC-41B9F57466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75" y="1609238"/>
              <a:ext cx="7027661" cy="11586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marL="285750" indent="-285750" algn="ctr" eaLnBrk="1" hangingPunct="1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sz="1600" dirty="0">
                  <a:solidFill>
                    <a:srgbClr val="3C2077"/>
                  </a:solidFill>
                  <a:latin typeface="Lato" panose="020F0502020204030203" pitchFamily="34" charset="0"/>
                </a:rPr>
                <a:t>INSERTION</a:t>
              </a:r>
            </a:p>
            <a:p>
              <a:pPr marL="285750" indent="-285750" algn="ctr" eaLnBrk="1" hangingPunct="1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sz="1600" dirty="0">
                  <a:solidFill>
                    <a:srgbClr val="3C2077"/>
                  </a:solidFill>
                  <a:latin typeface="Lato" panose="020F0502020204030203" pitchFamily="34" charset="0"/>
                </a:rPr>
                <a:t>DELETION</a:t>
              </a:r>
            </a:p>
            <a:p>
              <a:pPr marL="285750" indent="-285750" algn="ctr" eaLnBrk="1" hangingPunct="1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sz="1600" dirty="0">
                  <a:solidFill>
                    <a:srgbClr val="3C2077"/>
                  </a:solidFill>
                  <a:latin typeface="Lato" panose="020F0502020204030203" pitchFamily="34" charset="0"/>
                </a:rPr>
                <a:t>DISPLAYING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1E48CEA-B83C-6C50-1F8B-BFF278BA80A9}"/>
              </a:ext>
            </a:extLst>
          </p:cNvPr>
          <p:cNvGrpSpPr/>
          <p:nvPr/>
        </p:nvGrpSpPr>
        <p:grpSpPr>
          <a:xfrm>
            <a:off x="2913893" y="7239202"/>
            <a:ext cx="5915279" cy="1158715"/>
            <a:chOff x="601975" y="1239906"/>
            <a:chExt cx="7027661" cy="115871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8739C89-62BA-B2DF-6045-34137D5B41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3385" y="1239906"/>
              <a:ext cx="369692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algn="ctr" eaLnBrk="1" hangingPunct="1"/>
              <a:r>
                <a:rPr lang="en-US" b="1" dirty="0">
                  <a:solidFill>
                    <a:schemeClr val="bg1"/>
                  </a:solidFill>
                  <a:latin typeface="Montserrat-Bold" panose="00000800000000000000" pitchFamily="50" charset="0"/>
                </a:rPr>
                <a:t>STYLES OF LEADERSHIP</a:t>
              </a:r>
              <a:endParaRPr lang="ru-RU" b="1" dirty="0">
                <a:solidFill>
                  <a:schemeClr val="bg1"/>
                </a:solidFill>
                <a:latin typeface="Montserrat-Bold" panose="00000800000000000000" pitchFamily="50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20C6E8E-90AA-C38F-8C1B-8E5030B0F2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75" y="1609238"/>
              <a:ext cx="7027661" cy="789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algn="ctr" eaLnBrk="1" hangingPunct="1">
                <a:lnSpc>
                  <a:spcPct val="150000"/>
                </a:lnSpc>
              </a:pP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Lorem ipsum dolor sit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amet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,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consectetur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adipiscing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elit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, sed do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eiusmod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tempor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incididunt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ut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labore</a:t>
              </a:r>
            </a:p>
          </p:txBody>
        </p:sp>
      </p:grpSp>
      <p:sp>
        <p:nvSpPr>
          <p:cNvPr id="20" name="Diamond 19">
            <a:extLst>
              <a:ext uri="{FF2B5EF4-FFF2-40B4-BE49-F238E27FC236}">
                <a16:creationId xmlns:a16="http://schemas.microsoft.com/office/drawing/2014/main" id="{535E8529-38E3-8BA1-C391-F836ECD9250B}"/>
              </a:ext>
            </a:extLst>
          </p:cNvPr>
          <p:cNvSpPr/>
          <p:nvPr/>
        </p:nvSpPr>
        <p:spPr>
          <a:xfrm>
            <a:off x="744306" y="3249000"/>
            <a:ext cx="360000" cy="3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Diamond 21">
            <a:extLst>
              <a:ext uri="{FF2B5EF4-FFF2-40B4-BE49-F238E27FC236}">
                <a16:creationId xmlns:a16="http://schemas.microsoft.com/office/drawing/2014/main" id="{03D34A60-DD15-41F9-41BC-2CD6F6129895}"/>
              </a:ext>
            </a:extLst>
          </p:cNvPr>
          <p:cNvSpPr/>
          <p:nvPr/>
        </p:nvSpPr>
        <p:spPr>
          <a:xfrm>
            <a:off x="-638643" y="3288427"/>
            <a:ext cx="360000" cy="3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6768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9267B40-11C9-9153-A29F-F65DF623C2F2}"/>
              </a:ext>
            </a:extLst>
          </p:cNvPr>
          <p:cNvSpPr/>
          <p:nvPr/>
        </p:nvSpPr>
        <p:spPr>
          <a:xfrm>
            <a:off x="-9257" y="14486"/>
            <a:ext cx="1749113" cy="68465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2B77373-4031-140B-C0A4-3140D943CF61}"/>
              </a:ext>
            </a:extLst>
          </p:cNvPr>
          <p:cNvGrpSpPr/>
          <p:nvPr/>
        </p:nvGrpSpPr>
        <p:grpSpPr>
          <a:xfrm>
            <a:off x="12759918" y="5352526"/>
            <a:ext cx="5915279" cy="1158715"/>
            <a:chOff x="601975" y="1239906"/>
            <a:chExt cx="7027661" cy="115871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D9AE19B-7085-C186-A16C-1E3F3ECE20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3385" y="1239906"/>
              <a:ext cx="369692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algn="ctr" eaLnBrk="1" hangingPunct="1"/>
              <a:r>
                <a:rPr lang="en-US" b="1" dirty="0">
                  <a:solidFill>
                    <a:schemeClr val="bg1"/>
                  </a:solidFill>
                  <a:latin typeface="Montserrat-Bold" panose="00000800000000000000" pitchFamily="50" charset="0"/>
                </a:rPr>
                <a:t>STYLES OF LEADERSHIP</a:t>
              </a:r>
              <a:endParaRPr lang="ru-RU" b="1" dirty="0">
                <a:solidFill>
                  <a:schemeClr val="bg1"/>
                </a:solidFill>
                <a:latin typeface="Montserrat-Bold" panose="00000800000000000000" pitchFamily="50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58BECD2-07FE-F89D-303C-7A08563478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75" y="1609238"/>
              <a:ext cx="7027661" cy="789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algn="ctr" eaLnBrk="1" hangingPunct="1">
                <a:lnSpc>
                  <a:spcPct val="150000"/>
                </a:lnSpc>
              </a:pP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Lorem ipsum dolor sit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amet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,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consectetur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adipiscing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elit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, sed do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eiusmod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tempor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incididunt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ut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labore</a:t>
              </a: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82434AAD-6276-EC0A-31ED-589DD1285475}"/>
              </a:ext>
            </a:extLst>
          </p:cNvPr>
          <p:cNvSpPr txBox="1"/>
          <p:nvPr/>
        </p:nvSpPr>
        <p:spPr>
          <a:xfrm>
            <a:off x="6611134" y="6421241"/>
            <a:ext cx="5587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pc="600" dirty="0">
                <a:solidFill>
                  <a:schemeClr val="bg1"/>
                </a:solidFill>
                <a:latin typeface="Montserrat Light" pitchFamily="2" charset="77"/>
              </a:rPr>
              <a:t>WWW.PPTHEMES.COM </a:t>
            </a:r>
          </a:p>
        </p:txBody>
      </p:sp>
      <p:sp>
        <p:nvSpPr>
          <p:cNvPr id="42" name="Diamond 41">
            <a:extLst>
              <a:ext uri="{FF2B5EF4-FFF2-40B4-BE49-F238E27FC236}">
                <a16:creationId xmlns:a16="http://schemas.microsoft.com/office/drawing/2014/main" id="{C5FAAB6C-C6DE-4C3E-CF7B-5C55128EE02D}"/>
              </a:ext>
            </a:extLst>
          </p:cNvPr>
          <p:cNvSpPr/>
          <p:nvPr/>
        </p:nvSpPr>
        <p:spPr>
          <a:xfrm>
            <a:off x="4167805" y="870149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Diamond 42">
            <a:extLst>
              <a:ext uri="{FF2B5EF4-FFF2-40B4-BE49-F238E27FC236}">
                <a16:creationId xmlns:a16="http://schemas.microsoft.com/office/drawing/2014/main" id="{465FE290-8C8A-A662-17CB-264E51057509}"/>
              </a:ext>
            </a:extLst>
          </p:cNvPr>
          <p:cNvSpPr/>
          <p:nvPr/>
        </p:nvSpPr>
        <p:spPr>
          <a:xfrm>
            <a:off x="5523828" y="870149"/>
            <a:ext cx="360000" cy="3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Diamond 45">
            <a:extLst>
              <a:ext uri="{FF2B5EF4-FFF2-40B4-BE49-F238E27FC236}">
                <a16:creationId xmlns:a16="http://schemas.microsoft.com/office/drawing/2014/main" id="{C6D828EB-E7EA-5773-9652-AE53FB5D669F}"/>
              </a:ext>
            </a:extLst>
          </p:cNvPr>
          <p:cNvSpPr/>
          <p:nvPr/>
        </p:nvSpPr>
        <p:spPr>
          <a:xfrm>
            <a:off x="5086085" y="870149"/>
            <a:ext cx="360000" cy="360000"/>
          </a:xfrm>
          <a:prstGeom prst="diamond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21DFFB8E-C406-CF59-4CA2-EACEAF0C708E}"/>
              </a:ext>
            </a:extLst>
          </p:cNvPr>
          <p:cNvSpPr/>
          <p:nvPr/>
        </p:nvSpPr>
        <p:spPr>
          <a:xfrm>
            <a:off x="4626945" y="870149"/>
            <a:ext cx="360000" cy="3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33C663A5-0996-8893-E730-E5C86AEB7C2A}"/>
              </a:ext>
            </a:extLst>
          </p:cNvPr>
          <p:cNvSpPr/>
          <p:nvPr/>
        </p:nvSpPr>
        <p:spPr>
          <a:xfrm>
            <a:off x="5968632" y="870149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5F5EEFC-97BA-E025-2DD1-0863FB7E0BFA}"/>
              </a:ext>
            </a:extLst>
          </p:cNvPr>
          <p:cNvGrpSpPr/>
          <p:nvPr/>
        </p:nvGrpSpPr>
        <p:grpSpPr>
          <a:xfrm>
            <a:off x="4052203" y="1806427"/>
            <a:ext cx="7292720" cy="3170099"/>
            <a:chOff x="568968" y="-346908"/>
            <a:chExt cx="7027661" cy="3170099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D8A5DA-2CE6-3F64-7E91-ACA95B5D06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039" y="1299676"/>
              <a:ext cx="168293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eaLnBrk="1" hangingPunct="1"/>
              <a:r>
                <a:rPr lang="en-US" b="1" dirty="0">
                  <a:solidFill>
                    <a:schemeClr val="bg1"/>
                  </a:solidFill>
                  <a:latin typeface="Montserrat-Bold" panose="00000800000000000000" pitchFamily="50" charset="0"/>
                </a:rPr>
                <a:t>Investment</a:t>
              </a:r>
              <a:endParaRPr lang="ru-RU" b="1" dirty="0">
                <a:solidFill>
                  <a:schemeClr val="bg1"/>
                </a:solidFill>
                <a:latin typeface="Montserrat-Bold" panose="00000800000000000000" pitchFamily="50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EBFC41E-5DDA-04C1-4066-7217A5BDA3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8968" y="-346908"/>
              <a:ext cx="7027661" cy="31700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algn="just" eaLnBrk="1" hangingPunct="1"/>
              <a:r>
                <a:rPr lang="en-US" sz="2000" dirty="0">
                  <a:solidFill>
                    <a:srgbClr val="3C2077"/>
                  </a:solidFill>
                  <a:latin typeface="Lato" panose="020F0502020204030203" pitchFamily="34" charset="0"/>
                </a:rPr>
                <a:t>	Often in programming we are required to systematically store some type of  information. A prime example of this is to use arrays, but when you don’t know  the amount of information to be stored we need a dynamic data structure. </a:t>
              </a:r>
            </a:p>
            <a:p>
              <a:pPr algn="just" eaLnBrk="1" hangingPunct="1"/>
              <a:endParaRPr lang="en-US" sz="2000" dirty="0">
                <a:solidFill>
                  <a:srgbClr val="3C2077"/>
                </a:solidFill>
                <a:latin typeface="Lato" panose="020F0502020204030203" pitchFamily="34" charset="0"/>
              </a:endParaRPr>
            </a:p>
            <a:p>
              <a:pPr algn="just" eaLnBrk="1" hangingPunct="1"/>
              <a:r>
                <a:rPr lang="en-US" sz="2000" dirty="0">
                  <a:solidFill>
                    <a:srgbClr val="3C2077"/>
                  </a:solidFill>
                  <a:latin typeface="Lato" panose="020F0502020204030203" pitchFamily="34" charset="0"/>
                </a:rPr>
                <a:t>	One option for us is to use a linked list. </a:t>
              </a:r>
            </a:p>
            <a:p>
              <a:pPr algn="just" eaLnBrk="1" hangingPunct="1"/>
              <a:endParaRPr lang="en-US" sz="2000" dirty="0">
                <a:solidFill>
                  <a:srgbClr val="3C2077"/>
                </a:solidFill>
                <a:latin typeface="Lato" panose="020F0502020204030203" pitchFamily="34" charset="0"/>
              </a:endParaRPr>
            </a:p>
            <a:p>
              <a:pPr algn="just" eaLnBrk="1" hangingPunct="1"/>
              <a:r>
                <a:rPr lang="en-US" sz="2000" dirty="0">
                  <a:solidFill>
                    <a:srgbClr val="3C2077"/>
                  </a:solidFill>
                  <a:latin typeface="Lato" panose="020F0502020204030203" pitchFamily="34" charset="0"/>
                </a:rPr>
                <a:t>	A </a:t>
              </a:r>
              <a:r>
                <a:rPr lang="en-US" sz="2000" b="1" dirty="0">
                  <a:solidFill>
                    <a:srgbClr val="3C2077"/>
                  </a:solidFill>
                  <a:latin typeface="Lato" panose="020F0502020204030203" pitchFamily="34" charset="0"/>
                </a:rPr>
                <a:t>linked list </a:t>
              </a:r>
              <a:r>
                <a:rPr lang="en-US" sz="2000" dirty="0">
                  <a:solidFill>
                    <a:srgbClr val="3C2077"/>
                  </a:solidFill>
                  <a:latin typeface="Lato" panose="020F0502020204030203" pitchFamily="34" charset="0"/>
                </a:rPr>
                <a:t>works by creating a  collection of objects (nodes) which both carry the data we want to store and a reference to the next node in the list.</a:t>
              </a:r>
            </a:p>
          </p:txBody>
        </p:sp>
      </p:grpSp>
      <p:sp>
        <p:nvSpPr>
          <p:cNvPr id="39" name="Diamond 38">
            <a:extLst>
              <a:ext uri="{FF2B5EF4-FFF2-40B4-BE49-F238E27FC236}">
                <a16:creationId xmlns:a16="http://schemas.microsoft.com/office/drawing/2014/main" id="{0A53FDB5-8B45-2506-A392-9D328D5A3EC3}"/>
              </a:ext>
            </a:extLst>
          </p:cNvPr>
          <p:cNvSpPr/>
          <p:nvPr/>
        </p:nvSpPr>
        <p:spPr>
          <a:xfrm>
            <a:off x="-474486" y="1348797"/>
            <a:ext cx="2160000" cy="21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Diamond 43">
            <a:extLst>
              <a:ext uri="{FF2B5EF4-FFF2-40B4-BE49-F238E27FC236}">
                <a16:creationId xmlns:a16="http://schemas.microsoft.com/office/drawing/2014/main" id="{516647C1-AC26-B8BD-B6BD-784002349759}"/>
              </a:ext>
            </a:extLst>
          </p:cNvPr>
          <p:cNvSpPr/>
          <p:nvPr/>
        </p:nvSpPr>
        <p:spPr>
          <a:xfrm>
            <a:off x="699562" y="2490815"/>
            <a:ext cx="2160000" cy="21600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Diamond 44">
            <a:extLst>
              <a:ext uri="{FF2B5EF4-FFF2-40B4-BE49-F238E27FC236}">
                <a16:creationId xmlns:a16="http://schemas.microsoft.com/office/drawing/2014/main" id="{93A02406-42C1-74E2-EBD6-21A9CF95386A}"/>
              </a:ext>
            </a:extLst>
          </p:cNvPr>
          <p:cNvSpPr/>
          <p:nvPr/>
        </p:nvSpPr>
        <p:spPr>
          <a:xfrm>
            <a:off x="659856" y="168593"/>
            <a:ext cx="2160000" cy="21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Diamond 46">
            <a:extLst>
              <a:ext uri="{FF2B5EF4-FFF2-40B4-BE49-F238E27FC236}">
                <a16:creationId xmlns:a16="http://schemas.microsoft.com/office/drawing/2014/main" id="{12C0E848-C645-0759-55B9-7047D013FA57}"/>
              </a:ext>
            </a:extLst>
          </p:cNvPr>
          <p:cNvSpPr/>
          <p:nvPr/>
        </p:nvSpPr>
        <p:spPr>
          <a:xfrm>
            <a:off x="1810271" y="1336243"/>
            <a:ext cx="2160000" cy="21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36F298-DD9F-65AA-AB00-66464E7AB668}"/>
              </a:ext>
            </a:extLst>
          </p:cNvPr>
          <p:cNvSpPr txBox="1"/>
          <p:nvPr/>
        </p:nvSpPr>
        <p:spPr>
          <a:xfrm>
            <a:off x="1531508" y="151146"/>
            <a:ext cx="58441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rgbClr val="3C2077"/>
                </a:solidFill>
                <a:latin typeface="Lato Black" panose="020F0A02020204030203" pitchFamily="34" charset="0"/>
              </a:rPr>
              <a:t>LINKED LIST</a:t>
            </a:r>
          </a:p>
        </p:txBody>
      </p:sp>
    </p:spTree>
    <p:extLst>
      <p:ext uri="{BB962C8B-B14F-4D97-AF65-F5344CB8AC3E}">
        <p14:creationId xmlns:p14="http://schemas.microsoft.com/office/powerpoint/2010/main" val="25040632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A09AAC51-0440-EFB8-FB5A-16A795946B0A}"/>
              </a:ext>
            </a:extLst>
          </p:cNvPr>
          <p:cNvGrpSpPr/>
          <p:nvPr/>
        </p:nvGrpSpPr>
        <p:grpSpPr>
          <a:xfrm>
            <a:off x="12150698" y="-127577"/>
            <a:ext cx="12273144" cy="6985577"/>
            <a:chOff x="12150698" y="-127577"/>
            <a:chExt cx="12273144" cy="6985577"/>
          </a:xfrm>
        </p:grpSpPr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78993AD5-1943-6388-5340-7917EB340C7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" t="9062" r="-12" b="8051"/>
            <a:stretch/>
          </p:blipFill>
          <p:spPr>
            <a:xfrm>
              <a:off x="12155287" y="-120676"/>
              <a:ext cx="12268555" cy="6978676"/>
            </a:xfrm>
            <a:prstGeom prst="rect">
              <a:avLst/>
            </a:prstGeom>
          </p:spPr>
        </p:pic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AE10030B-541B-0B28-0B68-62C018CD3120}"/>
                </a:ext>
              </a:extLst>
            </p:cNvPr>
            <p:cNvSpPr/>
            <p:nvPr/>
          </p:nvSpPr>
          <p:spPr>
            <a:xfrm>
              <a:off x="12150698" y="-127577"/>
              <a:ext cx="12268555" cy="6978675"/>
            </a:xfrm>
            <a:prstGeom prst="rect">
              <a:avLst/>
            </a:prstGeom>
            <a:solidFill>
              <a:srgbClr val="031828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9877844-F657-DA59-277D-356BF86A3C9C}"/>
              </a:ext>
            </a:extLst>
          </p:cNvPr>
          <p:cNvGrpSpPr/>
          <p:nvPr/>
        </p:nvGrpSpPr>
        <p:grpSpPr>
          <a:xfrm>
            <a:off x="-10754874" y="-47092"/>
            <a:ext cx="10468624" cy="6873610"/>
            <a:chOff x="12192000" y="-47092"/>
            <a:chExt cx="10468624" cy="687361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4E03518-775A-26B9-DCE3-9A64CF0A05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41"/>
            <a:stretch/>
          </p:blipFill>
          <p:spPr>
            <a:xfrm>
              <a:off x="12192000" y="-20064"/>
              <a:ext cx="10452120" cy="6846582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0C7B5DB-73EF-6A1B-36FD-3BA26485FD85}"/>
                </a:ext>
              </a:extLst>
            </p:cNvPr>
            <p:cNvSpPr/>
            <p:nvPr/>
          </p:nvSpPr>
          <p:spPr>
            <a:xfrm>
              <a:off x="12211904" y="-47092"/>
              <a:ext cx="10448720" cy="6846582"/>
            </a:xfrm>
            <a:prstGeom prst="rect">
              <a:avLst/>
            </a:prstGeom>
            <a:solidFill>
              <a:srgbClr val="031828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89267B40-11C9-9153-A29F-F65DF623C2F2}"/>
              </a:ext>
            </a:extLst>
          </p:cNvPr>
          <p:cNvSpPr/>
          <p:nvPr/>
        </p:nvSpPr>
        <p:spPr>
          <a:xfrm>
            <a:off x="-9257" y="14486"/>
            <a:ext cx="1749113" cy="68465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2B77373-4031-140B-C0A4-3140D943CF61}"/>
              </a:ext>
            </a:extLst>
          </p:cNvPr>
          <p:cNvGrpSpPr/>
          <p:nvPr/>
        </p:nvGrpSpPr>
        <p:grpSpPr>
          <a:xfrm>
            <a:off x="12759918" y="5352526"/>
            <a:ext cx="5915279" cy="1158715"/>
            <a:chOff x="601975" y="1239906"/>
            <a:chExt cx="7027661" cy="115871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D9AE19B-7085-C186-A16C-1E3F3ECE20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3385" y="1239906"/>
              <a:ext cx="369692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algn="ctr" eaLnBrk="1" hangingPunct="1"/>
              <a:r>
                <a:rPr lang="en-US" b="1" dirty="0">
                  <a:solidFill>
                    <a:schemeClr val="bg1"/>
                  </a:solidFill>
                  <a:latin typeface="Montserrat-Bold" panose="00000800000000000000" pitchFamily="50" charset="0"/>
                </a:rPr>
                <a:t>STYLES OF LEADERSHIP</a:t>
              </a:r>
              <a:endParaRPr lang="ru-RU" b="1" dirty="0">
                <a:solidFill>
                  <a:schemeClr val="bg1"/>
                </a:solidFill>
                <a:latin typeface="Montserrat-Bold" panose="00000800000000000000" pitchFamily="50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58BECD2-07FE-F89D-303C-7A08563478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75" y="1609238"/>
              <a:ext cx="7027661" cy="789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algn="ctr" eaLnBrk="1" hangingPunct="1">
                <a:lnSpc>
                  <a:spcPct val="150000"/>
                </a:lnSpc>
              </a:pP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Lorem ipsum dolor sit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amet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,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consectetur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adipiscing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elit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, sed do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eiusmod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tempor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incididunt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ut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labore</a:t>
              </a: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82434AAD-6276-EC0A-31ED-589DD1285475}"/>
              </a:ext>
            </a:extLst>
          </p:cNvPr>
          <p:cNvSpPr txBox="1"/>
          <p:nvPr/>
        </p:nvSpPr>
        <p:spPr>
          <a:xfrm>
            <a:off x="6611134" y="6421241"/>
            <a:ext cx="5587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pc="600" dirty="0">
                <a:solidFill>
                  <a:schemeClr val="bg1"/>
                </a:solidFill>
                <a:latin typeface="Montserrat Light" pitchFamily="2" charset="77"/>
              </a:rPr>
              <a:t>WWW.PPTHEMES.COM </a:t>
            </a:r>
          </a:p>
        </p:txBody>
      </p:sp>
      <p:sp>
        <p:nvSpPr>
          <p:cNvPr id="39" name="Diamond 38">
            <a:extLst>
              <a:ext uri="{FF2B5EF4-FFF2-40B4-BE49-F238E27FC236}">
                <a16:creationId xmlns:a16="http://schemas.microsoft.com/office/drawing/2014/main" id="{0A53FDB5-8B45-2506-A392-9D328D5A3EC3}"/>
              </a:ext>
            </a:extLst>
          </p:cNvPr>
          <p:cNvSpPr/>
          <p:nvPr/>
        </p:nvSpPr>
        <p:spPr>
          <a:xfrm rot="5400000">
            <a:off x="648800" y="187326"/>
            <a:ext cx="2160000" cy="21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Diamond 43">
            <a:extLst>
              <a:ext uri="{FF2B5EF4-FFF2-40B4-BE49-F238E27FC236}">
                <a16:creationId xmlns:a16="http://schemas.microsoft.com/office/drawing/2014/main" id="{516647C1-AC26-B8BD-B6BD-784002349759}"/>
              </a:ext>
            </a:extLst>
          </p:cNvPr>
          <p:cNvSpPr/>
          <p:nvPr/>
        </p:nvSpPr>
        <p:spPr>
          <a:xfrm rot="5400000">
            <a:off x="-493219" y="1361374"/>
            <a:ext cx="2160000" cy="21600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Diamond 44">
            <a:extLst>
              <a:ext uri="{FF2B5EF4-FFF2-40B4-BE49-F238E27FC236}">
                <a16:creationId xmlns:a16="http://schemas.microsoft.com/office/drawing/2014/main" id="{93A02406-42C1-74E2-EBD6-21A9CF95386A}"/>
              </a:ext>
            </a:extLst>
          </p:cNvPr>
          <p:cNvSpPr/>
          <p:nvPr/>
        </p:nvSpPr>
        <p:spPr>
          <a:xfrm rot="5400000">
            <a:off x="1829004" y="1321668"/>
            <a:ext cx="2160000" cy="21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Diamond 46">
            <a:extLst>
              <a:ext uri="{FF2B5EF4-FFF2-40B4-BE49-F238E27FC236}">
                <a16:creationId xmlns:a16="http://schemas.microsoft.com/office/drawing/2014/main" id="{12C0E848-C645-0759-55B9-7047D013FA57}"/>
              </a:ext>
            </a:extLst>
          </p:cNvPr>
          <p:cNvSpPr/>
          <p:nvPr/>
        </p:nvSpPr>
        <p:spPr>
          <a:xfrm rot="5400000">
            <a:off x="661354" y="2472083"/>
            <a:ext cx="2160000" cy="21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BA15C9-D3B2-0BB3-6A65-D6D17A9DF129}"/>
              </a:ext>
            </a:extLst>
          </p:cNvPr>
          <p:cNvSpPr txBox="1"/>
          <p:nvPr/>
        </p:nvSpPr>
        <p:spPr>
          <a:xfrm>
            <a:off x="4284261" y="1541737"/>
            <a:ext cx="584416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Montserrat" pitchFamily="2" charset="77"/>
              </a:rPr>
              <a:t>WHO</a:t>
            </a:r>
            <a:r>
              <a:rPr lang="en-US" sz="4400" dirty="0">
                <a:solidFill>
                  <a:schemeClr val="bg1"/>
                </a:solidFill>
                <a:latin typeface="Montserrat" pitchFamily="2" charset="77"/>
              </a:rPr>
              <a:t> IS A </a:t>
            </a:r>
          </a:p>
          <a:p>
            <a:r>
              <a:rPr lang="en-US" sz="4400" dirty="0">
                <a:solidFill>
                  <a:schemeClr val="bg1"/>
                </a:solidFill>
                <a:latin typeface="Montserrat" pitchFamily="2" charset="77"/>
              </a:rPr>
              <a:t>LIDER</a:t>
            </a:r>
          </a:p>
        </p:txBody>
      </p:sp>
      <p:sp>
        <p:nvSpPr>
          <p:cNvPr id="14" name="Rectángulo: esquinas redondeadas 95">
            <a:extLst>
              <a:ext uri="{FF2B5EF4-FFF2-40B4-BE49-F238E27FC236}">
                <a16:creationId xmlns:a16="http://schemas.microsoft.com/office/drawing/2014/main" id="{17F5F8F2-70CE-2EC1-2113-FE7A4E7E3E7E}"/>
              </a:ext>
            </a:extLst>
          </p:cNvPr>
          <p:cNvSpPr/>
          <p:nvPr/>
        </p:nvSpPr>
        <p:spPr>
          <a:xfrm rot="16200000">
            <a:off x="5509198" y="8054026"/>
            <a:ext cx="1057509" cy="1273389"/>
          </a:xfrm>
          <a:prstGeom prst="roundRect">
            <a:avLst>
              <a:gd name="adj" fmla="val 2649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00"/>
          </a:p>
        </p:txBody>
      </p:sp>
      <p:sp>
        <p:nvSpPr>
          <p:cNvPr id="22" name="Rectángulo: esquinas redondeadas 92">
            <a:extLst>
              <a:ext uri="{FF2B5EF4-FFF2-40B4-BE49-F238E27FC236}">
                <a16:creationId xmlns:a16="http://schemas.microsoft.com/office/drawing/2014/main" id="{98EFE75A-DED2-48DC-6AD4-C143DF8A3BB7}"/>
              </a:ext>
            </a:extLst>
          </p:cNvPr>
          <p:cNvSpPr/>
          <p:nvPr/>
        </p:nvSpPr>
        <p:spPr>
          <a:xfrm rot="10800000">
            <a:off x="5618527" y="8639439"/>
            <a:ext cx="1057509" cy="1273389"/>
          </a:xfrm>
          <a:prstGeom prst="roundRect">
            <a:avLst>
              <a:gd name="adj" fmla="val 2649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00"/>
          </a:p>
        </p:txBody>
      </p:sp>
      <p:sp>
        <p:nvSpPr>
          <p:cNvPr id="23" name="Rectángulo: esquinas redondeadas 89">
            <a:extLst>
              <a:ext uri="{FF2B5EF4-FFF2-40B4-BE49-F238E27FC236}">
                <a16:creationId xmlns:a16="http://schemas.microsoft.com/office/drawing/2014/main" id="{60927E48-342A-1E64-AF66-D25B4B7709AC}"/>
              </a:ext>
            </a:extLst>
          </p:cNvPr>
          <p:cNvSpPr/>
          <p:nvPr/>
        </p:nvSpPr>
        <p:spPr>
          <a:xfrm rot="5400000">
            <a:off x="6203940" y="8531500"/>
            <a:ext cx="1057509" cy="1273389"/>
          </a:xfrm>
          <a:prstGeom prst="roundRect">
            <a:avLst>
              <a:gd name="adj" fmla="val 2649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00"/>
          </a:p>
        </p:txBody>
      </p:sp>
      <p:sp>
        <p:nvSpPr>
          <p:cNvPr id="25" name="Rectángulo: esquinas redondeadas 80">
            <a:extLst>
              <a:ext uri="{FF2B5EF4-FFF2-40B4-BE49-F238E27FC236}">
                <a16:creationId xmlns:a16="http://schemas.microsoft.com/office/drawing/2014/main" id="{7877A098-A597-F13E-0286-8AD62F0E9269}"/>
              </a:ext>
            </a:extLst>
          </p:cNvPr>
          <p:cNvSpPr/>
          <p:nvPr/>
        </p:nvSpPr>
        <p:spPr>
          <a:xfrm>
            <a:off x="6096000" y="7946087"/>
            <a:ext cx="1057509" cy="1273389"/>
          </a:xfrm>
          <a:prstGeom prst="roundRect">
            <a:avLst>
              <a:gd name="adj" fmla="val 2649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00"/>
          </a:p>
        </p:txBody>
      </p:sp>
      <p:sp>
        <p:nvSpPr>
          <p:cNvPr id="26" name="Forma libre: forma 83">
            <a:hlinkClick r:id="rId4" action="ppaction://hlinksldjump"/>
            <a:extLst>
              <a:ext uri="{FF2B5EF4-FFF2-40B4-BE49-F238E27FC236}">
                <a16:creationId xmlns:a16="http://schemas.microsoft.com/office/drawing/2014/main" id="{FFAA5E8F-942D-5B0B-1EF6-082CA1E287FD}"/>
              </a:ext>
            </a:extLst>
          </p:cNvPr>
          <p:cNvSpPr/>
          <p:nvPr/>
        </p:nvSpPr>
        <p:spPr>
          <a:xfrm>
            <a:off x="6096000" y="7946087"/>
            <a:ext cx="315346" cy="1273389"/>
          </a:xfrm>
          <a:custGeom>
            <a:avLst/>
            <a:gdLst>
              <a:gd name="connsiteX0" fmla="*/ 1232256 w 1386725"/>
              <a:gd name="connsiteY0" fmla="*/ 0 h 5599697"/>
              <a:gd name="connsiteX1" fmla="*/ 1386725 w 1386725"/>
              <a:gd name="connsiteY1" fmla="*/ 0 h 5599697"/>
              <a:gd name="connsiteX2" fmla="*/ 1386725 w 1386725"/>
              <a:gd name="connsiteY2" fmla="*/ 5599697 h 5599697"/>
              <a:gd name="connsiteX3" fmla="*/ 1232256 w 1386725"/>
              <a:gd name="connsiteY3" fmla="*/ 5599697 h 5599697"/>
              <a:gd name="connsiteX4" fmla="*/ 0 w 1386725"/>
              <a:gd name="connsiteY4" fmla="*/ 4367441 h 5599697"/>
              <a:gd name="connsiteX5" fmla="*/ 0 w 1386725"/>
              <a:gd name="connsiteY5" fmla="*/ 1232256 h 5599697"/>
              <a:gd name="connsiteX6" fmla="*/ 1232256 w 1386725"/>
              <a:gd name="connsiteY6" fmla="*/ 0 h 559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6725" h="5599697">
                <a:moveTo>
                  <a:pt x="1232256" y="0"/>
                </a:moveTo>
                <a:lnTo>
                  <a:pt x="1386725" y="0"/>
                </a:lnTo>
                <a:lnTo>
                  <a:pt x="1386725" y="5599697"/>
                </a:lnTo>
                <a:lnTo>
                  <a:pt x="1232256" y="5599697"/>
                </a:lnTo>
                <a:cubicBezTo>
                  <a:pt x="551700" y="5599697"/>
                  <a:pt x="0" y="5047997"/>
                  <a:pt x="0" y="4367441"/>
                </a:cubicBezTo>
                <a:lnTo>
                  <a:pt x="0" y="1232256"/>
                </a:lnTo>
                <a:cubicBezTo>
                  <a:pt x="0" y="551700"/>
                  <a:pt x="551700" y="0"/>
                  <a:pt x="123225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O" sz="100"/>
          </a:p>
        </p:txBody>
      </p:sp>
      <p:sp>
        <p:nvSpPr>
          <p:cNvPr id="27" name="Forma libre: forma 90">
            <a:hlinkClick r:id="rId5" action="ppaction://hlinksldjump"/>
            <a:extLst>
              <a:ext uri="{FF2B5EF4-FFF2-40B4-BE49-F238E27FC236}">
                <a16:creationId xmlns:a16="http://schemas.microsoft.com/office/drawing/2014/main" id="{F08DF724-B1BD-5F5C-B873-F372DC848162}"/>
              </a:ext>
            </a:extLst>
          </p:cNvPr>
          <p:cNvSpPr/>
          <p:nvPr/>
        </p:nvSpPr>
        <p:spPr>
          <a:xfrm rot="5400000">
            <a:off x="6575022" y="8160418"/>
            <a:ext cx="315346" cy="1273389"/>
          </a:xfrm>
          <a:custGeom>
            <a:avLst/>
            <a:gdLst>
              <a:gd name="connsiteX0" fmla="*/ 1232256 w 1386725"/>
              <a:gd name="connsiteY0" fmla="*/ 0 h 5599697"/>
              <a:gd name="connsiteX1" fmla="*/ 1386725 w 1386725"/>
              <a:gd name="connsiteY1" fmla="*/ 0 h 5599697"/>
              <a:gd name="connsiteX2" fmla="*/ 1386725 w 1386725"/>
              <a:gd name="connsiteY2" fmla="*/ 5599697 h 5599697"/>
              <a:gd name="connsiteX3" fmla="*/ 1232256 w 1386725"/>
              <a:gd name="connsiteY3" fmla="*/ 5599697 h 5599697"/>
              <a:gd name="connsiteX4" fmla="*/ 0 w 1386725"/>
              <a:gd name="connsiteY4" fmla="*/ 4367441 h 5599697"/>
              <a:gd name="connsiteX5" fmla="*/ 0 w 1386725"/>
              <a:gd name="connsiteY5" fmla="*/ 1232256 h 5599697"/>
              <a:gd name="connsiteX6" fmla="*/ 1232256 w 1386725"/>
              <a:gd name="connsiteY6" fmla="*/ 0 h 559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6725" h="5599697">
                <a:moveTo>
                  <a:pt x="1232256" y="0"/>
                </a:moveTo>
                <a:lnTo>
                  <a:pt x="1386725" y="0"/>
                </a:lnTo>
                <a:lnTo>
                  <a:pt x="1386725" y="5599697"/>
                </a:lnTo>
                <a:lnTo>
                  <a:pt x="1232256" y="5599697"/>
                </a:lnTo>
                <a:cubicBezTo>
                  <a:pt x="551700" y="5599697"/>
                  <a:pt x="0" y="5047997"/>
                  <a:pt x="0" y="4367441"/>
                </a:cubicBezTo>
                <a:lnTo>
                  <a:pt x="0" y="1232256"/>
                </a:lnTo>
                <a:cubicBezTo>
                  <a:pt x="0" y="551700"/>
                  <a:pt x="551700" y="0"/>
                  <a:pt x="123225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O" sz="100"/>
          </a:p>
        </p:txBody>
      </p:sp>
      <p:sp>
        <p:nvSpPr>
          <p:cNvPr id="28" name="Forma libre: forma 93">
            <a:extLst>
              <a:ext uri="{FF2B5EF4-FFF2-40B4-BE49-F238E27FC236}">
                <a16:creationId xmlns:a16="http://schemas.microsoft.com/office/drawing/2014/main" id="{8FBBE074-EFEC-3B8C-A0EA-EB3408B31521}"/>
              </a:ext>
            </a:extLst>
          </p:cNvPr>
          <p:cNvSpPr/>
          <p:nvPr/>
        </p:nvSpPr>
        <p:spPr>
          <a:xfrm rot="10800000">
            <a:off x="6360690" y="8639439"/>
            <a:ext cx="315346" cy="1273389"/>
          </a:xfrm>
          <a:custGeom>
            <a:avLst/>
            <a:gdLst>
              <a:gd name="connsiteX0" fmla="*/ 1232256 w 1386725"/>
              <a:gd name="connsiteY0" fmla="*/ 0 h 5599697"/>
              <a:gd name="connsiteX1" fmla="*/ 1386725 w 1386725"/>
              <a:gd name="connsiteY1" fmla="*/ 0 h 5599697"/>
              <a:gd name="connsiteX2" fmla="*/ 1386725 w 1386725"/>
              <a:gd name="connsiteY2" fmla="*/ 5599697 h 5599697"/>
              <a:gd name="connsiteX3" fmla="*/ 1232256 w 1386725"/>
              <a:gd name="connsiteY3" fmla="*/ 5599697 h 5599697"/>
              <a:gd name="connsiteX4" fmla="*/ 0 w 1386725"/>
              <a:gd name="connsiteY4" fmla="*/ 4367441 h 5599697"/>
              <a:gd name="connsiteX5" fmla="*/ 0 w 1386725"/>
              <a:gd name="connsiteY5" fmla="*/ 1232256 h 5599697"/>
              <a:gd name="connsiteX6" fmla="*/ 1232256 w 1386725"/>
              <a:gd name="connsiteY6" fmla="*/ 0 h 559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6725" h="5599697">
                <a:moveTo>
                  <a:pt x="1232256" y="0"/>
                </a:moveTo>
                <a:lnTo>
                  <a:pt x="1386725" y="0"/>
                </a:lnTo>
                <a:lnTo>
                  <a:pt x="1386725" y="5599697"/>
                </a:lnTo>
                <a:lnTo>
                  <a:pt x="1232256" y="5599697"/>
                </a:lnTo>
                <a:cubicBezTo>
                  <a:pt x="551700" y="5599697"/>
                  <a:pt x="0" y="5047997"/>
                  <a:pt x="0" y="4367441"/>
                </a:cubicBezTo>
                <a:lnTo>
                  <a:pt x="0" y="1232256"/>
                </a:lnTo>
                <a:cubicBezTo>
                  <a:pt x="0" y="551700"/>
                  <a:pt x="551700" y="0"/>
                  <a:pt x="123225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O" sz="100"/>
          </a:p>
        </p:txBody>
      </p:sp>
      <p:sp>
        <p:nvSpPr>
          <p:cNvPr id="29" name="Forma libre: forma 96">
            <a:extLst>
              <a:ext uri="{FF2B5EF4-FFF2-40B4-BE49-F238E27FC236}">
                <a16:creationId xmlns:a16="http://schemas.microsoft.com/office/drawing/2014/main" id="{565AF8AC-AFE6-3B43-FAB5-0AF13D5C639B}"/>
              </a:ext>
            </a:extLst>
          </p:cNvPr>
          <p:cNvSpPr/>
          <p:nvPr/>
        </p:nvSpPr>
        <p:spPr>
          <a:xfrm rot="16200000">
            <a:off x="5880279" y="8425108"/>
            <a:ext cx="315346" cy="1273389"/>
          </a:xfrm>
          <a:custGeom>
            <a:avLst/>
            <a:gdLst>
              <a:gd name="connsiteX0" fmla="*/ 1232256 w 1386725"/>
              <a:gd name="connsiteY0" fmla="*/ 0 h 5599697"/>
              <a:gd name="connsiteX1" fmla="*/ 1386725 w 1386725"/>
              <a:gd name="connsiteY1" fmla="*/ 0 h 5599697"/>
              <a:gd name="connsiteX2" fmla="*/ 1386725 w 1386725"/>
              <a:gd name="connsiteY2" fmla="*/ 5599697 h 5599697"/>
              <a:gd name="connsiteX3" fmla="*/ 1232256 w 1386725"/>
              <a:gd name="connsiteY3" fmla="*/ 5599697 h 5599697"/>
              <a:gd name="connsiteX4" fmla="*/ 0 w 1386725"/>
              <a:gd name="connsiteY4" fmla="*/ 4367441 h 5599697"/>
              <a:gd name="connsiteX5" fmla="*/ 0 w 1386725"/>
              <a:gd name="connsiteY5" fmla="*/ 1232256 h 5599697"/>
              <a:gd name="connsiteX6" fmla="*/ 1232256 w 1386725"/>
              <a:gd name="connsiteY6" fmla="*/ 0 h 559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6725" h="5599697">
                <a:moveTo>
                  <a:pt x="1232256" y="0"/>
                </a:moveTo>
                <a:lnTo>
                  <a:pt x="1386725" y="0"/>
                </a:lnTo>
                <a:lnTo>
                  <a:pt x="1386725" y="5599697"/>
                </a:lnTo>
                <a:lnTo>
                  <a:pt x="1232256" y="5599697"/>
                </a:lnTo>
                <a:cubicBezTo>
                  <a:pt x="551700" y="5599697"/>
                  <a:pt x="0" y="5047997"/>
                  <a:pt x="0" y="4367441"/>
                </a:cubicBezTo>
                <a:lnTo>
                  <a:pt x="0" y="1232256"/>
                </a:lnTo>
                <a:cubicBezTo>
                  <a:pt x="0" y="551700"/>
                  <a:pt x="551700" y="0"/>
                  <a:pt x="123225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O" sz="100"/>
          </a:p>
        </p:txBody>
      </p:sp>
      <p:pic>
        <p:nvPicPr>
          <p:cNvPr id="30" name="Gráfico 116" descr="Aula de clases con relleno sólido">
            <a:extLst>
              <a:ext uri="{FF2B5EF4-FFF2-40B4-BE49-F238E27FC236}">
                <a16:creationId xmlns:a16="http://schemas.microsoft.com/office/drawing/2014/main" id="{8E7A2E18-19C4-CC50-A0E8-C204F824EB7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41802" y="8904129"/>
            <a:ext cx="281235" cy="281235"/>
          </a:xfrm>
          <a:prstGeom prst="rect">
            <a:avLst/>
          </a:prstGeom>
        </p:spPr>
      </p:pic>
      <p:pic>
        <p:nvPicPr>
          <p:cNvPr id="31" name="Gráfico 117" descr="Rollo de diplomas con relleno sólido">
            <a:extLst>
              <a:ext uri="{FF2B5EF4-FFF2-40B4-BE49-F238E27FC236}">
                <a16:creationId xmlns:a16="http://schemas.microsoft.com/office/drawing/2014/main" id="{BC5C4EA3-C59E-8B50-2E1C-69DAD30AB4A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77746" y="9510900"/>
            <a:ext cx="281235" cy="281235"/>
          </a:xfrm>
          <a:prstGeom prst="rect">
            <a:avLst/>
          </a:prstGeom>
        </p:spPr>
      </p:pic>
      <p:pic>
        <p:nvPicPr>
          <p:cNvPr id="32" name="Gráfico 118" descr="Libro abierto con relleno sólido">
            <a:extLst>
              <a:ext uri="{FF2B5EF4-FFF2-40B4-BE49-F238E27FC236}">
                <a16:creationId xmlns:a16="http://schemas.microsoft.com/office/drawing/2014/main" id="{05D41E34-B643-870F-A8F0-4E30B096E00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978957" y="8673626"/>
            <a:ext cx="281235" cy="281235"/>
          </a:xfrm>
          <a:prstGeom prst="rect">
            <a:avLst/>
          </a:prstGeom>
        </p:spPr>
      </p:pic>
      <p:pic>
        <p:nvPicPr>
          <p:cNvPr id="33" name="Gráfico 119" descr="Círculos con flechas con relleno sólido">
            <a:extLst>
              <a:ext uri="{FF2B5EF4-FFF2-40B4-BE49-F238E27FC236}">
                <a16:creationId xmlns:a16="http://schemas.microsoft.com/office/drawing/2014/main" id="{AD49F4F7-91C2-AA65-A23C-5A53E797226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121143" y="8051159"/>
            <a:ext cx="281235" cy="281235"/>
          </a:xfrm>
          <a:prstGeom prst="rect">
            <a:avLst/>
          </a:prstGeom>
        </p:spPr>
      </p:pic>
      <p:sp>
        <p:nvSpPr>
          <p:cNvPr id="34" name="CuadroTexto 120">
            <a:extLst>
              <a:ext uri="{FF2B5EF4-FFF2-40B4-BE49-F238E27FC236}">
                <a16:creationId xmlns:a16="http://schemas.microsoft.com/office/drawing/2014/main" id="{5A8EB7D0-1877-1D1B-6F5E-D7F81344CFBA}"/>
              </a:ext>
            </a:extLst>
          </p:cNvPr>
          <p:cNvSpPr txBox="1"/>
          <p:nvPr/>
        </p:nvSpPr>
        <p:spPr>
          <a:xfrm>
            <a:off x="6535593" y="8125227"/>
            <a:ext cx="5194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dirty="0">
                <a:solidFill>
                  <a:schemeClr val="accent5"/>
                </a:solidFill>
                <a:latin typeface="Montserrat Black" panose="00000A00000000000000" pitchFamily="50" charset="0"/>
              </a:rPr>
              <a:t>1</a:t>
            </a:r>
          </a:p>
          <a:p>
            <a:pPr algn="ctr"/>
            <a:r>
              <a:rPr lang="es-ES" sz="900" dirty="0">
                <a:solidFill>
                  <a:schemeClr val="tx2"/>
                </a:solidFill>
                <a:latin typeface="Lato" panose="020F0502020204030203" pitchFamily="34" charset="0"/>
              </a:rPr>
              <a:t>TITLE</a:t>
            </a:r>
          </a:p>
          <a:p>
            <a:pPr algn="ctr"/>
            <a:r>
              <a:rPr lang="es-ES" sz="500" dirty="0">
                <a:solidFill>
                  <a:schemeClr val="tx2"/>
                </a:solidFill>
                <a:latin typeface="Lato" panose="020F0502020204030203" pitchFamily="34" charset="0"/>
              </a:rPr>
              <a:t>HERE</a:t>
            </a:r>
            <a:endParaRPr lang="es-CO" sz="700" dirty="0">
              <a:solidFill>
                <a:schemeClr val="tx2"/>
              </a:solidFill>
              <a:latin typeface="Lato" panose="020F0502020204030203" pitchFamily="34" charset="0"/>
            </a:endParaRPr>
          </a:p>
        </p:txBody>
      </p:sp>
      <p:sp>
        <p:nvSpPr>
          <p:cNvPr id="35" name="CuadroTexto 121">
            <a:extLst>
              <a:ext uri="{FF2B5EF4-FFF2-40B4-BE49-F238E27FC236}">
                <a16:creationId xmlns:a16="http://schemas.microsoft.com/office/drawing/2014/main" id="{83CEDC34-F042-7F6D-B0CB-0F3EBE1F265B}"/>
              </a:ext>
            </a:extLst>
          </p:cNvPr>
          <p:cNvSpPr txBox="1"/>
          <p:nvPr/>
        </p:nvSpPr>
        <p:spPr>
          <a:xfrm>
            <a:off x="6785550" y="9131147"/>
            <a:ext cx="519419" cy="654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dirty="0">
                <a:solidFill>
                  <a:schemeClr val="accent2"/>
                </a:solidFill>
                <a:latin typeface="Montserrat Black" panose="00000A00000000000000" pitchFamily="50" charset="0"/>
              </a:rPr>
              <a:t>2</a:t>
            </a:r>
          </a:p>
          <a:p>
            <a:pPr algn="ctr"/>
            <a:r>
              <a:rPr lang="es-ES" sz="1000" dirty="0">
                <a:solidFill>
                  <a:schemeClr val="tx2"/>
                </a:solidFill>
                <a:latin typeface="Lato" panose="020F0502020204030203" pitchFamily="34" charset="0"/>
              </a:rPr>
              <a:t>TITLE</a:t>
            </a:r>
          </a:p>
          <a:p>
            <a:pPr algn="ctr"/>
            <a:r>
              <a:rPr lang="es-ES" sz="500" dirty="0">
                <a:solidFill>
                  <a:schemeClr val="tx2"/>
                </a:solidFill>
                <a:latin typeface="Lato" panose="020F0502020204030203" pitchFamily="34" charset="0"/>
              </a:rPr>
              <a:t>HERE</a:t>
            </a:r>
            <a:endParaRPr lang="es-CO" sz="500" dirty="0">
              <a:solidFill>
                <a:schemeClr val="tx2"/>
              </a:solidFill>
              <a:latin typeface="Lato" panose="020F0502020204030203" pitchFamily="34" charset="0"/>
            </a:endParaRPr>
          </a:p>
          <a:p>
            <a:pPr algn="ctr"/>
            <a:endParaRPr lang="es-CO" sz="1000" dirty="0">
              <a:solidFill>
                <a:schemeClr val="tx2"/>
              </a:solidFill>
              <a:latin typeface="Lato" panose="020F0502020204030203" pitchFamily="34" charset="0"/>
            </a:endParaRPr>
          </a:p>
        </p:txBody>
      </p:sp>
      <p:sp>
        <p:nvSpPr>
          <p:cNvPr id="36" name="CuadroTexto 122">
            <a:extLst>
              <a:ext uri="{FF2B5EF4-FFF2-40B4-BE49-F238E27FC236}">
                <a16:creationId xmlns:a16="http://schemas.microsoft.com/office/drawing/2014/main" id="{BF5CD835-F13E-8172-B373-1C4889840EB1}"/>
              </a:ext>
            </a:extLst>
          </p:cNvPr>
          <p:cNvSpPr txBox="1"/>
          <p:nvPr/>
        </p:nvSpPr>
        <p:spPr>
          <a:xfrm>
            <a:off x="5775842" y="9317594"/>
            <a:ext cx="51941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dirty="0">
                <a:solidFill>
                  <a:schemeClr val="accent3"/>
                </a:solidFill>
                <a:latin typeface="Montserrat Black" panose="00000A00000000000000" pitchFamily="50" charset="0"/>
              </a:rPr>
              <a:t>3</a:t>
            </a:r>
          </a:p>
          <a:p>
            <a:pPr algn="ctr"/>
            <a:r>
              <a:rPr lang="es-ES" sz="1000" dirty="0">
                <a:solidFill>
                  <a:schemeClr val="tx2"/>
                </a:solidFill>
                <a:latin typeface="Lato" panose="020F0502020204030203" pitchFamily="34" charset="0"/>
              </a:rPr>
              <a:t>TITLE</a:t>
            </a:r>
          </a:p>
          <a:p>
            <a:pPr algn="ctr"/>
            <a:r>
              <a:rPr lang="es-ES" sz="500" dirty="0">
                <a:solidFill>
                  <a:schemeClr val="tx2"/>
                </a:solidFill>
                <a:latin typeface="Lato" panose="020F0502020204030203" pitchFamily="34" charset="0"/>
              </a:rPr>
              <a:t>HERE</a:t>
            </a:r>
            <a:endParaRPr lang="es-CO" sz="500" dirty="0">
              <a:solidFill>
                <a:schemeClr val="tx2"/>
              </a:solidFill>
              <a:latin typeface="Lato" panose="020F0502020204030203" pitchFamily="34" charset="0"/>
            </a:endParaRPr>
          </a:p>
        </p:txBody>
      </p:sp>
      <p:sp>
        <p:nvSpPr>
          <p:cNvPr id="37" name="CuadroTexto 123">
            <a:extLst>
              <a:ext uri="{FF2B5EF4-FFF2-40B4-BE49-F238E27FC236}">
                <a16:creationId xmlns:a16="http://schemas.microsoft.com/office/drawing/2014/main" id="{F669E504-39FF-463F-2852-525A7E30D259}"/>
              </a:ext>
            </a:extLst>
          </p:cNvPr>
          <p:cNvSpPr txBox="1"/>
          <p:nvPr/>
        </p:nvSpPr>
        <p:spPr>
          <a:xfrm>
            <a:off x="5529667" y="8404308"/>
            <a:ext cx="51941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dirty="0">
                <a:solidFill>
                  <a:schemeClr val="accent4"/>
                </a:solidFill>
                <a:latin typeface="Montserrat Black" panose="00000A00000000000000" pitchFamily="50" charset="0"/>
              </a:rPr>
              <a:t>4</a:t>
            </a:r>
          </a:p>
          <a:p>
            <a:pPr algn="ctr"/>
            <a:r>
              <a:rPr lang="es-ES" sz="1000" dirty="0">
                <a:solidFill>
                  <a:schemeClr val="tx2"/>
                </a:solidFill>
                <a:latin typeface="Lato" panose="020F0502020204030203" pitchFamily="34" charset="0"/>
              </a:rPr>
              <a:t>TITLE</a:t>
            </a:r>
          </a:p>
          <a:p>
            <a:pPr algn="ctr"/>
            <a:r>
              <a:rPr lang="es-ES" sz="500" dirty="0">
                <a:solidFill>
                  <a:schemeClr val="tx2"/>
                </a:solidFill>
                <a:latin typeface="Lato" panose="020F0502020204030203" pitchFamily="34" charset="0"/>
              </a:rPr>
              <a:t>HERE</a:t>
            </a:r>
            <a:endParaRPr lang="es-CO" sz="500" dirty="0">
              <a:solidFill>
                <a:schemeClr val="tx2"/>
              </a:solidFill>
              <a:latin typeface="Lato" panose="020F0502020204030203" pitchFamily="34" charset="0"/>
            </a:endParaRPr>
          </a:p>
        </p:txBody>
      </p:sp>
      <p:grpSp>
        <p:nvGrpSpPr>
          <p:cNvPr id="38" name="Grupo 79">
            <a:extLst>
              <a:ext uri="{FF2B5EF4-FFF2-40B4-BE49-F238E27FC236}">
                <a16:creationId xmlns:a16="http://schemas.microsoft.com/office/drawing/2014/main" id="{D410638F-D74E-4D14-35A1-7500B436C515}"/>
              </a:ext>
            </a:extLst>
          </p:cNvPr>
          <p:cNvGrpSpPr/>
          <p:nvPr/>
        </p:nvGrpSpPr>
        <p:grpSpPr>
          <a:xfrm>
            <a:off x="6096000" y="8635062"/>
            <a:ext cx="580036" cy="580036"/>
            <a:chOff x="9095873" y="4745254"/>
            <a:chExt cx="2550695" cy="2550695"/>
          </a:xfrm>
        </p:grpSpPr>
        <p:sp>
          <p:nvSpPr>
            <p:cNvPr id="40" name="Elipse 78">
              <a:extLst>
                <a:ext uri="{FF2B5EF4-FFF2-40B4-BE49-F238E27FC236}">
                  <a16:creationId xmlns:a16="http://schemas.microsoft.com/office/drawing/2014/main" id="{9AC3B03C-81BD-3A01-363F-F36FBBBED4BE}"/>
                </a:ext>
              </a:extLst>
            </p:cNvPr>
            <p:cNvSpPr/>
            <p:nvPr/>
          </p:nvSpPr>
          <p:spPr>
            <a:xfrm>
              <a:off x="9095873" y="4745254"/>
              <a:ext cx="2550695" cy="2550695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00"/>
            </a:p>
          </p:txBody>
        </p:sp>
        <p:sp>
          <p:nvSpPr>
            <p:cNvPr id="41" name="Elipse 77">
              <a:extLst>
                <a:ext uri="{FF2B5EF4-FFF2-40B4-BE49-F238E27FC236}">
                  <a16:creationId xmlns:a16="http://schemas.microsoft.com/office/drawing/2014/main" id="{F1036ED8-0E3D-966A-F01A-A2832E289587}"/>
                </a:ext>
              </a:extLst>
            </p:cNvPr>
            <p:cNvSpPr/>
            <p:nvPr/>
          </p:nvSpPr>
          <p:spPr>
            <a:xfrm>
              <a:off x="9432758" y="5101389"/>
              <a:ext cx="1876926" cy="187692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00"/>
            </a:p>
          </p:txBody>
        </p:sp>
      </p:grpSp>
      <p:pic>
        <p:nvPicPr>
          <p:cNvPr id="48" name="Gráfico 115" descr="Libros en una estantería con relleno sólido">
            <a:extLst>
              <a:ext uri="{FF2B5EF4-FFF2-40B4-BE49-F238E27FC236}">
                <a16:creationId xmlns:a16="http://schemas.microsoft.com/office/drawing/2014/main" id="{E6A465F8-CD34-0C5A-C66D-3CE81C023B3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237128" y="8771669"/>
            <a:ext cx="281235" cy="281235"/>
          </a:xfrm>
          <a:prstGeom prst="rect">
            <a:avLst/>
          </a:prstGeom>
        </p:spPr>
      </p:pic>
      <p:sp>
        <p:nvSpPr>
          <p:cNvPr id="15" name="Diamond 14">
            <a:extLst>
              <a:ext uri="{FF2B5EF4-FFF2-40B4-BE49-F238E27FC236}">
                <a16:creationId xmlns:a16="http://schemas.microsoft.com/office/drawing/2014/main" id="{E14BB358-627A-96E1-6667-6DFB3854EC53}"/>
              </a:ext>
            </a:extLst>
          </p:cNvPr>
          <p:cNvSpPr/>
          <p:nvPr/>
        </p:nvSpPr>
        <p:spPr>
          <a:xfrm>
            <a:off x="4167805" y="870149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iamond 15">
            <a:extLst>
              <a:ext uri="{FF2B5EF4-FFF2-40B4-BE49-F238E27FC236}">
                <a16:creationId xmlns:a16="http://schemas.microsoft.com/office/drawing/2014/main" id="{CE218014-B2F5-F7B0-1267-AAA41F5B6AD9}"/>
              </a:ext>
            </a:extLst>
          </p:cNvPr>
          <p:cNvSpPr/>
          <p:nvPr/>
        </p:nvSpPr>
        <p:spPr>
          <a:xfrm>
            <a:off x="5523828" y="870149"/>
            <a:ext cx="360000" cy="3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Diamond 16">
            <a:extLst>
              <a:ext uri="{FF2B5EF4-FFF2-40B4-BE49-F238E27FC236}">
                <a16:creationId xmlns:a16="http://schemas.microsoft.com/office/drawing/2014/main" id="{C649C480-81AB-61A3-F0CA-718FB05BF2F1}"/>
              </a:ext>
            </a:extLst>
          </p:cNvPr>
          <p:cNvSpPr/>
          <p:nvPr/>
        </p:nvSpPr>
        <p:spPr>
          <a:xfrm>
            <a:off x="5086085" y="870149"/>
            <a:ext cx="360000" cy="360000"/>
          </a:xfrm>
          <a:prstGeom prst="diamond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Diamond 48">
            <a:extLst>
              <a:ext uri="{FF2B5EF4-FFF2-40B4-BE49-F238E27FC236}">
                <a16:creationId xmlns:a16="http://schemas.microsoft.com/office/drawing/2014/main" id="{5AD5AAB6-605F-0F21-F6F5-70C3D3CF32FF}"/>
              </a:ext>
            </a:extLst>
          </p:cNvPr>
          <p:cNvSpPr/>
          <p:nvPr/>
        </p:nvSpPr>
        <p:spPr>
          <a:xfrm>
            <a:off x="4626945" y="870149"/>
            <a:ext cx="360000" cy="3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Diamond 51">
            <a:extLst>
              <a:ext uri="{FF2B5EF4-FFF2-40B4-BE49-F238E27FC236}">
                <a16:creationId xmlns:a16="http://schemas.microsoft.com/office/drawing/2014/main" id="{950AF4C4-2742-0B38-1723-11F2792AA63E}"/>
              </a:ext>
            </a:extLst>
          </p:cNvPr>
          <p:cNvSpPr/>
          <p:nvPr/>
        </p:nvSpPr>
        <p:spPr>
          <a:xfrm>
            <a:off x="5968632" y="870149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6EF017A-174A-FA43-DAF5-8C57A8D82659}"/>
              </a:ext>
            </a:extLst>
          </p:cNvPr>
          <p:cNvGrpSpPr/>
          <p:nvPr/>
        </p:nvGrpSpPr>
        <p:grpSpPr>
          <a:xfrm>
            <a:off x="4063857" y="1936026"/>
            <a:ext cx="7292720" cy="4093428"/>
            <a:chOff x="580198" y="-217309"/>
            <a:chExt cx="7027661" cy="4093428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69E0B5E4-0A5E-FB8F-97A4-3702DFE9D9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039" y="1299676"/>
              <a:ext cx="168293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eaLnBrk="1" hangingPunct="1"/>
              <a:r>
                <a:rPr lang="en-US" b="1" dirty="0">
                  <a:solidFill>
                    <a:schemeClr val="bg1"/>
                  </a:solidFill>
                  <a:latin typeface="Montserrat-Bold" panose="00000800000000000000" pitchFamily="50" charset="0"/>
                </a:rPr>
                <a:t>Investment</a:t>
              </a:r>
              <a:endParaRPr lang="ru-RU" b="1" dirty="0">
                <a:solidFill>
                  <a:schemeClr val="bg1"/>
                </a:solidFill>
                <a:latin typeface="Montserrat-Bold" panose="00000800000000000000" pitchFamily="50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66D6FF83-5A0C-DA1A-C74F-00CE20D511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0198" y="-217309"/>
              <a:ext cx="7027661" cy="40934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algn="just" eaLnBrk="1" hangingPunct="1"/>
              <a:r>
                <a:rPr lang="en-US" sz="2000" dirty="0">
                  <a:solidFill>
                    <a:srgbClr val="3C2077"/>
                  </a:solidFill>
                  <a:latin typeface="Lato" panose="020F0502020204030203" pitchFamily="34" charset="0"/>
                </a:rPr>
                <a:t>	A linked data structure consists of capsules of data known as </a:t>
              </a:r>
              <a:r>
                <a:rPr lang="en-US" sz="2000" b="1" dirty="0">
                  <a:solidFill>
                    <a:srgbClr val="3C2077"/>
                  </a:solidFill>
                  <a:latin typeface="Lato" panose="020F0502020204030203" pitchFamily="34" charset="0"/>
                </a:rPr>
                <a:t>nodes</a:t>
              </a:r>
              <a:r>
                <a:rPr lang="en-US" sz="2000" dirty="0">
                  <a:solidFill>
                    <a:srgbClr val="3C2077"/>
                  </a:solidFill>
                  <a:latin typeface="Lato" panose="020F0502020204030203" pitchFamily="34" charset="0"/>
                </a:rPr>
                <a:t> that are connected via </a:t>
              </a:r>
              <a:r>
                <a:rPr lang="en-US" sz="2000" b="1" dirty="0">
                  <a:solidFill>
                    <a:srgbClr val="3C2077"/>
                  </a:solidFill>
                  <a:latin typeface="Lato" panose="020F0502020204030203" pitchFamily="34" charset="0"/>
                </a:rPr>
                <a:t>links</a:t>
              </a:r>
              <a:r>
                <a:rPr lang="en-US" sz="2000" dirty="0">
                  <a:solidFill>
                    <a:srgbClr val="3C2077"/>
                  </a:solidFill>
                  <a:latin typeface="Lato" panose="020F0502020204030203" pitchFamily="34" charset="0"/>
                </a:rPr>
                <a:t>.</a:t>
              </a:r>
            </a:p>
            <a:p>
              <a:pPr algn="just" eaLnBrk="1" hangingPunct="1"/>
              <a:r>
                <a:rPr lang="en-US" sz="2000" dirty="0">
                  <a:solidFill>
                    <a:srgbClr val="3C2077"/>
                  </a:solidFill>
                  <a:latin typeface="Lato" panose="020F0502020204030203" pitchFamily="34" charset="0"/>
                </a:rPr>
                <a:t>	Links can be viewed as arrows and thought of as one way passages from one node to another.</a:t>
              </a:r>
            </a:p>
            <a:p>
              <a:pPr algn="just" eaLnBrk="1" hangingPunct="1"/>
              <a:endParaRPr lang="en-US" sz="2000" dirty="0">
                <a:solidFill>
                  <a:srgbClr val="3C2077"/>
                </a:solidFill>
                <a:latin typeface="Lato" panose="020F0502020204030203" pitchFamily="34" charset="0"/>
              </a:endParaRPr>
            </a:p>
            <a:p>
              <a:pPr algn="just" eaLnBrk="1" hangingPunct="1"/>
              <a:r>
                <a:rPr lang="en-US" sz="2000" dirty="0">
                  <a:solidFill>
                    <a:srgbClr val="3C2077"/>
                  </a:solidFill>
                  <a:latin typeface="Lato" panose="020F0502020204030203" pitchFamily="34" charset="0"/>
                </a:rPr>
                <a:t>	In Java, nodes are realized as objects of a node class.</a:t>
              </a:r>
            </a:p>
            <a:p>
              <a:pPr algn="just" eaLnBrk="1" hangingPunct="1"/>
              <a:r>
                <a:rPr lang="en-US" sz="2000" dirty="0">
                  <a:solidFill>
                    <a:srgbClr val="3C2077"/>
                  </a:solidFill>
                  <a:latin typeface="Lato" panose="020F0502020204030203" pitchFamily="34" charset="0"/>
                </a:rPr>
                <a:t>The data in a node is stored via instance variables.</a:t>
              </a:r>
            </a:p>
            <a:p>
              <a:pPr algn="just" eaLnBrk="1" hangingPunct="1"/>
              <a:endParaRPr lang="en-US" sz="2000" dirty="0">
                <a:solidFill>
                  <a:srgbClr val="3C2077"/>
                </a:solidFill>
                <a:latin typeface="Lato" panose="020F0502020204030203" pitchFamily="34" charset="0"/>
              </a:endParaRPr>
            </a:p>
            <a:p>
              <a:pPr algn="just" eaLnBrk="1" hangingPunct="1"/>
              <a:r>
                <a:rPr lang="en-US" sz="2000" dirty="0">
                  <a:solidFill>
                    <a:srgbClr val="3C2077"/>
                  </a:solidFill>
                  <a:latin typeface="Lato" panose="020F0502020204030203" pitchFamily="34" charset="0"/>
                </a:rPr>
                <a:t>The links are realized as references:</a:t>
              </a:r>
            </a:p>
            <a:p>
              <a:pPr marL="342900" indent="-342900" algn="just" eaLnBrk="1" hangingPunct="1">
                <a:buFont typeface="Wingdings" panose="05000000000000000000" pitchFamily="2" charset="2"/>
                <a:buChar char="§"/>
              </a:pPr>
              <a:r>
                <a:rPr lang="en-US" sz="2000" dirty="0">
                  <a:solidFill>
                    <a:srgbClr val="3C2077"/>
                  </a:solidFill>
                  <a:latin typeface="Lato" panose="020F0502020204030203" pitchFamily="34" charset="0"/>
                </a:rPr>
                <a:t>A reference is a memory address, and is stored in a variable of a class type</a:t>
              </a:r>
            </a:p>
            <a:p>
              <a:pPr marL="342900" indent="-342900" algn="just" eaLnBrk="1" hangingPunct="1">
                <a:buFont typeface="Wingdings" panose="05000000000000000000" pitchFamily="2" charset="2"/>
                <a:buChar char="§"/>
              </a:pPr>
              <a:r>
                <a:rPr lang="en-US" sz="2000" dirty="0">
                  <a:solidFill>
                    <a:srgbClr val="3C2077"/>
                  </a:solidFill>
                  <a:latin typeface="Lato" panose="020F0502020204030203" pitchFamily="34" charset="0"/>
                </a:rPr>
                <a:t>Therefore, a link is an instance variable of the node class type itself</a:t>
              </a:r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F12F4864-A7CA-A0B9-72E0-58CFB3134986}"/>
              </a:ext>
            </a:extLst>
          </p:cNvPr>
          <p:cNvSpPr txBox="1"/>
          <p:nvPr/>
        </p:nvSpPr>
        <p:spPr>
          <a:xfrm>
            <a:off x="1531508" y="151146"/>
            <a:ext cx="58441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rgbClr val="3C2077"/>
                </a:solidFill>
                <a:latin typeface="Lato Black" panose="020F0A02020204030203" pitchFamily="34" charset="0"/>
              </a:rPr>
              <a:t>LINKED LIST</a:t>
            </a:r>
          </a:p>
        </p:txBody>
      </p:sp>
    </p:spTree>
    <p:extLst>
      <p:ext uri="{BB962C8B-B14F-4D97-AF65-F5344CB8AC3E}">
        <p14:creationId xmlns:p14="http://schemas.microsoft.com/office/powerpoint/2010/main" val="2823215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>
            <a:extLst>
              <a:ext uri="{FF2B5EF4-FFF2-40B4-BE49-F238E27FC236}">
                <a16:creationId xmlns:a16="http://schemas.microsoft.com/office/drawing/2014/main" id="{1F565243-9681-B2E3-763B-A2D94F96796E}"/>
              </a:ext>
            </a:extLst>
          </p:cNvPr>
          <p:cNvGrpSpPr/>
          <p:nvPr/>
        </p:nvGrpSpPr>
        <p:grpSpPr>
          <a:xfrm>
            <a:off x="-12556257" y="-47092"/>
            <a:ext cx="12494478" cy="6911993"/>
            <a:chOff x="12191999" y="-47092"/>
            <a:chExt cx="12494478" cy="6911993"/>
          </a:xfrm>
        </p:grpSpPr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2981E7A3-935D-48D3-B795-8A14F20A487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463"/>
            <a:stretch/>
          </p:blipFill>
          <p:spPr>
            <a:xfrm flipH="1">
              <a:off x="12198681" y="-41680"/>
              <a:ext cx="12487796" cy="6889814"/>
            </a:xfrm>
            <a:prstGeom prst="rect">
              <a:avLst/>
            </a:prstGeom>
          </p:spPr>
        </p:pic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8AA6FC20-0C95-1644-6322-6D889AD83837}"/>
                </a:ext>
              </a:extLst>
            </p:cNvPr>
            <p:cNvSpPr/>
            <p:nvPr/>
          </p:nvSpPr>
          <p:spPr>
            <a:xfrm>
              <a:off x="12191999" y="-47092"/>
              <a:ext cx="12494478" cy="6911993"/>
            </a:xfrm>
            <a:prstGeom prst="rect">
              <a:avLst/>
            </a:prstGeom>
            <a:solidFill>
              <a:srgbClr val="031828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82434AAD-6276-EC0A-31ED-589DD1285475}"/>
              </a:ext>
            </a:extLst>
          </p:cNvPr>
          <p:cNvSpPr txBox="1"/>
          <p:nvPr/>
        </p:nvSpPr>
        <p:spPr>
          <a:xfrm>
            <a:off x="3642075" y="7258068"/>
            <a:ext cx="55876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spc="600" dirty="0">
                <a:solidFill>
                  <a:schemeClr val="bg1"/>
                </a:solidFill>
                <a:latin typeface="Montserrat Light" pitchFamily="2" charset="77"/>
              </a:rPr>
              <a:t>WWW.PPTHEMES.COM 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5F5EEFC-97BA-E025-2DD1-0863FB7E0BFA}"/>
              </a:ext>
            </a:extLst>
          </p:cNvPr>
          <p:cNvGrpSpPr/>
          <p:nvPr/>
        </p:nvGrpSpPr>
        <p:grpSpPr>
          <a:xfrm>
            <a:off x="13030228" y="3718483"/>
            <a:ext cx="5921959" cy="2576208"/>
            <a:chOff x="594039" y="1299676"/>
            <a:chExt cx="7035597" cy="257620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D8A5DA-2CE6-3F64-7E91-ACA95B5D06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039" y="1299676"/>
              <a:ext cx="168293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eaLnBrk="1" hangingPunct="1"/>
              <a:r>
                <a:rPr lang="en-US" b="1" dirty="0">
                  <a:solidFill>
                    <a:schemeClr val="bg1"/>
                  </a:solidFill>
                  <a:latin typeface="Montserrat-Bold" panose="00000800000000000000" pitchFamily="50" charset="0"/>
                </a:rPr>
                <a:t>Investment</a:t>
              </a:r>
              <a:endParaRPr lang="ru-RU" b="1" dirty="0">
                <a:solidFill>
                  <a:schemeClr val="bg1"/>
                </a:solidFill>
                <a:latin typeface="Montserrat-Bold" panose="00000800000000000000" pitchFamily="50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EBFC41E-5DDA-04C1-4066-7217A5BDA3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75" y="1609238"/>
              <a:ext cx="7027661" cy="22666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eaLnBrk="1" hangingPunct="1">
                <a:lnSpc>
                  <a:spcPct val="150000"/>
                </a:lnSpc>
              </a:pP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Lorem ipsum dolor sit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amet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,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consectetur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adipiscing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elit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, sed do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eiusmod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tempor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incididunt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ut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labore</a:t>
              </a:r>
            </a:p>
            <a:p>
              <a:pPr eaLnBrk="1" hangingPunct="1">
                <a:lnSpc>
                  <a:spcPct val="150000"/>
                </a:lnSpc>
              </a:pPr>
              <a:endParaRPr lang="en-US" sz="1600" dirty="0">
                <a:solidFill>
                  <a:schemeClr val="bg1"/>
                </a:solidFill>
                <a:latin typeface="Montserrat Light" panose="00000400000000000000" pitchFamily="50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Lorem ipsum dolor sit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amet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,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consectetur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adipiscing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elit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, sed do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eiusmod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tempor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incididunt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ut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labore</a:t>
              </a:r>
              <a:endParaRPr lang="ru-RU" sz="1600" dirty="0">
                <a:solidFill>
                  <a:schemeClr val="bg1"/>
                </a:solidFill>
                <a:latin typeface="Montserrat Light" panose="00000400000000000000" pitchFamily="50" charset="0"/>
              </a:endParaRPr>
            </a:p>
            <a:p>
              <a:pPr eaLnBrk="1" hangingPunct="1">
                <a:lnSpc>
                  <a:spcPct val="150000"/>
                </a:lnSpc>
              </a:pPr>
              <a:endParaRPr lang="ru-RU" sz="1600" dirty="0">
                <a:solidFill>
                  <a:schemeClr val="bg1"/>
                </a:solidFill>
                <a:latin typeface="Montserrat Light" panose="00000400000000000000" pitchFamily="50" charset="0"/>
              </a:endParaRPr>
            </a:p>
          </p:txBody>
        </p:sp>
      </p:grpSp>
      <p:pic>
        <p:nvPicPr>
          <p:cNvPr id="59" name="Gráfico 117" descr="Rollo de diplomas con relleno sólido">
            <a:extLst>
              <a:ext uri="{FF2B5EF4-FFF2-40B4-BE49-F238E27FC236}">
                <a16:creationId xmlns:a16="http://schemas.microsoft.com/office/drawing/2014/main" id="{BF6E0A96-E5CA-A5EA-F2C7-B7CB0C45B6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38512" y="4763781"/>
            <a:ext cx="618363" cy="618363"/>
          </a:xfrm>
          <a:prstGeom prst="rect">
            <a:avLst/>
          </a:prstGeom>
        </p:spPr>
      </p:pic>
      <p:pic>
        <p:nvPicPr>
          <p:cNvPr id="60" name="Gráfico 118" descr="Libro abierto con relleno sólido">
            <a:extLst>
              <a:ext uri="{FF2B5EF4-FFF2-40B4-BE49-F238E27FC236}">
                <a16:creationId xmlns:a16="http://schemas.microsoft.com/office/drawing/2014/main" id="{94979502-95F1-81B0-EAE6-A392F863A2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60418" y="2922834"/>
            <a:ext cx="618363" cy="618363"/>
          </a:xfrm>
          <a:prstGeom prst="rect">
            <a:avLst/>
          </a:prstGeom>
        </p:spPr>
      </p:pic>
      <p:sp>
        <p:nvSpPr>
          <p:cNvPr id="74" name="Rectangle 73">
            <a:extLst>
              <a:ext uri="{FF2B5EF4-FFF2-40B4-BE49-F238E27FC236}">
                <a16:creationId xmlns:a16="http://schemas.microsoft.com/office/drawing/2014/main" id="{F53714C4-D0B0-696A-2886-56DEAF052418}"/>
              </a:ext>
            </a:extLst>
          </p:cNvPr>
          <p:cNvSpPr/>
          <p:nvPr/>
        </p:nvSpPr>
        <p:spPr>
          <a:xfrm>
            <a:off x="-9257" y="-16504"/>
            <a:ext cx="1749113" cy="68764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Diamond 38">
            <a:extLst>
              <a:ext uri="{FF2B5EF4-FFF2-40B4-BE49-F238E27FC236}">
                <a16:creationId xmlns:a16="http://schemas.microsoft.com/office/drawing/2014/main" id="{0A53FDB5-8B45-2506-A392-9D328D5A3EC3}"/>
              </a:ext>
            </a:extLst>
          </p:cNvPr>
          <p:cNvSpPr/>
          <p:nvPr/>
        </p:nvSpPr>
        <p:spPr>
          <a:xfrm rot="10800000">
            <a:off x="1810271" y="1310612"/>
            <a:ext cx="2160000" cy="21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Diamond 43">
            <a:extLst>
              <a:ext uri="{FF2B5EF4-FFF2-40B4-BE49-F238E27FC236}">
                <a16:creationId xmlns:a16="http://schemas.microsoft.com/office/drawing/2014/main" id="{516647C1-AC26-B8BD-B6BD-784002349759}"/>
              </a:ext>
            </a:extLst>
          </p:cNvPr>
          <p:cNvSpPr/>
          <p:nvPr/>
        </p:nvSpPr>
        <p:spPr>
          <a:xfrm rot="10800000">
            <a:off x="636223" y="168593"/>
            <a:ext cx="2160000" cy="21600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Diamond 44">
            <a:extLst>
              <a:ext uri="{FF2B5EF4-FFF2-40B4-BE49-F238E27FC236}">
                <a16:creationId xmlns:a16="http://schemas.microsoft.com/office/drawing/2014/main" id="{93A02406-42C1-74E2-EBD6-21A9CF95386A}"/>
              </a:ext>
            </a:extLst>
          </p:cNvPr>
          <p:cNvSpPr/>
          <p:nvPr/>
        </p:nvSpPr>
        <p:spPr>
          <a:xfrm rot="10800000">
            <a:off x="675929" y="2490816"/>
            <a:ext cx="2160000" cy="21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Diamond 46">
            <a:extLst>
              <a:ext uri="{FF2B5EF4-FFF2-40B4-BE49-F238E27FC236}">
                <a16:creationId xmlns:a16="http://schemas.microsoft.com/office/drawing/2014/main" id="{12C0E848-C645-0759-55B9-7047D013FA57}"/>
              </a:ext>
            </a:extLst>
          </p:cNvPr>
          <p:cNvSpPr/>
          <p:nvPr/>
        </p:nvSpPr>
        <p:spPr>
          <a:xfrm rot="10800000">
            <a:off x="-474486" y="1323166"/>
            <a:ext cx="2160000" cy="21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F3678745-9AF2-BB77-7593-F0AE6B6727FE}"/>
              </a:ext>
            </a:extLst>
          </p:cNvPr>
          <p:cNvGrpSpPr/>
          <p:nvPr/>
        </p:nvGrpSpPr>
        <p:grpSpPr>
          <a:xfrm>
            <a:off x="12179837" y="-27415"/>
            <a:ext cx="12295230" cy="7021885"/>
            <a:chOff x="12179837" y="-27415"/>
            <a:chExt cx="12295230" cy="7021885"/>
          </a:xfrm>
        </p:grpSpPr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6418733D-D1B2-F747-7069-67D7059788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477" b="368"/>
            <a:stretch/>
          </p:blipFill>
          <p:spPr>
            <a:xfrm>
              <a:off x="12179837" y="-27415"/>
              <a:ext cx="12192000" cy="6885415"/>
            </a:xfrm>
            <a:prstGeom prst="rect">
              <a:avLst/>
            </a:prstGeom>
          </p:spPr>
        </p:pic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1C17F809-3CC2-13F4-3B10-CFC3995CA323}"/>
                </a:ext>
              </a:extLst>
            </p:cNvPr>
            <p:cNvSpPr/>
            <p:nvPr/>
          </p:nvSpPr>
          <p:spPr>
            <a:xfrm>
              <a:off x="12206512" y="15795"/>
              <a:ext cx="12268555" cy="6978675"/>
            </a:xfrm>
            <a:prstGeom prst="rect">
              <a:avLst/>
            </a:prstGeom>
            <a:solidFill>
              <a:srgbClr val="031828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89507A28-5E48-4E7F-430F-1B1B21073D16}"/>
              </a:ext>
            </a:extLst>
          </p:cNvPr>
          <p:cNvSpPr txBox="1"/>
          <p:nvPr/>
        </p:nvSpPr>
        <p:spPr>
          <a:xfrm>
            <a:off x="2718899" y="101937"/>
            <a:ext cx="8052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Montserrat" pitchFamily="2" charset="77"/>
              </a:rPr>
              <a:t>DIFFERENCE</a:t>
            </a:r>
            <a:r>
              <a:rPr lang="en-US" dirty="0">
                <a:solidFill>
                  <a:schemeClr val="bg1"/>
                </a:solidFill>
                <a:latin typeface="Montserrat" pitchFamily="2" charset="77"/>
              </a:rPr>
              <a:t> BETWEEN MANAGERS &amp; LEADERS</a:t>
            </a:r>
          </a:p>
        </p:txBody>
      </p:sp>
      <p:sp>
        <p:nvSpPr>
          <p:cNvPr id="2" name="Diamond 1">
            <a:extLst>
              <a:ext uri="{FF2B5EF4-FFF2-40B4-BE49-F238E27FC236}">
                <a16:creationId xmlns:a16="http://schemas.microsoft.com/office/drawing/2014/main" id="{6B3EB092-21A8-BF96-1B5E-57FF48069252}"/>
              </a:ext>
            </a:extLst>
          </p:cNvPr>
          <p:cNvSpPr/>
          <p:nvPr/>
        </p:nvSpPr>
        <p:spPr>
          <a:xfrm>
            <a:off x="4167805" y="870149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iamond 2">
            <a:extLst>
              <a:ext uri="{FF2B5EF4-FFF2-40B4-BE49-F238E27FC236}">
                <a16:creationId xmlns:a16="http://schemas.microsoft.com/office/drawing/2014/main" id="{DC8345AD-E0CE-14E0-36DA-8948BB331F1E}"/>
              </a:ext>
            </a:extLst>
          </p:cNvPr>
          <p:cNvSpPr/>
          <p:nvPr/>
        </p:nvSpPr>
        <p:spPr>
          <a:xfrm>
            <a:off x="5523828" y="870149"/>
            <a:ext cx="360000" cy="3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4CE62A6B-AE28-F356-D2A6-4372D6F13B5F}"/>
              </a:ext>
            </a:extLst>
          </p:cNvPr>
          <p:cNvSpPr/>
          <p:nvPr/>
        </p:nvSpPr>
        <p:spPr>
          <a:xfrm>
            <a:off x="5086085" y="870149"/>
            <a:ext cx="360000" cy="360000"/>
          </a:xfrm>
          <a:prstGeom prst="diamond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6C334680-AE7F-681D-9365-38E5FD45E37D}"/>
              </a:ext>
            </a:extLst>
          </p:cNvPr>
          <p:cNvSpPr/>
          <p:nvPr/>
        </p:nvSpPr>
        <p:spPr>
          <a:xfrm>
            <a:off x="4626945" y="870149"/>
            <a:ext cx="360000" cy="3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E552111F-9E0A-09E0-5C9B-5CA21A9B2629}"/>
              </a:ext>
            </a:extLst>
          </p:cNvPr>
          <p:cNvSpPr/>
          <p:nvPr/>
        </p:nvSpPr>
        <p:spPr>
          <a:xfrm>
            <a:off x="5968632" y="870149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BAB0DE-720A-AD52-FC57-F7E5FC2DA66C}"/>
              </a:ext>
            </a:extLst>
          </p:cNvPr>
          <p:cNvSpPr txBox="1"/>
          <p:nvPr/>
        </p:nvSpPr>
        <p:spPr>
          <a:xfrm>
            <a:off x="1531508" y="151146"/>
            <a:ext cx="58441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rgbClr val="3C2077"/>
                </a:solidFill>
                <a:latin typeface="Lato Black" panose="020F0A02020204030203" pitchFamily="34" charset="0"/>
              </a:rPr>
              <a:t>LINKED LIST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83AE30F-4E94-429B-D989-D25B5508736C}"/>
              </a:ext>
            </a:extLst>
          </p:cNvPr>
          <p:cNvGrpSpPr/>
          <p:nvPr/>
        </p:nvGrpSpPr>
        <p:grpSpPr>
          <a:xfrm>
            <a:off x="4063857" y="1936026"/>
            <a:ext cx="7292720" cy="1886317"/>
            <a:chOff x="580198" y="-217309"/>
            <a:chExt cx="7027661" cy="188631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E2303EB-95D2-3092-530C-092C82DD02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039" y="1299676"/>
              <a:ext cx="168293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eaLnBrk="1" hangingPunct="1"/>
              <a:r>
                <a:rPr lang="en-US" b="1" dirty="0">
                  <a:solidFill>
                    <a:schemeClr val="bg1"/>
                  </a:solidFill>
                  <a:latin typeface="Montserrat-Bold" panose="00000800000000000000" pitchFamily="50" charset="0"/>
                </a:rPr>
                <a:t>Investment</a:t>
              </a:r>
              <a:endParaRPr lang="ru-RU" b="1" dirty="0">
                <a:solidFill>
                  <a:schemeClr val="bg1"/>
                </a:solidFill>
                <a:latin typeface="Montserrat-Bold" panose="00000800000000000000" pitchFamily="50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E918F80-2304-8C0C-67D4-DC19084FA2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0198" y="-217309"/>
              <a:ext cx="7027661" cy="16927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algn="just" eaLnBrk="1" hangingPunct="1"/>
              <a:r>
                <a:rPr lang="en-US" sz="2400" dirty="0">
                  <a:solidFill>
                    <a:srgbClr val="3C2077"/>
                  </a:solidFill>
                  <a:latin typeface="Lato" panose="020F0502020204030203" pitchFamily="34" charset="0"/>
                </a:rPr>
                <a:t>	A linked list consists of a single chain of nodes, each connected to the next by a link</a:t>
              </a:r>
            </a:p>
            <a:p>
              <a:pPr marL="342900" indent="-342900" algn="just" eaLnBrk="1" hangingPunct="1">
                <a:buFont typeface="Wingdings" panose="05000000000000000000" pitchFamily="2" charset="2"/>
                <a:buChar char="§"/>
              </a:pPr>
              <a:r>
                <a:rPr lang="en-US" sz="2400" dirty="0">
                  <a:solidFill>
                    <a:srgbClr val="3C2077"/>
                  </a:solidFill>
                  <a:latin typeface="Lato" panose="020F0502020204030203" pitchFamily="34" charset="0"/>
                </a:rPr>
                <a:t>The first node is called the </a:t>
              </a:r>
              <a:r>
                <a:rPr lang="en-US" sz="2800" b="1" dirty="0">
                  <a:solidFill>
                    <a:srgbClr val="3C2077"/>
                  </a:solidFill>
                  <a:latin typeface="Lato" panose="020F0502020204030203" pitchFamily="34" charset="0"/>
                </a:rPr>
                <a:t>head</a:t>
              </a:r>
              <a:r>
                <a:rPr lang="en-US" sz="2400" dirty="0">
                  <a:solidFill>
                    <a:srgbClr val="3C2077"/>
                  </a:solidFill>
                  <a:latin typeface="Lato" panose="020F0502020204030203" pitchFamily="34" charset="0"/>
                </a:rPr>
                <a:t> node</a:t>
              </a:r>
            </a:p>
            <a:p>
              <a:pPr marL="342900" indent="-342900" algn="just" eaLnBrk="1" hangingPunct="1">
                <a:buFont typeface="Wingdings" panose="05000000000000000000" pitchFamily="2" charset="2"/>
                <a:buChar char="§"/>
              </a:pPr>
              <a:r>
                <a:rPr lang="en-US" sz="2400" dirty="0">
                  <a:solidFill>
                    <a:srgbClr val="3C2077"/>
                  </a:solidFill>
                  <a:latin typeface="Lato" panose="020F0502020204030203" pitchFamily="34" charset="0"/>
                </a:rPr>
                <a:t>The last node serves as a kind of </a:t>
              </a:r>
              <a:r>
                <a:rPr lang="en-US" sz="2800" b="1" dirty="0">
                  <a:solidFill>
                    <a:srgbClr val="3C2077"/>
                  </a:solidFill>
                  <a:latin typeface="Lato" panose="020F0502020204030203" pitchFamily="34" charset="0"/>
                </a:rPr>
                <a:t>end</a:t>
              </a:r>
              <a:r>
                <a:rPr lang="en-US" sz="2400" dirty="0">
                  <a:solidFill>
                    <a:srgbClr val="3C2077"/>
                  </a:solidFill>
                  <a:latin typeface="Lato" panose="020F0502020204030203" pitchFamily="34" charset="0"/>
                </a:rPr>
                <a:t> marker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535571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roup 77">
            <a:extLst>
              <a:ext uri="{FF2B5EF4-FFF2-40B4-BE49-F238E27FC236}">
                <a16:creationId xmlns:a16="http://schemas.microsoft.com/office/drawing/2014/main" id="{84988345-E809-C211-070D-E3F769B71849}"/>
              </a:ext>
            </a:extLst>
          </p:cNvPr>
          <p:cNvGrpSpPr/>
          <p:nvPr/>
        </p:nvGrpSpPr>
        <p:grpSpPr>
          <a:xfrm>
            <a:off x="-12273144" y="-127577"/>
            <a:ext cx="12273144" cy="6985577"/>
            <a:chOff x="12150698" y="-127577"/>
            <a:chExt cx="12273144" cy="6985577"/>
          </a:xfrm>
        </p:grpSpPr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02C587CC-86BA-A9F9-7E34-259A7A24A6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" t="9062" r="-12" b="8051"/>
            <a:stretch/>
          </p:blipFill>
          <p:spPr>
            <a:xfrm>
              <a:off x="12155287" y="-120676"/>
              <a:ext cx="12268555" cy="6978676"/>
            </a:xfrm>
            <a:prstGeom prst="rect">
              <a:avLst/>
            </a:prstGeom>
          </p:spPr>
        </p:pic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1FAE76A5-FFA0-C8E2-6969-E923A09F36B4}"/>
                </a:ext>
              </a:extLst>
            </p:cNvPr>
            <p:cNvSpPr/>
            <p:nvPr/>
          </p:nvSpPr>
          <p:spPr>
            <a:xfrm>
              <a:off x="12150698" y="-127577"/>
              <a:ext cx="12268555" cy="6978675"/>
            </a:xfrm>
            <a:prstGeom prst="rect">
              <a:avLst/>
            </a:prstGeom>
            <a:solidFill>
              <a:srgbClr val="031828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82434AAD-6276-EC0A-31ED-589DD1285475}"/>
              </a:ext>
            </a:extLst>
          </p:cNvPr>
          <p:cNvSpPr txBox="1"/>
          <p:nvPr/>
        </p:nvSpPr>
        <p:spPr>
          <a:xfrm>
            <a:off x="3642075" y="7817081"/>
            <a:ext cx="55876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spc="600" dirty="0">
                <a:solidFill>
                  <a:schemeClr val="bg1"/>
                </a:solidFill>
                <a:latin typeface="Montserrat Light" pitchFamily="2" charset="77"/>
              </a:rPr>
              <a:t>WWW.PPTHEMES.COM </a:t>
            </a:r>
          </a:p>
        </p:txBody>
      </p:sp>
      <p:sp>
        <p:nvSpPr>
          <p:cNvPr id="48" name="Rectángulo: esquinas redondeadas 95">
            <a:extLst>
              <a:ext uri="{FF2B5EF4-FFF2-40B4-BE49-F238E27FC236}">
                <a16:creationId xmlns:a16="http://schemas.microsoft.com/office/drawing/2014/main" id="{F143FCCF-844C-6FBA-C53A-229E5264410E}"/>
              </a:ext>
            </a:extLst>
          </p:cNvPr>
          <p:cNvSpPr/>
          <p:nvPr/>
        </p:nvSpPr>
        <p:spPr>
          <a:xfrm rot="16200000">
            <a:off x="-7062384" y="1328221"/>
            <a:ext cx="2325187" cy="2799849"/>
          </a:xfrm>
          <a:prstGeom prst="roundRect">
            <a:avLst>
              <a:gd name="adj" fmla="val 2649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900"/>
          </a:p>
        </p:txBody>
      </p:sp>
      <p:sp>
        <p:nvSpPr>
          <p:cNvPr id="49" name="Rectángulo: esquinas redondeadas 92">
            <a:extLst>
              <a:ext uri="{FF2B5EF4-FFF2-40B4-BE49-F238E27FC236}">
                <a16:creationId xmlns:a16="http://schemas.microsoft.com/office/drawing/2014/main" id="{EB369193-D374-720B-2A8B-2ED6BA849A11}"/>
              </a:ext>
            </a:extLst>
          </p:cNvPr>
          <p:cNvSpPr/>
          <p:nvPr/>
        </p:nvSpPr>
        <p:spPr>
          <a:xfrm rot="10800000">
            <a:off x="-6821998" y="2615392"/>
            <a:ext cx="2325187" cy="2799849"/>
          </a:xfrm>
          <a:prstGeom prst="roundRect">
            <a:avLst>
              <a:gd name="adj" fmla="val 2649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900"/>
          </a:p>
        </p:txBody>
      </p:sp>
      <p:sp>
        <p:nvSpPr>
          <p:cNvPr id="50" name="Rectángulo: esquinas redondeadas 89">
            <a:extLst>
              <a:ext uri="{FF2B5EF4-FFF2-40B4-BE49-F238E27FC236}">
                <a16:creationId xmlns:a16="http://schemas.microsoft.com/office/drawing/2014/main" id="{67E37CEB-75F6-8038-9C44-EFEF0AA823E8}"/>
              </a:ext>
            </a:extLst>
          </p:cNvPr>
          <p:cNvSpPr/>
          <p:nvPr/>
        </p:nvSpPr>
        <p:spPr>
          <a:xfrm rot="5400000">
            <a:off x="-5534828" y="2378062"/>
            <a:ext cx="2325187" cy="2799849"/>
          </a:xfrm>
          <a:prstGeom prst="roundRect">
            <a:avLst>
              <a:gd name="adj" fmla="val 2649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900"/>
          </a:p>
        </p:txBody>
      </p:sp>
      <p:sp>
        <p:nvSpPr>
          <p:cNvPr id="51" name="Rectángulo: esquinas redondeadas 80">
            <a:extLst>
              <a:ext uri="{FF2B5EF4-FFF2-40B4-BE49-F238E27FC236}">
                <a16:creationId xmlns:a16="http://schemas.microsoft.com/office/drawing/2014/main" id="{CB25E3F7-C921-213D-6BE3-F1C9E6611905}"/>
              </a:ext>
            </a:extLst>
          </p:cNvPr>
          <p:cNvSpPr/>
          <p:nvPr/>
        </p:nvSpPr>
        <p:spPr>
          <a:xfrm>
            <a:off x="-5772159" y="1090891"/>
            <a:ext cx="2325187" cy="2799849"/>
          </a:xfrm>
          <a:prstGeom prst="roundRect">
            <a:avLst>
              <a:gd name="adj" fmla="val 2649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900"/>
          </a:p>
        </p:txBody>
      </p:sp>
      <p:sp>
        <p:nvSpPr>
          <p:cNvPr id="54" name="Forma libre: forma 83">
            <a:hlinkClick r:id="rId3" action="ppaction://hlinksldjump"/>
            <a:extLst>
              <a:ext uri="{FF2B5EF4-FFF2-40B4-BE49-F238E27FC236}">
                <a16:creationId xmlns:a16="http://schemas.microsoft.com/office/drawing/2014/main" id="{9423E9A2-8600-F78A-4482-66897FAF6FDF}"/>
              </a:ext>
            </a:extLst>
          </p:cNvPr>
          <p:cNvSpPr/>
          <p:nvPr/>
        </p:nvSpPr>
        <p:spPr>
          <a:xfrm>
            <a:off x="-5772159" y="1090891"/>
            <a:ext cx="693363" cy="2799849"/>
          </a:xfrm>
          <a:custGeom>
            <a:avLst/>
            <a:gdLst>
              <a:gd name="connsiteX0" fmla="*/ 1232256 w 1386725"/>
              <a:gd name="connsiteY0" fmla="*/ 0 h 5599697"/>
              <a:gd name="connsiteX1" fmla="*/ 1386725 w 1386725"/>
              <a:gd name="connsiteY1" fmla="*/ 0 h 5599697"/>
              <a:gd name="connsiteX2" fmla="*/ 1386725 w 1386725"/>
              <a:gd name="connsiteY2" fmla="*/ 5599697 h 5599697"/>
              <a:gd name="connsiteX3" fmla="*/ 1232256 w 1386725"/>
              <a:gd name="connsiteY3" fmla="*/ 5599697 h 5599697"/>
              <a:gd name="connsiteX4" fmla="*/ 0 w 1386725"/>
              <a:gd name="connsiteY4" fmla="*/ 4367441 h 5599697"/>
              <a:gd name="connsiteX5" fmla="*/ 0 w 1386725"/>
              <a:gd name="connsiteY5" fmla="*/ 1232256 h 5599697"/>
              <a:gd name="connsiteX6" fmla="*/ 1232256 w 1386725"/>
              <a:gd name="connsiteY6" fmla="*/ 0 h 559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6725" h="5599697">
                <a:moveTo>
                  <a:pt x="1232256" y="0"/>
                </a:moveTo>
                <a:lnTo>
                  <a:pt x="1386725" y="0"/>
                </a:lnTo>
                <a:lnTo>
                  <a:pt x="1386725" y="5599697"/>
                </a:lnTo>
                <a:lnTo>
                  <a:pt x="1232256" y="5599697"/>
                </a:lnTo>
                <a:cubicBezTo>
                  <a:pt x="551700" y="5599697"/>
                  <a:pt x="0" y="5047997"/>
                  <a:pt x="0" y="4367441"/>
                </a:cubicBezTo>
                <a:lnTo>
                  <a:pt x="0" y="1232256"/>
                </a:lnTo>
                <a:cubicBezTo>
                  <a:pt x="0" y="551700"/>
                  <a:pt x="551700" y="0"/>
                  <a:pt x="123225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O" sz="900"/>
          </a:p>
        </p:txBody>
      </p:sp>
      <p:sp>
        <p:nvSpPr>
          <p:cNvPr id="55" name="Forma libre: forma 90">
            <a:hlinkClick r:id="rId4" action="ppaction://hlinksldjump"/>
            <a:extLst>
              <a:ext uri="{FF2B5EF4-FFF2-40B4-BE49-F238E27FC236}">
                <a16:creationId xmlns:a16="http://schemas.microsoft.com/office/drawing/2014/main" id="{565E8740-9568-381E-4CBF-D28F1EE82394}"/>
              </a:ext>
            </a:extLst>
          </p:cNvPr>
          <p:cNvSpPr/>
          <p:nvPr/>
        </p:nvSpPr>
        <p:spPr>
          <a:xfrm rot="5400000">
            <a:off x="-4718915" y="1562150"/>
            <a:ext cx="693363" cy="2799849"/>
          </a:xfrm>
          <a:custGeom>
            <a:avLst/>
            <a:gdLst>
              <a:gd name="connsiteX0" fmla="*/ 1232256 w 1386725"/>
              <a:gd name="connsiteY0" fmla="*/ 0 h 5599697"/>
              <a:gd name="connsiteX1" fmla="*/ 1386725 w 1386725"/>
              <a:gd name="connsiteY1" fmla="*/ 0 h 5599697"/>
              <a:gd name="connsiteX2" fmla="*/ 1386725 w 1386725"/>
              <a:gd name="connsiteY2" fmla="*/ 5599697 h 5599697"/>
              <a:gd name="connsiteX3" fmla="*/ 1232256 w 1386725"/>
              <a:gd name="connsiteY3" fmla="*/ 5599697 h 5599697"/>
              <a:gd name="connsiteX4" fmla="*/ 0 w 1386725"/>
              <a:gd name="connsiteY4" fmla="*/ 4367441 h 5599697"/>
              <a:gd name="connsiteX5" fmla="*/ 0 w 1386725"/>
              <a:gd name="connsiteY5" fmla="*/ 1232256 h 5599697"/>
              <a:gd name="connsiteX6" fmla="*/ 1232256 w 1386725"/>
              <a:gd name="connsiteY6" fmla="*/ 0 h 559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6725" h="5599697">
                <a:moveTo>
                  <a:pt x="1232256" y="0"/>
                </a:moveTo>
                <a:lnTo>
                  <a:pt x="1386725" y="0"/>
                </a:lnTo>
                <a:lnTo>
                  <a:pt x="1386725" y="5599697"/>
                </a:lnTo>
                <a:lnTo>
                  <a:pt x="1232256" y="5599697"/>
                </a:lnTo>
                <a:cubicBezTo>
                  <a:pt x="551700" y="5599697"/>
                  <a:pt x="0" y="5047997"/>
                  <a:pt x="0" y="4367441"/>
                </a:cubicBezTo>
                <a:lnTo>
                  <a:pt x="0" y="1232256"/>
                </a:lnTo>
                <a:cubicBezTo>
                  <a:pt x="0" y="551700"/>
                  <a:pt x="551700" y="0"/>
                  <a:pt x="123225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O" sz="900"/>
          </a:p>
        </p:txBody>
      </p:sp>
      <p:sp>
        <p:nvSpPr>
          <p:cNvPr id="56" name="Forma libre: forma 93">
            <a:extLst>
              <a:ext uri="{FF2B5EF4-FFF2-40B4-BE49-F238E27FC236}">
                <a16:creationId xmlns:a16="http://schemas.microsoft.com/office/drawing/2014/main" id="{2FA1FF17-ACB8-4C9B-703B-3BFD14450726}"/>
              </a:ext>
            </a:extLst>
          </p:cNvPr>
          <p:cNvSpPr/>
          <p:nvPr/>
        </p:nvSpPr>
        <p:spPr>
          <a:xfrm rot="10800000">
            <a:off x="-5190174" y="2615392"/>
            <a:ext cx="693363" cy="2799849"/>
          </a:xfrm>
          <a:custGeom>
            <a:avLst/>
            <a:gdLst>
              <a:gd name="connsiteX0" fmla="*/ 1232256 w 1386725"/>
              <a:gd name="connsiteY0" fmla="*/ 0 h 5599697"/>
              <a:gd name="connsiteX1" fmla="*/ 1386725 w 1386725"/>
              <a:gd name="connsiteY1" fmla="*/ 0 h 5599697"/>
              <a:gd name="connsiteX2" fmla="*/ 1386725 w 1386725"/>
              <a:gd name="connsiteY2" fmla="*/ 5599697 h 5599697"/>
              <a:gd name="connsiteX3" fmla="*/ 1232256 w 1386725"/>
              <a:gd name="connsiteY3" fmla="*/ 5599697 h 5599697"/>
              <a:gd name="connsiteX4" fmla="*/ 0 w 1386725"/>
              <a:gd name="connsiteY4" fmla="*/ 4367441 h 5599697"/>
              <a:gd name="connsiteX5" fmla="*/ 0 w 1386725"/>
              <a:gd name="connsiteY5" fmla="*/ 1232256 h 5599697"/>
              <a:gd name="connsiteX6" fmla="*/ 1232256 w 1386725"/>
              <a:gd name="connsiteY6" fmla="*/ 0 h 559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6725" h="5599697">
                <a:moveTo>
                  <a:pt x="1232256" y="0"/>
                </a:moveTo>
                <a:lnTo>
                  <a:pt x="1386725" y="0"/>
                </a:lnTo>
                <a:lnTo>
                  <a:pt x="1386725" y="5599697"/>
                </a:lnTo>
                <a:lnTo>
                  <a:pt x="1232256" y="5599697"/>
                </a:lnTo>
                <a:cubicBezTo>
                  <a:pt x="551700" y="5599697"/>
                  <a:pt x="0" y="5047997"/>
                  <a:pt x="0" y="4367441"/>
                </a:cubicBezTo>
                <a:lnTo>
                  <a:pt x="0" y="1232256"/>
                </a:lnTo>
                <a:cubicBezTo>
                  <a:pt x="0" y="551700"/>
                  <a:pt x="551700" y="0"/>
                  <a:pt x="123225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O" sz="900"/>
          </a:p>
        </p:txBody>
      </p:sp>
      <p:sp>
        <p:nvSpPr>
          <p:cNvPr id="57" name="Forma libre: forma 96">
            <a:extLst>
              <a:ext uri="{FF2B5EF4-FFF2-40B4-BE49-F238E27FC236}">
                <a16:creationId xmlns:a16="http://schemas.microsoft.com/office/drawing/2014/main" id="{151D9F2D-B898-054B-BE4F-1AF17192A10A}"/>
              </a:ext>
            </a:extLst>
          </p:cNvPr>
          <p:cNvSpPr/>
          <p:nvPr/>
        </p:nvSpPr>
        <p:spPr>
          <a:xfrm rot="16200000">
            <a:off x="-6246472" y="2144133"/>
            <a:ext cx="693363" cy="2799849"/>
          </a:xfrm>
          <a:custGeom>
            <a:avLst/>
            <a:gdLst>
              <a:gd name="connsiteX0" fmla="*/ 1232256 w 1386725"/>
              <a:gd name="connsiteY0" fmla="*/ 0 h 5599697"/>
              <a:gd name="connsiteX1" fmla="*/ 1386725 w 1386725"/>
              <a:gd name="connsiteY1" fmla="*/ 0 h 5599697"/>
              <a:gd name="connsiteX2" fmla="*/ 1386725 w 1386725"/>
              <a:gd name="connsiteY2" fmla="*/ 5599697 h 5599697"/>
              <a:gd name="connsiteX3" fmla="*/ 1232256 w 1386725"/>
              <a:gd name="connsiteY3" fmla="*/ 5599697 h 5599697"/>
              <a:gd name="connsiteX4" fmla="*/ 0 w 1386725"/>
              <a:gd name="connsiteY4" fmla="*/ 4367441 h 5599697"/>
              <a:gd name="connsiteX5" fmla="*/ 0 w 1386725"/>
              <a:gd name="connsiteY5" fmla="*/ 1232256 h 5599697"/>
              <a:gd name="connsiteX6" fmla="*/ 1232256 w 1386725"/>
              <a:gd name="connsiteY6" fmla="*/ 0 h 559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6725" h="5599697">
                <a:moveTo>
                  <a:pt x="1232256" y="0"/>
                </a:moveTo>
                <a:lnTo>
                  <a:pt x="1386725" y="0"/>
                </a:lnTo>
                <a:lnTo>
                  <a:pt x="1386725" y="5599697"/>
                </a:lnTo>
                <a:lnTo>
                  <a:pt x="1232256" y="5599697"/>
                </a:lnTo>
                <a:cubicBezTo>
                  <a:pt x="551700" y="5599697"/>
                  <a:pt x="0" y="5047997"/>
                  <a:pt x="0" y="4367441"/>
                </a:cubicBezTo>
                <a:lnTo>
                  <a:pt x="0" y="1232256"/>
                </a:lnTo>
                <a:cubicBezTo>
                  <a:pt x="0" y="551700"/>
                  <a:pt x="551700" y="0"/>
                  <a:pt x="123225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O" sz="900"/>
          </a:p>
        </p:txBody>
      </p:sp>
      <p:pic>
        <p:nvPicPr>
          <p:cNvPr id="58" name="Gráfico 116" descr="Aula de clases con relleno sólido">
            <a:extLst>
              <a:ext uri="{FF2B5EF4-FFF2-40B4-BE49-F238E27FC236}">
                <a16:creationId xmlns:a16="http://schemas.microsoft.com/office/drawing/2014/main" id="{6CD7C831-4AD7-16EF-389B-D75CDE0B13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6990695" y="3197376"/>
            <a:ext cx="618363" cy="618363"/>
          </a:xfrm>
          <a:prstGeom prst="rect">
            <a:avLst/>
          </a:prstGeom>
        </p:spPr>
      </p:pic>
      <p:pic>
        <p:nvPicPr>
          <p:cNvPr id="59" name="Gráfico 117" descr="Rollo de diplomas con relleno sólido">
            <a:extLst>
              <a:ext uri="{FF2B5EF4-FFF2-40B4-BE49-F238E27FC236}">
                <a16:creationId xmlns:a16="http://schemas.microsoft.com/office/drawing/2014/main" id="{BF6E0A96-E5CA-A5EA-F2C7-B7CB0C45B66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5152674" y="4531506"/>
            <a:ext cx="618363" cy="618363"/>
          </a:xfrm>
          <a:prstGeom prst="rect">
            <a:avLst/>
          </a:prstGeom>
        </p:spPr>
      </p:pic>
      <p:pic>
        <p:nvPicPr>
          <p:cNvPr id="60" name="Gráfico 118" descr="Libro abierto con relleno sólido">
            <a:extLst>
              <a:ext uri="{FF2B5EF4-FFF2-40B4-BE49-F238E27FC236}">
                <a16:creationId xmlns:a16="http://schemas.microsoft.com/office/drawing/2014/main" id="{94979502-95F1-81B0-EAE6-A392F863A2E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3830768" y="2690559"/>
            <a:ext cx="618363" cy="618363"/>
          </a:xfrm>
          <a:prstGeom prst="rect">
            <a:avLst/>
          </a:prstGeom>
        </p:spPr>
      </p:pic>
      <p:pic>
        <p:nvPicPr>
          <p:cNvPr id="61" name="Gráfico 119" descr="Círculos con flechas con relleno sólido">
            <a:extLst>
              <a:ext uri="{FF2B5EF4-FFF2-40B4-BE49-F238E27FC236}">
                <a16:creationId xmlns:a16="http://schemas.microsoft.com/office/drawing/2014/main" id="{A4B28701-F830-58A6-FBB3-9CA96158E9E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-5716876" y="1321916"/>
            <a:ext cx="618363" cy="618363"/>
          </a:xfrm>
          <a:prstGeom prst="rect">
            <a:avLst/>
          </a:prstGeom>
        </p:spPr>
      </p:pic>
      <p:sp>
        <p:nvSpPr>
          <p:cNvPr id="62" name="CuadroTexto 120">
            <a:extLst>
              <a:ext uri="{FF2B5EF4-FFF2-40B4-BE49-F238E27FC236}">
                <a16:creationId xmlns:a16="http://schemas.microsoft.com/office/drawing/2014/main" id="{3F96636D-1E4C-CDC3-A333-C01DC4754658}"/>
              </a:ext>
            </a:extLst>
          </p:cNvPr>
          <p:cNvSpPr txBox="1"/>
          <p:nvPr/>
        </p:nvSpPr>
        <p:spPr>
          <a:xfrm>
            <a:off x="-4805608" y="1484772"/>
            <a:ext cx="11420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solidFill>
                  <a:schemeClr val="accent5"/>
                </a:solidFill>
                <a:latin typeface="Montserrat Black" panose="00000A00000000000000" pitchFamily="50" charset="0"/>
              </a:rPr>
              <a:t>1</a:t>
            </a:r>
          </a:p>
          <a:p>
            <a:pPr algn="ctr"/>
            <a:r>
              <a:rPr lang="es-ES" sz="1600" dirty="0">
                <a:solidFill>
                  <a:schemeClr val="tx2"/>
                </a:solidFill>
                <a:latin typeface="Lato" panose="020F0502020204030203" pitchFamily="34" charset="0"/>
              </a:rPr>
              <a:t>A LEADER</a:t>
            </a:r>
          </a:p>
          <a:p>
            <a:pPr algn="ctr"/>
            <a:r>
              <a:rPr lang="es-ES" sz="1600" dirty="0">
                <a:solidFill>
                  <a:schemeClr val="tx2"/>
                </a:solidFill>
                <a:latin typeface="Lato" panose="020F0502020204030203" pitchFamily="34" charset="0"/>
              </a:rPr>
              <a:t>IS</a:t>
            </a:r>
            <a:endParaRPr lang="es-CO" sz="2000" dirty="0">
              <a:solidFill>
                <a:schemeClr val="tx2"/>
              </a:solidFill>
              <a:latin typeface="Lato" panose="020F0502020204030203" pitchFamily="34" charset="0"/>
            </a:endParaRPr>
          </a:p>
        </p:txBody>
      </p:sp>
      <p:sp>
        <p:nvSpPr>
          <p:cNvPr id="63" name="CuadroTexto 121">
            <a:extLst>
              <a:ext uri="{FF2B5EF4-FFF2-40B4-BE49-F238E27FC236}">
                <a16:creationId xmlns:a16="http://schemas.microsoft.com/office/drawing/2014/main" id="{CB1C02FD-A69C-F033-3600-CAA6F13FD521}"/>
              </a:ext>
            </a:extLst>
          </p:cNvPr>
          <p:cNvSpPr txBox="1"/>
          <p:nvPr/>
        </p:nvSpPr>
        <p:spPr>
          <a:xfrm>
            <a:off x="-4396714" y="3696529"/>
            <a:ext cx="128276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solidFill>
                  <a:schemeClr val="accent2"/>
                </a:solidFill>
                <a:latin typeface="Montserrat Black" panose="00000A00000000000000" pitchFamily="50" charset="0"/>
              </a:rPr>
              <a:t>2</a:t>
            </a:r>
          </a:p>
          <a:p>
            <a:pPr algn="ctr"/>
            <a:r>
              <a:rPr lang="es-ES" sz="1400" dirty="0">
                <a:solidFill>
                  <a:schemeClr val="tx2"/>
                </a:solidFill>
                <a:latin typeface="Lato" panose="020F0502020204030203" pitchFamily="34" charset="0"/>
              </a:rPr>
              <a:t>A MANAGER </a:t>
            </a:r>
          </a:p>
          <a:p>
            <a:pPr algn="ctr"/>
            <a:r>
              <a:rPr lang="es-ES" dirty="0">
                <a:solidFill>
                  <a:schemeClr val="tx2"/>
                </a:solidFill>
                <a:latin typeface="Lato" panose="020F0502020204030203" pitchFamily="34" charset="0"/>
              </a:rPr>
              <a:t>IS</a:t>
            </a:r>
            <a:endParaRPr lang="es-CO" dirty="0">
              <a:solidFill>
                <a:schemeClr val="tx2"/>
              </a:solidFill>
              <a:latin typeface="Lato" panose="020F0502020204030203" pitchFamily="34" charset="0"/>
            </a:endParaRPr>
          </a:p>
          <a:p>
            <a:pPr algn="ctr"/>
            <a:endParaRPr lang="es-CO" sz="2400" dirty="0">
              <a:solidFill>
                <a:schemeClr val="tx2"/>
              </a:solidFill>
              <a:latin typeface="Lato" panose="020F0502020204030203" pitchFamily="34" charset="0"/>
            </a:endParaRPr>
          </a:p>
        </p:txBody>
      </p:sp>
      <p:sp>
        <p:nvSpPr>
          <p:cNvPr id="64" name="CuadroTexto 122">
            <a:extLst>
              <a:ext uri="{FF2B5EF4-FFF2-40B4-BE49-F238E27FC236}">
                <a16:creationId xmlns:a16="http://schemas.microsoft.com/office/drawing/2014/main" id="{53937A46-EFC4-D48C-31CF-30041DB2E320}"/>
              </a:ext>
            </a:extLst>
          </p:cNvPr>
          <p:cNvSpPr txBox="1"/>
          <p:nvPr/>
        </p:nvSpPr>
        <p:spPr>
          <a:xfrm>
            <a:off x="-6476102" y="4106476"/>
            <a:ext cx="1142067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solidFill>
                  <a:schemeClr val="accent3"/>
                </a:solidFill>
                <a:latin typeface="Montserrat Black" panose="00000A00000000000000" pitchFamily="50" charset="0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srgbClr val="212745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A LEADER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b="0" i="0" u="none" strike="noStrike" kern="1200" cap="none" spc="0" normalizeH="0" baseline="0" noProof="0" dirty="0">
                <a:ln>
                  <a:noFill/>
                </a:ln>
                <a:solidFill>
                  <a:srgbClr val="212745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IS</a:t>
            </a:r>
            <a:endParaRPr lang="es-CO" dirty="0">
              <a:solidFill>
                <a:schemeClr val="tx2"/>
              </a:solidFill>
              <a:latin typeface="Lato" panose="020F0502020204030203" pitchFamily="34" charset="0"/>
            </a:endParaRPr>
          </a:p>
        </p:txBody>
      </p:sp>
      <p:sp>
        <p:nvSpPr>
          <p:cNvPr id="65" name="CuadroTexto 123">
            <a:extLst>
              <a:ext uri="{FF2B5EF4-FFF2-40B4-BE49-F238E27FC236}">
                <a16:creationId xmlns:a16="http://schemas.microsoft.com/office/drawing/2014/main" id="{CC38C022-1785-34A0-254B-E713811BECF3}"/>
              </a:ext>
            </a:extLst>
          </p:cNvPr>
          <p:cNvSpPr txBox="1"/>
          <p:nvPr/>
        </p:nvSpPr>
        <p:spPr>
          <a:xfrm>
            <a:off x="-7017456" y="1854103"/>
            <a:ext cx="114206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solidFill>
                  <a:schemeClr val="accent4"/>
                </a:solidFill>
                <a:latin typeface="Montserrat Black" panose="00000A00000000000000" pitchFamily="50" charset="0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srgbClr val="212745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A MANAGER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212745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IS</a:t>
            </a:r>
            <a:endParaRPr kumimoji="0" lang="es-CO" sz="1800" b="0" i="0" u="none" strike="noStrike" kern="1200" cap="none" spc="0" normalizeH="0" baseline="0" noProof="0" dirty="0">
              <a:ln>
                <a:noFill/>
              </a:ln>
              <a:solidFill>
                <a:srgbClr val="212745"/>
              </a:solidFill>
              <a:effectLst/>
              <a:uLnTx/>
              <a:uFillTx/>
              <a:latin typeface="Lato" panose="020F0502020204030203" pitchFamily="34" charset="0"/>
              <a:ea typeface="+mn-ea"/>
              <a:cs typeface="+mn-cs"/>
            </a:endParaRPr>
          </a:p>
        </p:txBody>
      </p:sp>
      <p:grpSp>
        <p:nvGrpSpPr>
          <p:cNvPr id="66" name="Grupo 79">
            <a:extLst>
              <a:ext uri="{FF2B5EF4-FFF2-40B4-BE49-F238E27FC236}">
                <a16:creationId xmlns:a16="http://schemas.microsoft.com/office/drawing/2014/main" id="{932B9389-E17E-D310-8F84-7C433D88A7CB}"/>
              </a:ext>
            </a:extLst>
          </p:cNvPr>
          <p:cNvGrpSpPr/>
          <p:nvPr/>
        </p:nvGrpSpPr>
        <p:grpSpPr>
          <a:xfrm>
            <a:off x="-5772159" y="2605767"/>
            <a:ext cx="1275348" cy="1275348"/>
            <a:chOff x="9095873" y="4745254"/>
            <a:chExt cx="2550695" cy="2550695"/>
          </a:xfrm>
        </p:grpSpPr>
        <p:sp>
          <p:nvSpPr>
            <p:cNvPr id="67" name="Elipse 78">
              <a:extLst>
                <a:ext uri="{FF2B5EF4-FFF2-40B4-BE49-F238E27FC236}">
                  <a16:creationId xmlns:a16="http://schemas.microsoft.com/office/drawing/2014/main" id="{295FFC8C-44F1-A874-8766-6D52947DC9CD}"/>
                </a:ext>
              </a:extLst>
            </p:cNvPr>
            <p:cNvSpPr/>
            <p:nvPr/>
          </p:nvSpPr>
          <p:spPr>
            <a:xfrm>
              <a:off x="9095873" y="4745254"/>
              <a:ext cx="2550695" cy="2550695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900"/>
            </a:p>
          </p:txBody>
        </p:sp>
        <p:sp>
          <p:nvSpPr>
            <p:cNvPr id="68" name="Elipse 77">
              <a:extLst>
                <a:ext uri="{FF2B5EF4-FFF2-40B4-BE49-F238E27FC236}">
                  <a16:creationId xmlns:a16="http://schemas.microsoft.com/office/drawing/2014/main" id="{C4B04818-C0A1-BA13-DD0D-7DC1EBA2527C}"/>
                </a:ext>
              </a:extLst>
            </p:cNvPr>
            <p:cNvSpPr/>
            <p:nvPr/>
          </p:nvSpPr>
          <p:spPr>
            <a:xfrm>
              <a:off x="9432758" y="5101389"/>
              <a:ext cx="1876926" cy="187692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900"/>
            </a:p>
          </p:txBody>
        </p:sp>
      </p:grpSp>
      <p:pic>
        <p:nvPicPr>
          <p:cNvPr id="69" name="Gráfico 115" descr="Libros en una estantería con relleno sólido">
            <a:extLst>
              <a:ext uri="{FF2B5EF4-FFF2-40B4-BE49-F238E27FC236}">
                <a16:creationId xmlns:a16="http://schemas.microsoft.com/office/drawing/2014/main" id="{8512958B-0354-4B46-9BBA-BE1177D874D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5461856" y="2906130"/>
            <a:ext cx="618363" cy="618363"/>
          </a:xfrm>
          <a:prstGeom prst="rect">
            <a:avLst/>
          </a:prstGeom>
        </p:spPr>
      </p:pic>
      <p:sp>
        <p:nvSpPr>
          <p:cNvPr id="74" name="Rectangle 73">
            <a:extLst>
              <a:ext uri="{FF2B5EF4-FFF2-40B4-BE49-F238E27FC236}">
                <a16:creationId xmlns:a16="http://schemas.microsoft.com/office/drawing/2014/main" id="{F53714C4-D0B0-696A-2886-56DEAF052418}"/>
              </a:ext>
            </a:extLst>
          </p:cNvPr>
          <p:cNvSpPr/>
          <p:nvPr/>
        </p:nvSpPr>
        <p:spPr>
          <a:xfrm>
            <a:off x="-9257" y="-4929"/>
            <a:ext cx="1749113" cy="68764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Diamond 38">
            <a:extLst>
              <a:ext uri="{FF2B5EF4-FFF2-40B4-BE49-F238E27FC236}">
                <a16:creationId xmlns:a16="http://schemas.microsoft.com/office/drawing/2014/main" id="{0A53FDB5-8B45-2506-A392-9D328D5A3EC3}"/>
              </a:ext>
            </a:extLst>
          </p:cNvPr>
          <p:cNvSpPr/>
          <p:nvPr/>
        </p:nvSpPr>
        <p:spPr>
          <a:xfrm rot="16200000">
            <a:off x="686985" y="2472083"/>
            <a:ext cx="2160000" cy="21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Diamond 43">
            <a:extLst>
              <a:ext uri="{FF2B5EF4-FFF2-40B4-BE49-F238E27FC236}">
                <a16:creationId xmlns:a16="http://schemas.microsoft.com/office/drawing/2014/main" id="{516647C1-AC26-B8BD-B6BD-784002349759}"/>
              </a:ext>
            </a:extLst>
          </p:cNvPr>
          <p:cNvSpPr/>
          <p:nvPr/>
        </p:nvSpPr>
        <p:spPr>
          <a:xfrm rot="16200000">
            <a:off x="1829004" y="1298035"/>
            <a:ext cx="2160000" cy="21600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Diamond 44">
            <a:extLst>
              <a:ext uri="{FF2B5EF4-FFF2-40B4-BE49-F238E27FC236}">
                <a16:creationId xmlns:a16="http://schemas.microsoft.com/office/drawing/2014/main" id="{93A02406-42C1-74E2-EBD6-21A9CF95386A}"/>
              </a:ext>
            </a:extLst>
          </p:cNvPr>
          <p:cNvSpPr/>
          <p:nvPr/>
        </p:nvSpPr>
        <p:spPr>
          <a:xfrm rot="16200000">
            <a:off x="-493219" y="1337741"/>
            <a:ext cx="2160000" cy="21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Diamond 46">
            <a:extLst>
              <a:ext uri="{FF2B5EF4-FFF2-40B4-BE49-F238E27FC236}">
                <a16:creationId xmlns:a16="http://schemas.microsoft.com/office/drawing/2014/main" id="{12C0E848-C645-0759-55B9-7047D013FA57}"/>
              </a:ext>
            </a:extLst>
          </p:cNvPr>
          <p:cNvSpPr/>
          <p:nvPr/>
        </p:nvSpPr>
        <p:spPr>
          <a:xfrm rot="16200000">
            <a:off x="674431" y="187326"/>
            <a:ext cx="2160000" cy="21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9507A28-5E48-4E7F-430F-1B1B21073D16}"/>
              </a:ext>
            </a:extLst>
          </p:cNvPr>
          <p:cNvSpPr txBox="1"/>
          <p:nvPr/>
        </p:nvSpPr>
        <p:spPr>
          <a:xfrm>
            <a:off x="2758387" y="631904"/>
            <a:ext cx="80524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Montserrat" pitchFamily="2" charset="77"/>
              </a:rPr>
              <a:t>SYLES OF LEADERS</a:t>
            </a:r>
            <a:endParaRPr lang="en-US" sz="3200" dirty="0">
              <a:solidFill>
                <a:schemeClr val="bg1"/>
              </a:solidFill>
              <a:latin typeface="Montserrat" pitchFamily="2" charset="77"/>
            </a:endParaRP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4CD3A6B7-3F1B-F2DD-0C30-AFE1B7ED5A06}"/>
              </a:ext>
            </a:extLst>
          </p:cNvPr>
          <p:cNvSpPr txBox="1">
            <a:spLocks/>
          </p:cNvSpPr>
          <p:nvPr/>
        </p:nvSpPr>
        <p:spPr>
          <a:xfrm>
            <a:off x="8289060" y="5116530"/>
            <a:ext cx="1400326" cy="78288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050">
                <a:solidFill>
                  <a:schemeClr val="bg1"/>
                </a:solidFill>
              </a:rPr>
              <a:t>Lorem ipsum dolor sit amet, consectetur adipiscing elit, sed do</a:t>
            </a:r>
            <a:endParaRPr lang="ru-RU" sz="1050">
              <a:solidFill>
                <a:schemeClr val="bg1"/>
              </a:solidFill>
            </a:endParaRPr>
          </a:p>
          <a:p>
            <a:pPr algn="ctr"/>
            <a:endParaRPr lang="ru-RU" sz="1050" dirty="0">
              <a:solidFill>
                <a:schemeClr val="bg1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F63D211-71DA-16D5-949B-EBD60B073A6A}"/>
              </a:ext>
            </a:extLst>
          </p:cNvPr>
          <p:cNvSpPr txBox="1">
            <a:spLocks/>
          </p:cNvSpPr>
          <p:nvPr/>
        </p:nvSpPr>
        <p:spPr>
          <a:xfrm>
            <a:off x="9761899" y="5116530"/>
            <a:ext cx="1400326" cy="78288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050">
                <a:solidFill>
                  <a:schemeClr val="bg1"/>
                </a:solidFill>
              </a:rPr>
              <a:t>Lorem ipsum dolor sit amet, consectetur adipiscing elit, sed do</a:t>
            </a:r>
            <a:endParaRPr lang="ru-RU" sz="1050">
              <a:solidFill>
                <a:schemeClr val="bg1"/>
              </a:solidFill>
            </a:endParaRPr>
          </a:p>
          <a:p>
            <a:pPr algn="ctr"/>
            <a:endParaRPr lang="ru-RU" sz="1050" dirty="0">
              <a:solidFill>
                <a:schemeClr val="bg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F3022B-090C-77FC-64FD-F95BF94621F5}"/>
              </a:ext>
            </a:extLst>
          </p:cNvPr>
          <p:cNvSpPr txBox="1"/>
          <p:nvPr/>
        </p:nvSpPr>
        <p:spPr>
          <a:xfrm>
            <a:off x="2142148" y="-685517"/>
            <a:ext cx="80524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Montserrat" pitchFamily="2" charset="77"/>
              </a:rPr>
              <a:t>THANKS</a:t>
            </a:r>
            <a:endParaRPr lang="en-US" sz="3200" dirty="0">
              <a:solidFill>
                <a:schemeClr val="bg1"/>
              </a:solidFill>
              <a:latin typeface="Montserrat" pitchFamily="2" charset="7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2AFBC03-8988-8C4C-3F88-765ED01F9725}"/>
              </a:ext>
            </a:extLst>
          </p:cNvPr>
          <p:cNvSpPr txBox="1"/>
          <p:nvPr/>
        </p:nvSpPr>
        <p:spPr>
          <a:xfrm>
            <a:off x="2142148" y="-1886401"/>
            <a:ext cx="80524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noFill/>
                <a:latin typeface="Montserrat" pitchFamily="2" charset="77"/>
              </a:rPr>
              <a:t>THANKS</a:t>
            </a:r>
            <a:endParaRPr lang="en-US" sz="3200" dirty="0">
              <a:ln>
                <a:solidFill>
                  <a:schemeClr val="bg1"/>
                </a:solidFill>
              </a:ln>
              <a:noFill/>
              <a:latin typeface="Montserrat" pitchFamily="2" charset="7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DB7D477-3E34-B366-7039-F9EB56ECCAFC}"/>
              </a:ext>
            </a:extLst>
          </p:cNvPr>
          <p:cNvSpPr txBox="1"/>
          <p:nvPr/>
        </p:nvSpPr>
        <p:spPr>
          <a:xfrm>
            <a:off x="2142148" y="6931386"/>
            <a:ext cx="80524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noFill/>
                <a:latin typeface="Montserrat" pitchFamily="2" charset="77"/>
              </a:rPr>
              <a:t>THANKS</a:t>
            </a:r>
            <a:endParaRPr lang="en-US" sz="3200" dirty="0">
              <a:ln>
                <a:solidFill>
                  <a:schemeClr val="bg1"/>
                </a:solidFill>
              </a:ln>
              <a:noFill/>
              <a:latin typeface="Montserrat" pitchFamily="2" charset="7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0EA0FCC-21F0-9E42-F23A-ECA1CB4A58CC}"/>
              </a:ext>
            </a:extLst>
          </p:cNvPr>
          <p:cNvSpPr txBox="1"/>
          <p:nvPr/>
        </p:nvSpPr>
        <p:spPr>
          <a:xfrm>
            <a:off x="3302155" y="7390227"/>
            <a:ext cx="55876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spc="600" dirty="0">
                <a:solidFill>
                  <a:schemeClr val="bg1"/>
                </a:solidFill>
                <a:latin typeface="Montserrat Light" pitchFamily="2" charset="77"/>
              </a:rPr>
              <a:t>BY JOLIE</a:t>
            </a:r>
          </a:p>
          <a:p>
            <a:pPr algn="ctr"/>
            <a:r>
              <a:rPr lang="en-US" sz="1200" spc="600" dirty="0">
                <a:solidFill>
                  <a:srgbClr val="FFAA19"/>
                </a:solidFill>
                <a:latin typeface="Montserrat Light" pitchFamily="2" charset="77"/>
              </a:rPr>
              <a:t>DOWNLOAD FOR FREE ON</a:t>
            </a: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5F0ED3E3-1FB2-7CD1-558D-5F5D150F8E18}"/>
              </a:ext>
            </a:extLst>
          </p:cNvPr>
          <p:cNvSpPr/>
          <p:nvPr/>
        </p:nvSpPr>
        <p:spPr>
          <a:xfrm>
            <a:off x="4167805" y="870149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iamond 14">
            <a:extLst>
              <a:ext uri="{FF2B5EF4-FFF2-40B4-BE49-F238E27FC236}">
                <a16:creationId xmlns:a16="http://schemas.microsoft.com/office/drawing/2014/main" id="{3835E1D3-7CD1-04E1-D0CE-30EAB56A004E}"/>
              </a:ext>
            </a:extLst>
          </p:cNvPr>
          <p:cNvSpPr/>
          <p:nvPr/>
        </p:nvSpPr>
        <p:spPr>
          <a:xfrm>
            <a:off x="5523828" y="870149"/>
            <a:ext cx="360000" cy="3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iamond 15">
            <a:extLst>
              <a:ext uri="{FF2B5EF4-FFF2-40B4-BE49-F238E27FC236}">
                <a16:creationId xmlns:a16="http://schemas.microsoft.com/office/drawing/2014/main" id="{F552A05E-F8DB-2C76-2658-D5A85E0F10AF}"/>
              </a:ext>
            </a:extLst>
          </p:cNvPr>
          <p:cNvSpPr/>
          <p:nvPr/>
        </p:nvSpPr>
        <p:spPr>
          <a:xfrm>
            <a:off x="5086085" y="870149"/>
            <a:ext cx="360000" cy="360000"/>
          </a:xfrm>
          <a:prstGeom prst="diamond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Diamond 16">
            <a:extLst>
              <a:ext uri="{FF2B5EF4-FFF2-40B4-BE49-F238E27FC236}">
                <a16:creationId xmlns:a16="http://schemas.microsoft.com/office/drawing/2014/main" id="{2194C313-C153-407D-1BAF-85B3661C96E1}"/>
              </a:ext>
            </a:extLst>
          </p:cNvPr>
          <p:cNvSpPr/>
          <p:nvPr/>
        </p:nvSpPr>
        <p:spPr>
          <a:xfrm>
            <a:off x="4626945" y="870149"/>
            <a:ext cx="360000" cy="3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Diamond 27">
            <a:extLst>
              <a:ext uri="{FF2B5EF4-FFF2-40B4-BE49-F238E27FC236}">
                <a16:creationId xmlns:a16="http://schemas.microsoft.com/office/drawing/2014/main" id="{582EA362-7A23-F094-3DAA-56BEC9571281}"/>
              </a:ext>
            </a:extLst>
          </p:cNvPr>
          <p:cNvSpPr/>
          <p:nvPr/>
        </p:nvSpPr>
        <p:spPr>
          <a:xfrm>
            <a:off x="5968632" y="870149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D66A71-CD6D-CD7C-A381-11DFB468F171}"/>
              </a:ext>
            </a:extLst>
          </p:cNvPr>
          <p:cNvSpPr txBox="1"/>
          <p:nvPr/>
        </p:nvSpPr>
        <p:spPr>
          <a:xfrm>
            <a:off x="1531508" y="151146"/>
            <a:ext cx="58441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rgbClr val="3C2077"/>
                </a:solidFill>
                <a:latin typeface="Lato Black" panose="020F0A02020204030203" pitchFamily="34" charset="0"/>
              </a:rPr>
              <a:t>LINKED LIST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BF7F1C5-ADBC-7164-2BD4-86882874F190}"/>
              </a:ext>
            </a:extLst>
          </p:cNvPr>
          <p:cNvGrpSpPr/>
          <p:nvPr/>
        </p:nvGrpSpPr>
        <p:grpSpPr>
          <a:xfrm>
            <a:off x="4063857" y="1936026"/>
            <a:ext cx="7292720" cy="2677656"/>
            <a:chOff x="580198" y="-217309"/>
            <a:chExt cx="7027661" cy="2677656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7E4945A-4A85-E8BE-4F41-7769155BD1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039" y="1299676"/>
              <a:ext cx="168293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eaLnBrk="1" hangingPunct="1"/>
              <a:r>
                <a:rPr lang="en-US" b="1" dirty="0">
                  <a:solidFill>
                    <a:schemeClr val="bg1"/>
                  </a:solidFill>
                  <a:latin typeface="Montserrat-Bold" panose="00000800000000000000" pitchFamily="50" charset="0"/>
                </a:rPr>
                <a:t>Investment</a:t>
              </a:r>
              <a:endParaRPr lang="ru-RU" b="1" dirty="0">
                <a:solidFill>
                  <a:schemeClr val="bg1"/>
                </a:solidFill>
                <a:latin typeface="Montserrat-Bold" panose="00000800000000000000" pitchFamily="50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403C623-0EF2-5E23-8925-318CC9BEBA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0198" y="-217309"/>
              <a:ext cx="7027661" cy="26776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algn="just" eaLnBrk="1" hangingPunct="1"/>
              <a:r>
                <a:rPr lang="en-US" sz="2400" dirty="0">
                  <a:solidFill>
                    <a:srgbClr val="3C2077"/>
                  </a:solidFill>
                  <a:latin typeface="Lato" panose="020F0502020204030203" pitchFamily="34" charset="0"/>
                </a:rPr>
                <a:t>The order of the nodes is determined by the address, called the </a:t>
              </a:r>
              <a:r>
                <a:rPr lang="en-US" sz="2400" b="1" dirty="0">
                  <a:solidFill>
                    <a:srgbClr val="3C2077"/>
                  </a:solidFill>
                  <a:latin typeface="Lato" panose="020F0502020204030203" pitchFamily="34" charset="0"/>
                </a:rPr>
                <a:t>link</a:t>
              </a:r>
              <a:r>
                <a:rPr lang="en-US" sz="2400" dirty="0">
                  <a:solidFill>
                    <a:srgbClr val="3C2077"/>
                  </a:solidFill>
                  <a:latin typeface="Lato" panose="020F0502020204030203" pitchFamily="34" charset="0"/>
                </a:rPr>
                <a:t>, stored in each node</a:t>
              </a:r>
            </a:p>
            <a:p>
              <a:pPr marL="1085850" lvl="1" indent="-342900" algn="just">
                <a:buFont typeface="Wingdings" panose="05000000000000000000" pitchFamily="2" charset="2"/>
                <a:buChar char="§"/>
              </a:pPr>
              <a:r>
                <a:rPr lang="en-US" sz="2400" dirty="0">
                  <a:solidFill>
                    <a:srgbClr val="3C2077"/>
                  </a:solidFill>
                  <a:latin typeface="Lato" panose="020F0502020204030203" pitchFamily="34" charset="0"/>
                </a:rPr>
                <a:t>Every node (except the last node) contains the address of the next node</a:t>
              </a:r>
            </a:p>
            <a:p>
              <a:pPr marL="1085850" lvl="1" indent="-342900" algn="just">
                <a:buFont typeface="Wingdings" panose="05000000000000000000" pitchFamily="2" charset="2"/>
                <a:buChar char="§"/>
              </a:pPr>
              <a:r>
                <a:rPr lang="en-US" sz="2400" dirty="0">
                  <a:solidFill>
                    <a:srgbClr val="3C2077"/>
                  </a:solidFill>
                  <a:latin typeface="Lato" panose="020F0502020204030203" pitchFamily="34" charset="0"/>
                </a:rPr>
                <a:t>Components of a node</a:t>
              </a:r>
            </a:p>
            <a:p>
              <a:pPr marL="1714500" lvl="3" indent="-342900" algn="just">
                <a:buFont typeface="Wingdings" panose="05000000000000000000" pitchFamily="2" charset="2"/>
                <a:buChar char="§"/>
              </a:pPr>
              <a:r>
                <a:rPr lang="en-US" sz="2400" b="1" dirty="0">
                  <a:solidFill>
                    <a:srgbClr val="3C2077"/>
                  </a:solidFill>
                  <a:latin typeface="Lato" panose="020F0502020204030203" pitchFamily="34" charset="0"/>
                </a:rPr>
                <a:t>Data</a:t>
              </a:r>
              <a:r>
                <a:rPr lang="en-US" sz="2400" dirty="0">
                  <a:solidFill>
                    <a:srgbClr val="3C2077"/>
                  </a:solidFill>
                  <a:latin typeface="Lato" panose="020F0502020204030203" pitchFamily="34" charset="0"/>
                </a:rPr>
                <a:t>: stores the relevant information</a:t>
              </a:r>
            </a:p>
            <a:p>
              <a:pPr marL="1714500" lvl="3" indent="-342900" algn="just">
                <a:buFont typeface="Wingdings" panose="05000000000000000000" pitchFamily="2" charset="2"/>
                <a:buChar char="§"/>
              </a:pPr>
              <a:r>
                <a:rPr lang="en-US" sz="2400" b="1" dirty="0">
                  <a:solidFill>
                    <a:srgbClr val="3C2077"/>
                  </a:solidFill>
                  <a:latin typeface="Lato" panose="020F0502020204030203" pitchFamily="34" charset="0"/>
                </a:rPr>
                <a:t>Link</a:t>
              </a:r>
              <a:r>
                <a:rPr lang="en-US" sz="2400" dirty="0">
                  <a:solidFill>
                    <a:srgbClr val="3C2077"/>
                  </a:solidFill>
                  <a:latin typeface="Lato" panose="020F0502020204030203" pitchFamily="34" charset="0"/>
                </a:rPr>
                <a:t>: stores the address of the next node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605216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9267B40-11C9-9153-A29F-F65DF623C2F2}"/>
              </a:ext>
            </a:extLst>
          </p:cNvPr>
          <p:cNvSpPr/>
          <p:nvPr/>
        </p:nvSpPr>
        <p:spPr>
          <a:xfrm>
            <a:off x="-9257" y="14486"/>
            <a:ext cx="1749113" cy="68465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2B77373-4031-140B-C0A4-3140D943CF61}"/>
              </a:ext>
            </a:extLst>
          </p:cNvPr>
          <p:cNvGrpSpPr/>
          <p:nvPr/>
        </p:nvGrpSpPr>
        <p:grpSpPr>
          <a:xfrm>
            <a:off x="12759918" y="5352526"/>
            <a:ext cx="5915279" cy="1158715"/>
            <a:chOff x="601975" y="1239906"/>
            <a:chExt cx="7027661" cy="115871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D9AE19B-7085-C186-A16C-1E3F3ECE20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3385" y="1239906"/>
              <a:ext cx="369692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algn="ctr" eaLnBrk="1" hangingPunct="1"/>
              <a:r>
                <a:rPr lang="en-US" b="1" dirty="0">
                  <a:solidFill>
                    <a:schemeClr val="bg1"/>
                  </a:solidFill>
                  <a:latin typeface="Montserrat-Bold" panose="00000800000000000000" pitchFamily="50" charset="0"/>
                </a:rPr>
                <a:t>STYLES OF LEADERSHIP</a:t>
              </a:r>
              <a:endParaRPr lang="ru-RU" b="1" dirty="0">
                <a:solidFill>
                  <a:schemeClr val="bg1"/>
                </a:solidFill>
                <a:latin typeface="Montserrat-Bold" panose="00000800000000000000" pitchFamily="50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58BECD2-07FE-F89D-303C-7A08563478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75" y="1609238"/>
              <a:ext cx="7027661" cy="789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algn="ctr" eaLnBrk="1" hangingPunct="1">
                <a:lnSpc>
                  <a:spcPct val="150000"/>
                </a:lnSpc>
              </a:pP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Lorem ipsum dolor sit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amet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,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consectetur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adipiscing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elit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, sed do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eiusmod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tempor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incididunt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ut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labore</a:t>
              </a: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82434AAD-6276-EC0A-31ED-589DD1285475}"/>
              </a:ext>
            </a:extLst>
          </p:cNvPr>
          <p:cNvSpPr txBox="1"/>
          <p:nvPr/>
        </p:nvSpPr>
        <p:spPr>
          <a:xfrm>
            <a:off x="6611134" y="6421241"/>
            <a:ext cx="5587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pc="600" dirty="0">
                <a:solidFill>
                  <a:schemeClr val="bg1"/>
                </a:solidFill>
                <a:latin typeface="Montserrat Light" pitchFamily="2" charset="77"/>
              </a:rPr>
              <a:t>WWW.PPTHEMES.COM </a:t>
            </a:r>
          </a:p>
        </p:txBody>
      </p:sp>
      <p:sp>
        <p:nvSpPr>
          <p:cNvPr id="42" name="Diamond 41">
            <a:extLst>
              <a:ext uri="{FF2B5EF4-FFF2-40B4-BE49-F238E27FC236}">
                <a16:creationId xmlns:a16="http://schemas.microsoft.com/office/drawing/2014/main" id="{C5FAAB6C-C6DE-4C3E-CF7B-5C55128EE02D}"/>
              </a:ext>
            </a:extLst>
          </p:cNvPr>
          <p:cNvSpPr/>
          <p:nvPr/>
        </p:nvSpPr>
        <p:spPr>
          <a:xfrm>
            <a:off x="4167805" y="870149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Diamond 42">
            <a:extLst>
              <a:ext uri="{FF2B5EF4-FFF2-40B4-BE49-F238E27FC236}">
                <a16:creationId xmlns:a16="http://schemas.microsoft.com/office/drawing/2014/main" id="{465FE290-8C8A-A662-17CB-264E51057509}"/>
              </a:ext>
            </a:extLst>
          </p:cNvPr>
          <p:cNvSpPr/>
          <p:nvPr/>
        </p:nvSpPr>
        <p:spPr>
          <a:xfrm>
            <a:off x="5523828" y="870149"/>
            <a:ext cx="360000" cy="3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Diamond 45">
            <a:extLst>
              <a:ext uri="{FF2B5EF4-FFF2-40B4-BE49-F238E27FC236}">
                <a16:creationId xmlns:a16="http://schemas.microsoft.com/office/drawing/2014/main" id="{C6D828EB-E7EA-5773-9652-AE53FB5D669F}"/>
              </a:ext>
            </a:extLst>
          </p:cNvPr>
          <p:cNvSpPr/>
          <p:nvPr/>
        </p:nvSpPr>
        <p:spPr>
          <a:xfrm>
            <a:off x="5086085" y="870149"/>
            <a:ext cx="360000" cy="360000"/>
          </a:xfrm>
          <a:prstGeom prst="diamond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21DFFB8E-C406-CF59-4CA2-EACEAF0C708E}"/>
              </a:ext>
            </a:extLst>
          </p:cNvPr>
          <p:cNvSpPr/>
          <p:nvPr/>
        </p:nvSpPr>
        <p:spPr>
          <a:xfrm>
            <a:off x="4626945" y="870149"/>
            <a:ext cx="360000" cy="3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33C663A5-0996-8893-E730-E5C86AEB7C2A}"/>
              </a:ext>
            </a:extLst>
          </p:cNvPr>
          <p:cNvSpPr/>
          <p:nvPr/>
        </p:nvSpPr>
        <p:spPr>
          <a:xfrm>
            <a:off x="5968632" y="870149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5F5EEFC-97BA-E025-2DD1-0863FB7E0BFA}"/>
              </a:ext>
            </a:extLst>
          </p:cNvPr>
          <p:cNvGrpSpPr/>
          <p:nvPr/>
        </p:nvGrpSpPr>
        <p:grpSpPr>
          <a:xfrm>
            <a:off x="4052203" y="1806427"/>
            <a:ext cx="7292720" cy="2015916"/>
            <a:chOff x="568968" y="-346908"/>
            <a:chExt cx="7027661" cy="2015916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D8A5DA-2CE6-3F64-7E91-ACA95B5D06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039" y="1299676"/>
              <a:ext cx="168293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eaLnBrk="1" hangingPunct="1"/>
              <a:r>
                <a:rPr lang="en-US" b="1" dirty="0">
                  <a:solidFill>
                    <a:schemeClr val="bg1"/>
                  </a:solidFill>
                  <a:latin typeface="Montserrat-Bold" panose="00000800000000000000" pitchFamily="50" charset="0"/>
                </a:rPr>
                <a:t>Investment</a:t>
              </a:r>
              <a:endParaRPr lang="ru-RU" b="1" dirty="0">
                <a:solidFill>
                  <a:schemeClr val="bg1"/>
                </a:solidFill>
                <a:latin typeface="Montserrat-Bold" panose="00000800000000000000" pitchFamily="50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EBFC41E-5DDA-04C1-4066-7217A5BDA3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8968" y="-346908"/>
              <a:ext cx="7027661" cy="20005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algn="just" eaLnBrk="1" hangingPunct="1"/>
              <a:r>
                <a:rPr lang="en-US" sz="2800" b="1" dirty="0">
                  <a:solidFill>
                    <a:srgbClr val="3C2077"/>
                  </a:solidFill>
                  <a:latin typeface="Lato" panose="020F0502020204030203" pitchFamily="34" charset="0"/>
                </a:rPr>
                <a:t>Class Node</a:t>
              </a:r>
            </a:p>
            <a:p>
              <a:pPr marL="800100" lvl="1" indent="-342900" algn="just">
                <a:buFont typeface="Wingdings" panose="05000000000000000000" pitchFamily="2" charset="2"/>
                <a:buChar char="§"/>
              </a:pPr>
              <a:r>
                <a:rPr lang="en-US" sz="2400" dirty="0">
                  <a:solidFill>
                    <a:srgbClr val="3C2077"/>
                  </a:solidFill>
                  <a:latin typeface="Lato" panose="020F0502020204030203" pitchFamily="34" charset="0"/>
                </a:rPr>
                <a:t>Represents nodes on a list</a:t>
              </a:r>
            </a:p>
            <a:p>
              <a:pPr marL="800100" lvl="1" indent="-342900" algn="just">
                <a:buFont typeface="Wingdings" panose="05000000000000000000" pitchFamily="2" charset="2"/>
                <a:buChar char="§"/>
              </a:pPr>
              <a:r>
                <a:rPr lang="en-US" sz="2400" dirty="0">
                  <a:solidFill>
                    <a:srgbClr val="3C2077"/>
                  </a:solidFill>
                  <a:latin typeface="Lato" panose="020F0502020204030203" pitchFamily="34" charset="0"/>
                </a:rPr>
                <a:t>It has two instance variables</a:t>
              </a:r>
            </a:p>
            <a:p>
              <a:pPr marL="1200150" lvl="2" indent="-342900" algn="just">
                <a:buFont typeface="Wingdings" panose="05000000000000000000" pitchFamily="2" charset="2"/>
                <a:buChar char="§"/>
              </a:pPr>
              <a:r>
                <a:rPr lang="en-US" sz="2400" b="1" dirty="0">
                  <a:solidFill>
                    <a:srgbClr val="3C2077"/>
                  </a:solidFill>
                  <a:latin typeface="Lato" panose="020F0502020204030203" pitchFamily="34" charset="0"/>
                </a:rPr>
                <a:t>info</a:t>
              </a:r>
              <a:r>
                <a:rPr lang="en-US" sz="2400" dirty="0">
                  <a:solidFill>
                    <a:srgbClr val="3C2077"/>
                  </a:solidFill>
                  <a:latin typeface="Lato" panose="020F0502020204030203" pitchFamily="34" charset="0"/>
                </a:rPr>
                <a:t> (of type int, but it can be any other type)</a:t>
              </a:r>
            </a:p>
            <a:p>
              <a:pPr marL="1200150" lvl="2" indent="-342900" algn="just">
                <a:buFont typeface="Wingdings" panose="05000000000000000000" pitchFamily="2" charset="2"/>
                <a:buChar char="§"/>
              </a:pPr>
              <a:r>
                <a:rPr lang="en-US" sz="2400" b="1" dirty="0">
                  <a:solidFill>
                    <a:srgbClr val="3C2077"/>
                  </a:solidFill>
                  <a:latin typeface="Lato" panose="020F0502020204030203" pitchFamily="34" charset="0"/>
                </a:rPr>
                <a:t>link</a:t>
              </a:r>
              <a:r>
                <a:rPr lang="en-US" sz="2400" dirty="0">
                  <a:solidFill>
                    <a:srgbClr val="3C2077"/>
                  </a:solidFill>
                  <a:latin typeface="Lato" panose="020F0502020204030203" pitchFamily="34" charset="0"/>
                </a:rPr>
                <a:t> (of type Node) </a:t>
              </a:r>
            </a:p>
          </p:txBody>
        </p:sp>
      </p:grpSp>
      <p:sp>
        <p:nvSpPr>
          <p:cNvPr id="39" name="Diamond 38">
            <a:extLst>
              <a:ext uri="{FF2B5EF4-FFF2-40B4-BE49-F238E27FC236}">
                <a16:creationId xmlns:a16="http://schemas.microsoft.com/office/drawing/2014/main" id="{0A53FDB5-8B45-2506-A392-9D328D5A3EC3}"/>
              </a:ext>
            </a:extLst>
          </p:cNvPr>
          <p:cNvSpPr/>
          <p:nvPr/>
        </p:nvSpPr>
        <p:spPr>
          <a:xfrm>
            <a:off x="-474486" y="1348797"/>
            <a:ext cx="2160000" cy="21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Diamond 43">
            <a:extLst>
              <a:ext uri="{FF2B5EF4-FFF2-40B4-BE49-F238E27FC236}">
                <a16:creationId xmlns:a16="http://schemas.microsoft.com/office/drawing/2014/main" id="{516647C1-AC26-B8BD-B6BD-784002349759}"/>
              </a:ext>
            </a:extLst>
          </p:cNvPr>
          <p:cNvSpPr/>
          <p:nvPr/>
        </p:nvSpPr>
        <p:spPr>
          <a:xfrm>
            <a:off x="699562" y="2490815"/>
            <a:ext cx="2160000" cy="21600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Diamond 44">
            <a:extLst>
              <a:ext uri="{FF2B5EF4-FFF2-40B4-BE49-F238E27FC236}">
                <a16:creationId xmlns:a16="http://schemas.microsoft.com/office/drawing/2014/main" id="{93A02406-42C1-74E2-EBD6-21A9CF95386A}"/>
              </a:ext>
            </a:extLst>
          </p:cNvPr>
          <p:cNvSpPr/>
          <p:nvPr/>
        </p:nvSpPr>
        <p:spPr>
          <a:xfrm>
            <a:off x="659856" y="168593"/>
            <a:ext cx="2160000" cy="21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Diamond 46">
            <a:extLst>
              <a:ext uri="{FF2B5EF4-FFF2-40B4-BE49-F238E27FC236}">
                <a16:creationId xmlns:a16="http://schemas.microsoft.com/office/drawing/2014/main" id="{12C0E848-C645-0759-55B9-7047D013FA57}"/>
              </a:ext>
            </a:extLst>
          </p:cNvPr>
          <p:cNvSpPr/>
          <p:nvPr/>
        </p:nvSpPr>
        <p:spPr>
          <a:xfrm>
            <a:off x="1810271" y="1336243"/>
            <a:ext cx="2160000" cy="21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36F298-DD9F-65AA-AB00-66464E7AB668}"/>
              </a:ext>
            </a:extLst>
          </p:cNvPr>
          <p:cNvSpPr txBox="1"/>
          <p:nvPr/>
        </p:nvSpPr>
        <p:spPr>
          <a:xfrm>
            <a:off x="1531508" y="151146"/>
            <a:ext cx="58441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rgbClr val="3C2077"/>
                </a:solidFill>
                <a:latin typeface="Lato Black" panose="020F0A02020204030203" pitchFamily="34" charset="0"/>
              </a:rPr>
              <a:t>LINKED LIST</a:t>
            </a:r>
          </a:p>
        </p:txBody>
      </p:sp>
    </p:spTree>
    <p:extLst>
      <p:ext uri="{BB962C8B-B14F-4D97-AF65-F5344CB8AC3E}">
        <p14:creationId xmlns:p14="http://schemas.microsoft.com/office/powerpoint/2010/main" val="12774034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A09AAC51-0440-EFB8-FB5A-16A795946B0A}"/>
              </a:ext>
            </a:extLst>
          </p:cNvPr>
          <p:cNvGrpSpPr/>
          <p:nvPr/>
        </p:nvGrpSpPr>
        <p:grpSpPr>
          <a:xfrm>
            <a:off x="12150698" y="-127577"/>
            <a:ext cx="12273144" cy="6985577"/>
            <a:chOff x="12150698" y="-127577"/>
            <a:chExt cx="12273144" cy="6985577"/>
          </a:xfrm>
        </p:grpSpPr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78993AD5-1943-6388-5340-7917EB340C7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" t="9062" r="-12" b="8051"/>
            <a:stretch/>
          </p:blipFill>
          <p:spPr>
            <a:xfrm>
              <a:off x="12155287" y="-120676"/>
              <a:ext cx="12268555" cy="6978676"/>
            </a:xfrm>
            <a:prstGeom prst="rect">
              <a:avLst/>
            </a:prstGeom>
          </p:spPr>
        </p:pic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AE10030B-541B-0B28-0B68-62C018CD3120}"/>
                </a:ext>
              </a:extLst>
            </p:cNvPr>
            <p:cNvSpPr/>
            <p:nvPr/>
          </p:nvSpPr>
          <p:spPr>
            <a:xfrm>
              <a:off x="12150698" y="-127577"/>
              <a:ext cx="12268555" cy="6978675"/>
            </a:xfrm>
            <a:prstGeom prst="rect">
              <a:avLst/>
            </a:prstGeom>
            <a:solidFill>
              <a:srgbClr val="031828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9877844-F657-DA59-277D-356BF86A3C9C}"/>
              </a:ext>
            </a:extLst>
          </p:cNvPr>
          <p:cNvGrpSpPr/>
          <p:nvPr/>
        </p:nvGrpSpPr>
        <p:grpSpPr>
          <a:xfrm>
            <a:off x="-10754874" y="-47092"/>
            <a:ext cx="10468624" cy="6873610"/>
            <a:chOff x="12192000" y="-47092"/>
            <a:chExt cx="10468624" cy="687361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4E03518-775A-26B9-DCE3-9A64CF0A05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41"/>
            <a:stretch/>
          </p:blipFill>
          <p:spPr>
            <a:xfrm>
              <a:off x="12192000" y="-20064"/>
              <a:ext cx="10452120" cy="6846582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0C7B5DB-73EF-6A1B-36FD-3BA26485FD85}"/>
                </a:ext>
              </a:extLst>
            </p:cNvPr>
            <p:cNvSpPr/>
            <p:nvPr/>
          </p:nvSpPr>
          <p:spPr>
            <a:xfrm>
              <a:off x="12211904" y="-47092"/>
              <a:ext cx="10448720" cy="6846582"/>
            </a:xfrm>
            <a:prstGeom prst="rect">
              <a:avLst/>
            </a:prstGeom>
            <a:solidFill>
              <a:srgbClr val="031828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89267B40-11C9-9153-A29F-F65DF623C2F2}"/>
              </a:ext>
            </a:extLst>
          </p:cNvPr>
          <p:cNvSpPr/>
          <p:nvPr/>
        </p:nvSpPr>
        <p:spPr>
          <a:xfrm>
            <a:off x="-20313" y="11418"/>
            <a:ext cx="1749113" cy="68465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2B77373-4031-140B-C0A4-3140D943CF61}"/>
              </a:ext>
            </a:extLst>
          </p:cNvPr>
          <p:cNvGrpSpPr/>
          <p:nvPr/>
        </p:nvGrpSpPr>
        <p:grpSpPr>
          <a:xfrm>
            <a:off x="12759918" y="5352526"/>
            <a:ext cx="5915279" cy="1158715"/>
            <a:chOff x="601975" y="1239906"/>
            <a:chExt cx="7027661" cy="115871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D9AE19B-7085-C186-A16C-1E3F3ECE20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3385" y="1239906"/>
              <a:ext cx="369692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algn="ctr" eaLnBrk="1" hangingPunct="1"/>
              <a:r>
                <a:rPr lang="en-US" b="1" dirty="0">
                  <a:solidFill>
                    <a:schemeClr val="bg1"/>
                  </a:solidFill>
                  <a:latin typeface="Montserrat-Bold" panose="00000800000000000000" pitchFamily="50" charset="0"/>
                </a:rPr>
                <a:t>STYLES OF LEADERSHIP</a:t>
              </a:r>
              <a:endParaRPr lang="ru-RU" b="1" dirty="0">
                <a:solidFill>
                  <a:schemeClr val="bg1"/>
                </a:solidFill>
                <a:latin typeface="Montserrat-Bold" panose="00000800000000000000" pitchFamily="50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58BECD2-07FE-F89D-303C-7A08563478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75" y="1609238"/>
              <a:ext cx="7027661" cy="789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algn="ctr" eaLnBrk="1" hangingPunct="1">
                <a:lnSpc>
                  <a:spcPct val="150000"/>
                </a:lnSpc>
              </a:pP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Lorem ipsum dolor sit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amet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,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consectetur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adipiscing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elit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, sed do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eiusmod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tempor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incididunt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ut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labore</a:t>
              </a: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82434AAD-6276-EC0A-31ED-589DD1285475}"/>
              </a:ext>
            </a:extLst>
          </p:cNvPr>
          <p:cNvSpPr txBox="1"/>
          <p:nvPr/>
        </p:nvSpPr>
        <p:spPr>
          <a:xfrm>
            <a:off x="6611134" y="6421241"/>
            <a:ext cx="5587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pc="600" dirty="0">
                <a:solidFill>
                  <a:schemeClr val="bg1"/>
                </a:solidFill>
                <a:latin typeface="Montserrat Light" pitchFamily="2" charset="77"/>
              </a:rPr>
              <a:t>WWW.PPTHEMES.COM </a:t>
            </a:r>
          </a:p>
        </p:txBody>
      </p:sp>
      <p:sp>
        <p:nvSpPr>
          <p:cNvPr id="39" name="Diamond 38">
            <a:extLst>
              <a:ext uri="{FF2B5EF4-FFF2-40B4-BE49-F238E27FC236}">
                <a16:creationId xmlns:a16="http://schemas.microsoft.com/office/drawing/2014/main" id="{0A53FDB5-8B45-2506-A392-9D328D5A3EC3}"/>
              </a:ext>
            </a:extLst>
          </p:cNvPr>
          <p:cNvSpPr/>
          <p:nvPr/>
        </p:nvSpPr>
        <p:spPr>
          <a:xfrm rot="5400000">
            <a:off x="648800" y="187326"/>
            <a:ext cx="2160000" cy="21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Diamond 43">
            <a:extLst>
              <a:ext uri="{FF2B5EF4-FFF2-40B4-BE49-F238E27FC236}">
                <a16:creationId xmlns:a16="http://schemas.microsoft.com/office/drawing/2014/main" id="{516647C1-AC26-B8BD-B6BD-784002349759}"/>
              </a:ext>
            </a:extLst>
          </p:cNvPr>
          <p:cNvSpPr/>
          <p:nvPr/>
        </p:nvSpPr>
        <p:spPr>
          <a:xfrm rot="5400000">
            <a:off x="-493219" y="1361374"/>
            <a:ext cx="2160000" cy="21600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Diamond 44">
            <a:extLst>
              <a:ext uri="{FF2B5EF4-FFF2-40B4-BE49-F238E27FC236}">
                <a16:creationId xmlns:a16="http://schemas.microsoft.com/office/drawing/2014/main" id="{93A02406-42C1-74E2-EBD6-21A9CF95386A}"/>
              </a:ext>
            </a:extLst>
          </p:cNvPr>
          <p:cNvSpPr/>
          <p:nvPr/>
        </p:nvSpPr>
        <p:spPr>
          <a:xfrm rot="5400000">
            <a:off x="1829004" y="1321668"/>
            <a:ext cx="2160000" cy="21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Diamond 46">
            <a:extLst>
              <a:ext uri="{FF2B5EF4-FFF2-40B4-BE49-F238E27FC236}">
                <a16:creationId xmlns:a16="http://schemas.microsoft.com/office/drawing/2014/main" id="{12C0E848-C645-0759-55B9-7047D013FA57}"/>
              </a:ext>
            </a:extLst>
          </p:cNvPr>
          <p:cNvSpPr/>
          <p:nvPr/>
        </p:nvSpPr>
        <p:spPr>
          <a:xfrm rot="5400000">
            <a:off x="661354" y="2472083"/>
            <a:ext cx="2160000" cy="21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BA15C9-D3B2-0BB3-6A65-D6D17A9DF129}"/>
              </a:ext>
            </a:extLst>
          </p:cNvPr>
          <p:cNvSpPr txBox="1"/>
          <p:nvPr/>
        </p:nvSpPr>
        <p:spPr>
          <a:xfrm>
            <a:off x="2610308" y="1881011"/>
            <a:ext cx="5973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3C2077"/>
                </a:solidFill>
                <a:latin typeface="Montserrat" pitchFamily="2" charset="77"/>
              </a:rPr>
              <a:t>1</a:t>
            </a:r>
            <a:endParaRPr lang="en-US" sz="6000" dirty="0">
              <a:solidFill>
                <a:schemeClr val="bg1"/>
              </a:solidFill>
              <a:latin typeface="Montserrat" pitchFamily="2" charset="77"/>
            </a:endParaRPr>
          </a:p>
        </p:txBody>
      </p:sp>
      <p:sp>
        <p:nvSpPr>
          <p:cNvPr id="14" name="Rectángulo: esquinas redondeadas 95">
            <a:extLst>
              <a:ext uri="{FF2B5EF4-FFF2-40B4-BE49-F238E27FC236}">
                <a16:creationId xmlns:a16="http://schemas.microsoft.com/office/drawing/2014/main" id="{17F5F8F2-70CE-2EC1-2113-FE7A4E7E3E7E}"/>
              </a:ext>
            </a:extLst>
          </p:cNvPr>
          <p:cNvSpPr/>
          <p:nvPr/>
        </p:nvSpPr>
        <p:spPr>
          <a:xfrm rot="16200000">
            <a:off x="5509198" y="8054026"/>
            <a:ext cx="1057509" cy="1273389"/>
          </a:xfrm>
          <a:prstGeom prst="roundRect">
            <a:avLst>
              <a:gd name="adj" fmla="val 2649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00"/>
          </a:p>
        </p:txBody>
      </p:sp>
      <p:sp>
        <p:nvSpPr>
          <p:cNvPr id="22" name="Rectángulo: esquinas redondeadas 92">
            <a:extLst>
              <a:ext uri="{FF2B5EF4-FFF2-40B4-BE49-F238E27FC236}">
                <a16:creationId xmlns:a16="http://schemas.microsoft.com/office/drawing/2014/main" id="{98EFE75A-DED2-48DC-6AD4-C143DF8A3BB7}"/>
              </a:ext>
            </a:extLst>
          </p:cNvPr>
          <p:cNvSpPr/>
          <p:nvPr/>
        </p:nvSpPr>
        <p:spPr>
          <a:xfrm rot="10800000">
            <a:off x="5618527" y="8639439"/>
            <a:ext cx="1057509" cy="1273389"/>
          </a:xfrm>
          <a:prstGeom prst="roundRect">
            <a:avLst>
              <a:gd name="adj" fmla="val 2649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00"/>
          </a:p>
        </p:txBody>
      </p:sp>
      <p:sp>
        <p:nvSpPr>
          <p:cNvPr id="23" name="Rectángulo: esquinas redondeadas 89">
            <a:extLst>
              <a:ext uri="{FF2B5EF4-FFF2-40B4-BE49-F238E27FC236}">
                <a16:creationId xmlns:a16="http://schemas.microsoft.com/office/drawing/2014/main" id="{60927E48-342A-1E64-AF66-D25B4B7709AC}"/>
              </a:ext>
            </a:extLst>
          </p:cNvPr>
          <p:cNvSpPr/>
          <p:nvPr/>
        </p:nvSpPr>
        <p:spPr>
          <a:xfrm rot="5400000">
            <a:off x="6203940" y="8531500"/>
            <a:ext cx="1057509" cy="1273389"/>
          </a:xfrm>
          <a:prstGeom prst="roundRect">
            <a:avLst>
              <a:gd name="adj" fmla="val 2649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00"/>
          </a:p>
        </p:txBody>
      </p:sp>
      <p:sp>
        <p:nvSpPr>
          <p:cNvPr id="25" name="Rectángulo: esquinas redondeadas 80">
            <a:extLst>
              <a:ext uri="{FF2B5EF4-FFF2-40B4-BE49-F238E27FC236}">
                <a16:creationId xmlns:a16="http://schemas.microsoft.com/office/drawing/2014/main" id="{7877A098-A597-F13E-0286-8AD62F0E9269}"/>
              </a:ext>
            </a:extLst>
          </p:cNvPr>
          <p:cNvSpPr/>
          <p:nvPr/>
        </p:nvSpPr>
        <p:spPr>
          <a:xfrm>
            <a:off x="6096000" y="7946087"/>
            <a:ext cx="1057509" cy="1273389"/>
          </a:xfrm>
          <a:prstGeom prst="roundRect">
            <a:avLst>
              <a:gd name="adj" fmla="val 2649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00"/>
          </a:p>
        </p:txBody>
      </p:sp>
      <p:sp>
        <p:nvSpPr>
          <p:cNvPr id="26" name="Forma libre: forma 83">
            <a:hlinkClick r:id="rId4" action="ppaction://hlinksldjump"/>
            <a:extLst>
              <a:ext uri="{FF2B5EF4-FFF2-40B4-BE49-F238E27FC236}">
                <a16:creationId xmlns:a16="http://schemas.microsoft.com/office/drawing/2014/main" id="{FFAA5E8F-942D-5B0B-1EF6-082CA1E287FD}"/>
              </a:ext>
            </a:extLst>
          </p:cNvPr>
          <p:cNvSpPr/>
          <p:nvPr/>
        </p:nvSpPr>
        <p:spPr>
          <a:xfrm>
            <a:off x="6096000" y="7946087"/>
            <a:ext cx="315346" cy="1273389"/>
          </a:xfrm>
          <a:custGeom>
            <a:avLst/>
            <a:gdLst>
              <a:gd name="connsiteX0" fmla="*/ 1232256 w 1386725"/>
              <a:gd name="connsiteY0" fmla="*/ 0 h 5599697"/>
              <a:gd name="connsiteX1" fmla="*/ 1386725 w 1386725"/>
              <a:gd name="connsiteY1" fmla="*/ 0 h 5599697"/>
              <a:gd name="connsiteX2" fmla="*/ 1386725 w 1386725"/>
              <a:gd name="connsiteY2" fmla="*/ 5599697 h 5599697"/>
              <a:gd name="connsiteX3" fmla="*/ 1232256 w 1386725"/>
              <a:gd name="connsiteY3" fmla="*/ 5599697 h 5599697"/>
              <a:gd name="connsiteX4" fmla="*/ 0 w 1386725"/>
              <a:gd name="connsiteY4" fmla="*/ 4367441 h 5599697"/>
              <a:gd name="connsiteX5" fmla="*/ 0 w 1386725"/>
              <a:gd name="connsiteY5" fmla="*/ 1232256 h 5599697"/>
              <a:gd name="connsiteX6" fmla="*/ 1232256 w 1386725"/>
              <a:gd name="connsiteY6" fmla="*/ 0 h 559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6725" h="5599697">
                <a:moveTo>
                  <a:pt x="1232256" y="0"/>
                </a:moveTo>
                <a:lnTo>
                  <a:pt x="1386725" y="0"/>
                </a:lnTo>
                <a:lnTo>
                  <a:pt x="1386725" y="5599697"/>
                </a:lnTo>
                <a:lnTo>
                  <a:pt x="1232256" y="5599697"/>
                </a:lnTo>
                <a:cubicBezTo>
                  <a:pt x="551700" y="5599697"/>
                  <a:pt x="0" y="5047997"/>
                  <a:pt x="0" y="4367441"/>
                </a:cubicBezTo>
                <a:lnTo>
                  <a:pt x="0" y="1232256"/>
                </a:lnTo>
                <a:cubicBezTo>
                  <a:pt x="0" y="551700"/>
                  <a:pt x="551700" y="0"/>
                  <a:pt x="123225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O" sz="100"/>
          </a:p>
        </p:txBody>
      </p:sp>
      <p:sp>
        <p:nvSpPr>
          <p:cNvPr id="27" name="Forma libre: forma 90">
            <a:hlinkClick r:id="rId5" action="ppaction://hlinksldjump"/>
            <a:extLst>
              <a:ext uri="{FF2B5EF4-FFF2-40B4-BE49-F238E27FC236}">
                <a16:creationId xmlns:a16="http://schemas.microsoft.com/office/drawing/2014/main" id="{F08DF724-B1BD-5F5C-B873-F372DC848162}"/>
              </a:ext>
            </a:extLst>
          </p:cNvPr>
          <p:cNvSpPr/>
          <p:nvPr/>
        </p:nvSpPr>
        <p:spPr>
          <a:xfrm rot="5400000">
            <a:off x="6575022" y="8160418"/>
            <a:ext cx="315346" cy="1273389"/>
          </a:xfrm>
          <a:custGeom>
            <a:avLst/>
            <a:gdLst>
              <a:gd name="connsiteX0" fmla="*/ 1232256 w 1386725"/>
              <a:gd name="connsiteY0" fmla="*/ 0 h 5599697"/>
              <a:gd name="connsiteX1" fmla="*/ 1386725 w 1386725"/>
              <a:gd name="connsiteY1" fmla="*/ 0 h 5599697"/>
              <a:gd name="connsiteX2" fmla="*/ 1386725 w 1386725"/>
              <a:gd name="connsiteY2" fmla="*/ 5599697 h 5599697"/>
              <a:gd name="connsiteX3" fmla="*/ 1232256 w 1386725"/>
              <a:gd name="connsiteY3" fmla="*/ 5599697 h 5599697"/>
              <a:gd name="connsiteX4" fmla="*/ 0 w 1386725"/>
              <a:gd name="connsiteY4" fmla="*/ 4367441 h 5599697"/>
              <a:gd name="connsiteX5" fmla="*/ 0 w 1386725"/>
              <a:gd name="connsiteY5" fmla="*/ 1232256 h 5599697"/>
              <a:gd name="connsiteX6" fmla="*/ 1232256 w 1386725"/>
              <a:gd name="connsiteY6" fmla="*/ 0 h 559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6725" h="5599697">
                <a:moveTo>
                  <a:pt x="1232256" y="0"/>
                </a:moveTo>
                <a:lnTo>
                  <a:pt x="1386725" y="0"/>
                </a:lnTo>
                <a:lnTo>
                  <a:pt x="1386725" y="5599697"/>
                </a:lnTo>
                <a:lnTo>
                  <a:pt x="1232256" y="5599697"/>
                </a:lnTo>
                <a:cubicBezTo>
                  <a:pt x="551700" y="5599697"/>
                  <a:pt x="0" y="5047997"/>
                  <a:pt x="0" y="4367441"/>
                </a:cubicBezTo>
                <a:lnTo>
                  <a:pt x="0" y="1232256"/>
                </a:lnTo>
                <a:cubicBezTo>
                  <a:pt x="0" y="551700"/>
                  <a:pt x="551700" y="0"/>
                  <a:pt x="123225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O" sz="100"/>
          </a:p>
        </p:txBody>
      </p:sp>
      <p:sp>
        <p:nvSpPr>
          <p:cNvPr id="28" name="Forma libre: forma 93">
            <a:extLst>
              <a:ext uri="{FF2B5EF4-FFF2-40B4-BE49-F238E27FC236}">
                <a16:creationId xmlns:a16="http://schemas.microsoft.com/office/drawing/2014/main" id="{8FBBE074-EFEC-3B8C-A0EA-EB3408B31521}"/>
              </a:ext>
            </a:extLst>
          </p:cNvPr>
          <p:cNvSpPr/>
          <p:nvPr/>
        </p:nvSpPr>
        <p:spPr>
          <a:xfrm rot="10800000">
            <a:off x="6360690" y="8639439"/>
            <a:ext cx="315346" cy="1273389"/>
          </a:xfrm>
          <a:custGeom>
            <a:avLst/>
            <a:gdLst>
              <a:gd name="connsiteX0" fmla="*/ 1232256 w 1386725"/>
              <a:gd name="connsiteY0" fmla="*/ 0 h 5599697"/>
              <a:gd name="connsiteX1" fmla="*/ 1386725 w 1386725"/>
              <a:gd name="connsiteY1" fmla="*/ 0 h 5599697"/>
              <a:gd name="connsiteX2" fmla="*/ 1386725 w 1386725"/>
              <a:gd name="connsiteY2" fmla="*/ 5599697 h 5599697"/>
              <a:gd name="connsiteX3" fmla="*/ 1232256 w 1386725"/>
              <a:gd name="connsiteY3" fmla="*/ 5599697 h 5599697"/>
              <a:gd name="connsiteX4" fmla="*/ 0 w 1386725"/>
              <a:gd name="connsiteY4" fmla="*/ 4367441 h 5599697"/>
              <a:gd name="connsiteX5" fmla="*/ 0 w 1386725"/>
              <a:gd name="connsiteY5" fmla="*/ 1232256 h 5599697"/>
              <a:gd name="connsiteX6" fmla="*/ 1232256 w 1386725"/>
              <a:gd name="connsiteY6" fmla="*/ 0 h 559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6725" h="5599697">
                <a:moveTo>
                  <a:pt x="1232256" y="0"/>
                </a:moveTo>
                <a:lnTo>
                  <a:pt x="1386725" y="0"/>
                </a:lnTo>
                <a:lnTo>
                  <a:pt x="1386725" y="5599697"/>
                </a:lnTo>
                <a:lnTo>
                  <a:pt x="1232256" y="5599697"/>
                </a:lnTo>
                <a:cubicBezTo>
                  <a:pt x="551700" y="5599697"/>
                  <a:pt x="0" y="5047997"/>
                  <a:pt x="0" y="4367441"/>
                </a:cubicBezTo>
                <a:lnTo>
                  <a:pt x="0" y="1232256"/>
                </a:lnTo>
                <a:cubicBezTo>
                  <a:pt x="0" y="551700"/>
                  <a:pt x="551700" y="0"/>
                  <a:pt x="123225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O" sz="100"/>
          </a:p>
        </p:txBody>
      </p:sp>
      <p:sp>
        <p:nvSpPr>
          <p:cNvPr id="29" name="Forma libre: forma 96">
            <a:extLst>
              <a:ext uri="{FF2B5EF4-FFF2-40B4-BE49-F238E27FC236}">
                <a16:creationId xmlns:a16="http://schemas.microsoft.com/office/drawing/2014/main" id="{565AF8AC-AFE6-3B43-FAB5-0AF13D5C639B}"/>
              </a:ext>
            </a:extLst>
          </p:cNvPr>
          <p:cNvSpPr/>
          <p:nvPr/>
        </p:nvSpPr>
        <p:spPr>
          <a:xfrm rot="16200000">
            <a:off x="5880279" y="8425108"/>
            <a:ext cx="315346" cy="1273389"/>
          </a:xfrm>
          <a:custGeom>
            <a:avLst/>
            <a:gdLst>
              <a:gd name="connsiteX0" fmla="*/ 1232256 w 1386725"/>
              <a:gd name="connsiteY0" fmla="*/ 0 h 5599697"/>
              <a:gd name="connsiteX1" fmla="*/ 1386725 w 1386725"/>
              <a:gd name="connsiteY1" fmla="*/ 0 h 5599697"/>
              <a:gd name="connsiteX2" fmla="*/ 1386725 w 1386725"/>
              <a:gd name="connsiteY2" fmla="*/ 5599697 h 5599697"/>
              <a:gd name="connsiteX3" fmla="*/ 1232256 w 1386725"/>
              <a:gd name="connsiteY3" fmla="*/ 5599697 h 5599697"/>
              <a:gd name="connsiteX4" fmla="*/ 0 w 1386725"/>
              <a:gd name="connsiteY4" fmla="*/ 4367441 h 5599697"/>
              <a:gd name="connsiteX5" fmla="*/ 0 w 1386725"/>
              <a:gd name="connsiteY5" fmla="*/ 1232256 h 5599697"/>
              <a:gd name="connsiteX6" fmla="*/ 1232256 w 1386725"/>
              <a:gd name="connsiteY6" fmla="*/ 0 h 559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6725" h="5599697">
                <a:moveTo>
                  <a:pt x="1232256" y="0"/>
                </a:moveTo>
                <a:lnTo>
                  <a:pt x="1386725" y="0"/>
                </a:lnTo>
                <a:lnTo>
                  <a:pt x="1386725" y="5599697"/>
                </a:lnTo>
                <a:lnTo>
                  <a:pt x="1232256" y="5599697"/>
                </a:lnTo>
                <a:cubicBezTo>
                  <a:pt x="551700" y="5599697"/>
                  <a:pt x="0" y="5047997"/>
                  <a:pt x="0" y="4367441"/>
                </a:cubicBezTo>
                <a:lnTo>
                  <a:pt x="0" y="1232256"/>
                </a:lnTo>
                <a:cubicBezTo>
                  <a:pt x="0" y="551700"/>
                  <a:pt x="551700" y="0"/>
                  <a:pt x="123225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O" sz="100"/>
          </a:p>
        </p:txBody>
      </p:sp>
      <p:pic>
        <p:nvPicPr>
          <p:cNvPr id="30" name="Gráfico 116" descr="Aula de clases con relleno sólido">
            <a:extLst>
              <a:ext uri="{FF2B5EF4-FFF2-40B4-BE49-F238E27FC236}">
                <a16:creationId xmlns:a16="http://schemas.microsoft.com/office/drawing/2014/main" id="{8E7A2E18-19C4-CC50-A0E8-C204F824EB7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41802" y="8904129"/>
            <a:ext cx="281235" cy="281235"/>
          </a:xfrm>
          <a:prstGeom prst="rect">
            <a:avLst/>
          </a:prstGeom>
        </p:spPr>
      </p:pic>
      <p:pic>
        <p:nvPicPr>
          <p:cNvPr id="31" name="Gráfico 117" descr="Rollo de diplomas con relleno sólido">
            <a:extLst>
              <a:ext uri="{FF2B5EF4-FFF2-40B4-BE49-F238E27FC236}">
                <a16:creationId xmlns:a16="http://schemas.microsoft.com/office/drawing/2014/main" id="{BC5C4EA3-C59E-8B50-2E1C-69DAD30AB4A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77746" y="9510900"/>
            <a:ext cx="281235" cy="281235"/>
          </a:xfrm>
          <a:prstGeom prst="rect">
            <a:avLst/>
          </a:prstGeom>
        </p:spPr>
      </p:pic>
      <p:pic>
        <p:nvPicPr>
          <p:cNvPr id="32" name="Gráfico 118" descr="Libro abierto con relleno sólido">
            <a:extLst>
              <a:ext uri="{FF2B5EF4-FFF2-40B4-BE49-F238E27FC236}">
                <a16:creationId xmlns:a16="http://schemas.microsoft.com/office/drawing/2014/main" id="{05D41E34-B643-870F-A8F0-4E30B096E00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978957" y="8673626"/>
            <a:ext cx="281235" cy="281235"/>
          </a:xfrm>
          <a:prstGeom prst="rect">
            <a:avLst/>
          </a:prstGeom>
        </p:spPr>
      </p:pic>
      <p:pic>
        <p:nvPicPr>
          <p:cNvPr id="33" name="Gráfico 119" descr="Círculos con flechas con relleno sólido">
            <a:extLst>
              <a:ext uri="{FF2B5EF4-FFF2-40B4-BE49-F238E27FC236}">
                <a16:creationId xmlns:a16="http://schemas.microsoft.com/office/drawing/2014/main" id="{AD49F4F7-91C2-AA65-A23C-5A53E797226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121143" y="8051159"/>
            <a:ext cx="281235" cy="281235"/>
          </a:xfrm>
          <a:prstGeom prst="rect">
            <a:avLst/>
          </a:prstGeom>
        </p:spPr>
      </p:pic>
      <p:sp>
        <p:nvSpPr>
          <p:cNvPr id="34" name="CuadroTexto 120">
            <a:extLst>
              <a:ext uri="{FF2B5EF4-FFF2-40B4-BE49-F238E27FC236}">
                <a16:creationId xmlns:a16="http://schemas.microsoft.com/office/drawing/2014/main" id="{5A8EB7D0-1877-1D1B-6F5E-D7F81344CFBA}"/>
              </a:ext>
            </a:extLst>
          </p:cNvPr>
          <p:cNvSpPr txBox="1"/>
          <p:nvPr/>
        </p:nvSpPr>
        <p:spPr>
          <a:xfrm>
            <a:off x="6535593" y="8125227"/>
            <a:ext cx="5194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dirty="0">
                <a:solidFill>
                  <a:schemeClr val="accent5"/>
                </a:solidFill>
                <a:latin typeface="Montserrat Black" panose="00000A00000000000000" pitchFamily="50" charset="0"/>
              </a:rPr>
              <a:t>1</a:t>
            </a:r>
          </a:p>
          <a:p>
            <a:pPr algn="ctr"/>
            <a:r>
              <a:rPr lang="es-ES" sz="900" dirty="0">
                <a:solidFill>
                  <a:schemeClr val="tx2"/>
                </a:solidFill>
                <a:latin typeface="Lato" panose="020F0502020204030203" pitchFamily="34" charset="0"/>
              </a:rPr>
              <a:t>TITLE</a:t>
            </a:r>
          </a:p>
          <a:p>
            <a:pPr algn="ctr"/>
            <a:r>
              <a:rPr lang="es-ES" sz="500" dirty="0">
                <a:solidFill>
                  <a:schemeClr val="tx2"/>
                </a:solidFill>
                <a:latin typeface="Lato" panose="020F0502020204030203" pitchFamily="34" charset="0"/>
              </a:rPr>
              <a:t>HERE</a:t>
            </a:r>
            <a:endParaRPr lang="es-CO" sz="700" dirty="0">
              <a:solidFill>
                <a:schemeClr val="tx2"/>
              </a:solidFill>
              <a:latin typeface="Lato" panose="020F0502020204030203" pitchFamily="34" charset="0"/>
            </a:endParaRPr>
          </a:p>
        </p:txBody>
      </p:sp>
      <p:sp>
        <p:nvSpPr>
          <p:cNvPr id="35" name="CuadroTexto 121">
            <a:extLst>
              <a:ext uri="{FF2B5EF4-FFF2-40B4-BE49-F238E27FC236}">
                <a16:creationId xmlns:a16="http://schemas.microsoft.com/office/drawing/2014/main" id="{83CEDC34-F042-7F6D-B0CB-0F3EBE1F265B}"/>
              </a:ext>
            </a:extLst>
          </p:cNvPr>
          <p:cNvSpPr txBox="1"/>
          <p:nvPr/>
        </p:nvSpPr>
        <p:spPr>
          <a:xfrm>
            <a:off x="6785550" y="9131147"/>
            <a:ext cx="519419" cy="654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dirty="0">
                <a:solidFill>
                  <a:schemeClr val="accent2"/>
                </a:solidFill>
                <a:latin typeface="Montserrat Black" panose="00000A00000000000000" pitchFamily="50" charset="0"/>
              </a:rPr>
              <a:t>2</a:t>
            </a:r>
          </a:p>
          <a:p>
            <a:pPr algn="ctr"/>
            <a:r>
              <a:rPr lang="es-ES" sz="1000" dirty="0">
                <a:solidFill>
                  <a:schemeClr val="tx2"/>
                </a:solidFill>
                <a:latin typeface="Lato" panose="020F0502020204030203" pitchFamily="34" charset="0"/>
              </a:rPr>
              <a:t>TITLE</a:t>
            </a:r>
          </a:p>
          <a:p>
            <a:pPr algn="ctr"/>
            <a:r>
              <a:rPr lang="es-ES" sz="500" dirty="0">
                <a:solidFill>
                  <a:schemeClr val="tx2"/>
                </a:solidFill>
                <a:latin typeface="Lato" panose="020F0502020204030203" pitchFamily="34" charset="0"/>
              </a:rPr>
              <a:t>HERE</a:t>
            </a:r>
            <a:endParaRPr lang="es-CO" sz="500" dirty="0">
              <a:solidFill>
                <a:schemeClr val="tx2"/>
              </a:solidFill>
              <a:latin typeface="Lato" panose="020F0502020204030203" pitchFamily="34" charset="0"/>
            </a:endParaRPr>
          </a:p>
          <a:p>
            <a:pPr algn="ctr"/>
            <a:endParaRPr lang="es-CO" sz="1000" dirty="0">
              <a:solidFill>
                <a:schemeClr val="tx2"/>
              </a:solidFill>
              <a:latin typeface="Lato" panose="020F0502020204030203" pitchFamily="34" charset="0"/>
            </a:endParaRPr>
          </a:p>
        </p:txBody>
      </p:sp>
      <p:sp>
        <p:nvSpPr>
          <p:cNvPr id="36" name="CuadroTexto 122">
            <a:extLst>
              <a:ext uri="{FF2B5EF4-FFF2-40B4-BE49-F238E27FC236}">
                <a16:creationId xmlns:a16="http://schemas.microsoft.com/office/drawing/2014/main" id="{BF5CD835-F13E-8172-B373-1C4889840EB1}"/>
              </a:ext>
            </a:extLst>
          </p:cNvPr>
          <p:cNvSpPr txBox="1"/>
          <p:nvPr/>
        </p:nvSpPr>
        <p:spPr>
          <a:xfrm>
            <a:off x="5775842" y="9317594"/>
            <a:ext cx="51941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dirty="0">
                <a:solidFill>
                  <a:schemeClr val="accent3"/>
                </a:solidFill>
                <a:latin typeface="Montserrat Black" panose="00000A00000000000000" pitchFamily="50" charset="0"/>
              </a:rPr>
              <a:t>3</a:t>
            </a:r>
          </a:p>
          <a:p>
            <a:pPr algn="ctr"/>
            <a:r>
              <a:rPr lang="es-ES" sz="1000" dirty="0">
                <a:solidFill>
                  <a:schemeClr val="tx2"/>
                </a:solidFill>
                <a:latin typeface="Lato" panose="020F0502020204030203" pitchFamily="34" charset="0"/>
              </a:rPr>
              <a:t>TITLE</a:t>
            </a:r>
          </a:p>
          <a:p>
            <a:pPr algn="ctr"/>
            <a:r>
              <a:rPr lang="es-ES" sz="500" dirty="0">
                <a:solidFill>
                  <a:schemeClr val="tx2"/>
                </a:solidFill>
                <a:latin typeface="Lato" panose="020F0502020204030203" pitchFamily="34" charset="0"/>
              </a:rPr>
              <a:t>HERE</a:t>
            </a:r>
            <a:endParaRPr lang="es-CO" sz="500" dirty="0">
              <a:solidFill>
                <a:schemeClr val="tx2"/>
              </a:solidFill>
              <a:latin typeface="Lato" panose="020F0502020204030203" pitchFamily="34" charset="0"/>
            </a:endParaRPr>
          </a:p>
        </p:txBody>
      </p:sp>
      <p:sp>
        <p:nvSpPr>
          <p:cNvPr id="37" name="CuadroTexto 123">
            <a:extLst>
              <a:ext uri="{FF2B5EF4-FFF2-40B4-BE49-F238E27FC236}">
                <a16:creationId xmlns:a16="http://schemas.microsoft.com/office/drawing/2014/main" id="{F669E504-39FF-463F-2852-525A7E30D259}"/>
              </a:ext>
            </a:extLst>
          </p:cNvPr>
          <p:cNvSpPr txBox="1"/>
          <p:nvPr/>
        </p:nvSpPr>
        <p:spPr>
          <a:xfrm>
            <a:off x="5529667" y="8404308"/>
            <a:ext cx="51941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dirty="0">
                <a:solidFill>
                  <a:schemeClr val="accent4"/>
                </a:solidFill>
                <a:latin typeface="Montserrat Black" panose="00000A00000000000000" pitchFamily="50" charset="0"/>
              </a:rPr>
              <a:t>4</a:t>
            </a:r>
          </a:p>
          <a:p>
            <a:pPr algn="ctr"/>
            <a:r>
              <a:rPr lang="es-ES" sz="1000" dirty="0">
                <a:solidFill>
                  <a:schemeClr val="tx2"/>
                </a:solidFill>
                <a:latin typeface="Lato" panose="020F0502020204030203" pitchFamily="34" charset="0"/>
              </a:rPr>
              <a:t>TITLE</a:t>
            </a:r>
          </a:p>
          <a:p>
            <a:pPr algn="ctr"/>
            <a:r>
              <a:rPr lang="es-ES" sz="500" dirty="0">
                <a:solidFill>
                  <a:schemeClr val="tx2"/>
                </a:solidFill>
                <a:latin typeface="Lato" panose="020F0502020204030203" pitchFamily="34" charset="0"/>
              </a:rPr>
              <a:t>HERE</a:t>
            </a:r>
            <a:endParaRPr lang="es-CO" sz="500" dirty="0">
              <a:solidFill>
                <a:schemeClr val="tx2"/>
              </a:solidFill>
              <a:latin typeface="Lato" panose="020F0502020204030203" pitchFamily="34" charset="0"/>
            </a:endParaRPr>
          </a:p>
        </p:txBody>
      </p:sp>
      <p:grpSp>
        <p:nvGrpSpPr>
          <p:cNvPr id="38" name="Grupo 79">
            <a:extLst>
              <a:ext uri="{FF2B5EF4-FFF2-40B4-BE49-F238E27FC236}">
                <a16:creationId xmlns:a16="http://schemas.microsoft.com/office/drawing/2014/main" id="{D410638F-D74E-4D14-35A1-7500B436C515}"/>
              </a:ext>
            </a:extLst>
          </p:cNvPr>
          <p:cNvGrpSpPr/>
          <p:nvPr/>
        </p:nvGrpSpPr>
        <p:grpSpPr>
          <a:xfrm>
            <a:off x="6096000" y="8635062"/>
            <a:ext cx="580036" cy="580036"/>
            <a:chOff x="9095873" y="4745254"/>
            <a:chExt cx="2550695" cy="2550695"/>
          </a:xfrm>
        </p:grpSpPr>
        <p:sp>
          <p:nvSpPr>
            <p:cNvPr id="40" name="Elipse 78">
              <a:extLst>
                <a:ext uri="{FF2B5EF4-FFF2-40B4-BE49-F238E27FC236}">
                  <a16:creationId xmlns:a16="http://schemas.microsoft.com/office/drawing/2014/main" id="{9AC3B03C-81BD-3A01-363F-F36FBBBED4BE}"/>
                </a:ext>
              </a:extLst>
            </p:cNvPr>
            <p:cNvSpPr/>
            <p:nvPr/>
          </p:nvSpPr>
          <p:spPr>
            <a:xfrm>
              <a:off x="9095873" y="4745254"/>
              <a:ext cx="2550695" cy="2550695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00"/>
            </a:p>
          </p:txBody>
        </p:sp>
        <p:sp>
          <p:nvSpPr>
            <p:cNvPr id="41" name="Elipse 77">
              <a:extLst>
                <a:ext uri="{FF2B5EF4-FFF2-40B4-BE49-F238E27FC236}">
                  <a16:creationId xmlns:a16="http://schemas.microsoft.com/office/drawing/2014/main" id="{F1036ED8-0E3D-966A-F01A-A2832E289587}"/>
                </a:ext>
              </a:extLst>
            </p:cNvPr>
            <p:cNvSpPr/>
            <p:nvPr/>
          </p:nvSpPr>
          <p:spPr>
            <a:xfrm>
              <a:off x="9432758" y="5101389"/>
              <a:ext cx="1876926" cy="187692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00"/>
            </a:p>
          </p:txBody>
        </p:sp>
      </p:grpSp>
      <p:pic>
        <p:nvPicPr>
          <p:cNvPr id="48" name="Gráfico 115" descr="Libros en una estantería con relleno sólido">
            <a:extLst>
              <a:ext uri="{FF2B5EF4-FFF2-40B4-BE49-F238E27FC236}">
                <a16:creationId xmlns:a16="http://schemas.microsoft.com/office/drawing/2014/main" id="{E6A465F8-CD34-0C5A-C66D-3CE81C023B3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237128" y="8771669"/>
            <a:ext cx="281235" cy="281235"/>
          </a:xfrm>
          <a:prstGeom prst="rect">
            <a:avLst/>
          </a:prstGeom>
        </p:spPr>
      </p:pic>
      <p:sp>
        <p:nvSpPr>
          <p:cNvPr id="15" name="Diamond 14">
            <a:extLst>
              <a:ext uri="{FF2B5EF4-FFF2-40B4-BE49-F238E27FC236}">
                <a16:creationId xmlns:a16="http://schemas.microsoft.com/office/drawing/2014/main" id="{E14BB358-627A-96E1-6667-6DFB3854EC53}"/>
              </a:ext>
            </a:extLst>
          </p:cNvPr>
          <p:cNvSpPr/>
          <p:nvPr/>
        </p:nvSpPr>
        <p:spPr>
          <a:xfrm>
            <a:off x="4167805" y="870149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iamond 15">
            <a:extLst>
              <a:ext uri="{FF2B5EF4-FFF2-40B4-BE49-F238E27FC236}">
                <a16:creationId xmlns:a16="http://schemas.microsoft.com/office/drawing/2014/main" id="{CE218014-B2F5-F7B0-1267-AAA41F5B6AD9}"/>
              </a:ext>
            </a:extLst>
          </p:cNvPr>
          <p:cNvSpPr/>
          <p:nvPr/>
        </p:nvSpPr>
        <p:spPr>
          <a:xfrm>
            <a:off x="5523828" y="870149"/>
            <a:ext cx="360000" cy="3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Diamond 16">
            <a:extLst>
              <a:ext uri="{FF2B5EF4-FFF2-40B4-BE49-F238E27FC236}">
                <a16:creationId xmlns:a16="http://schemas.microsoft.com/office/drawing/2014/main" id="{C649C480-81AB-61A3-F0CA-718FB05BF2F1}"/>
              </a:ext>
            </a:extLst>
          </p:cNvPr>
          <p:cNvSpPr/>
          <p:nvPr/>
        </p:nvSpPr>
        <p:spPr>
          <a:xfrm>
            <a:off x="5086085" y="870149"/>
            <a:ext cx="360000" cy="360000"/>
          </a:xfrm>
          <a:prstGeom prst="diamond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Diamond 48">
            <a:extLst>
              <a:ext uri="{FF2B5EF4-FFF2-40B4-BE49-F238E27FC236}">
                <a16:creationId xmlns:a16="http://schemas.microsoft.com/office/drawing/2014/main" id="{5AD5AAB6-605F-0F21-F6F5-70C3D3CF32FF}"/>
              </a:ext>
            </a:extLst>
          </p:cNvPr>
          <p:cNvSpPr/>
          <p:nvPr/>
        </p:nvSpPr>
        <p:spPr>
          <a:xfrm>
            <a:off x="4626945" y="870149"/>
            <a:ext cx="360000" cy="3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Diamond 51">
            <a:extLst>
              <a:ext uri="{FF2B5EF4-FFF2-40B4-BE49-F238E27FC236}">
                <a16:creationId xmlns:a16="http://schemas.microsoft.com/office/drawing/2014/main" id="{950AF4C4-2742-0B38-1723-11F2792AA63E}"/>
              </a:ext>
            </a:extLst>
          </p:cNvPr>
          <p:cNvSpPr/>
          <p:nvPr/>
        </p:nvSpPr>
        <p:spPr>
          <a:xfrm>
            <a:off x="5968632" y="870149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12F4864-A7CA-A0B9-72E0-58CFB3134986}"/>
              </a:ext>
            </a:extLst>
          </p:cNvPr>
          <p:cNvSpPr txBox="1"/>
          <p:nvPr/>
        </p:nvSpPr>
        <p:spPr>
          <a:xfrm>
            <a:off x="1531508" y="151146"/>
            <a:ext cx="58441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rgbClr val="3C2077"/>
                </a:solidFill>
                <a:latin typeface="Lato Black" panose="020F0A02020204030203" pitchFamily="34" charset="0"/>
              </a:rPr>
              <a:t>LINKED LIST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109002-8FFC-93FB-8AA4-79C5C230587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68430" y="3857098"/>
            <a:ext cx="8851136" cy="286745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7437298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>
            <a:extLst>
              <a:ext uri="{FF2B5EF4-FFF2-40B4-BE49-F238E27FC236}">
                <a16:creationId xmlns:a16="http://schemas.microsoft.com/office/drawing/2014/main" id="{1F565243-9681-B2E3-763B-A2D94F96796E}"/>
              </a:ext>
            </a:extLst>
          </p:cNvPr>
          <p:cNvGrpSpPr/>
          <p:nvPr/>
        </p:nvGrpSpPr>
        <p:grpSpPr>
          <a:xfrm>
            <a:off x="-12556257" y="-47092"/>
            <a:ext cx="12494478" cy="6911993"/>
            <a:chOff x="12191999" y="-47092"/>
            <a:chExt cx="12494478" cy="6911993"/>
          </a:xfrm>
        </p:grpSpPr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2981E7A3-935D-48D3-B795-8A14F20A487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463"/>
            <a:stretch/>
          </p:blipFill>
          <p:spPr>
            <a:xfrm flipH="1">
              <a:off x="12198681" y="-41680"/>
              <a:ext cx="12487796" cy="6889814"/>
            </a:xfrm>
            <a:prstGeom prst="rect">
              <a:avLst/>
            </a:prstGeom>
          </p:spPr>
        </p:pic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8AA6FC20-0C95-1644-6322-6D889AD83837}"/>
                </a:ext>
              </a:extLst>
            </p:cNvPr>
            <p:cNvSpPr/>
            <p:nvPr/>
          </p:nvSpPr>
          <p:spPr>
            <a:xfrm>
              <a:off x="12191999" y="-47092"/>
              <a:ext cx="12494478" cy="6911993"/>
            </a:xfrm>
            <a:prstGeom prst="rect">
              <a:avLst/>
            </a:prstGeom>
            <a:solidFill>
              <a:srgbClr val="031828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82434AAD-6276-EC0A-31ED-589DD1285475}"/>
              </a:ext>
            </a:extLst>
          </p:cNvPr>
          <p:cNvSpPr txBox="1"/>
          <p:nvPr/>
        </p:nvSpPr>
        <p:spPr>
          <a:xfrm>
            <a:off x="3642075" y="7258068"/>
            <a:ext cx="55876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spc="600" dirty="0">
                <a:solidFill>
                  <a:schemeClr val="bg1"/>
                </a:solidFill>
                <a:latin typeface="Montserrat Light" pitchFamily="2" charset="77"/>
              </a:rPr>
              <a:t>WWW.PPTHEMES.COM 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5F5EEFC-97BA-E025-2DD1-0863FB7E0BFA}"/>
              </a:ext>
            </a:extLst>
          </p:cNvPr>
          <p:cNvGrpSpPr/>
          <p:nvPr/>
        </p:nvGrpSpPr>
        <p:grpSpPr>
          <a:xfrm>
            <a:off x="13030228" y="3718483"/>
            <a:ext cx="5921959" cy="2576208"/>
            <a:chOff x="594039" y="1299676"/>
            <a:chExt cx="7035597" cy="257620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D8A5DA-2CE6-3F64-7E91-ACA95B5D06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039" y="1299676"/>
              <a:ext cx="168293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eaLnBrk="1" hangingPunct="1"/>
              <a:r>
                <a:rPr lang="en-US" b="1" dirty="0">
                  <a:solidFill>
                    <a:schemeClr val="bg1"/>
                  </a:solidFill>
                  <a:latin typeface="Montserrat-Bold" panose="00000800000000000000" pitchFamily="50" charset="0"/>
                </a:rPr>
                <a:t>Investment</a:t>
              </a:r>
              <a:endParaRPr lang="ru-RU" b="1" dirty="0">
                <a:solidFill>
                  <a:schemeClr val="bg1"/>
                </a:solidFill>
                <a:latin typeface="Montserrat-Bold" panose="00000800000000000000" pitchFamily="50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EBFC41E-5DDA-04C1-4066-7217A5BDA3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75" y="1609238"/>
              <a:ext cx="7027661" cy="22666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eaLnBrk="1" hangingPunct="1">
                <a:lnSpc>
                  <a:spcPct val="150000"/>
                </a:lnSpc>
              </a:pP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Lorem ipsum dolor sit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amet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,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consectetur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adipiscing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elit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, sed do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eiusmod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tempor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incididunt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ut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labore</a:t>
              </a:r>
            </a:p>
            <a:p>
              <a:pPr eaLnBrk="1" hangingPunct="1">
                <a:lnSpc>
                  <a:spcPct val="150000"/>
                </a:lnSpc>
              </a:pPr>
              <a:endParaRPr lang="en-US" sz="1600" dirty="0">
                <a:solidFill>
                  <a:schemeClr val="bg1"/>
                </a:solidFill>
                <a:latin typeface="Montserrat Light" panose="00000400000000000000" pitchFamily="50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Lorem ipsum dolor sit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amet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,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consectetur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adipiscing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elit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, sed do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eiusmod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tempor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incididunt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  <a:latin typeface="Montserrat Light" panose="00000400000000000000" pitchFamily="50" charset="0"/>
                </a:rPr>
                <a:t>ut</a:t>
              </a:r>
              <a:r>
                <a:rPr lang="en-US" sz="1600" dirty="0">
                  <a:solidFill>
                    <a:schemeClr val="bg1"/>
                  </a:solidFill>
                  <a:latin typeface="Montserrat Light" panose="00000400000000000000" pitchFamily="50" charset="0"/>
                </a:rPr>
                <a:t> labore</a:t>
              </a:r>
              <a:endParaRPr lang="ru-RU" sz="1600" dirty="0">
                <a:solidFill>
                  <a:schemeClr val="bg1"/>
                </a:solidFill>
                <a:latin typeface="Montserrat Light" panose="00000400000000000000" pitchFamily="50" charset="0"/>
              </a:endParaRPr>
            </a:p>
            <a:p>
              <a:pPr eaLnBrk="1" hangingPunct="1">
                <a:lnSpc>
                  <a:spcPct val="150000"/>
                </a:lnSpc>
              </a:pPr>
              <a:endParaRPr lang="ru-RU" sz="1600" dirty="0">
                <a:solidFill>
                  <a:schemeClr val="bg1"/>
                </a:solidFill>
                <a:latin typeface="Montserrat Light" panose="00000400000000000000" pitchFamily="50" charset="0"/>
              </a:endParaRPr>
            </a:p>
          </p:txBody>
        </p:sp>
      </p:grpSp>
      <p:pic>
        <p:nvPicPr>
          <p:cNvPr id="59" name="Gráfico 117" descr="Rollo de diplomas con relleno sólido">
            <a:extLst>
              <a:ext uri="{FF2B5EF4-FFF2-40B4-BE49-F238E27FC236}">
                <a16:creationId xmlns:a16="http://schemas.microsoft.com/office/drawing/2014/main" id="{BF6E0A96-E5CA-A5EA-F2C7-B7CB0C45B6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38512" y="4763781"/>
            <a:ext cx="618363" cy="618363"/>
          </a:xfrm>
          <a:prstGeom prst="rect">
            <a:avLst/>
          </a:prstGeom>
        </p:spPr>
      </p:pic>
      <p:pic>
        <p:nvPicPr>
          <p:cNvPr id="60" name="Gráfico 118" descr="Libro abierto con relleno sólido">
            <a:extLst>
              <a:ext uri="{FF2B5EF4-FFF2-40B4-BE49-F238E27FC236}">
                <a16:creationId xmlns:a16="http://schemas.microsoft.com/office/drawing/2014/main" id="{94979502-95F1-81B0-EAE6-A392F863A2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60418" y="2922834"/>
            <a:ext cx="618363" cy="618363"/>
          </a:xfrm>
          <a:prstGeom prst="rect">
            <a:avLst/>
          </a:prstGeom>
        </p:spPr>
      </p:pic>
      <p:sp>
        <p:nvSpPr>
          <p:cNvPr id="74" name="Rectangle 73">
            <a:extLst>
              <a:ext uri="{FF2B5EF4-FFF2-40B4-BE49-F238E27FC236}">
                <a16:creationId xmlns:a16="http://schemas.microsoft.com/office/drawing/2014/main" id="{F53714C4-D0B0-696A-2886-56DEAF052418}"/>
              </a:ext>
            </a:extLst>
          </p:cNvPr>
          <p:cNvSpPr/>
          <p:nvPr/>
        </p:nvSpPr>
        <p:spPr>
          <a:xfrm>
            <a:off x="-8706" y="-18416"/>
            <a:ext cx="1749113" cy="68764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Diamond 38">
            <a:extLst>
              <a:ext uri="{FF2B5EF4-FFF2-40B4-BE49-F238E27FC236}">
                <a16:creationId xmlns:a16="http://schemas.microsoft.com/office/drawing/2014/main" id="{0A53FDB5-8B45-2506-A392-9D328D5A3EC3}"/>
              </a:ext>
            </a:extLst>
          </p:cNvPr>
          <p:cNvSpPr/>
          <p:nvPr/>
        </p:nvSpPr>
        <p:spPr>
          <a:xfrm rot="10800000">
            <a:off x="1810271" y="1310612"/>
            <a:ext cx="2160000" cy="21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Diamond 43">
            <a:extLst>
              <a:ext uri="{FF2B5EF4-FFF2-40B4-BE49-F238E27FC236}">
                <a16:creationId xmlns:a16="http://schemas.microsoft.com/office/drawing/2014/main" id="{516647C1-AC26-B8BD-B6BD-784002349759}"/>
              </a:ext>
            </a:extLst>
          </p:cNvPr>
          <p:cNvSpPr/>
          <p:nvPr/>
        </p:nvSpPr>
        <p:spPr>
          <a:xfrm rot="10800000">
            <a:off x="636223" y="168593"/>
            <a:ext cx="2160000" cy="21600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Diamond 44">
            <a:extLst>
              <a:ext uri="{FF2B5EF4-FFF2-40B4-BE49-F238E27FC236}">
                <a16:creationId xmlns:a16="http://schemas.microsoft.com/office/drawing/2014/main" id="{93A02406-42C1-74E2-EBD6-21A9CF95386A}"/>
              </a:ext>
            </a:extLst>
          </p:cNvPr>
          <p:cNvSpPr/>
          <p:nvPr/>
        </p:nvSpPr>
        <p:spPr>
          <a:xfrm rot="10800000">
            <a:off x="675929" y="2490816"/>
            <a:ext cx="2160000" cy="21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Diamond 46">
            <a:extLst>
              <a:ext uri="{FF2B5EF4-FFF2-40B4-BE49-F238E27FC236}">
                <a16:creationId xmlns:a16="http://schemas.microsoft.com/office/drawing/2014/main" id="{12C0E848-C645-0759-55B9-7047D013FA57}"/>
              </a:ext>
            </a:extLst>
          </p:cNvPr>
          <p:cNvSpPr/>
          <p:nvPr/>
        </p:nvSpPr>
        <p:spPr>
          <a:xfrm rot="10800000">
            <a:off x="-474486" y="1323166"/>
            <a:ext cx="2160000" cy="21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F3678745-9AF2-BB77-7593-F0AE6B6727FE}"/>
              </a:ext>
            </a:extLst>
          </p:cNvPr>
          <p:cNvGrpSpPr/>
          <p:nvPr/>
        </p:nvGrpSpPr>
        <p:grpSpPr>
          <a:xfrm>
            <a:off x="12179837" y="-27415"/>
            <a:ext cx="12295230" cy="7021885"/>
            <a:chOff x="12179837" y="-27415"/>
            <a:chExt cx="12295230" cy="7021885"/>
          </a:xfrm>
        </p:grpSpPr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6418733D-D1B2-F747-7069-67D7059788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477" b="368"/>
            <a:stretch/>
          </p:blipFill>
          <p:spPr>
            <a:xfrm>
              <a:off x="12179837" y="-27415"/>
              <a:ext cx="12192000" cy="6885415"/>
            </a:xfrm>
            <a:prstGeom prst="rect">
              <a:avLst/>
            </a:prstGeom>
          </p:spPr>
        </p:pic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1C17F809-3CC2-13F4-3B10-CFC3995CA323}"/>
                </a:ext>
              </a:extLst>
            </p:cNvPr>
            <p:cNvSpPr/>
            <p:nvPr/>
          </p:nvSpPr>
          <p:spPr>
            <a:xfrm>
              <a:off x="12206512" y="15795"/>
              <a:ext cx="12268555" cy="6978675"/>
            </a:xfrm>
            <a:prstGeom prst="rect">
              <a:avLst/>
            </a:prstGeom>
            <a:solidFill>
              <a:srgbClr val="031828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89507A28-5E48-4E7F-430F-1B1B21073D16}"/>
              </a:ext>
            </a:extLst>
          </p:cNvPr>
          <p:cNvSpPr txBox="1"/>
          <p:nvPr/>
        </p:nvSpPr>
        <p:spPr>
          <a:xfrm>
            <a:off x="2718899" y="101937"/>
            <a:ext cx="8052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Montserrat" pitchFamily="2" charset="77"/>
              </a:rPr>
              <a:t>DIFFERENCE</a:t>
            </a:r>
            <a:r>
              <a:rPr lang="en-US" dirty="0">
                <a:solidFill>
                  <a:schemeClr val="bg1"/>
                </a:solidFill>
                <a:latin typeface="Montserrat" pitchFamily="2" charset="77"/>
              </a:rPr>
              <a:t> BETWEEN MANAGERS &amp; LEADERS</a:t>
            </a:r>
          </a:p>
        </p:txBody>
      </p:sp>
      <p:sp>
        <p:nvSpPr>
          <p:cNvPr id="2" name="Diamond 1">
            <a:extLst>
              <a:ext uri="{FF2B5EF4-FFF2-40B4-BE49-F238E27FC236}">
                <a16:creationId xmlns:a16="http://schemas.microsoft.com/office/drawing/2014/main" id="{6B3EB092-21A8-BF96-1B5E-57FF48069252}"/>
              </a:ext>
            </a:extLst>
          </p:cNvPr>
          <p:cNvSpPr/>
          <p:nvPr/>
        </p:nvSpPr>
        <p:spPr>
          <a:xfrm>
            <a:off x="4167805" y="870149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iamond 2">
            <a:extLst>
              <a:ext uri="{FF2B5EF4-FFF2-40B4-BE49-F238E27FC236}">
                <a16:creationId xmlns:a16="http://schemas.microsoft.com/office/drawing/2014/main" id="{DC8345AD-E0CE-14E0-36DA-8948BB331F1E}"/>
              </a:ext>
            </a:extLst>
          </p:cNvPr>
          <p:cNvSpPr/>
          <p:nvPr/>
        </p:nvSpPr>
        <p:spPr>
          <a:xfrm>
            <a:off x="5523828" y="870149"/>
            <a:ext cx="360000" cy="3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4CE62A6B-AE28-F356-D2A6-4372D6F13B5F}"/>
              </a:ext>
            </a:extLst>
          </p:cNvPr>
          <p:cNvSpPr/>
          <p:nvPr/>
        </p:nvSpPr>
        <p:spPr>
          <a:xfrm>
            <a:off x="5086085" y="870149"/>
            <a:ext cx="360000" cy="360000"/>
          </a:xfrm>
          <a:prstGeom prst="diamond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6C334680-AE7F-681D-9365-38E5FD45E37D}"/>
              </a:ext>
            </a:extLst>
          </p:cNvPr>
          <p:cNvSpPr/>
          <p:nvPr/>
        </p:nvSpPr>
        <p:spPr>
          <a:xfrm>
            <a:off x="4626945" y="870149"/>
            <a:ext cx="360000" cy="3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E552111F-9E0A-09E0-5C9B-5CA21A9B2629}"/>
              </a:ext>
            </a:extLst>
          </p:cNvPr>
          <p:cNvSpPr/>
          <p:nvPr/>
        </p:nvSpPr>
        <p:spPr>
          <a:xfrm>
            <a:off x="5968632" y="870149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BAB0DE-720A-AD52-FC57-F7E5FC2DA66C}"/>
              </a:ext>
            </a:extLst>
          </p:cNvPr>
          <p:cNvSpPr txBox="1"/>
          <p:nvPr/>
        </p:nvSpPr>
        <p:spPr>
          <a:xfrm>
            <a:off x="1531508" y="151146"/>
            <a:ext cx="58441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rgbClr val="3C2077"/>
                </a:solidFill>
                <a:latin typeface="Lato Black" panose="020F0A02020204030203" pitchFamily="34" charset="0"/>
              </a:rPr>
              <a:t>LINKED LIST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6A27DD-BC45-A547-51E1-E09175411F73}"/>
              </a:ext>
            </a:extLst>
          </p:cNvPr>
          <p:cNvSpPr txBox="1"/>
          <p:nvPr/>
        </p:nvSpPr>
        <p:spPr>
          <a:xfrm>
            <a:off x="2563908" y="1856941"/>
            <a:ext cx="5973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3C2077"/>
                </a:solidFill>
                <a:latin typeface="Montserrat" pitchFamily="2" charset="77"/>
              </a:rPr>
              <a:t>2</a:t>
            </a:r>
            <a:endParaRPr lang="en-US" sz="6000" dirty="0">
              <a:solidFill>
                <a:schemeClr val="bg1"/>
              </a:solidFill>
              <a:latin typeface="Montserrat" pitchFamily="2" charset="77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8F5766-08B9-BEDC-4022-C897023A9CE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54203" y="4985383"/>
            <a:ext cx="10008614" cy="152386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6969477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73">
            <a:extLst>
              <a:ext uri="{FF2B5EF4-FFF2-40B4-BE49-F238E27FC236}">
                <a16:creationId xmlns:a16="http://schemas.microsoft.com/office/drawing/2014/main" id="{F53714C4-D0B0-696A-2886-56DEAF052418}"/>
              </a:ext>
            </a:extLst>
          </p:cNvPr>
          <p:cNvSpPr/>
          <p:nvPr/>
        </p:nvSpPr>
        <p:spPr>
          <a:xfrm>
            <a:off x="-37770" y="-9208"/>
            <a:ext cx="1749113" cy="68764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Diamond 38">
            <a:extLst>
              <a:ext uri="{FF2B5EF4-FFF2-40B4-BE49-F238E27FC236}">
                <a16:creationId xmlns:a16="http://schemas.microsoft.com/office/drawing/2014/main" id="{0A53FDB5-8B45-2506-A392-9D328D5A3EC3}"/>
              </a:ext>
            </a:extLst>
          </p:cNvPr>
          <p:cNvSpPr/>
          <p:nvPr/>
        </p:nvSpPr>
        <p:spPr>
          <a:xfrm rot="16200000">
            <a:off x="686985" y="2472083"/>
            <a:ext cx="2160000" cy="21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Diamond 43">
            <a:extLst>
              <a:ext uri="{FF2B5EF4-FFF2-40B4-BE49-F238E27FC236}">
                <a16:creationId xmlns:a16="http://schemas.microsoft.com/office/drawing/2014/main" id="{516647C1-AC26-B8BD-B6BD-784002349759}"/>
              </a:ext>
            </a:extLst>
          </p:cNvPr>
          <p:cNvSpPr/>
          <p:nvPr/>
        </p:nvSpPr>
        <p:spPr>
          <a:xfrm rot="16200000">
            <a:off x="1829004" y="1298035"/>
            <a:ext cx="2160000" cy="21600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Diamond 44">
            <a:extLst>
              <a:ext uri="{FF2B5EF4-FFF2-40B4-BE49-F238E27FC236}">
                <a16:creationId xmlns:a16="http://schemas.microsoft.com/office/drawing/2014/main" id="{93A02406-42C1-74E2-EBD6-21A9CF95386A}"/>
              </a:ext>
            </a:extLst>
          </p:cNvPr>
          <p:cNvSpPr/>
          <p:nvPr/>
        </p:nvSpPr>
        <p:spPr>
          <a:xfrm rot="16200000">
            <a:off x="-493219" y="1337741"/>
            <a:ext cx="2160000" cy="21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Diamond 46">
            <a:extLst>
              <a:ext uri="{FF2B5EF4-FFF2-40B4-BE49-F238E27FC236}">
                <a16:creationId xmlns:a16="http://schemas.microsoft.com/office/drawing/2014/main" id="{12C0E848-C645-0759-55B9-7047D013FA57}"/>
              </a:ext>
            </a:extLst>
          </p:cNvPr>
          <p:cNvSpPr/>
          <p:nvPr/>
        </p:nvSpPr>
        <p:spPr>
          <a:xfrm rot="16200000">
            <a:off x="674431" y="187326"/>
            <a:ext cx="2160000" cy="21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9507A28-5E48-4E7F-430F-1B1B21073D16}"/>
              </a:ext>
            </a:extLst>
          </p:cNvPr>
          <p:cNvSpPr txBox="1"/>
          <p:nvPr/>
        </p:nvSpPr>
        <p:spPr>
          <a:xfrm>
            <a:off x="2758387" y="631904"/>
            <a:ext cx="80524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Montserrat" pitchFamily="2" charset="77"/>
              </a:rPr>
              <a:t>SYLES OF LEADERS</a:t>
            </a:r>
            <a:endParaRPr lang="en-US" sz="3200" dirty="0">
              <a:solidFill>
                <a:schemeClr val="bg1"/>
              </a:solidFill>
              <a:latin typeface="Montserrat" pitchFamily="2" charset="77"/>
            </a:endParaRP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4CD3A6B7-3F1B-F2DD-0C30-AFE1B7ED5A06}"/>
              </a:ext>
            </a:extLst>
          </p:cNvPr>
          <p:cNvSpPr txBox="1">
            <a:spLocks/>
          </p:cNvSpPr>
          <p:nvPr/>
        </p:nvSpPr>
        <p:spPr>
          <a:xfrm>
            <a:off x="8289060" y="5116530"/>
            <a:ext cx="1400326" cy="78288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050">
                <a:solidFill>
                  <a:schemeClr val="bg1"/>
                </a:solidFill>
              </a:rPr>
              <a:t>Lorem ipsum dolor sit amet, consectetur adipiscing elit, sed do</a:t>
            </a:r>
            <a:endParaRPr lang="ru-RU" sz="1050">
              <a:solidFill>
                <a:schemeClr val="bg1"/>
              </a:solidFill>
            </a:endParaRPr>
          </a:p>
          <a:p>
            <a:pPr algn="ctr"/>
            <a:endParaRPr lang="ru-RU" sz="1050" dirty="0">
              <a:solidFill>
                <a:schemeClr val="bg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F3022B-090C-77FC-64FD-F95BF94621F5}"/>
              </a:ext>
            </a:extLst>
          </p:cNvPr>
          <p:cNvSpPr txBox="1"/>
          <p:nvPr/>
        </p:nvSpPr>
        <p:spPr>
          <a:xfrm>
            <a:off x="2142148" y="-685517"/>
            <a:ext cx="80524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Montserrat" pitchFamily="2" charset="77"/>
              </a:rPr>
              <a:t>THANKS</a:t>
            </a:r>
            <a:endParaRPr lang="en-US" sz="3200" dirty="0">
              <a:solidFill>
                <a:schemeClr val="bg1"/>
              </a:solidFill>
              <a:latin typeface="Montserrat" pitchFamily="2" charset="7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2AFBC03-8988-8C4C-3F88-765ED01F9725}"/>
              </a:ext>
            </a:extLst>
          </p:cNvPr>
          <p:cNvSpPr txBox="1"/>
          <p:nvPr/>
        </p:nvSpPr>
        <p:spPr>
          <a:xfrm>
            <a:off x="2142148" y="-1886401"/>
            <a:ext cx="80524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noFill/>
                <a:latin typeface="Montserrat" pitchFamily="2" charset="77"/>
              </a:rPr>
              <a:t>THANKS</a:t>
            </a:r>
            <a:endParaRPr lang="en-US" sz="3200" dirty="0">
              <a:ln>
                <a:solidFill>
                  <a:schemeClr val="bg1"/>
                </a:solidFill>
              </a:ln>
              <a:noFill/>
              <a:latin typeface="Montserrat" pitchFamily="2" charset="77"/>
            </a:endParaRP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5F0ED3E3-1FB2-7CD1-558D-5F5D150F8E18}"/>
              </a:ext>
            </a:extLst>
          </p:cNvPr>
          <p:cNvSpPr/>
          <p:nvPr/>
        </p:nvSpPr>
        <p:spPr>
          <a:xfrm>
            <a:off x="4167805" y="870149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iamond 14">
            <a:extLst>
              <a:ext uri="{FF2B5EF4-FFF2-40B4-BE49-F238E27FC236}">
                <a16:creationId xmlns:a16="http://schemas.microsoft.com/office/drawing/2014/main" id="{3835E1D3-7CD1-04E1-D0CE-30EAB56A004E}"/>
              </a:ext>
            </a:extLst>
          </p:cNvPr>
          <p:cNvSpPr/>
          <p:nvPr/>
        </p:nvSpPr>
        <p:spPr>
          <a:xfrm>
            <a:off x="5523828" y="870149"/>
            <a:ext cx="360000" cy="3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iamond 15">
            <a:extLst>
              <a:ext uri="{FF2B5EF4-FFF2-40B4-BE49-F238E27FC236}">
                <a16:creationId xmlns:a16="http://schemas.microsoft.com/office/drawing/2014/main" id="{F552A05E-F8DB-2C76-2658-D5A85E0F10AF}"/>
              </a:ext>
            </a:extLst>
          </p:cNvPr>
          <p:cNvSpPr/>
          <p:nvPr/>
        </p:nvSpPr>
        <p:spPr>
          <a:xfrm>
            <a:off x="5086085" y="870149"/>
            <a:ext cx="360000" cy="360000"/>
          </a:xfrm>
          <a:prstGeom prst="diamond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Diamond 16">
            <a:extLst>
              <a:ext uri="{FF2B5EF4-FFF2-40B4-BE49-F238E27FC236}">
                <a16:creationId xmlns:a16="http://schemas.microsoft.com/office/drawing/2014/main" id="{2194C313-C153-407D-1BAF-85B3661C96E1}"/>
              </a:ext>
            </a:extLst>
          </p:cNvPr>
          <p:cNvSpPr/>
          <p:nvPr/>
        </p:nvSpPr>
        <p:spPr>
          <a:xfrm>
            <a:off x="4626945" y="870149"/>
            <a:ext cx="360000" cy="3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Diamond 27">
            <a:extLst>
              <a:ext uri="{FF2B5EF4-FFF2-40B4-BE49-F238E27FC236}">
                <a16:creationId xmlns:a16="http://schemas.microsoft.com/office/drawing/2014/main" id="{582EA362-7A23-F094-3DAA-56BEC9571281}"/>
              </a:ext>
            </a:extLst>
          </p:cNvPr>
          <p:cNvSpPr/>
          <p:nvPr/>
        </p:nvSpPr>
        <p:spPr>
          <a:xfrm>
            <a:off x="5968632" y="870149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D66A71-CD6D-CD7C-A381-11DFB468F171}"/>
              </a:ext>
            </a:extLst>
          </p:cNvPr>
          <p:cNvSpPr txBox="1"/>
          <p:nvPr/>
        </p:nvSpPr>
        <p:spPr>
          <a:xfrm>
            <a:off x="1531508" y="151146"/>
            <a:ext cx="58441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rgbClr val="3C2077"/>
                </a:solidFill>
                <a:latin typeface="Lato Black" panose="020F0A02020204030203" pitchFamily="34" charset="0"/>
              </a:rPr>
              <a:t>LINKED LIST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7E4945A-4A85-E8BE-4F41-7769155BD1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8220" y="3453011"/>
            <a:ext cx="174640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Open Sans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9pPr>
          </a:lstStyle>
          <a:p>
            <a:pPr eaLnBrk="1" hangingPunct="1"/>
            <a:r>
              <a:rPr lang="en-US" b="1" dirty="0">
                <a:solidFill>
                  <a:schemeClr val="bg1"/>
                </a:solidFill>
                <a:latin typeface="Montserrat-Bold" panose="00000800000000000000" pitchFamily="50" charset="0"/>
              </a:rPr>
              <a:t>Investment</a:t>
            </a:r>
            <a:endParaRPr lang="ru-RU" b="1" dirty="0">
              <a:solidFill>
                <a:schemeClr val="bg1"/>
              </a:solidFill>
              <a:latin typeface="Montserrat-Bold" panose="00000800000000000000" pitchFamily="50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491F5C-2B1C-B7C3-39FE-8139737EB54F}"/>
              </a:ext>
            </a:extLst>
          </p:cNvPr>
          <p:cNvSpPr txBox="1"/>
          <p:nvPr/>
        </p:nvSpPr>
        <p:spPr>
          <a:xfrm>
            <a:off x="2563908" y="1856941"/>
            <a:ext cx="5973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  <a:latin typeface="Montserrat" pitchFamily="2" charset="77"/>
              </a:rPr>
              <a:t>3</a:t>
            </a:r>
            <a:endParaRPr lang="en-US" sz="6000" dirty="0">
              <a:solidFill>
                <a:schemeClr val="bg1"/>
              </a:solidFill>
              <a:latin typeface="Montserrat" pitchFamily="2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D38885-DC7E-688D-F44A-522D52A4CE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7804" y="2205487"/>
            <a:ext cx="6929581" cy="75037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600703D-B67A-D259-6316-D2810A9607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2863" y="3469811"/>
            <a:ext cx="7941306" cy="19669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CC1FB3E-EAC7-1896-FF9A-DEE2ED604F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3805" y="5493313"/>
            <a:ext cx="9438480" cy="1069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1238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 24">
            <a:extLst>
              <a:ext uri="{FF2B5EF4-FFF2-40B4-BE49-F238E27FC236}">
                <a16:creationId xmlns:a16="http://schemas.microsoft.com/office/drawing/2014/main" id="{355CADC3-9AE1-BBE1-4A4B-6353C3A7AAE4}"/>
              </a:ext>
            </a:extLst>
          </p:cNvPr>
          <p:cNvSpPr/>
          <p:nvPr/>
        </p:nvSpPr>
        <p:spPr>
          <a:xfrm>
            <a:off x="0" y="0"/>
            <a:ext cx="2138082" cy="6858000"/>
          </a:xfrm>
          <a:custGeom>
            <a:avLst/>
            <a:gdLst>
              <a:gd name="connsiteX0" fmla="*/ 0 w 2138082"/>
              <a:gd name="connsiteY0" fmla="*/ 0 h 6858000"/>
              <a:gd name="connsiteX1" fmla="*/ 2138082 w 2138082"/>
              <a:gd name="connsiteY1" fmla="*/ 0 h 6858000"/>
              <a:gd name="connsiteX2" fmla="*/ 2138082 w 2138082"/>
              <a:gd name="connsiteY2" fmla="*/ 473503 h 6858000"/>
              <a:gd name="connsiteX3" fmla="*/ 2070845 w 2138082"/>
              <a:gd name="connsiteY3" fmla="*/ 466725 h 6858000"/>
              <a:gd name="connsiteX4" fmla="*/ 1364874 w 2138082"/>
              <a:gd name="connsiteY4" fmla="*/ 1172696 h 6858000"/>
              <a:gd name="connsiteX5" fmla="*/ 2070845 w 2138082"/>
              <a:gd name="connsiteY5" fmla="*/ 1878667 h 6858000"/>
              <a:gd name="connsiteX6" fmla="*/ 2138082 w 2138082"/>
              <a:gd name="connsiteY6" fmla="*/ 1871889 h 6858000"/>
              <a:gd name="connsiteX7" fmla="*/ 2138082 w 2138082"/>
              <a:gd name="connsiteY7" fmla="*/ 6858000 h 6858000"/>
              <a:gd name="connsiteX8" fmla="*/ 0 w 2138082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38082" h="6858000">
                <a:moveTo>
                  <a:pt x="0" y="0"/>
                </a:moveTo>
                <a:lnTo>
                  <a:pt x="2138082" y="0"/>
                </a:lnTo>
                <a:lnTo>
                  <a:pt x="2138082" y="473503"/>
                </a:lnTo>
                <a:lnTo>
                  <a:pt x="2070845" y="466725"/>
                </a:lnTo>
                <a:cubicBezTo>
                  <a:pt x="1680948" y="466725"/>
                  <a:pt x="1364874" y="782799"/>
                  <a:pt x="1364874" y="1172696"/>
                </a:cubicBezTo>
                <a:cubicBezTo>
                  <a:pt x="1364874" y="1562593"/>
                  <a:pt x="1680948" y="1878667"/>
                  <a:pt x="2070845" y="1878667"/>
                </a:cubicBezTo>
                <a:lnTo>
                  <a:pt x="2138082" y="1871889"/>
                </a:lnTo>
                <a:lnTo>
                  <a:pt x="213808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7F6067E-DFD1-9B78-E90F-2E32863977F6}"/>
              </a:ext>
            </a:extLst>
          </p:cNvPr>
          <p:cNvSpPr/>
          <p:nvPr/>
        </p:nvSpPr>
        <p:spPr>
          <a:xfrm>
            <a:off x="1529591" y="597320"/>
            <a:ext cx="1133475" cy="11334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90533D72-FAF8-E7C9-B2C5-25892D96A2EF}"/>
              </a:ext>
            </a:extLst>
          </p:cNvPr>
          <p:cNvSpPr txBox="1">
            <a:spLocks/>
          </p:cNvSpPr>
          <p:nvPr/>
        </p:nvSpPr>
        <p:spPr>
          <a:xfrm>
            <a:off x="2913529" y="1254702"/>
            <a:ext cx="8218936" cy="4826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 is used on a collections of items. It relies on the technique of traversing a list from start to end by exploring properties of all the elements that are found on the way.</a:t>
            </a:r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1E4DE4BF-F31C-6425-E1EB-5931B9D9E5D1}"/>
              </a:ext>
            </a:extLst>
          </p:cNvPr>
          <p:cNvSpPr txBox="1">
            <a:spLocks/>
          </p:cNvSpPr>
          <p:nvPr/>
        </p:nvSpPr>
        <p:spPr>
          <a:xfrm>
            <a:off x="2913529" y="821747"/>
            <a:ext cx="3151636" cy="3423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ExtraBold" pitchFamily="2" charset="77"/>
                <a:ea typeface="+mn-ea"/>
                <a:cs typeface="+mn-cs"/>
              </a:rPr>
              <a:t>Linear Search</a:t>
            </a:r>
          </a:p>
        </p:txBody>
      </p:sp>
      <p:sp>
        <p:nvSpPr>
          <p:cNvPr id="39" name="Text Placeholder 9">
            <a:extLst>
              <a:ext uri="{FF2B5EF4-FFF2-40B4-BE49-F238E27FC236}">
                <a16:creationId xmlns:a16="http://schemas.microsoft.com/office/drawing/2014/main" id="{285A8F5B-6B06-C183-4FF2-689EBEEE4700}"/>
              </a:ext>
            </a:extLst>
          </p:cNvPr>
          <p:cNvSpPr txBox="1">
            <a:spLocks/>
          </p:cNvSpPr>
          <p:nvPr/>
        </p:nvSpPr>
        <p:spPr>
          <a:xfrm>
            <a:off x="2913529" y="4744104"/>
            <a:ext cx="8237865" cy="2269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manipulates the data in these structures in various ways, such as searching for a particular data item and sorting the data.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EC8E7DE-8E47-3A89-8CFC-0089AFC706FE}"/>
              </a:ext>
            </a:extLst>
          </p:cNvPr>
          <p:cNvSpPr txBox="1"/>
          <p:nvPr/>
        </p:nvSpPr>
        <p:spPr>
          <a:xfrm rot="16200000">
            <a:off x="-2460402" y="3136613"/>
            <a:ext cx="62663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ExtraBold" pitchFamily="2" charset="77"/>
                <a:ea typeface="+mn-ea"/>
                <a:cs typeface="+mn-cs"/>
              </a:rPr>
              <a:t>LINKED LIST</a:t>
            </a:r>
            <a:r>
              <a:rPr kumimoji="0" lang="en-US" sz="3200" b="1" i="0" u="none" strike="noStrike" kern="1200" cap="all" spc="0" normalizeH="0" baseline="0" noProof="0" dirty="0">
                <a:ln>
                  <a:noFill/>
                </a:ln>
                <a:solidFill>
                  <a:srgbClr val="ED942B"/>
                </a:solidFill>
                <a:effectLst/>
                <a:uLnTx/>
                <a:uFillTx/>
                <a:latin typeface="Montserrat ExtraBold" pitchFamily="2" charset="77"/>
                <a:ea typeface="+mn-ea"/>
                <a:cs typeface="+mn-cs"/>
              </a:rPr>
              <a:t> PROGRAM</a:t>
            </a:r>
            <a:endParaRPr kumimoji="0" lang="en-US" sz="3200" b="1" i="0" u="none" strike="noStrike" kern="1200" cap="all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 ExtraBold" pitchFamily="2" charset="77"/>
              <a:ea typeface="+mn-ea"/>
              <a:cs typeface="+mn-cs"/>
            </a:endParaRP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06F3E03-B9B8-222D-E2A9-06FAFA3F32B5}"/>
              </a:ext>
            </a:extLst>
          </p:cNvPr>
          <p:cNvSpPr txBox="1">
            <a:spLocks/>
          </p:cNvSpPr>
          <p:nvPr/>
        </p:nvSpPr>
        <p:spPr>
          <a:xfrm>
            <a:off x="2944364" y="4273258"/>
            <a:ext cx="3151636" cy="3423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ExtraBold" pitchFamily="2" charset="77"/>
                <a:ea typeface="+mn-ea"/>
                <a:cs typeface="+mn-cs"/>
              </a:rPr>
              <a:t>Algorithm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F83188-64B8-A97E-1C9A-5AD7CCBC9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9125" y="1525794"/>
            <a:ext cx="7271665" cy="518106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9F06B7-E46C-DBCE-E72E-E674B0F5A5C2}"/>
              </a:ext>
            </a:extLst>
          </p:cNvPr>
          <p:cNvSpPr txBox="1"/>
          <p:nvPr/>
        </p:nvSpPr>
        <p:spPr>
          <a:xfrm>
            <a:off x="2758387" y="631904"/>
            <a:ext cx="80524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Montserrat" pitchFamily="2" charset="77"/>
              </a:rPr>
              <a:t>SYLES OF LEADERS</a:t>
            </a:r>
            <a:endParaRPr lang="en-US" sz="3200" dirty="0">
              <a:solidFill>
                <a:schemeClr val="bg1"/>
              </a:solidFill>
              <a:latin typeface="Montserrat" pitchFamily="2" charset="77"/>
            </a:endParaRP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371D013F-57ED-CAF2-28EE-0F980D7CC811}"/>
              </a:ext>
            </a:extLst>
          </p:cNvPr>
          <p:cNvSpPr/>
          <p:nvPr/>
        </p:nvSpPr>
        <p:spPr>
          <a:xfrm>
            <a:off x="4167805" y="870149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D8F5DDBC-3D1E-F2F8-670B-DE9CF9AAE657}"/>
              </a:ext>
            </a:extLst>
          </p:cNvPr>
          <p:cNvSpPr/>
          <p:nvPr/>
        </p:nvSpPr>
        <p:spPr>
          <a:xfrm>
            <a:off x="5523828" y="870149"/>
            <a:ext cx="360000" cy="3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2D8FB86E-E316-0F48-CE67-983D01348021}"/>
              </a:ext>
            </a:extLst>
          </p:cNvPr>
          <p:cNvSpPr/>
          <p:nvPr/>
        </p:nvSpPr>
        <p:spPr>
          <a:xfrm>
            <a:off x="5086085" y="870149"/>
            <a:ext cx="360000" cy="360000"/>
          </a:xfrm>
          <a:prstGeom prst="diamond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A6E2E4F9-54A3-5746-7758-205F0EC9D955}"/>
              </a:ext>
            </a:extLst>
          </p:cNvPr>
          <p:cNvSpPr/>
          <p:nvPr/>
        </p:nvSpPr>
        <p:spPr>
          <a:xfrm>
            <a:off x="4626945" y="870149"/>
            <a:ext cx="360000" cy="3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1C6484EC-DA07-60E2-16E7-EC69E6DC1559}"/>
              </a:ext>
            </a:extLst>
          </p:cNvPr>
          <p:cNvSpPr/>
          <p:nvPr/>
        </p:nvSpPr>
        <p:spPr>
          <a:xfrm>
            <a:off x="5968632" y="870149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F9B0D3-3B96-A63F-C996-2853C51DB129}"/>
              </a:ext>
            </a:extLst>
          </p:cNvPr>
          <p:cNvSpPr txBox="1"/>
          <p:nvPr/>
        </p:nvSpPr>
        <p:spPr>
          <a:xfrm>
            <a:off x="1531508" y="151146"/>
            <a:ext cx="58441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rgbClr val="3C2077"/>
                </a:solidFill>
                <a:latin typeface="Lato Black" panose="020F0A02020204030203" pitchFamily="34" charset="0"/>
              </a:rPr>
              <a:t>LINKED LIST</a:t>
            </a:r>
          </a:p>
        </p:txBody>
      </p:sp>
    </p:spTree>
    <p:extLst>
      <p:ext uri="{BB962C8B-B14F-4D97-AF65-F5344CB8AC3E}">
        <p14:creationId xmlns:p14="http://schemas.microsoft.com/office/powerpoint/2010/main" val="9715858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9" grpId="0"/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 24">
            <a:extLst>
              <a:ext uri="{FF2B5EF4-FFF2-40B4-BE49-F238E27FC236}">
                <a16:creationId xmlns:a16="http://schemas.microsoft.com/office/drawing/2014/main" id="{355CADC3-9AE1-BBE1-4A4B-6353C3A7AAE4}"/>
              </a:ext>
            </a:extLst>
          </p:cNvPr>
          <p:cNvSpPr/>
          <p:nvPr/>
        </p:nvSpPr>
        <p:spPr>
          <a:xfrm>
            <a:off x="0" y="0"/>
            <a:ext cx="2138082" cy="6858000"/>
          </a:xfrm>
          <a:custGeom>
            <a:avLst/>
            <a:gdLst>
              <a:gd name="connsiteX0" fmla="*/ 0 w 2138082"/>
              <a:gd name="connsiteY0" fmla="*/ 0 h 6858000"/>
              <a:gd name="connsiteX1" fmla="*/ 2138082 w 2138082"/>
              <a:gd name="connsiteY1" fmla="*/ 0 h 6858000"/>
              <a:gd name="connsiteX2" fmla="*/ 2138082 w 2138082"/>
              <a:gd name="connsiteY2" fmla="*/ 473503 h 6858000"/>
              <a:gd name="connsiteX3" fmla="*/ 2070845 w 2138082"/>
              <a:gd name="connsiteY3" fmla="*/ 466725 h 6858000"/>
              <a:gd name="connsiteX4" fmla="*/ 1364874 w 2138082"/>
              <a:gd name="connsiteY4" fmla="*/ 1172696 h 6858000"/>
              <a:gd name="connsiteX5" fmla="*/ 2070845 w 2138082"/>
              <a:gd name="connsiteY5" fmla="*/ 1878667 h 6858000"/>
              <a:gd name="connsiteX6" fmla="*/ 2138082 w 2138082"/>
              <a:gd name="connsiteY6" fmla="*/ 1871889 h 6858000"/>
              <a:gd name="connsiteX7" fmla="*/ 2138082 w 2138082"/>
              <a:gd name="connsiteY7" fmla="*/ 6858000 h 6858000"/>
              <a:gd name="connsiteX8" fmla="*/ 0 w 2138082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38082" h="6858000">
                <a:moveTo>
                  <a:pt x="0" y="0"/>
                </a:moveTo>
                <a:lnTo>
                  <a:pt x="2138082" y="0"/>
                </a:lnTo>
                <a:lnTo>
                  <a:pt x="2138082" y="473503"/>
                </a:lnTo>
                <a:lnTo>
                  <a:pt x="2070845" y="466725"/>
                </a:lnTo>
                <a:cubicBezTo>
                  <a:pt x="1680948" y="466725"/>
                  <a:pt x="1364874" y="782799"/>
                  <a:pt x="1364874" y="1172696"/>
                </a:cubicBezTo>
                <a:cubicBezTo>
                  <a:pt x="1364874" y="1562593"/>
                  <a:pt x="1680948" y="1878667"/>
                  <a:pt x="2070845" y="1878667"/>
                </a:cubicBezTo>
                <a:lnTo>
                  <a:pt x="2138082" y="1871889"/>
                </a:lnTo>
                <a:lnTo>
                  <a:pt x="213808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7F6067E-DFD1-9B78-E90F-2E32863977F6}"/>
              </a:ext>
            </a:extLst>
          </p:cNvPr>
          <p:cNvSpPr/>
          <p:nvPr/>
        </p:nvSpPr>
        <p:spPr>
          <a:xfrm>
            <a:off x="1529591" y="597320"/>
            <a:ext cx="1133475" cy="11334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90533D72-FAF8-E7C9-B2C5-25892D96A2EF}"/>
              </a:ext>
            </a:extLst>
          </p:cNvPr>
          <p:cNvSpPr txBox="1">
            <a:spLocks/>
          </p:cNvSpPr>
          <p:nvPr/>
        </p:nvSpPr>
        <p:spPr>
          <a:xfrm>
            <a:off x="2913529" y="1254702"/>
            <a:ext cx="8218936" cy="4826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 is used on a collections of items. It relies on the technique of traversing a list from start to end by exploring properties of all the elements that are found on the way.</a:t>
            </a:r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1E4DE4BF-F31C-6425-E1EB-5931B9D9E5D1}"/>
              </a:ext>
            </a:extLst>
          </p:cNvPr>
          <p:cNvSpPr txBox="1">
            <a:spLocks/>
          </p:cNvSpPr>
          <p:nvPr/>
        </p:nvSpPr>
        <p:spPr>
          <a:xfrm>
            <a:off x="2913529" y="821747"/>
            <a:ext cx="3151636" cy="3423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ExtraBold" pitchFamily="2" charset="77"/>
                <a:ea typeface="+mn-ea"/>
                <a:cs typeface="+mn-cs"/>
              </a:rPr>
              <a:t>Linear Search</a:t>
            </a:r>
          </a:p>
        </p:txBody>
      </p:sp>
      <p:sp>
        <p:nvSpPr>
          <p:cNvPr id="39" name="Text Placeholder 9">
            <a:extLst>
              <a:ext uri="{FF2B5EF4-FFF2-40B4-BE49-F238E27FC236}">
                <a16:creationId xmlns:a16="http://schemas.microsoft.com/office/drawing/2014/main" id="{285A8F5B-6B06-C183-4FF2-689EBEEE4700}"/>
              </a:ext>
            </a:extLst>
          </p:cNvPr>
          <p:cNvSpPr txBox="1">
            <a:spLocks/>
          </p:cNvSpPr>
          <p:nvPr/>
        </p:nvSpPr>
        <p:spPr>
          <a:xfrm>
            <a:off x="2913529" y="4744104"/>
            <a:ext cx="8237865" cy="2269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manipulates the data in these structures in various ways, such as searching for a particular data item and sorting the data.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EC8E7DE-8E47-3A89-8CFC-0089AFC706FE}"/>
              </a:ext>
            </a:extLst>
          </p:cNvPr>
          <p:cNvSpPr txBox="1"/>
          <p:nvPr/>
        </p:nvSpPr>
        <p:spPr>
          <a:xfrm rot="16200000">
            <a:off x="-2460402" y="3136613"/>
            <a:ext cx="62663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ExtraBold" pitchFamily="2" charset="77"/>
                <a:ea typeface="+mn-ea"/>
                <a:cs typeface="+mn-cs"/>
              </a:rPr>
              <a:t>LINKED LIST</a:t>
            </a:r>
            <a:r>
              <a:rPr kumimoji="0" lang="en-US" sz="3200" b="1" i="0" u="none" strike="noStrike" kern="1200" cap="all" spc="0" normalizeH="0" baseline="0" noProof="0" dirty="0">
                <a:ln>
                  <a:noFill/>
                </a:ln>
                <a:solidFill>
                  <a:srgbClr val="ED942B"/>
                </a:solidFill>
                <a:effectLst/>
                <a:uLnTx/>
                <a:uFillTx/>
                <a:latin typeface="Montserrat ExtraBold" pitchFamily="2" charset="77"/>
                <a:ea typeface="+mn-ea"/>
                <a:cs typeface="+mn-cs"/>
              </a:rPr>
              <a:t> PROGRAM</a:t>
            </a:r>
            <a:endParaRPr kumimoji="0" lang="en-US" sz="3200" b="1" i="0" u="none" strike="noStrike" kern="1200" cap="all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 ExtraBold" pitchFamily="2" charset="77"/>
              <a:ea typeface="+mn-ea"/>
              <a:cs typeface="+mn-cs"/>
            </a:endParaRP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06F3E03-B9B8-222D-E2A9-06FAFA3F32B5}"/>
              </a:ext>
            </a:extLst>
          </p:cNvPr>
          <p:cNvSpPr txBox="1">
            <a:spLocks/>
          </p:cNvSpPr>
          <p:nvPr/>
        </p:nvSpPr>
        <p:spPr>
          <a:xfrm>
            <a:off x="2944364" y="4273258"/>
            <a:ext cx="3151636" cy="3423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ExtraBold" pitchFamily="2" charset="77"/>
                <a:ea typeface="+mn-ea"/>
                <a:cs typeface="+mn-cs"/>
              </a:rPr>
              <a:t>Algorithm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D3A7C3-04F1-4C2B-2FE0-3FF0E455F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9866" y="1468394"/>
            <a:ext cx="5957140" cy="332110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D2A6225-7A27-A688-248F-E4EB2C904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9866" y="4796357"/>
            <a:ext cx="6663894" cy="10882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0FA051F-24ED-BF93-08BA-8C4DCB6A72F9}"/>
              </a:ext>
            </a:extLst>
          </p:cNvPr>
          <p:cNvSpPr txBox="1"/>
          <p:nvPr/>
        </p:nvSpPr>
        <p:spPr>
          <a:xfrm>
            <a:off x="2463393" y="6066080"/>
            <a:ext cx="934823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1" dirty="0">
                <a:solidFill>
                  <a:srgbClr val="333333"/>
                </a:solidFill>
                <a:effectLst/>
                <a:latin typeface="Lato" panose="020F0502020204030203" pitchFamily="34" charset="0"/>
              </a:rPr>
              <a:t>The </a:t>
            </a:r>
            <a:r>
              <a:rPr lang="en-US" sz="1400" b="1" i="1" dirty="0">
                <a:solidFill>
                  <a:srgbClr val="333333"/>
                </a:solidFill>
                <a:effectLst/>
                <a:latin typeface="Lato" panose="020F0502020204030203" pitchFamily="34" charset="0"/>
              </a:rPr>
              <a:t>Java String class </a:t>
            </a:r>
            <a:r>
              <a:rPr lang="en-US" sz="1400" b="1" i="1" dirty="0" err="1">
                <a:solidFill>
                  <a:srgbClr val="333333"/>
                </a:solidFill>
                <a:effectLst/>
                <a:latin typeface="Lato" panose="020F0502020204030203" pitchFamily="34" charset="0"/>
              </a:rPr>
              <a:t>isEmpty</a:t>
            </a:r>
            <a:r>
              <a:rPr lang="en-US" sz="1400" b="1" i="1" dirty="0">
                <a:solidFill>
                  <a:srgbClr val="333333"/>
                </a:solidFill>
                <a:effectLst/>
                <a:latin typeface="Lato" panose="020F0502020204030203" pitchFamily="34" charset="0"/>
              </a:rPr>
              <a:t>()</a:t>
            </a:r>
            <a:r>
              <a:rPr lang="en-US" sz="1400" b="0" i="1" dirty="0">
                <a:solidFill>
                  <a:srgbClr val="333333"/>
                </a:solidFill>
                <a:effectLst/>
                <a:latin typeface="Lato" panose="020F0502020204030203" pitchFamily="34" charset="0"/>
              </a:rPr>
              <a:t> method checks if the input string is empty or not. </a:t>
            </a:r>
            <a:endParaRPr lang="en-US" sz="1400" i="1" dirty="0">
              <a:solidFill>
                <a:srgbClr val="333333"/>
              </a:solidFill>
              <a:latin typeface="Lato" panose="020F0502020204030203" pitchFamily="34" charset="0"/>
            </a:endParaRPr>
          </a:p>
          <a:p>
            <a:r>
              <a:rPr lang="en-US" sz="1400" b="0" i="1" dirty="0">
                <a:solidFill>
                  <a:srgbClr val="333333"/>
                </a:solidFill>
                <a:effectLst/>
                <a:latin typeface="Lato" panose="020F0502020204030203" pitchFamily="34" charset="0"/>
              </a:rPr>
              <a:t>Note that here empty means the number of characters contained in a string is zero.</a:t>
            </a:r>
          </a:p>
          <a:p>
            <a:pPr algn="just"/>
            <a:r>
              <a:rPr lang="en-US" sz="1400" b="0" i="1" dirty="0">
                <a:solidFill>
                  <a:srgbClr val="610B4B"/>
                </a:solidFill>
                <a:effectLst/>
                <a:latin typeface="Lato" panose="020F0502020204030203" pitchFamily="34" charset="0"/>
              </a:rPr>
              <a:t>Returns </a:t>
            </a:r>
            <a:r>
              <a:rPr lang="en-US" sz="1400" b="0" i="1" dirty="0">
                <a:solidFill>
                  <a:srgbClr val="333333"/>
                </a:solidFill>
                <a:effectLst/>
                <a:latin typeface="Lato" panose="020F0502020204030203" pitchFamily="34" charset="0"/>
              </a:rPr>
              <a:t>true if length is 0 otherwise false.</a:t>
            </a:r>
          </a:p>
          <a:p>
            <a:endParaRPr lang="en-US" sz="1400" i="1" dirty="0">
              <a:latin typeface="Lato" panose="020F0502020204030203" pitchFamily="34" charset="0"/>
            </a:endParaRPr>
          </a:p>
          <a:p>
            <a:endParaRPr lang="en-US" sz="1400" i="1" dirty="0">
              <a:latin typeface="Lato" panose="020F050202020403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BCBBF5-B06B-028F-F2D7-2B2378C19BAA}"/>
              </a:ext>
            </a:extLst>
          </p:cNvPr>
          <p:cNvSpPr txBox="1"/>
          <p:nvPr/>
        </p:nvSpPr>
        <p:spPr>
          <a:xfrm>
            <a:off x="2758387" y="631904"/>
            <a:ext cx="80524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Montserrat" pitchFamily="2" charset="77"/>
              </a:rPr>
              <a:t>SYLES OF LEADERS</a:t>
            </a:r>
            <a:endParaRPr lang="en-US" sz="3200" dirty="0">
              <a:solidFill>
                <a:schemeClr val="bg1"/>
              </a:solidFill>
              <a:latin typeface="Montserrat" pitchFamily="2" charset="77"/>
            </a:endParaRPr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CBDF05AA-4D42-458A-1F37-5F57C38C577E}"/>
              </a:ext>
            </a:extLst>
          </p:cNvPr>
          <p:cNvSpPr/>
          <p:nvPr/>
        </p:nvSpPr>
        <p:spPr>
          <a:xfrm>
            <a:off x="4167805" y="870149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1A4FBAB3-FD6F-7170-01EE-0988EA62B3D4}"/>
              </a:ext>
            </a:extLst>
          </p:cNvPr>
          <p:cNvSpPr/>
          <p:nvPr/>
        </p:nvSpPr>
        <p:spPr>
          <a:xfrm>
            <a:off x="5523828" y="870149"/>
            <a:ext cx="360000" cy="3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20679B1B-0D20-1E96-C55A-AB9C36E01E5F}"/>
              </a:ext>
            </a:extLst>
          </p:cNvPr>
          <p:cNvSpPr/>
          <p:nvPr/>
        </p:nvSpPr>
        <p:spPr>
          <a:xfrm>
            <a:off x="5086085" y="870149"/>
            <a:ext cx="360000" cy="360000"/>
          </a:xfrm>
          <a:prstGeom prst="diamond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D2037E27-F4F6-BC0B-4FF0-361C641A3452}"/>
              </a:ext>
            </a:extLst>
          </p:cNvPr>
          <p:cNvSpPr/>
          <p:nvPr/>
        </p:nvSpPr>
        <p:spPr>
          <a:xfrm>
            <a:off x="4626945" y="870149"/>
            <a:ext cx="360000" cy="3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iamond 12">
            <a:extLst>
              <a:ext uri="{FF2B5EF4-FFF2-40B4-BE49-F238E27FC236}">
                <a16:creationId xmlns:a16="http://schemas.microsoft.com/office/drawing/2014/main" id="{BF29D1BB-1F50-5147-EC99-D0CE52740E36}"/>
              </a:ext>
            </a:extLst>
          </p:cNvPr>
          <p:cNvSpPr/>
          <p:nvPr/>
        </p:nvSpPr>
        <p:spPr>
          <a:xfrm>
            <a:off x="5968632" y="870149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754112-2F32-B555-080D-57367D7FD3BB}"/>
              </a:ext>
            </a:extLst>
          </p:cNvPr>
          <p:cNvSpPr txBox="1"/>
          <p:nvPr/>
        </p:nvSpPr>
        <p:spPr>
          <a:xfrm>
            <a:off x="1531508" y="151146"/>
            <a:ext cx="58441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rgbClr val="3C2077"/>
                </a:solidFill>
                <a:latin typeface="Lato Black" panose="020F0A02020204030203" pitchFamily="34" charset="0"/>
              </a:rPr>
              <a:t>LINKED LIST</a:t>
            </a:r>
          </a:p>
        </p:txBody>
      </p:sp>
    </p:spTree>
    <p:extLst>
      <p:ext uri="{BB962C8B-B14F-4D97-AF65-F5344CB8AC3E}">
        <p14:creationId xmlns:p14="http://schemas.microsoft.com/office/powerpoint/2010/main" val="15019393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9" grpId="0"/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9267B40-11C9-9153-A29F-F65DF623C2F2}"/>
              </a:ext>
            </a:extLst>
          </p:cNvPr>
          <p:cNvSpPr/>
          <p:nvPr/>
        </p:nvSpPr>
        <p:spPr>
          <a:xfrm>
            <a:off x="-9257" y="0"/>
            <a:ext cx="1749113" cy="68655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2B77373-4031-140B-C0A4-3140D943CF61}"/>
              </a:ext>
            </a:extLst>
          </p:cNvPr>
          <p:cNvGrpSpPr/>
          <p:nvPr/>
        </p:nvGrpSpPr>
        <p:grpSpPr>
          <a:xfrm>
            <a:off x="12759918" y="5352526"/>
            <a:ext cx="5915279" cy="1158715"/>
            <a:chOff x="601975" y="1239906"/>
            <a:chExt cx="7027661" cy="115871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D9AE19B-7085-C186-A16C-1E3F3ECE20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3385" y="1239906"/>
              <a:ext cx="369692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-Bold" panose="00000800000000000000" pitchFamily="50" charset="0"/>
                  <a:ea typeface="+mn-ea"/>
                  <a:cs typeface="+mn-cs"/>
                </a:rPr>
                <a:t>STYLES OF LEADERSHIP</a:t>
              </a:r>
              <a:endPara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-Bold" panose="00000800000000000000" pitchFamily="50" charset="0"/>
                <a:ea typeface="+mn-ea"/>
                <a:cs typeface="+mn-cs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58BECD2-07FE-F89D-303C-7A08563478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75" y="1609238"/>
              <a:ext cx="7027661" cy="789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Lorem ipsum dolor sit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amet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,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consectetur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adipiscing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elit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, sed do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eiusmod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tempor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incididunt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ut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labore</a:t>
              </a: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82434AAD-6276-EC0A-31ED-589DD1285475}"/>
              </a:ext>
            </a:extLst>
          </p:cNvPr>
          <p:cNvSpPr txBox="1"/>
          <p:nvPr/>
        </p:nvSpPr>
        <p:spPr>
          <a:xfrm>
            <a:off x="6611134" y="6421241"/>
            <a:ext cx="5587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6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Light" pitchFamily="2" charset="77"/>
                <a:ea typeface="+mn-ea"/>
                <a:cs typeface="+mn-cs"/>
              </a:rPr>
              <a:t>WWW.PPTHEMES.COM </a:t>
            </a:r>
          </a:p>
        </p:txBody>
      </p:sp>
      <p:sp>
        <p:nvSpPr>
          <p:cNvPr id="42" name="Diamond 41">
            <a:extLst>
              <a:ext uri="{FF2B5EF4-FFF2-40B4-BE49-F238E27FC236}">
                <a16:creationId xmlns:a16="http://schemas.microsoft.com/office/drawing/2014/main" id="{C5FAAB6C-C6DE-4C3E-CF7B-5C55128EE02D}"/>
              </a:ext>
            </a:extLst>
          </p:cNvPr>
          <p:cNvSpPr/>
          <p:nvPr/>
        </p:nvSpPr>
        <p:spPr>
          <a:xfrm>
            <a:off x="4167805" y="870149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Diamond 42">
            <a:extLst>
              <a:ext uri="{FF2B5EF4-FFF2-40B4-BE49-F238E27FC236}">
                <a16:creationId xmlns:a16="http://schemas.microsoft.com/office/drawing/2014/main" id="{465FE290-8C8A-A662-17CB-264E51057509}"/>
              </a:ext>
            </a:extLst>
          </p:cNvPr>
          <p:cNvSpPr/>
          <p:nvPr/>
        </p:nvSpPr>
        <p:spPr>
          <a:xfrm>
            <a:off x="5523828" y="870149"/>
            <a:ext cx="360000" cy="3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Diamond 45">
            <a:extLst>
              <a:ext uri="{FF2B5EF4-FFF2-40B4-BE49-F238E27FC236}">
                <a16:creationId xmlns:a16="http://schemas.microsoft.com/office/drawing/2014/main" id="{C6D828EB-E7EA-5773-9652-AE53FB5D669F}"/>
              </a:ext>
            </a:extLst>
          </p:cNvPr>
          <p:cNvSpPr/>
          <p:nvPr/>
        </p:nvSpPr>
        <p:spPr>
          <a:xfrm>
            <a:off x="5086085" y="870149"/>
            <a:ext cx="360000" cy="360000"/>
          </a:xfrm>
          <a:prstGeom prst="diamond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21DFFB8E-C406-CF59-4CA2-EACEAF0C708E}"/>
              </a:ext>
            </a:extLst>
          </p:cNvPr>
          <p:cNvSpPr/>
          <p:nvPr/>
        </p:nvSpPr>
        <p:spPr>
          <a:xfrm>
            <a:off x="4626945" y="870149"/>
            <a:ext cx="360000" cy="3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33C663A5-0996-8893-E730-E5C86AEB7C2A}"/>
              </a:ext>
            </a:extLst>
          </p:cNvPr>
          <p:cNvSpPr/>
          <p:nvPr/>
        </p:nvSpPr>
        <p:spPr>
          <a:xfrm>
            <a:off x="5968632" y="870149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BFC41E-5DDA-04C1-4066-7217A5BDA3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1540" y="5998968"/>
            <a:ext cx="1031453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Open Sans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The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insertFirst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()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Method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The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insertFirst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() method of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LinkList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 inserts a new link at the beginning  of the list.</a:t>
            </a:r>
          </a:p>
        </p:txBody>
      </p:sp>
      <p:sp>
        <p:nvSpPr>
          <p:cNvPr id="39" name="Diamond 38">
            <a:extLst>
              <a:ext uri="{FF2B5EF4-FFF2-40B4-BE49-F238E27FC236}">
                <a16:creationId xmlns:a16="http://schemas.microsoft.com/office/drawing/2014/main" id="{0A53FDB5-8B45-2506-A392-9D328D5A3EC3}"/>
              </a:ext>
            </a:extLst>
          </p:cNvPr>
          <p:cNvSpPr/>
          <p:nvPr/>
        </p:nvSpPr>
        <p:spPr>
          <a:xfrm>
            <a:off x="-474486" y="1348797"/>
            <a:ext cx="2160000" cy="21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Diamond 43">
            <a:extLst>
              <a:ext uri="{FF2B5EF4-FFF2-40B4-BE49-F238E27FC236}">
                <a16:creationId xmlns:a16="http://schemas.microsoft.com/office/drawing/2014/main" id="{516647C1-AC26-B8BD-B6BD-784002349759}"/>
              </a:ext>
            </a:extLst>
          </p:cNvPr>
          <p:cNvSpPr/>
          <p:nvPr/>
        </p:nvSpPr>
        <p:spPr>
          <a:xfrm>
            <a:off x="699562" y="2490815"/>
            <a:ext cx="2160000" cy="21600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Diamond 44">
            <a:extLst>
              <a:ext uri="{FF2B5EF4-FFF2-40B4-BE49-F238E27FC236}">
                <a16:creationId xmlns:a16="http://schemas.microsoft.com/office/drawing/2014/main" id="{93A02406-42C1-74E2-EBD6-21A9CF95386A}"/>
              </a:ext>
            </a:extLst>
          </p:cNvPr>
          <p:cNvSpPr/>
          <p:nvPr/>
        </p:nvSpPr>
        <p:spPr>
          <a:xfrm>
            <a:off x="659856" y="168593"/>
            <a:ext cx="2160000" cy="21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Diamond 46">
            <a:extLst>
              <a:ext uri="{FF2B5EF4-FFF2-40B4-BE49-F238E27FC236}">
                <a16:creationId xmlns:a16="http://schemas.microsoft.com/office/drawing/2014/main" id="{12C0E848-C645-0759-55B9-7047D013FA57}"/>
              </a:ext>
            </a:extLst>
          </p:cNvPr>
          <p:cNvSpPr/>
          <p:nvPr/>
        </p:nvSpPr>
        <p:spPr>
          <a:xfrm>
            <a:off x="1810271" y="1336243"/>
            <a:ext cx="2160000" cy="21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36F298-DD9F-65AA-AB00-66464E7AB668}"/>
              </a:ext>
            </a:extLst>
          </p:cNvPr>
          <p:cNvSpPr txBox="1"/>
          <p:nvPr/>
        </p:nvSpPr>
        <p:spPr>
          <a:xfrm>
            <a:off x="1531508" y="151146"/>
            <a:ext cx="58441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 Black" panose="020F0A02020204030203" pitchFamily="34" charset="0"/>
                <a:ea typeface="+mn-ea"/>
                <a:cs typeface="+mn-cs"/>
              </a:rPr>
              <a:t>LINKED LIST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821686-B637-811D-EE52-E2020628C74A}"/>
              </a:ext>
            </a:extLst>
          </p:cNvPr>
          <p:cNvSpPr txBox="1"/>
          <p:nvPr/>
        </p:nvSpPr>
        <p:spPr>
          <a:xfrm>
            <a:off x="2610308" y="1881011"/>
            <a:ext cx="5973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3C2077"/>
                </a:solidFill>
                <a:latin typeface="Montserrat" pitchFamily="2" charset="77"/>
              </a:rPr>
              <a:t>1</a:t>
            </a:r>
            <a:endParaRPr lang="en-US" sz="6000" dirty="0">
              <a:solidFill>
                <a:schemeClr val="bg1"/>
              </a:solidFill>
              <a:latin typeface="Montserrat" pitchFamily="2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1000B3-00C5-38FF-18DE-D1A16184A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8894" y="1518754"/>
            <a:ext cx="4941906" cy="441155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6932393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 24">
            <a:extLst>
              <a:ext uri="{FF2B5EF4-FFF2-40B4-BE49-F238E27FC236}">
                <a16:creationId xmlns:a16="http://schemas.microsoft.com/office/drawing/2014/main" id="{355CADC3-9AE1-BBE1-4A4B-6353C3A7AAE4}"/>
              </a:ext>
            </a:extLst>
          </p:cNvPr>
          <p:cNvSpPr/>
          <p:nvPr/>
        </p:nvSpPr>
        <p:spPr>
          <a:xfrm>
            <a:off x="0" y="0"/>
            <a:ext cx="2138082" cy="6858000"/>
          </a:xfrm>
          <a:custGeom>
            <a:avLst/>
            <a:gdLst>
              <a:gd name="connsiteX0" fmla="*/ 0 w 2138082"/>
              <a:gd name="connsiteY0" fmla="*/ 0 h 6858000"/>
              <a:gd name="connsiteX1" fmla="*/ 2138082 w 2138082"/>
              <a:gd name="connsiteY1" fmla="*/ 0 h 6858000"/>
              <a:gd name="connsiteX2" fmla="*/ 2138082 w 2138082"/>
              <a:gd name="connsiteY2" fmla="*/ 473503 h 6858000"/>
              <a:gd name="connsiteX3" fmla="*/ 2070845 w 2138082"/>
              <a:gd name="connsiteY3" fmla="*/ 466725 h 6858000"/>
              <a:gd name="connsiteX4" fmla="*/ 1364874 w 2138082"/>
              <a:gd name="connsiteY4" fmla="*/ 1172696 h 6858000"/>
              <a:gd name="connsiteX5" fmla="*/ 2070845 w 2138082"/>
              <a:gd name="connsiteY5" fmla="*/ 1878667 h 6858000"/>
              <a:gd name="connsiteX6" fmla="*/ 2138082 w 2138082"/>
              <a:gd name="connsiteY6" fmla="*/ 1871889 h 6858000"/>
              <a:gd name="connsiteX7" fmla="*/ 2138082 w 2138082"/>
              <a:gd name="connsiteY7" fmla="*/ 6858000 h 6858000"/>
              <a:gd name="connsiteX8" fmla="*/ 0 w 2138082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38082" h="6858000">
                <a:moveTo>
                  <a:pt x="0" y="0"/>
                </a:moveTo>
                <a:lnTo>
                  <a:pt x="2138082" y="0"/>
                </a:lnTo>
                <a:lnTo>
                  <a:pt x="2138082" y="473503"/>
                </a:lnTo>
                <a:lnTo>
                  <a:pt x="2070845" y="466725"/>
                </a:lnTo>
                <a:cubicBezTo>
                  <a:pt x="1680948" y="466725"/>
                  <a:pt x="1364874" y="782799"/>
                  <a:pt x="1364874" y="1172696"/>
                </a:cubicBezTo>
                <a:cubicBezTo>
                  <a:pt x="1364874" y="1562593"/>
                  <a:pt x="1680948" y="1878667"/>
                  <a:pt x="2070845" y="1878667"/>
                </a:cubicBezTo>
                <a:lnTo>
                  <a:pt x="2138082" y="1871889"/>
                </a:lnTo>
                <a:lnTo>
                  <a:pt x="213808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7F6067E-DFD1-9B78-E90F-2E32863977F6}"/>
              </a:ext>
            </a:extLst>
          </p:cNvPr>
          <p:cNvSpPr/>
          <p:nvPr/>
        </p:nvSpPr>
        <p:spPr>
          <a:xfrm>
            <a:off x="1529591" y="597320"/>
            <a:ext cx="1133475" cy="11334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90533D72-FAF8-E7C9-B2C5-25892D96A2EF}"/>
              </a:ext>
            </a:extLst>
          </p:cNvPr>
          <p:cNvSpPr txBox="1">
            <a:spLocks/>
          </p:cNvSpPr>
          <p:nvPr/>
        </p:nvSpPr>
        <p:spPr>
          <a:xfrm>
            <a:off x="2913529" y="1254702"/>
            <a:ext cx="8218936" cy="4826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 is used on a collections of items. It relies on the technique of traversing a list from start to end by exploring properties of all the elements that are found on the way.</a:t>
            </a:r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1E4DE4BF-F31C-6425-E1EB-5931B9D9E5D1}"/>
              </a:ext>
            </a:extLst>
          </p:cNvPr>
          <p:cNvSpPr txBox="1">
            <a:spLocks/>
          </p:cNvSpPr>
          <p:nvPr/>
        </p:nvSpPr>
        <p:spPr>
          <a:xfrm>
            <a:off x="2913529" y="821747"/>
            <a:ext cx="3151636" cy="3423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ExtraBold" pitchFamily="2" charset="77"/>
                <a:ea typeface="+mn-ea"/>
                <a:cs typeface="+mn-cs"/>
              </a:rPr>
              <a:t>Linear Search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EC8E7DE-8E47-3A89-8CFC-0089AFC706FE}"/>
              </a:ext>
            </a:extLst>
          </p:cNvPr>
          <p:cNvSpPr txBox="1"/>
          <p:nvPr/>
        </p:nvSpPr>
        <p:spPr>
          <a:xfrm rot="16200000">
            <a:off x="-2460402" y="3136613"/>
            <a:ext cx="62663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ExtraBold" pitchFamily="2" charset="77"/>
                <a:ea typeface="+mn-ea"/>
                <a:cs typeface="+mn-cs"/>
              </a:rPr>
              <a:t>LINKED LIST</a:t>
            </a:r>
            <a:r>
              <a:rPr kumimoji="0" lang="en-US" sz="3200" b="1" i="0" u="none" strike="noStrike" kern="1200" cap="all" spc="0" normalizeH="0" baseline="0" noProof="0" dirty="0">
                <a:ln>
                  <a:noFill/>
                </a:ln>
                <a:solidFill>
                  <a:srgbClr val="ED942B"/>
                </a:solidFill>
                <a:effectLst/>
                <a:uLnTx/>
                <a:uFillTx/>
                <a:latin typeface="Montserrat ExtraBold" pitchFamily="2" charset="77"/>
                <a:ea typeface="+mn-ea"/>
                <a:cs typeface="+mn-cs"/>
              </a:rPr>
              <a:t> PROGRAM</a:t>
            </a:r>
            <a:endParaRPr kumimoji="0" lang="en-US" sz="3200" b="1" i="0" u="none" strike="noStrike" kern="1200" cap="all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 ExtraBold" pitchFamily="2" charset="77"/>
              <a:ea typeface="+mn-ea"/>
              <a:cs typeface="+mn-cs"/>
            </a:endParaRP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06F3E03-B9B8-222D-E2A9-06FAFA3F32B5}"/>
              </a:ext>
            </a:extLst>
          </p:cNvPr>
          <p:cNvSpPr txBox="1">
            <a:spLocks/>
          </p:cNvSpPr>
          <p:nvPr/>
        </p:nvSpPr>
        <p:spPr>
          <a:xfrm>
            <a:off x="2944364" y="4273258"/>
            <a:ext cx="3151636" cy="3423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ExtraBold" pitchFamily="2" charset="77"/>
                <a:ea typeface="+mn-ea"/>
                <a:cs typeface="+mn-cs"/>
              </a:rPr>
              <a:t>Algorithm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FA9E3F-3A7D-61F3-179B-893C58199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3066" y="2328115"/>
            <a:ext cx="8732359" cy="2707031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EFB9AC-DDF5-B2D4-E7E1-DE91A4B670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8410" y="5906737"/>
            <a:ext cx="1031453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Open Sans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The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insertFirst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()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Method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The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insertFirst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() method of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LinkList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 inserts a new link at the beginning  of the list.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BDAB62-C15B-799A-47F8-110A734EBBFE}"/>
              </a:ext>
            </a:extLst>
          </p:cNvPr>
          <p:cNvSpPr txBox="1"/>
          <p:nvPr/>
        </p:nvSpPr>
        <p:spPr>
          <a:xfrm>
            <a:off x="2758387" y="631904"/>
            <a:ext cx="80524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Montserrat" pitchFamily="2" charset="77"/>
              </a:rPr>
              <a:t>SYLES OF LEADERS</a:t>
            </a:r>
            <a:endParaRPr lang="en-US" sz="3200" dirty="0">
              <a:solidFill>
                <a:schemeClr val="bg1"/>
              </a:solidFill>
              <a:latin typeface="Montserrat" pitchFamily="2" charset="77"/>
            </a:endParaRPr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A05B4664-B8BC-1CA1-F370-A52212F78D86}"/>
              </a:ext>
            </a:extLst>
          </p:cNvPr>
          <p:cNvSpPr/>
          <p:nvPr/>
        </p:nvSpPr>
        <p:spPr>
          <a:xfrm>
            <a:off x="4167805" y="870149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C8F32282-742D-600C-3946-765C4BA58193}"/>
              </a:ext>
            </a:extLst>
          </p:cNvPr>
          <p:cNvSpPr/>
          <p:nvPr/>
        </p:nvSpPr>
        <p:spPr>
          <a:xfrm>
            <a:off x="5523828" y="870149"/>
            <a:ext cx="360000" cy="3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AD645D08-0FA8-4AFA-180B-1BA30AD5C9B9}"/>
              </a:ext>
            </a:extLst>
          </p:cNvPr>
          <p:cNvSpPr/>
          <p:nvPr/>
        </p:nvSpPr>
        <p:spPr>
          <a:xfrm>
            <a:off x="5086085" y="870149"/>
            <a:ext cx="360000" cy="360000"/>
          </a:xfrm>
          <a:prstGeom prst="diamond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2BDECD07-2439-97F6-DFF5-8CCEBACE9656}"/>
              </a:ext>
            </a:extLst>
          </p:cNvPr>
          <p:cNvSpPr/>
          <p:nvPr/>
        </p:nvSpPr>
        <p:spPr>
          <a:xfrm>
            <a:off x="4626945" y="870149"/>
            <a:ext cx="360000" cy="3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iamond 12">
            <a:extLst>
              <a:ext uri="{FF2B5EF4-FFF2-40B4-BE49-F238E27FC236}">
                <a16:creationId xmlns:a16="http://schemas.microsoft.com/office/drawing/2014/main" id="{3C9E8616-8458-4FA5-32AA-16EB9644DF85}"/>
              </a:ext>
            </a:extLst>
          </p:cNvPr>
          <p:cNvSpPr/>
          <p:nvPr/>
        </p:nvSpPr>
        <p:spPr>
          <a:xfrm>
            <a:off x="5968632" y="870149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9FF79F-AA09-1FD0-6C88-60C3C58C24B0}"/>
              </a:ext>
            </a:extLst>
          </p:cNvPr>
          <p:cNvSpPr txBox="1"/>
          <p:nvPr/>
        </p:nvSpPr>
        <p:spPr>
          <a:xfrm>
            <a:off x="1531508" y="151146"/>
            <a:ext cx="58441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rgbClr val="3C2077"/>
                </a:solidFill>
                <a:latin typeface="Lato Black" panose="020F0A02020204030203" pitchFamily="34" charset="0"/>
              </a:rPr>
              <a:t>LINKED LIST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324278-3146-DED3-CB27-3CC3D40477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8457" y="1808952"/>
            <a:ext cx="103145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Open Sans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srgbClr val="3C2077"/>
                </a:solidFill>
                <a:latin typeface="Lato" panose="020F0502020204030203" pitchFamily="34" charset="0"/>
              </a:rPr>
              <a:t>Insert the following:   	</a:t>
            </a:r>
            <a:r>
              <a:rPr lang="en-US" sz="2400" b="1" dirty="0">
                <a:solidFill>
                  <a:srgbClr val="3C2077"/>
                </a:solidFill>
                <a:latin typeface="Lato" panose="020F0502020204030203" pitchFamily="34" charset="0"/>
              </a:rPr>
              <a:t>14    98    7     42 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3C2077"/>
              </a:solidFill>
              <a:effectLst/>
              <a:uLnTx/>
              <a:uFillTx/>
              <a:latin typeface="Lato" panose="020F050202020403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63783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A09AAC51-0440-EFB8-FB5A-16A795946B0A}"/>
              </a:ext>
            </a:extLst>
          </p:cNvPr>
          <p:cNvGrpSpPr/>
          <p:nvPr/>
        </p:nvGrpSpPr>
        <p:grpSpPr>
          <a:xfrm>
            <a:off x="12150698" y="-127577"/>
            <a:ext cx="12273144" cy="6985577"/>
            <a:chOff x="12150698" y="-127577"/>
            <a:chExt cx="12273144" cy="6985577"/>
          </a:xfrm>
        </p:grpSpPr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78993AD5-1943-6388-5340-7917EB340C7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" t="9062" r="-12" b="8051"/>
            <a:stretch/>
          </p:blipFill>
          <p:spPr>
            <a:xfrm>
              <a:off x="12155287" y="-120676"/>
              <a:ext cx="12268555" cy="6978676"/>
            </a:xfrm>
            <a:prstGeom prst="rect">
              <a:avLst/>
            </a:prstGeom>
          </p:spPr>
        </p:pic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AE10030B-541B-0B28-0B68-62C018CD3120}"/>
                </a:ext>
              </a:extLst>
            </p:cNvPr>
            <p:cNvSpPr/>
            <p:nvPr/>
          </p:nvSpPr>
          <p:spPr>
            <a:xfrm>
              <a:off x="12150698" y="-127577"/>
              <a:ext cx="12268555" cy="6978675"/>
            </a:xfrm>
            <a:prstGeom prst="rect">
              <a:avLst/>
            </a:prstGeom>
            <a:solidFill>
              <a:srgbClr val="031828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9877844-F657-DA59-277D-356BF86A3C9C}"/>
              </a:ext>
            </a:extLst>
          </p:cNvPr>
          <p:cNvGrpSpPr/>
          <p:nvPr/>
        </p:nvGrpSpPr>
        <p:grpSpPr>
          <a:xfrm>
            <a:off x="-10754874" y="-47092"/>
            <a:ext cx="10468624" cy="6873610"/>
            <a:chOff x="12192000" y="-47092"/>
            <a:chExt cx="10468624" cy="687361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4E03518-775A-26B9-DCE3-9A64CF0A05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41"/>
            <a:stretch/>
          </p:blipFill>
          <p:spPr>
            <a:xfrm>
              <a:off x="12192000" y="-20064"/>
              <a:ext cx="10452120" cy="6846582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0C7B5DB-73EF-6A1B-36FD-3BA26485FD85}"/>
                </a:ext>
              </a:extLst>
            </p:cNvPr>
            <p:cNvSpPr/>
            <p:nvPr/>
          </p:nvSpPr>
          <p:spPr>
            <a:xfrm>
              <a:off x="12211904" y="-47092"/>
              <a:ext cx="10448720" cy="6846582"/>
            </a:xfrm>
            <a:prstGeom prst="rect">
              <a:avLst/>
            </a:prstGeom>
            <a:solidFill>
              <a:srgbClr val="031828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89267B40-11C9-9153-A29F-F65DF623C2F2}"/>
              </a:ext>
            </a:extLst>
          </p:cNvPr>
          <p:cNvSpPr/>
          <p:nvPr/>
        </p:nvSpPr>
        <p:spPr>
          <a:xfrm>
            <a:off x="-20313" y="11418"/>
            <a:ext cx="1749113" cy="68465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2B77373-4031-140B-C0A4-3140D943CF61}"/>
              </a:ext>
            </a:extLst>
          </p:cNvPr>
          <p:cNvGrpSpPr/>
          <p:nvPr/>
        </p:nvGrpSpPr>
        <p:grpSpPr>
          <a:xfrm>
            <a:off x="12759918" y="5352526"/>
            <a:ext cx="5915279" cy="1158715"/>
            <a:chOff x="601975" y="1239906"/>
            <a:chExt cx="7027661" cy="115871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D9AE19B-7085-C186-A16C-1E3F3ECE20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3385" y="1239906"/>
              <a:ext cx="369692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-Bold" panose="00000800000000000000" pitchFamily="50" charset="0"/>
                  <a:ea typeface="+mn-ea"/>
                  <a:cs typeface="+mn-cs"/>
                </a:rPr>
                <a:t>STYLES OF LEADERSHIP</a:t>
              </a:r>
              <a:endPara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-Bold" panose="00000800000000000000" pitchFamily="50" charset="0"/>
                <a:ea typeface="+mn-ea"/>
                <a:cs typeface="+mn-cs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58BECD2-07FE-F89D-303C-7A08563478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75" y="1609238"/>
              <a:ext cx="7027661" cy="789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Lorem ipsum dolor sit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amet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,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consectetur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adipiscing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elit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, sed do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eiusmod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tempor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incididunt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ut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labore</a:t>
              </a: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82434AAD-6276-EC0A-31ED-589DD1285475}"/>
              </a:ext>
            </a:extLst>
          </p:cNvPr>
          <p:cNvSpPr txBox="1"/>
          <p:nvPr/>
        </p:nvSpPr>
        <p:spPr>
          <a:xfrm>
            <a:off x="6611134" y="6421241"/>
            <a:ext cx="5587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6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Light" pitchFamily="2" charset="77"/>
                <a:ea typeface="+mn-ea"/>
                <a:cs typeface="+mn-cs"/>
              </a:rPr>
              <a:t>WWW.PPTHEMES.COM </a:t>
            </a:r>
          </a:p>
        </p:txBody>
      </p:sp>
      <p:sp>
        <p:nvSpPr>
          <p:cNvPr id="39" name="Diamond 38">
            <a:extLst>
              <a:ext uri="{FF2B5EF4-FFF2-40B4-BE49-F238E27FC236}">
                <a16:creationId xmlns:a16="http://schemas.microsoft.com/office/drawing/2014/main" id="{0A53FDB5-8B45-2506-A392-9D328D5A3EC3}"/>
              </a:ext>
            </a:extLst>
          </p:cNvPr>
          <p:cNvSpPr/>
          <p:nvPr/>
        </p:nvSpPr>
        <p:spPr>
          <a:xfrm rot="5400000">
            <a:off x="648800" y="187326"/>
            <a:ext cx="2160000" cy="21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Diamond 43">
            <a:extLst>
              <a:ext uri="{FF2B5EF4-FFF2-40B4-BE49-F238E27FC236}">
                <a16:creationId xmlns:a16="http://schemas.microsoft.com/office/drawing/2014/main" id="{516647C1-AC26-B8BD-B6BD-784002349759}"/>
              </a:ext>
            </a:extLst>
          </p:cNvPr>
          <p:cNvSpPr/>
          <p:nvPr/>
        </p:nvSpPr>
        <p:spPr>
          <a:xfrm rot="5400000">
            <a:off x="-493219" y="1361374"/>
            <a:ext cx="2160000" cy="21600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Diamond 44">
            <a:extLst>
              <a:ext uri="{FF2B5EF4-FFF2-40B4-BE49-F238E27FC236}">
                <a16:creationId xmlns:a16="http://schemas.microsoft.com/office/drawing/2014/main" id="{93A02406-42C1-74E2-EBD6-21A9CF95386A}"/>
              </a:ext>
            </a:extLst>
          </p:cNvPr>
          <p:cNvSpPr/>
          <p:nvPr/>
        </p:nvSpPr>
        <p:spPr>
          <a:xfrm rot="5400000">
            <a:off x="1829004" y="1321668"/>
            <a:ext cx="2160000" cy="21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Diamond 46">
            <a:extLst>
              <a:ext uri="{FF2B5EF4-FFF2-40B4-BE49-F238E27FC236}">
                <a16:creationId xmlns:a16="http://schemas.microsoft.com/office/drawing/2014/main" id="{12C0E848-C645-0759-55B9-7047D013FA57}"/>
              </a:ext>
            </a:extLst>
          </p:cNvPr>
          <p:cNvSpPr/>
          <p:nvPr/>
        </p:nvSpPr>
        <p:spPr>
          <a:xfrm rot="5400000">
            <a:off x="661354" y="2472083"/>
            <a:ext cx="2160000" cy="21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BA15C9-D3B2-0BB3-6A65-D6D17A9DF129}"/>
              </a:ext>
            </a:extLst>
          </p:cNvPr>
          <p:cNvSpPr txBox="1"/>
          <p:nvPr/>
        </p:nvSpPr>
        <p:spPr>
          <a:xfrm>
            <a:off x="2610308" y="1881011"/>
            <a:ext cx="5973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2</a:t>
            </a:r>
            <a:endParaRPr kumimoji="0" lang="en-US" sz="6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34" name="CuadroTexto 120">
            <a:extLst>
              <a:ext uri="{FF2B5EF4-FFF2-40B4-BE49-F238E27FC236}">
                <a16:creationId xmlns:a16="http://schemas.microsoft.com/office/drawing/2014/main" id="{5A8EB7D0-1877-1D1B-6F5E-D7F81344CFBA}"/>
              </a:ext>
            </a:extLst>
          </p:cNvPr>
          <p:cNvSpPr txBox="1"/>
          <p:nvPr/>
        </p:nvSpPr>
        <p:spPr>
          <a:xfrm>
            <a:off x="6535593" y="8125227"/>
            <a:ext cx="5194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Montserrat Black" panose="00000A00000000000000" pitchFamily="50" charset="0"/>
                <a:ea typeface="+mn-ea"/>
                <a:cs typeface="+mn-cs"/>
              </a:rPr>
              <a:t>1</a:t>
            </a:r>
            <a:r>
              <a:rPr kumimoji="0" lang="es-ES" sz="900" b="0" i="0" u="none" strike="noStrike" kern="1200" cap="none" spc="0" normalizeH="0" baseline="0" noProof="0" dirty="0">
                <a:ln>
                  <a:noFill/>
                </a:ln>
                <a:solidFill>
                  <a:srgbClr val="212745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TITLE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500" b="0" i="0" u="none" strike="noStrike" kern="1200" cap="none" spc="0" normalizeH="0" baseline="0" noProof="0" dirty="0">
                <a:ln>
                  <a:noFill/>
                </a:ln>
                <a:solidFill>
                  <a:srgbClr val="212745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HERE</a:t>
            </a:r>
            <a:endParaRPr kumimoji="0" lang="es-CO" sz="700" b="0" i="0" u="none" strike="noStrike" kern="1200" cap="none" spc="0" normalizeH="0" baseline="0" noProof="0" dirty="0">
              <a:ln>
                <a:noFill/>
              </a:ln>
              <a:solidFill>
                <a:srgbClr val="212745"/>
              </a:solidFill>
              <a:effectLst/>
              <a:uLnTx/>
              <a:uFillTx/>
              <a:latin typeface="Lato" panose="020F0502020204030203" pitchFamily="34" charset="0"/>
              <a:ea typeface="+mn-ea"/>
              <a:cs typeface="+mn-cs"/>
            </a:endParaRPr>
          </a:p>
        </p:txBody>
      </p:sp>
      <p:sp>
        <p:nvSpPr>
          <p:cNvPr id="15" name="Diamond 14">
            <a:extLst>
              <a:ext uri="{FF2B5EF4-FFF2-40B4-BE49-F238E27FC236}">
                <a16:creationId xmlns:a16="http://schemas.microsoft.com/office/drawing/2014/main" id="{E14BB358-627A-96E1-6667-6DFB3854EC53}"/>
              </a:ext>
            </a:extLst>
          </p:cNvPr>
          <p:cNvSpPr/>
          <p:nvPr/>
        </p:nvSpPr>
        <p:spPr>
          <a:xfrm>
            <a:off x="4167805" y="870149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Diamond 15">
            <a:extLst>
              <a:ext uri="{FF2B5EF4-FFF2-40B4-BE49-F238E27FC236}">
                <a16:creationId xmlns:a16="http://schemas.microsoft.com/office/drawing/2014/main" id="{CE218014-B2F5-F7B0-1267-AAA41F5B6AD9}"/>
              </a:ext>
            </a:extLst>
          </p:cNvPr>
          <p:cNvSpPr/>
          <p:nvPr/>
        </p:nvSpPr>
        <p:spPr>
          <a:xfrm>
            <a:off x="5523828" y="870149"/>
            <a:ext cx="360000" cy="3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Diamond 16">
            <a:extLst>
              <a:ext uri="{FF2B5EF4-FFF2-40B4-BE49-F238E27FC236}">
                <a16:creationId xmlns:a16="http://schemas.microsoft.com/office/drawing/2014/main" id="{C649C480-81AB-61A3-F0CA-718FB05BF2F1}"/>
              </a:ext>
            </a:extLst>
          </p:cNvPr>
          <p:cNvSpPr/>
          <p:nvPr/>
        </p:nvSpPr>
        <p:spPr>
          <a:xfrm>
            <a:off x="5086085" y="870149"/>
            <a:ext cx="360000" cy="360000"/>
          </a:xfrm>
          <a:prstGeom prst="diamond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Diamond 48">
            <a:extLst>
              <a:ext uri="{FF2B5EF4-FFF2-40B4-BE49-F238E27FC236}">
                <a16:creationId xmlns:a16="http://schemas.microsoft.com/office/drawing/2014/main" id="{5AD5AAB6-605F-0F21-F6F5-70C3D3CF32FF}"/>
              </a:ext>
            </a:extLst>
          </p:cNvPr>
          <p:cNvSpPr/>
          <p:nvPr/>
        </p:nvSpPr>
        <p:spPr>
          <a:xfrm>
            <a:off x="4626945" y="870149"/>
            <a:ext cx="360000" cy="3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Diamond 51">
            <a:extLst>
              <a:ext uri="{FF2B5EF4-FFF2-40B4-BE49-F238E27FC236}">
                <a16:creationId xmlns:a16="http://schemas.microsoft.com/office/drawing/2014/main" id="{950AF4C4-2742-0B38-1723-11F2792AA63E}"/>
              </a:ext>
            </a:extLst>
          </p:cNvPr>
          <p:cNvSpPr/>
          <p:nvPr/>
        </p:nvSpPr>
        <p:spPr>
          <a:xfrm>
            <a:off x="5968632" y="870149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12F4864-A7CA-A0B9-72E0-58CFB3134986}"/>
              </a:ext>
            </a:extLst>
          </p:cNvPr>
          <p:cNvSpPr txBox="1"/>
          <p:nvPr/>
        </p:nvSpPr>
        <p:spPr>
          <a:xfrm>
            <a:off x="1531508" y="151146"/>
            <a:ext cx="58441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 Black" panose="020F0A02020204030203" pitchFamily="34" charset="0"/>
                <a:ea typeface="+mn-ea"/>
                <a:cs typeface="+mn-cs"/>
              </a:rPr>
              <a:t>LINKED LIST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19F4104-4F56-DEF8-F996-778B2ACC5C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7805" y="1574819"/>
            <a:ext cx="6399881" cy="40577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44E503E-0320-E86F-8D41-50D8B5D7C8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0189" y="5774910"/>
            <a:ext cx="1031453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Open Sans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The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deleteFirst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()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Method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It disconnects the first link by rerouting first to point to the second link. This second link is found by looking at the next field in the first link</a:t>
            </a:r>
          </a:p>
        </p:txBody>
      </p:sp>
    </p:spTree>
    <p:extLst>
      <p:ext uri="{BB962C8B-B14F-4D97-AF65-F5344CB8AC3E}">
        <p14:creationId xmlns:p14="http://schemas.microsoft.com/office/powerpoint/2010/main" val="23918644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 24">
            <a:extLst>
              <a:ext uri="{FF2B5EF4-FFF2-40B4-BE49-F238E27FC236}">
                <a16:creationId xmlns:a16="http://schemas.microsoft.com/office/drawing/2014/main" id="{355CADC3-9AE1-BBE1-4A4B-6353C3A7AAE4}"/>
              </a:ext>
            </a:extLst>
          </p:cNvPr>
          <p:cNvSpPr/>
          <p:nvPr/>
        </p:nvSpPr>
        <p:spPr>
          <a:xfrm>
            <a:off x="0" y="0"/>
            <a:ext cx="2138082" cy="6858000"/>
          </a:xfrm>
          <a:custGeom>
            <a:avLst/>
            <a:gdLst>
              <a:gd name="connsiteX0" fmla="*/ 0 w 2138082"/>
              <a:gd name="connsiteY0" fmla="*/ 0 h 6858000"/>
              <a:gd name="connsiteX1" fmla="*/ 2138082 w 2138082"/>
              <a:gd name="connsiteY1" fmla="*/ 0 h 6858000"/>
              <a:gd name="connsiteX2" fmla="*/ 2138082 w 2138082"/>
              <a:gd name="connsiteY2" fmla="*/ 473503 h 6858000"/>
              <a:gd name="connsiteX3" fmla="*/ 2070845 w 2138082"/>
              <a:gd name="connsiteY3" fmla="*/ 466725 h 6858000"/>
              <a:gd name="connsiteX4" fmla="*/ 1364874 w 2138082"/>
              <a:gd name="connsiteY4" fmla="*/ 1172696 h 6858000"/>
              <a:gd name="connsiteX5" fmla="*/ 2070845 w 2138082"/>
              <a:gd name="connsiteY5" fmla="*/ 1878667 h 6858000"/>
              <a:gd name="connsiteX6" fmla="*/ 2138082 w 2138082"/>
              <a:gd name="connsiteY6" fmla="*/ 1871889 h 6858000"/>
              <a:gd name="connsiteX7" fmla="*/ 2138082 w 2138082"/>
              <a:gd name="connsiteY7" fmla="*/ 6858000 h 6858000"/>
              <a:gd name="connsiteX8" fmla="*/ 0 w 2138082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38082" h="6858000">
                <a:moveTo>
                  <a:pt x="0" y="0"/>
                </a:moveTo>
                <a:lnTo>
                  <a:pt x="2138082" y="0"/>
                </a:lnTo>
                <a:lnTo>
                  <a:pt x="2138082" y="473503"/>
                </a:lnTo>
                <a:lnTo>
                  <a:pt x="2070845" y="466725"/>
                </a:lnTo>
                <a:cubicBezTo>
                  <a:pt x="1680948" y="466725"/>
                  <a:pt x="1364874" y="782799"/>
                  <a:pt x="1364874" y="1172696"/>
                </a:cubicBezTo>
                <a:cubicBezTo>
                  <a:pt x="1364874" y="1562593"/>
                  <a:pt x="1680948" y="1878667"/>
                  <a:pt x="2070845" y="1878667"/>
                </a:cubicBezTo>
                <a:lnTo>
                  <a:pt x="2138082" y="1871889"/>
                </a:lnTo>
                <a:lnTo>
                  <a:pt x="213808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7F6067E-DFD1-9B78-E90F-2E32863977F6}"/>
              </a:ext>
            </a:extLst>
          </p:cNvPr>
          <p:cNvSpPr/>
          <p:nvPr/>
        </p:nvSpPr>
        <p:spPr>
          <a:xfrm>
            <a:off x="1529591" y="597320"/>
            <a:ext cx="1133475" cy="11334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90533D72-FAF8-E7C9-B2C5-25892D96A2EF}"/>
              </a:ext>
            </a:extLst>
          </p:cNvPr>
          <p:cNvSpPr txBox="1">
            <a:spLocks/>
          </p:cNvSpPr>
          <p:nvPr/>
        </p:nvSpPr>
        <p:spPr>
          <a:xfrm>
            <a:off x="2913529" y="1254702"/>
            <a:ext cx="8218936" cy="4826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 is used on a collections of items. It relies on the technique of traversing a list from start to end by exploring properties of all the elements that are found on the way.</a:t>
            </a:r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1E4DE4BF-F31C-6425-E1EB-5931B9D9E5D1}"/>
              </a:ext>
            </a:extLst>
          </p:cNvPr>
          <p:cNvSpPr txBox="1">
            <a:spLocks/>
          </p:cNvSpPr>
          <p:nvPr/>
        </p:nvSpPr>
        <p:spPr>
          <a:xfrm>
            <a:off x="2913529" y="821747"/>
            <a:ext cx="3151636" cy="3423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ExtraBold" pitchFamily="2" charset="77"/>
                <a:ea typeface="+mn-ea"/>
                <a:cs typeface="+mn-cs"/>
              </a:rPr>
              <a:t>Linear Search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EC8E7DE-8E47-3A89-8CFC-0089AFC706FE}"/>
              </a:ext>
            </a:extLst>
          </p:cNvPr>
          <p:cNvSpPr txBox="1"/>
          <p:nvPr/>
        </p:nvSpPr>
        <p:spPr>
          <a:xfrm rot="16200000">
            <a:off x="-2460402" y="3136613"/>
            <a:ext cx="62663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ExtraBold" pitchFamily="2" charset="77"/>
                <a:ea typeface="+mn-ea"/>
                <a:cs typeface="+mn-cs"/>
              </a:rPr>
              <a:t>LINKED LIST</a:t>
            </a:r>
            <a:r>
              <a:rPr kumimoji="0" lang="en-US" sz="3200" b="1" i="0" u="none" strike="noStrike" kern="1200" cap="all" spc="0" normalizeH="0" baseline="0" noProof="0" dirty="0">
                <a:ln>
                  <a:noFill/>
                </a:ln>
                <a:solidFill>
                  <a:srgbClr val="ED942B"/>
                </a:solidFill>
                <a:effectLst/>
                <a:uLnTx/>
                <a:uFillTx/>
                <a:latin typeface="Montserrat ExtraBold" pitchFamily="2" charset="77"/>
                <a:ea typeface="+mn-ea"/>
                <a:cs typeface="+mn-cs"/>
              </a:rPr>
              <a:t> PROGRAM</a:t>
            </a:r>
            <a:endParaRPr kumimoji="0" lang="en-US" sz="3200" b="1" i="0" u="none" strike="noStrike" kern="1200" cap="all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 ExtraBold" pitchFamily="2" charset="77"/>
              <a:ea typeface="+mn-ea"/>
              <a:cs typeface="+mn-cs"/>
            </a:endParaRP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06F3E03-B9B8-222D-E2A9-06FAFA3F32B5}"/>
              </a:ext>
            </a:extLst>
          </p:cNvPr>
          <p:cNvSpPr txBox="1">
            <a:spLocks/>
          </p:cNvSpPr>
          <p:nvPr/>
        </p:nvSpPr>
        <p:spPr>
          <a:xfrm>
            <a:off x="2944364" y="4273258"/>
            <a:ext cx="3151636" cy="3423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ExtraBold" pitchFamily="2" charset="77"/>
                <a:ea typeface="+mn-ea"/>
                <a:cs typeface="+mn-cs"/>
              </a:rPr>
              <a:t>Algorithm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BDAB62-C15B-799A-47F8-110A734EBBFE}"/>
              </a:ext>
            </a:extLst>
          </p:cNvPr>
          <p:cNvSpPr txBox="1"/>
          <p:nvPr/>
        </p:nvSpPr>
        <p:spPr>
          <a:xfrm>
            <a:off x="2758387" y="631904"/>
            <a:ext cx="80524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SYLES OF LEADERS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A05B4664-B8BC-1CA1-F370-A52212F78D86}"/>
              </a:ext>
            </a:extLst>
          </p:cNvPr>
          <p:cNvSpPr/>
          <p:nvPr/>
        </p:nvSpPr>
        <p:spPr>
          <a:xfrm>
            <a:off x="4167805" y="870149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C8F32282-742D-600C-3946-765C4BA58193}"/>
              </a:ext>
            </a:extLst>
          </p:cNvPr>
          <p:cNvSpPr/>
          <p:nvPr/>
        </p:nvSpPr>
        <p:spPr>
          <a:xfrm>
            <a:off x="5523828" y="870149"/>
            <a:ext cx="360000" cy="3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AD645D08-0FA8-4AFA-180B-1BA30AD5C9B9}"/>
              </a:ext>
            </a:extLst>
          </p:cNvPr>
          <p:cNvSpPr/>
          <p:nvPr/>
        </p:nvSpPr>
        <p:spPr>
          <a:xfrm>
            <a:off x="5086085" y="870149"/>
            <a:ext cx="360000" cy="360000"/>
          </a:xfrm>
          <a:prstGeom prst="diamond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2BDECD07-2439-97F6-DFF5-8CCEBACE9656}"/>
              </a:ext>
            </a:extLst>
          </p:cNvPr>
          <p:cNvSpPr/>
          <p:nvPr/>
        </p:nvSpPr>
        <p:spPr>
          <a:xfrm>
            <a:off x="4626945" y="870149"/>
            <a:ext cx="360000" cy="3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Diamond 12">
            <a:extLst>
              <a:ext uri="{FF2B5EF4-FFF2-40B4-BE49-F238E27FC236}">
                <a16:creationId xmlns:a16="http://schemas.microsoft.com/office/drawing/2014/main" id="{3C9E8616-8458-4FA5-32AA-16EB9644DF85}"/>
              </a:ext>
            </a:extLst>
          </p:cNvPr>
          <p:cNvSpPr/>
          <p:nvPr/>
        </p:nvSpPr>
        <p:spPr>
          <a:xfrm>
            <a:off x="5968632" y="870149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9FF79F-AA09-1FD0-6C88-60C3C58C24B0}"/>
              </a:ext>
            </a:extLst>
          </p:cNvPr>
          <p:cNvSpPr txBox="1"/>
          <p:nvPr/>
        </p:nvSpPr>
        <p:spPr>
          <a:xfrm>
            <a:off x="1531508" y="151146"/>
            <a:ext cx="58441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 Black" panose="020F0A02020204030203" pitchFamily="34" charset="0"/>
                <a:ea typeface="+mn-ea"/>
                <a:cs typeface="+mn-cs"/>
              </a:rPr>
              <a:t>LINKED LIST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324278-3146-DED3-CB27-3CC3D40477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2522" y="1510915"/>
            <a:ext cx="1031453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Open Sans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Let us try to delete using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deleteFirst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():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(assuming we have values for dd)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C044BA-AF0F-AB9A-AE01-64AE5DEDA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8387" y="2851776"/>
            <a:ext cx="8867003" cy="2285594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52206A6A-A880-126E-AE18-D22A49F7DAF2}"/>
              </a:ext>
            </a:extLst>
          </p:cNvPr>
          <p:cNvSpPr/>
          <p:nvPr/>
        </p:nvSpPr>
        <p:spPr>
          <a:xfrm>
            <a:off x="7785999" y="2097461"/>
            <a:ext cx="249368" cy="16430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 latinLnBrk="0"/>
            <a:endParaRPr lang="en-US" sz="1350">
              <a:solidFill>
                <a:srgbClr val="F1C232"/>
              </a:solidFill>
              <a:latin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0E5ED5-85DA-EC92-3262-BDE1DE1C6526}"/>
              </a:ext>
            </a:extLst>
          </p:cNvPr>
          <p:cNvSpPr txBox="1"/>
          <p:nvPr/>
        </p:nvSpPr>
        <p:spPr>
          <a:xfrm>
            <a:off x="7291654" y="2332469"/>
            <a:ext cx="37061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42900" latinLnBrk="0"/>
            <a:r>
              <a:rPr lang="en-US" sz="900" dirty="0">
                <a:solidFill>
                  <a:srgbClr val="595959"/>
                </a:solidFill>
                <a:latin typeface="Arial"/>
              </a:rPr>
              <a:t>first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F91954A5-E385-C8BF-A933-F807F5119C2E}"/>
              </a:ext>
            </a:extLst>
          </p:cNvPr>
          <p:cNvSpPr/>
          <p:nvPr/>
        </p:nvSpPr>
        <p:spPr>
          <a:xfrm>
            <a:off x="8628742" y="2105971"/>
            <a:ext cx="249368" cy="16430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 latinLnBrk="0"/>
            <a:endParaRPr lang="en-US" sz="1350">
              <a:solidFill>
                <a:srgbClr val="F1C232"/>
              </a:solidFill>
              <a:latin typeface="Arial"/>
            </a:endParaRP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15D84DF5-507F-8C5C-6174-256009C57D84}"/>
              </a:ext>
            </a:extLst>
          </p:cNvPr>
          <p:cNvSpPr/>
          <p:nvPr/>
        </p:nvSpPr>
        <p:spPr>
          <a:xfrm>
            <a:off x="9504146" y="2101371"/>
            <a:ext cx="249368" cy="16430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 latinLnBrk="0"/>
            <a:endParaRPr lang="en-US" sz="1350">
              <a:solidFill>
                <a:srgbClr val="F1C232"/>
              </a:solidFill>
              <a:latin typeface="Arial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A02A4ED-959F-A8B5-FBC2-0904D121D438}"/>
              </a:ext>
            </a:extLst>
          </p:cNvPr>
          <p:cNvSpPr/>
          <p:nvPr/>
        </p:nvSpPr>
        <p:spPr>
          <a:xfrm>
            <a:off x="9749154" y="2002488"/>
            <a:ext cx="579235" cy="328613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 latinLnBrk="0"/>
            <a:r>
              <a:rPr lang="en-US" sz="1350" b="1" dirty="0">
                <a:solidFill>
                  <a:srgbClr val="FFFEFB"/>
                </a:solidFill>
                <a:latin typeface="Arial"/>
              </a:rPr>
              <a:t>14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FABD8FDE-709E-061C-777E-8A33B38A6343}"/>
              </a:ext>
            </a:extLst>
          </p:cNvPr>
          <p:cNvSpPr/>
          <p:nvPr/>
        </p:nvSpPr>
        <p:spPr>
          <a:xfrm>
            <a:off x="10342530" y="2096092"/>
            <a:ext cx="249368" cy="16430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 latinLnBrk="0"/>
            <a:endParaRPr lang="en-US" sz="1350">
              <a:solidFill>
                <a:srgbClr val="F1C232"/>
              </a:solidFill>
              <a:latin typeface="Ari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E94B1B-17ED-F80C-1E11-4E3D40609B04}"/>
              </a:ext>
            </a:extLst>
          </p:cNvPr>
          <p:cNvSpPr txBox="1"/>
          <p:nvPr/>
        </p:nvSpPr>
        <p:spPr>
          <a:xfrm>
            <a:off x="10295728" y="2203837"/>
            <a:ext cx="4026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42900" latinLnBrk="0"/>
            <a:r>
              <a:rPr lang="en-US" sz="900" dirty="0">
                <a:solidFill>
                  <a:srgbClr val="595959"/>
                </a:solidFill>
                <a:latin typeface="Arial"/>
              </a:rPr>
              <a:t>next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3A6FAB2-65B7-14FD-D8C3-9F8C959D7110}"/>
              </a:ext>
            </a:extLst>
          </p:cNvPr>
          <p:cNvSpPr/>
          <p:nvPr/>
        </p:nvSpPr>
        <p:spPr>
          <a:xfrm>
            <a:off x="8913224" y="2013442"/>
            <a:ext cx="579235" cy="328613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 latinLnBrk="0"/>
            <a:r>
              <a:rPr lang="en-US" sz="1350" b="1" dirty="0">
                <a:solidFill>
                  <a:srgbClr val="FFFEFB"/>
                </a:solidFill>
                <a:latin typeface="Arial"/>
              </a:rPr>
              <a:t>98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8A2C0C5-3B06-1972-BB0F-2BFC418887B3}"/>
              </a:ext>
            </a:extLst>
          </p:cNvPr>
          <p:cNvSpPr/>
          <p:nvPr/>
        </p:nvSpPr>
        <p:spPr>
          <a:xfrm>
            <a:off x="8025956" y="2013442"/>
            <a:ext cx="578725" cy="328613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 latinLnBrk="0"/>
            <a:r>
              <a:rPr lang="en-US" sz="1350" b="1" dirty="0">
                <a:solidFill>
                  <a:srgbClr val="FFFEFB"/>
                </a:solidFill>
                <a:latin typeface="Arial"/>
              </a:rPr>
              <a:t>7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2A8C87D-3423-8A57-A51D-AA9D821E576B}"/>
              </a:ext>
            </a:extLst>
          </p:cNvPr>
          <p:cNvSpPr/>
          <p:nvPr/>
        </p:nvSpPr>
        <p:spPr>
          <a:xfrm>
            <a:off x="7203554" y="2002341"/>
            <a:ext cx="579235" cy="328613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 latinLnBrk="0"/>
            <a:r>
              <a:rPr lang="en-US" sz="1350" b="1" dirty="0">
                <a:solidFill>
                  <a:srgbClr val="FFFEFB"/>
                </a:solidFill>
                <a:latin typeface="Arial"/>
              </a:rPr>
              <a:t>42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8E991BB-A4A6-E436-E667-ACE206E616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9695" y="5770345"/>
            <a:ext cx="966010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Open Sans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The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deleteFirst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()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Method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It disconnects the first link by rerouting first to point to the second link. This second link is found by looking at the next field in the first link</a:t>
            </a:r>
          </a:p>
        </p:txBody>
      </p:sp>
    </p:spTree>
    <p:extLst>
      <p:ext uri="{BB962C8B-B14F-4D97-AF65-F5344CB8AC3E}">
        <p14:creationId xmlns:p14="http://schemas.microsoft.com/office/powerpoint/2010/main" val="126459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2" grpId="0"/>
      <p:bldP spid="4" grpId="0" animBg="1"/>
      <p:bldP spid="7" grpId="0"/>
      <p:bldP spid="16" grpId="0" animBg="1"/>
      <p:bldP spid="17" grpId="0" animBg="1"/>
      <p:bldP spid="18" grpId="0" animBg="1"/>
      <p:bldP spid="19" grpId="0" animBg="1"/>
      <p:bldP spid="20" grpId="0"/>
      <p:bldP spid="21" grpId="0" animBg="1"/>
      <p:bldP spid="22" grpId="0" animBg="1"/>
      <p:bldP spid="2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>
            <a:extLst>
              <a:ext uri="{FF2B5EF4-FFF2-40B4-BE49-F238E27FC236}">
                <a16:creationId xmlns:a16="http://schemas.microsoft.com/office/drawing/2014/main" id="{1F565243-9681-B2E3-763B-A2D94F96796E}"/>
              </a:ext>
            </a:extLst>
          </p:cNvPr>
          <p:cNvGrpSpPr/>
          <p:nvPr/>
        </p:nvGrpSpPr>
        <p:grpSpPr>
          <a:xfrm>
            <a:off x="-12556257" y="-47092"/>
            <a:ext cx="12494478" cy="6911993"/>
            <a:chOff x="12191999" y="-47092"/>
            <a:chExt cx="12494478" cy="6911993"/>
          </a:xfrm>
        </p:grpSpPr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2981E7A3-935D-48D3-B795-8A14F20A487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463"/>
            <a:stretch/>
          </p:blipFill>
          <p:spPr>
            <a:xfrm flipH="1">
              <a:off x="12198681" y="-41680"/>
              <a:ext cx="12487796" cy="6889814"/>
            </a:xfrm>
            <a:prstGeom prst="rect">
              <a:avLst/>
            </a:prstGeom>
          </p:spPr>
        </p:pic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8AA6FC20-0C95-1644-6322-6D889AD83837}"/>
                </a:ext>
              </a:extLst>
            </p:cNvPr>
            <p:cNvSpPr/>
            <p:nvPr/>
          </p:nvSpPr>
          <p:spPr>
            <a:xfrm>
              <a:off x="12191999" y="-47092"/>
              <a:ext cx="12494478" cy="6911993"/>
            </a:xfrm>
            <a:prstGeom prst="rect">
              <a:avLst/>
            </a:prstGeom>
            <a:solidFill>
              <a:srgbClr val="031828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82434AAD-6276-EC0A-31ED-589DD1285475}"/>
              </a:ext>
            </a:extLst>
          </p:cNvPr>
          <p:cNvSpPr txBox="1"/>
          <p:nvPr/>
        </p:nvSpPr>
        <p:spPr>
          <a:xfrm>
            <a:off x="3642075" y="7258068"/>
            <a:ext cx="55876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6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Light" pitchFamily="2" charset="77"/>
                <a:ea typeface="+mn-ea"/>
                <a:cs typeface="+mn-cs"/>
              </a:rPr>
              <a:t>WWW.PPTHEMES.COM 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5F5EEFC-97BA-E025-2DD1-0863FB7E0BFA}"/>
              </a:ext>
            </a:extLst>
          </p:cNvPr>
          <p:cNvGrpSpPr/>
          <p:nvPr/>
        </p:nvGrpSpPr>
        <p:grpSpPr>
          <a:xfrm>
            <a:off x="13030228" y="3718483"/>
            <a:ext cx="5921959" cy="2576208"/>
            <a:chOff x="594039" y="1299676"/>
            <a:chExt cx="7035597" cy="257620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D8A5DA-2CE6-3F64-7E91-ACA95B5D06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039" y="1299676"/>
              <a:ext cx="168293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-Bold" panose="00000800000000000000" pitchFamily="50" charset="0"/>
                  <a:ea typeface="+mn-ea"/>
                  <a:cs typeface="+mn-cs"/>
                </a:rPr>
                <a:t>Investment</a:t>
              </a:r>
              <a:endPara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-Bold" panose="00000800000000000000" pitchFamily="50" charset="0"/>
                <a:ea typeface="+mn-ea"/>
                <a:cs typeface="+mn-cs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EBFC41E-5DDA-04C1-4066-7217A5BDA3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75" y="1609238"/>
              <a:ext cx="7027661" cy="22666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Lorem ipsum dolor sit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amet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,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consectetur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adipiscing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elit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, sed do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eiusmod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tempor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incididunt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ut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labore</a:t>
              </a: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Light" panose="00000400000000000000" pitchFamily="50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Lorem ipsum dolor sit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amet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,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consectetur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adipiscing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elit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, sed do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eiusmod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tempor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incididunt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ut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labore</a:t>
              </a:r>
              <a:endPara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Light" panose="00000400000000000000" pitchFamily="50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Light" panose="000004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59" name="Gráfico 117" descr="Rollo de diplomas con relleno sólido">
            <a:extLst>
              <a:ext uri="{FF2B5EF4-FFF2-40B4-BE49-F238E27FC236}">
                <a16:creationId xmlns:a16="http://schemas.microsoft.com/office/drawing/2014/main" id="{BF6E0A96-E5CA-A5EA-F2C7-B7CB0C45B6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38512" y="4763781"/>
            <a:ext cx="618363" cy="618363"/>
          </a:xfrm>
          <a:prstGeom prst="rect">
            <a:avLst/>
          </a:prstGeom>
        </p:spPr>
      </p:pic>
      <p:pic>
        <p:nvPicPr>
          <p:cNvPr id="60" name="Gráfico 118" descr="Libro abierto con relleno sólido">
            <a:extLst>
              <a:ext uri="{FF2B5EF4-FFF2-40B4-BE49-F238E27FC236}">
                <a16:creationId xmlns:a16="http://schemas.microsoft.com/office/drawing/2014/main" id="{94979502-95F1-81B0-EAE6-A392F863A2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60418" y="2922834"/>
            <a:ext cx="618363" cy="618363"/>
          </a:xfrm>
          <a:prstGeom prst="rect">
            <a:avLst/>
          </a:prstGeom>
        </p:spPr>
      </p:pic>
      <p:sp>
        <p:nvSpPr>
          <p:cNvPr id="74" name="Rectangle 73">
            <a:extLst>
              <a:ext uri="{FF2B5EF4-FFF2-40B4-BE49-F238E27FC236}">
                <a16:creationId xmlns:a16="http://schemas.microsoft.com/office/drawing/2014/main" id="{F53714C4-D0B0-696A-2886-56DEAF052418}"/>
              </a:ext>
            </a:extLst>
          </p:cNvPr>
          <p:cNvSpPr/>
          <p:nvPr/>
        </p:nvSpPr>
        <p:spPr>
          <a:xfrm>
            <a:off x="-8706" y="-18416"/>
            <a:ext cx="1749113" cy="68764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Diamond 38">
            <a:extLst>
              <a:ext uri="{FF2B5EF4-FFF2-40B4-BE49-F238E27FC236}">
                <a16:creationId xmlns:a16="http://schemas.microsoft.com/office/drawing/2014/main" id="{0A53FDB5-8B45-2506-A392-9D328D5A3EC3}"/>
              </a:ext>
            </a:extLst>
          </p:cNvPr>
          <p:cNvSpPr/>
          <p:nvPr/>
        </p:nvSpPr>
        <p:spPr>
          <a:xfrm rot="10800000">
            <a:off x="1810271" y="1310612"/>
            <a:ext cx="2160000" cy="21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Diamond 43">
            <a:extLst>
              <a:ext uri="{FF2B5EF4-FFF2-40B4-BE49-F238E27FC236}">
                <a16:creationId xmlns:a16="http://schemas.microsoft.com/office/drawing/2014/main" id="{516647C1-AC26-B8BD-B6BD-784002349759}"/>
              </a:ext>
            </a:extLst>
          </p:cNvPr>
          <p:cNvSpPr/>
          <p:nvPr/>
        </p:nvSpPr>
        <p:spPr>
          <a:xfrm rot="10800000">
            <a:off x="636223" y="168593"/>
            <a:ext cx="2160000" cy="21600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Diamond 44">
            <a:extLst>
              <a:ext uri="{FF2B5EF4-FFF2-40B4-BE49-F238E27FC236}">
                <a16:creationId xmlns:a16="http://schemas.microsoft.com/office/drawing/2014/main" id="{93A02406-42C1-74E2-EBD6-21A9CF95386A}"/>
              </a:ext>
            </a:extLst>
          </p:cNvPr>
          <p:cNvSpPr/>
          <p:nvPr/>
        </p:nvSpPr>
        <p:spPr>
          <a:xfrm rot="10800000">
            <a:off x="675929" y="2490816"/>
            <a:ext cx="2160000" cy="21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Diamond 46">
            <a:extLst>
              <a:ext uri="{FF2B5EF4-FFF2-40B4-BE49-F238E27FC236}">
                <a16:creationId xmlns:a16="http://schemas.microsoft.com/office/drawing/2014/main" id="{12C0E848-C645-0759-55B9-7047D013FA57}"/>
              </a:ext>
            </a:extLst>
          </p:cNvPr>
          <p:cNvSpPr/>
          <p:nvPr/>
        </p:nvSpPr>
        <p:spPr>
          <a:xfrm rot="10800000">
            <a:off x="-474486" y="1323166"/>
            <a:ext cx="2160000" cy="21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F3678745-9AF2-BB77-7593-F0AE6B6727FE}"/>
              </a:ext>
            </a:extLst>
          </p:cNvPr>
          <p:cNvGrpSpPr/>
          <p:nvPr/>
        </p:nvGrpSpPr>
        <p:grpSpPr>
          <a:xfrm>
            <a:off x="12179837" y="-27415"/>
            <a:ext cx="12295230" cy="7021885"/>
            <a:chOff x="12179837" y="-27415"/>
            <a:chExt cx="12295230" cy="7021885"/>
          </a:xfrm>
        </p:grpSpPr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6418733D-D1B2-F747-7069-67D7059788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477" b="368"/>
            <a:stretch/>
          </p:blipFill>
          <p:spPr>
            <a:xfrm>
              <a:off x="12179837" y="-27415"/>
              <a:ext cx="12192000" cy="6885415"/>
            </a:xfrm>
            <a:prstGeom prst="rect">
              <a:avLst/>
            </a:prstGeom>
          </p:spPr>
        </p:pic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1C17F809-3CC2-13F4-3B10-CFC3995CA323}"/>
                </a:ext>
              </a:extLst>
            </p:cNvPr>
            <p:cNvSpPr/>
            <p:nvPr/>
          </p:nvSpPr>
          <p:spPr>
            <a:xfrm>
              <a:off x="12206512" y="15795"/>
              <a:ext cx="12268555" cy="6978675"/>
            </a:xfrm>
            <a:prstGeom prst="rect">
              <a:avLst/>
            </a:prstGeom>
            <a:solidFill>
              <a:srgbClr val="031828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89507A28-5E48-4E7F-430F-1B1B21073D16}"/>
              </a:ext>
            </a:extLst>
          </p:cNvPr>
          <p:cNvSpPr txBox="1"/>
          <p:nvPr/>
        </p:nvSpPr>
        <p:spPr>
          <a:xfrm>
            <a:off x="2718899" y="101937"/>
            <a:ext cx="8052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DIFFERENCE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 BETWEEN MANAGERS &amp; LEADERS</a:t>
            </a:r>
          </a:p>
        </p:txBody>
      </p:sp>
      <p:sp>
        <p:nvSpPr>
          <p:cNvPr id="2" name="Diamond 1">
            <a:extLst>
              <a:ext uri="{FF2B5EF4-FFF2-40B4-BE49-F238E27FC236}">
                <a16:creationId xmlns:a16="http://schemas.microsoft.com/office/drawing/2014/main" id="{6B3EB092-21A8-BF96-1B5E-57FF48069252}"/>
              </a:ext>
            </a:extLst>
          </p:cNvPr>
          <p:cNvSpPr/>
          <p:nvPr/>
        </p:nvSpPr>
        <p:spPr>
          <a:xfrm>
            <a:off x="4167805" y="870149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Diamond 2">
            <a:extLst>
              <a:ext uri="{FF2B5EF4-FFF2-40B4-BE49-F238E27FC236}">
                <a16:creationId xmlns:a16="http://schemas.microsoft.com/office/drawing/2014/main" id="{DC8345AD-E0CE-14E0-36DA-8948BB331F1E}"/>
              </a:ext>
            </a:extLst>
          </p:cNvPr>
          <p:cNvSpPr/>
          <p:nvPr/>
        </p:nvSpPr>
        <p:spPr>
          <a:xfrm>
            <a:off x="5523828" y="870149"/>
            <a:ext cx="360000" cy="3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4CE62A6B-AE28-F356-D2A6-4372D6F13B5F}"/>
              </a:ext>
            </a:extLst>
          </p:cNvPr>
          <p:cNvSpPr/>
          <p:nvPr/>
        </p:nvSpPr>
        <p:spPr>
          <a:xfrm>
            <a:off x="5086085" y="870149"/>
            <a:ext cx="360000" cy="360000"/>
          </a:xfrm>
          <a:prstGeom prst="diamond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6C334680-AE7F-681D-9365-38E5FD45E37D}"/>
              </a:ext>
            </a:extLst>
          </p:cNvPr>
          <p:cNvSpPr/>
          <p:nvPr/>
        </p:nvSpPr>
        <p:spPr>
          <a:xfrm>
            <a:off x="4626945" y="870149"/>
            <a:ext cx="360000" cy="3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E552111F-9E0A-09E0-5C9B-5CA21A9B2629}"/>
              </a:ext>
            </a:extLst>
          </p:cNvPr>
          <p:cNvSpPr/>
          <p:nvPr/>
        </p:nvSpPr>
        <p:spPr>
          <a:xfrm>
            <a:off x="5968632" y="870149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BAB0DE-720A-AD52-FC57-F7E5FC2DA66C}"/>
              </a:ext>
            </a:extLst>
          </p:cNvPr>
          <p:cNvSpPr txBox="1"/>
          <p:nvPr/>
        </p:nvSpPr>
        <p:spPr>
          <a:xfrm>
            <a:off x="1531508" y="151146"/>
            <a:ext cx="58441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 Black" panose="020F0A02020204030203" pitchFamily="34" charset="0"/>
                <a:ea typeface="+mn-ea"/>
                <a:cs typeface="+mn-cs"/>
              </a:rPr>
              <a:t>LINKED LIST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6A27DD-BC45-A547-51E1-E09175411F73}"/>
              </a:ext>
            </a:extLst>
          </p:cNvPr>
          <p:cNvSpPr txBox="1"/>
          <p:nvPr/>
        </p:nvSpPr>
        <p:spPr>
          <a:xfrm>
            <a:off x="2563908" y="1856941"/>
            <a:ext cx="5973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3</a:t>
            </a:r>
            <a:endParaRPr kumimoji="0" lang="en-US" sz="6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36B4176-5149-2FAD-B770-3410CE2A1E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68724" y="1452087"/>
            <a:ext cx="6009398" cy="402273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30273A3-6C96-6BD8-F686-530EEEF0EE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6811" y="5485311"/>
            <a:ext cx="9660102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Open Sans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The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displayList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()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Method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To display the list, you start at first and follow the chain of references from link to link. A variable current points to (or technically refers to) each link in turn. It starts off pointing to first, which holds a reference to the first link.</a:t>
            </a:r>
          </a:p>
        </p:txBody>
      </p:sp>
    </p:spTree>
    <p:extLst>
      <p:ext uri="{BB962C8B-B14F-4D97-AF65-F5344CB8AC3E}">
        <p14:creationId xmlns:p14="http://schemas.microsoft.com/office/powerpoint/2010/main" val="12058946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 24">
            <a:extLst>
              <a:ext uri="{FF2B5EF4-FFF2-40B4-BE49-F238E27FC236}">
                <a16:creationId xmlns:a16="http://schemas.microsoft.com/office/drawing/2014/main" id="{355CADC3-9AE1-BBE1-4A4B-6353C3A7AAE4}"/>
              </a:ext>
            </a:extLst>
          </p:cNvPr>
          <p:cNvSpPr/>
          <p:nvPr/>
        </p:nvSpPr>
        <p:spPr>
          <a:xfrm>
            <a:off x="0" y="0"/>
            <a:ext cx="2138082" cy="6858000"/>
          </a:xfrm>
          <a:custGeom>
            <a:avLst/>
            <a:gdLst>
              <a:gd name="connsiteX0" fmla="*/ 0 w 2138082"/>
              <a:gd name="connsiteY0" fmla="*/ 0 h 6858000"/>
              <a:gd name="connsiteX1" fmla="*/ 2138082 w 2138082"/>
              <a:gd name="connsiteY1" fmla="*/ 0 h 6858000"/>
              <a:gd name="connsiteX2" fmla="*/ 2138082 w 2138082"/>
              <a:gd name="connsiteY2" fmla="*/ 473503 h 6858000"/>
              <a:gd name="connsiteX3" fmla="*/ 2070845 w 2138082"/>
              <a:gd name="connsiteY3" fmla="*/ 466725 h 6858000"/>
              <a:gd name="connsiteX4" fmla="*/ 1364874 w 2138082"/>
              <a:gd name="connsiteY4" fmla="*/ 1172696 h 6858000"/>
              <a:gd name="connsiteX5" fmla="*/ 2070845 w 2138082"/>
              <a:gd name="connsiteY5" fmla="*/ 1878667 h 6858000"/>
              <a:gd name="connsiteX6" fmla="*/ 2138082 w 2138082"/>
              <a:gd name="connsiteY6" fmla="*/ 1871889 h 6858000"/>
              <a:gd name="connsiteX7" fmla="*/ 2138082 w 2138082"/>
              <a:gd name="connsiteY7" fmla="*/ 6858000 h 6858000"/>
              <a:gd name="connsiteX8" fmla="*/ 0 w 2138082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38082" h="6858000">
                <a:moveTo>
                  <a:pt x="0" y="0"/>
                </a:moveTo>
                <a:lnTo>
                  <a:pt x="2138082" y="0"/>
                </a:lnTo>
                <a:lnTo>
                  <a:pt x="2138082" y="473503"/>
                </a:lnTo>
                <a:lnTo>
                  <a:pt x="2070845" y="466725"/>
                </a:lnTo>
                <a:cubicBezTo>
                  <a:pt x="1680948" y="466725"/>
                  <a:pt x="1364874" y="782799"/>
                  <a:pt x="1364874" y="1172696"/>
                </a:cubicBezTo>
                <a:cubicBezTo>
                  <a:pt x="1364874" y="1562593"/>
                  <a:pt x="1680948" y="1878667"/>
                  <a:pt x="2070845" y="1878667"/>
                </a:cubicBezTo>
                <a:lnTo>
                  <a:pt x="2138082" y="1871889"/>
                </a:lnTo>
                <a:lnTo>
                  <a:pt x="213808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7F6067E-DFD1-9B78-E90F-2E32863977F6}"/>
              </a:ext>
            </a:extLst>
          </p:cNvPr>
          <p:cNvSpPr/>
          <p:nvPr/>
        </p:nvSpPr>
        <p:spPr>
          <a:xfrm>
            <a:off x="1529591" y="597320"/>
            <a:ext cx="1133475" cy="11334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90533D72-FAF8-E7C9-B2C5-25892D96A2EF}"/>
              </a:ext>
            </a:extLst>
          </p:cNvPr>
          <p:cNvSpPr txBox="1">
            <a:spLocks/>
          </p:cNvSpPr>
          <p:nvPr/>
        </p:nvSpPr>
        <p:spPr>
          <a:xfrm>
            <a:off x="2913529" y="1254702"/>
            <a:ext cx="8218936" cy="4826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 is used on a collections of items. It relies on the technique of traversing a list from start to end by exploring properties of all the elements that are found on the way.</a:t>
            </a:r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1E4DE4BF-F31C-6425-E1EB-5931B9D9E5D1}"/>
              </a:ext>
            </a:extLst>
          </p:cNvPr>
          <p:cNvSpPr txBox="1">
            <a:spLocks/>
          </p:cNvSpPr>
          <p:nvPr/>
        </p:nvSpPr>
        <p:spPr>
          <a:xfrm>
            <a:off x="2913529" y="821747"/>
            <a:ext cx="3151636" cy="3423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ExtraBold" pitchFamily="2" charset="77"/>
                <a:ea typeface="+mn-ea"/>
                <a:cs typeface="+mn-cs"/>
              </a:rPr>
              <a:t>Linear Search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EC8E7DE-8E47-3A89-8CFC-0089AFC706FE}"/>
              </a:ext>
            </a:extLst>
          </p:cNvPr>
          <p:cNvSpPr txBox="1"/>
          <p:nvPr/>
        </p:nvSpPr>
        <p:spPr>
          <a:xfrm rot="16200000">
            <a:off x="-2460402" y="3136613"/>
            <a:ext cx="62663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ExtraBold" pitchFamily="2" charset="77"/>
                <a:ea typeface="+mn-ea"/>
                <a:cs typeface="+mn-cs"/>
              </a:rPr>
              <a:t>LINKED LIST</a:t>
            </a:r>
            <a:r>
              <a:rPr kumimoji="0" lang="en-US" sz="3200" b="1" i="0" u="none" strike="noStrike" kern="1200" cap="all" spc="0" normalizeH="0" baseline="0" noProof="0" dirty="0">
                <a:ln>
                  <a:noFill/>
                </a:ln>
                <a:solidFill>
                  <a:srgbClr val="ED942B"/>
                </a:solidFill>
                <a:effectLst/>
                <a:uLnTx/>
                <a:uFillTx/>
                <a:latin typeface="Montserrat ExtraBold" pitchFamily="2" charset="77"/>
                <a:ea typeface="+mn-ea"/>
                <a:cs typeface="+mn-cs"/>
              </a:rPr>
              <a:t> PROGRAM</a:t>
            </a:r>
            <a:endParaRPr kumimoji="0" lang="en-US" sz="3200" b="1" i="0" u="none" strike="noStrike" kern="1200" cap="all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 ExtraBold" pitchFamily="2" charset="77"/>
              <a:ea typeface="+mn-ea"/>
              <a:cs typeface="+mn-cs"/>
            </a:endParaRP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06F3E03-B9B8-222D-E2A9-06FAFA3F32B5}"/>
              </a:ext>
            </a:extLst>
          </p:cNvPr>
          <p:cNvSpPr txBox="1">
            <a:spLocks/>
          </p:cNvSpPr>
          <p:nvPr/>
        </p:nvSpPr>
        <p:spPr>
          <a:xfrm>
            <a:off x="2944364" y="4273258"/>
            <a:ext cx="3151636" cy="3423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ExtraBold" pitchFamily="2" charset="77"/>
                <a:ea typeface="+mn-ea"/>
                <a:cs typeface="+mn-cs"/>
              </a:rPr>
              <a:t>Algorithm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BDAB62-C15B-799A-47F8-110A734EBBFE}"/>
              </a:ext>
            </a:extLst>
          </p:cNvPr>
          <p:cNvSpPr txBox="1"/>
          <p:nvPr/>
        </p:nvSpPr>
        <p:spPr>
          <a:xfrm>
            <a:off x="2758387" y="631904"/>
            <a:ext cx="80524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SYLES OF LEADERS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A05B4664-B8BC-1CA1-F370-A52212F78D86}"/>
              </a:ext>
            </a:extLst>
          </p:cNvPr>
          <p:cNvSpPr/>
          <p:nvPr/>
        </p:nvSpPr>
        <p:spPr>
          <a:xfrm>
            <a:off x="4167805" y="870149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C8F32282-742D-600C-3946-765C4BA58193}"/>
              </a:ext>
            </a:extLst>
          </p:cNvPr>
          <p:cNvSpPr/>
          <p:nvPr/>
        </p:nvSpPr>
        <p:spPr>
          <a:xfrm>
            <a:off x="5523828" y="870149"/>
            <a:ext cx="360000" cy="3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AD645D08-0FA8-4AFA-180B-1BA30AD5C9B9}"/>
              </a:ext>
            </a:extLst>
          </p:cNvPr>
          <p:cNvSpPr/>
          <p:nvPr/>
        </p:nvSpPr>
        <p:spPr>
          <a:xfrm>
            <a:off x="5086085" y="870149"/>
            <a:ext cx="360000" cy="360000"/>
          </a:xfrm>
          <a:prstGeom prst="diamond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2BDECD07-2439-97F6-DFF5-8CCEBACE9656}"/>
              </a:ext>
            </a:extLst>
          </p:cNvPr>
          <p:cNvSpPr/>
          <p:nvPr/>
        </p:nvSpPr>
        <p:spPr>
          <a:xfrm>
            <a:off x="4626945" y="870149"/>
            <a:ext cx="360000" cy="3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Diamond 12">
            <a:extLst>
              <a:ext uri="{FF2B5EF4-FFF2-40B4-BE49-F238E27FC236}">
                <a16:creationId xmlns:a16="http://schemas.microsoft.com/office/drawing/2014/main" id="{3C9E8616-8458-4FA5-32AA-16EB9644DF85}"/>
              </a:ext>
            </a:extLst>
          </p:cNvPr>
          <p:cNvSpPr/>
          <p:nvPr/>
        </p:nvSpPr>
        <p:spPr>
          <a:xfrm>
            <a:off x="5968632" y="870149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9FF79F-AA09-1FD0-6C88-60C3C58C24B0}"/>
              </a:ext>
            </a:extLst>
          </p:cNvPr>
          <p:cNvSpPr txBox="1"/>
          <p:nvPr/>
        </p:nvSpPr>
        <p:spPr>
          <a:xfrm>
            <a:off x="1531508" y="151146"/>
            <a:ext cx="58441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 Black" panose="020F0A02020204030203" pitchFamily="34" charset="0"/>
                <a:ea typeface="+mn-ea"/>
                <a:cs typeface="+mn-cs"/>
              </a:rPr>
              <a:t>LINKED LIST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324278-3146-DED3-CB27-3CC3D40477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2905" y="1824529"/>
            <a:ext cx="1031453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Open Sans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Displaying nodes using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displayList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()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Assuming we have value for </a:t>
            </a: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dData</a:t>
            </a:r>
            <a:endParaRPr kumimoji="0" lang="en-US" sz="2000" b="0" i="1" u="none" strike="noStrike" kern="1200" cap="none" spc="0" normalizeH="0" baseline="0" noProof="0" dirty="0">
              <a:ln>
                <a:noFill/>
              </a:ln>
              <a:solidFill>
                <a:srgbClr val="3C2077"/>
              </a:solidFill>
              <a:effectLst/>
              <a:uLnTx/>
              <a:uFillTx/>
              <a:latin typeface="Lato" panose="020F0502020204030203" pitchFamily="34" charset="0"/>
              <a:ea typeface="+mn-ea"/>
              <a:cs typeface="+mn-cs"/>
            </a:endParaRP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52206A6A-A880-126E-AE18-D22A49F7DAF2}"/>
              </a:ext>
            </a:extLst>
          </p:cNvPr>
          <p:cNvSpPr/>
          <p:nvPr/>
        </p:nvSpPr>
        <p:spPr>
          <a:xfrm>
            <a:off x="7600804" y="1974207"/>
            <a:ext cx="249368" cy="16430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1C23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0E5ED5-85DA-EC92-3262-BDE1DE1C6526}"/>
              </a:ext>
            </a:extLst>
          </p:cNvPr>
          <p:cNvSpPr txBox="1"/>
          <p:nvPr/>
        </p:nvSpPr>
        <p:spPr>
          <a:xfrm>
            <a:off x="7106459" y="2209215"/>
            <a:ext cx="37061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first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F91954A5-E385-C8BF-A933-F807F5119C2E}"/>
              </a:ext>
            </a:extLst>
          </p:cNvPr>
          <p:cNvSpPr/>
          <p:nvPr/>
        </p:nvSpPr>
        <p:spPr>
          <a:xfrm>
            <a:off x="8443547" y="1982717"/>
            <a:ext cx="249368" cy="16430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1C23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15D84DF5-507F-8C5C-6174-256009C57D84}"/>
              </a:ext>
            </a:extLst>
          </p:cNvPr>
          <p:cNvSpPr/>
          <p:nvPr/>
        </p:nvSpPr>
        <p:spPr>
          <a:xfrm>
            <a:off x="9318951" y="1978117"/>
            <a:ext cx="249368" cy="16430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1C23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A02A4ED-959F-A8B5-FBC2-0904D121D438}"/>
              </a:ext>
            </a:extLst>
          </p:cNvPr>
          <p:cNvSpPr/>
          <p:nvPr/>
        </p:nvSpPr>
        <p:spPr>
          <a:xfrm>
            <a:off x="9563959" y="1879234"/>
            <a:ext cx="579235" cy="328613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FEF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14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FABD8FDE-709E-061C-777E-8A33B38A6343}"/>
              </a:ext>
            </a:extLst>
          </p:cNvPr>
          <p:cNvSpPr/>
          <p:nvPr/>
        </p:nvSpPr>
        <p:spPr>
          <a:xfrm>
            <a:off x="10157335" y="1972838"/>
            <a:ext cx="249368" cy="16430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1C23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E94B1B-17ED-F80C-1E11-4E3D40609B04}"/>
              </a:ext>
            </a:extLst>
          </p:cNvPr>
          <p:cNvSpPr txBox="1"/>
          <p:nvPr/>
        </p:nvSpPr>
        <p:spPr>
          <a:xfrm>
            <a:off x="10110533" y="2080583"/>
            <a:ext cx="4026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next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3A6FAB2-65B7-14FD-D8C3-9F8C959D7110}"/>
              </a:ext>
            </a:extLst>
          </p:cNvPr>
          <p:cNvSpPr/>
          <p:nvPr/>
        </p:nvSpPr>
        <p:spPr>
          <a:xfrm>
            <a:off x="8728029" y="1890188"/>
            <a:ext cx="579235" cy="328613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FEF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98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8A2C0C5-3B06-1972-BB0F-2BFC418887B3}"/>
              </a:ext>
            </a:extLst>
          </p:cNvPr>
          <p:cNvSpPr/>
          <p:nvPr/>
        </p:nvSpPr>
        <p:spPr>
          <a:xfrm>
            <a:off x="7840761" y="1890188"/>
            <a:ext cx="578725" cy="328613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FEF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7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2A8C87D-3423-8A57-A51D-AA9D821E576B}"/>
              </a:ext>
            </a:extLst>
          </p:cNvPr>
          <p:cNvSpPr/>
          <p:nvPr/>
        </p:nvSpPr>
        <p:spPr>
          <a:xfrm>
            <a:off x="7018359" y="1879087"/>
            <a:ext cx="579235" cy="328613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FEF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8E991BB-A4A6-E436-E667-ACE206E616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1714" y="1442001"/>
            <a:ext cx="324742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Open Sans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The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displayList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()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Method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A5D2A8-3E01-7E4D-28E1-52E675BFC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9099" y="2750417"/>
            <a:ext cx="5935848" cy="28957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F18A0DF-379A-B71D-E673-BDC5B5DE0A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8091" y="5783343"/>
            <a:ext cx="6525491" cy="1074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3907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2" grpId="0"/>
      <p:bldP spid="4" grpId="0" animBg="1"/>
      <p:bldP spid="7" grpId="0"/>
      <p:bldP spid="16" grpId="0" animBg="1"/>
      <p:bldP spid="17" grpId="0" animBg="1"/>
      <p:bldP spid="18" grpId="0" animBg="1"/>
      <p:bldP spid="19" grpId="0" animBg="1"/>
      <p:bldP spid="20" grpId="0"/>
      <p:bldP spid="21" grpId="0" animBg="1"/>
      <p:bldP spid="22" grpId="0" animBg="1"/>
      <p:bldP spid="2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 24">
            <a:extLst>
              <a:ext uri="{FF2B5EF4-FFF2-40B4-BE49-F238E27FC236}">
                <a16:creationId xmlns:a16="http://schemas.microsoft.com/office/drawing/2014/main" id="{355CADC3-9AE1-BBE1-4A4B-6353C3A7AAE4}"/>
              </a:ext>
            </a:extLst>
          </p:cNvPr>
          <p:cNvSpPr/>
          <p:nvPr/>
        </p:nvSpPr>
        <p:spPr>
          <a:xfrm>
            <a:off x="0" y="0"/>
            <a:ext cx="2138082" cy="6858000"/>
          </a:xfrm>
          <a:custGeom>
            <a:avLst/>
            <a:gdLst>
              <a:gd name="connsiteX0" fmla="*/ 0 w 2138082"/>
              <a:gd name="connsiteY0" fmla="*/ 0 h 6858000"/>
              <a:gd name="connsiteX1" fmla="*/ 2138082 w 2138082"/>
              <a:gd name="connsiteY1" fmla="*/ 0 h 6858000"/>
              <a:gd name="connsiteX2" fmla="*/ 2138082 w 2138082"/>
              <a:gd name="connsiteY2" fmla="*/ 473503 h 6858000"/>
              <a:gd name="connsiteX3" fmla="*/ 2070845 w 2138082"/>
              <a:gd name="connsiteY3" fmla="*/ 466725 h 6858000"/>
              <a:gd name="connsiteX4" fmla="*/ 1364874 w 2138082"/>
              <a:gd name="connsiteY4" fmla="*/ 1172696 h 6858000"/>
              <a:gd name="connsiteX5" fmla="*/ 2070845 w 2138082"/>
              <a:gd name="connsiteY5" fmla="*/ 1878667 h 6858000"/>
              <a:gd name="connsiteX6" fmla="*/ 2138082 w 2138082"/>
              <a:gd name="connsiteY6" fmla="*/ 1871889 h 6858000"/>
              <a:gd name="connsiteX7" fmla="*/ 2138082 w 2138082"/>
              <a:gd name="connsiteY7" fmla="*/ 6858000 h 6858000"/>
              <a:gd name="connsiteX8" fmla="*/ 0 w 2138082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38082" h="6858000">
                <a:moveTo>
                  <a:pt x="0" y="0"/>
                </a:moveTo>
                <a:lnTo>
                  <a:pt x="2138082" y="0"/>
                </a:lnTo>
                <a:lnTo>
                  <a:pt x="2138082" y="473503"/>
                </a:lnTo>
                <a:lnTo>
                  <a:pt x="2070845" y="466725"/>
                </a:lnTo>
                <a:cubicBezTo>
                  <a:pt x="1680948" y="466725"/>
                  <a:pt x="1364874" y="782799"/>
                  <a:pt x="1364874" y="1172696"/>
                </a:cubicBezTo>
                <a:cubicBezTo>
                  <a:pt x="1364874" y="1562593"/>
                  <a:pt x="1680948" y="1878667"/>
                  <a:pt x="2070845" y="1878667"/>
                </a:cubicBezTo>
                <a:lnTo>
                  <a:pt x="2138082" y="1871889"/>
                </a:lnTo>
                <a:lnTo>
                  <a:pt x="213808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7F6067E-DFD1-9B78-E90F-2E32863977F6}"/>
              </a:ext>
            </a:extLst>
          </p:cNvPr>
          <p:cNvSpPr/>
          <p:nvPr/>
        </p:nvSpPr>
        <p:spPr>
          <a:xfrm>
            <a:off x="1529591" y="597320"/>
            <a:ext cx="1133475" cy="11334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90533D72-FAF8-E7C9-B2C5-25892D96A2EF}"/>
              </a:ext>
            </a:extLst>
          </p:cNvPr>
          <p:cNvSpPr txBox="1">
            <a:spLocks/>
          </p:cNvSpPr>
          <p:nvPr/>
        </p:nvSpPr>
        <p:spPr>
          <a:xfrm>
            <a:off x="2913529" y="1254702"/>
            <a:ext cx="8218936" cy="4826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 is used on a collections of items. It relies on the technique of traversing a list from start to end by exploring properties of all the elements that are found on the way.</a:t>
            </a:r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1E4DE4BF-F31C-6425-E1EB-5931B9D9E5D1}"/>
              </a:ext>
            </a:extLst>
          </p:cNvPr>
          <p:cNvSpPr txBox="1">
            <a:spLocks/>
          </p:cNvSpPr>
          <p:nvPr/>
        </p:nvSpPr>
        <p:spPr>
          <a:xfrm>
            <a:off x="2913529" y="821747"/>
            <a:ext cx="3151636" cy="3423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ExtraBold" pitchFamily="2" charset="77"/>
                <a:ea typeface="+mn-ea"/>
                <a:cs typeface="+mn-cs"/>
              </a:rPr>
              <a:t>Linear Search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EC8E7DE-8E47-3A89-8CFC-0089AFC706FE}"/>
              </a:ext>
            </a:extLst>
          </p:cNvPr>
          <p:cNvSpPr txBox="1"/>
          <p:nvPr/>
        </p:nvSpPr>
        <p:spPr>
          <a:xfrm rot="16200000">
            <a:off x="-2460402" y="3136613"/>
            <a:ext cx="62663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ExtraBold" pitchFamily="2" charset="77"/>
                <a:ea typeface="+mn-ea"/>
                <a:cs typeface="+mn-cs"/>
              </a:rPr>
              <a:t>LINKED LIST</a:t>
            </a:r>
            <a:r>
              <a:rPr kumimoji="0" lang="en-US" sz="3200" b="1" i="0" u="none" strike="noStrike" kern="1200" cap="all" spc="0" normalizeH="0" baseline="0" noProof="0" dirty="0">
                <a:ln>
                  <a:noFill/>
                </a:ln>
                <a:solidFill>
                  <a:srgbClr val="ED942B"/>
                </a:solidFill>
                <a:effectLst/>
                <a:uLnTx/>
                <a:uFillTx/>
                <a:latin typeface="Montserrat ExtraBold" pitchFamily="2" charset="77"/>
                <a:ea typeface="+mn-ea"/>
                <a:cs typeface="+mn-cs"/>
              </a:rPr>
              <a:t> PROGRAM</a:t>
            </a:r>
            <a:endParaRPr kumimoji="0" lang="en-US" sz="3200" b="1" i="0" u="none" strike="noStrike" kern="1200" cap="all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 ExtraBold" pitchFamily="2" charset="77"/>
              <a:ea typeface="+mn-ea"/>
              <a:cs typeface="+mn-cs"/>
            </a:endParaRP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06F3E03-B9B8-222D-E2A9-06FAFA3F32B5}"/>
              </a:ext>
            </a:extLst>
          </p:cNvPr>
          <p:cNvSpPr txBox="1">
            <a:spLocks/>
          </p:cNvSpPr>
          <p:nvPr/>
        </p:nvSpPr>
        <p:spPr>
          <a:xfrm>
            <a:off x="2944364" y="4273258"/>
            <a:ext cx="3151636" cy="3423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ExtraBold" pitchFamily="2" charset="77"/>
                <a:ea typeface="+mn-ea"/>
                <a:cs typeface="+mn-cs"/>
              </a:rPr>
              <a:t>Algorithm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BDAB62-C15B-799A-47F8-110A734EBBFE}"/>
              </a:ext>
            </a:extLst>
          </p:cNvPr>
          <p:cNvSpPr txBox="1"/>
          <p:nvPr/>
        </p:nvSpPr>
        <p:spPr>
          <a:xfrm>
            <a:off x="2758387" y="631904"/>
            <a:ext cx="80524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SYLES OF LEADERS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A05B4664-B8BC-1CA1-F370-A52212F78D86}"/>
              </a:ext>
            </a:extLst>
          </p:cNvPr>
          <p:cNvSpPr/>
          <p:nvPr/>
        </p:nvSpPr>
        <p:spPr>
          <a:xfrm>
            <a:off x="4167805" y="870149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C8F32282-742D-600C-3946-765C4BA58193}"/>
              </a:ext>
            </a:extLst>
          </p:cNvPr>
          <p:cNvSpPr/>
          <p:nvPr/>
        </p:nvSpPr>
        <p:spPr>
          <a:xfrm>
            <a:off x="5523828" y="870149"/>
            <a:ext cx="360000" cy="3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AD645D08-0FA8-4AFA-180B-1BA30AD5C9B9}"/>
              </a:ext>
            </a:extLst>
          </p:cNvPr>
          <p:cNvSpPr/>
          <p:nvPr/>
        </p:nvSpPr>
        <p:spPr>
          <a:xfrm>
            <a:off x="5086085" y="870149"/>
            <a:ext cx="360000" cy="360000"/>
          </a:xfrm>
          <a:prstGeom prst="diamond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2BDECD07-2439-97F6-DFF5-8CCEBACE9656}"/>
              </a:ext>
            </a:extLst>
          </p:cNvPr>
          <p:cNvSpPr/>
          <p:nvPr/>
        </p:nvSpPr>
        <p:spPr>
          <a:xfrm>
            <a:off x="4626945" y="870149"/>
            <a:ext cx="360000" cy="3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Diamond 12">
            <a:extLst>
              <a:ext uri="{FF2B5EF4-FFF2-40B4-BE49-F238E27FC236}">
                <a16:creationId xmlns:a16="http://schemas.microsoft.com/office/drawing/2014/main" id="{3C9E8616-8458-4FA5-32AA-16EB9644DF85}"/>
              </a:ext>
            </a:extLst>
          </p:cNvPr>
          <p:cNvSpPr/>
          <p:nvPr/>
        </p:nvSpPr>
        <p:spPr>
          <a:xfrm>
            <a:off x="5968632" y="870149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9FF79F-AA09-1FD0-6C88-60C3C58C24B0}"/>
              </a:ext>
            </a:extLst>
          </p:cNvPr>
          <p:cNvSpPr txBox="1"/>
          <p:nvPr/>
        </p:nvSpPr>
        <p:spPr>
          <a:xfrm>
            <a:off x="1531508" y="151146"/>
            <a:ext cx="58441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 Black" panose="020F0A02020204030203" pitchFamily="34" charset="0"/>
                <a:ea typeface="+mn-ea"/>
                <a:cs typeface="+mn-cs"/>
              </a:rPr>
              <a:t>LINKED LIST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8E991BB-A4A6-E436-E667-ACE206E616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6408" y="1589816"/>
            <a:ext cx="324742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Open Sans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The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Main Class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3C2077"/>
              </a:solidFill>
              <a:effectLst/>
              <a:uLnTx/>
              <a:uFillTx/>
              <a:latin typeface="Lato" panose="020F0502020204030203" pitchFamily="34" charset="0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7BF952-5ECC-E15E-58CC-5E8303110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4711" y="1697437"/>
            <a:ext cx="6587739" cy="504715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18966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 24">
            <a:extLst>
              <a:ext uri="{FF2B5EF4-FFF2-40B4-BE49-F238E27FC236}">
                <a16:creationId xmlns:a16="http://schemas.microsoft.com/office/drawing/2014/main" id="{355CADC3-9AE1-BBE1-4A4B-6353C3A7AAE4}"/>
              </a:ext>
            </a:extLst>
          </p:cNvPr>
          <p:cNvSpPr/>
          <p:nvPr/>
        </p:nvSpPr>
        <p:spPr>
          <a:xfrm>
            <a:off x="0" y="0"/>
            <a:ext cx="2138082" cy="6858000"/>
          </a:xfrm>
          <a:custGeom>
            <a:avLst/>
            <a:gdLst>
              <a:gd name="connsiteX0" fmla="*/ 0 w 2138082"/>
              <a:gd name="connsiteY0" fmla="*/ 0 h 6858000"/>
              <a:gd name="connsiteX1" fmla="*/ 2138082 w 2138082"/>
              <a:gd name="connsiteY1" fmla="*/ 0 h 6858000"/>
              <a:gd name="connsiteX2" fmla="*/ 2138082 w 2138082"/>
              <a:gd name="connsiteY2" fmla="*/ 473503 h 6858000"/>
              <a:gd name="connsiteX3" fmla="*/ 2070845 w 2138082"/>
              <a:gd name="connsiteY3" fmla="*/ 466725 h 6858000"/>
              <a:gd name="connsiteX4" fmla="*/ 1364874 w 2138082"/>
              <a:gd name="connsiteY4" fmla="*/ 1172696 h 6858000"/>
              <a:gd name="connsiteX5" fmla="*/ 2070845 w 2138082"/>
              <a:gd name="connsiteY5" fmla="*/ 1878667 h 6858000"/>
              <a:gd name="connsiteX6" fmla="*/ 2138082 w 2138082"/>
              <a:gd name="connsiteY6" fmla="*/ 1871889 h 6858000"/>
              <a:gd name="connsiteX7" fmla="*/ 2138082 w 2138082"/>
              <a:gd name="connsiteY7" fmla="*/ 6858000 h 6858000"/>
              <a:gd name="connsiteX8" fmla="*/ 0 w 2138082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38082" h="6858000">
                <a:moveTo>
                  <a:pt x="0" y="0"/>
                </a:moveTo>
                <a:lnTo>
                  <a:pt x="2138082" y="0"/>
                </a:lnTo>
                <a:lnTo>
                  <a:pt x="2138082" y="473503"/>
                </a:lnTo>
                <a:lnTo>
                  <a:pt x="2070845" y="466725"/>
                </a:lnTo>
                <a:cubicBezTo>
                  <a:pt x="1680948" y="466725"/>
                  <a:pt x="1364874" y="782799"/>
                  <a:pt x="1364874" y="1172696"/>
                </a:cubicBezTo>
                <a:cubicBezTo>
                  <a:pt x="1364874" y="1562593"/>
                  <a:pt x="1680948" y="1878667"/>
                  <a:pt x="2070845" y="1878667"/>
                </a:cubicBezTo>
                <a:lnTo>
                  <a:pt x="2138082" y="1871889"/>
                </a:lnTo>
                <a:lnTo>
                  <a:pt x="213808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7F6067E-DFD1-9B78-E90F-2E32863977F6}"/>
              </a:ext>
            </a:extLst>
          </p:cNvPr>
          <p:cNvSpPr/>
          <p:nvPr/>
        </p:nvSpPr>
        <p:spPr>
          <a:xfrm>
            <a:off x="1529591" y="597320"/>
            <a:ext cx="1133475" cy="11334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90533D72-FAF8-E7C9-B2C5-25892D96A2EF}"/>
              </a:ext>
            </a:extLst>
          </p:cNvPr>
          <p:cNvSpPr txBox="1">
            <a:spLocks/>
          </p:cNvSpPr>
          <p:nvPr/>
        </p:nvSpPr>
        <p:spPr>
          <a:xfrm>
            <a:off x="2913529" y="1254702"/>
            <a:ext cx="8218936" cy="4826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 is used on a collections of items. It relies on the technique of traversing a list from start to end by exploring properties of all the elements that are found on the way.</a:t>
            </a:r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1E4DE4BF-F31C-6425-E1EB-5931B9D9E5D1}"/>
              </a:ext>
            </a:extLst>
          </p:cNvPr>
          <p:cNvSpPr txBox="1">
            <a:spLocks/>
          </p:cNvSpPr>
          <p:nvPr/>
        </p:nvSpPr>
        <p:spPr>
          <a:xfrm>
            <a:off x="2913529" y="821747"/>
            <a:ext cx="3151636" cy="3423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ExtraBold" pitchFamily="2" charset="77"/>
                <a:ea typeface="+mn-ea"/>
                <a:cs typeface="+mn-cs"/>
              </a:rPr>
              <a:t>Linear Search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EC8E7DE-8E47-3A89-8CFC-0089AFC706FE}"/>
              </a:ext>
            </a:extLst>
          </p:cNvPr>
          <p:cNvSpPr txBox="1"/>
          <p:nvPr/>
        </p:nvSpPr>
        <p:spPr>
          <a:xfrm rot="16200000">
            <a:off x="-2460402" y="3136613"/>
            <a:ext cx="62663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ExtraBold" pitchFamily="2" charset="77"/>
                <a:ea typeface="+mn-ea"/>
                <a:cs typeface="+mn-cs"/>
              </a:rPr>
              <a:t>LINKED LIST</a:t>
            </a:r>
            <a:r>
              <a:rPr kumimoji="0" lang="en-US" sz="3200" b="1" i="0" u="none" strike="noStrike" kern="1200" cap="all" spc="0" normalizeH="0" baseline="0" noProof="0" dirty="0">
                <a:ln>
                  <a:noFill/>
                </a:ln>
                <a:solidFill>
                  <a:srgbClr val="ED942B"/>
                </a:solidFill>
                <a:effectLst/>
                <a:uLnTx/>
                <a:uFillTx/>
                <a:latin typeface="Montserrat ExtraBold" pitchFamily="2" charset="77"/>
                <a:ea typeface="+mn-ea"/>
                <a:cs typeface="+mn-cs"/>
              </a:rPr>
              <a:t> PROGRAM</a:t>
            </a:r>
            <a:endParaRPr kumimoji="0" lang="en-US" sz="3200" b="1" i="0" u="none" strike="noStrike" kern="1200" cap="all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 ExtraBold" pitchFamily="2" charset="77"/>
              <a:ea typeface="+mn-ea"/>
              <a:cs typeface="+mn-cs"/>
            </a:endParaRP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06F3E03-B9B8-222D-E2A9-06FAFA3F32B5}"/>
              </a:ext>
            </a:extLst>
          </p:cNvPr>
          <p:cNvSpPr txBox="1">
            <a:spLocks/>
          </p:cNvSpPr>
          <p:nvPr/>
        </p:nvSpPr>
        <p:spPr>
          <a:xfrm>
            <a:off x="2944364" y="4273258"/>
            <a:ext cx="3151636" cy="3423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ExtraBold" pitchFamily="2" charset="77"/>
                <a:ea typeface="+mn-ea"/>
                <a:cs typeface="+mn-cs"/>
              </a:rPr>
              <a:t>Algorithm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BDAB62-C15B-799A-47F8-110A734EBBFE}"/>
              </a:ext>
            </a:extLst>
          </p:cNvPr>
          <p:cNvSpPr txBox="1"/>
          <p:nvPr/>
        </p:nvSpPr>
        <p:spPr>
          <a:xfrm>
            <a:off x="2758387" y="631904"/>
            <a:ext cx="80524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SYLES OF LEADERS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A05B4664-B8BC-1CA1-F370-A52212F78D86}"/>
              </a:ext>
            </a:extLst>
          </p:cNvPr>
          <p:cNvSpPr/>
          <p:nvPr/>
        </p:nvSpPr>
        <p:spPr>
          <a:xfrm>
            <a:off x="4167805" y="870149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C8F32282-742D-600C-3946-765C4BA58193}"/>
              </a:ext>
            </a:extLst>
          </p:cNvPr>
          <p:cNvSpPr/>
          <p:nvPr/>
        </p:nvSpPr>
        <p:spPr>
          <a:xfrm>
            <a:off x="5523828" y="870149"/>
            <a:ext cx="360000" cy="3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AD645D08-0FA8-4AFA-180B-1BA30AD5C9B9}"/>
              </a:ext>
            </a:extLst>
          </p:cNvPr>
          <p:cNvSpPr/>
          <p:nvPr/>
        </p:nvSpPr>
        <p:spPr>
          <a:xfrm>
            <a:off x="5086085" y="870149"/>
            <a:ext cx="360000" cy="360000"/>
          </a:xfrm>
          <a:prstGeom prst="diamond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2BDECD07-2439-97F6-DFF5-8CCEBACE9656}"/>
              </a:ext>
            </a:extLst>
          </p:cNvPr>
          <p:cNvSpPr/>
          <p:nvPr/>
        </p:nvSpPr>
        <p:spPr>
          <a:xfrm>
            <a:off x="4626945" y="870149"/>
            <a:ext cx="360000" cy="3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Diamond 12">
            <a:extLst>
              <a:ext uri="{FF2B5EF4-FFF2-40B4-BE49-F238E27FC236}">
                <a16:creationId xmlns:a16="http://schemas.microsoft.com/office/drawing/2014/main" id="{3C9E8616-8458-4FA5-32AA-16EB9644DF85}"/>
              </a:ext>
            </a:extLst>
          </p:cNvPr>
          <p:cNvSpPr/>
          <p:nvPr/>
        </p:nvSpPr>
        <p:spPr>
          <a:xfrm>
            <a:off x="5968632" y="870149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9FF79F-AA09-1FD0-6C88-60C3C58C24B0}"/>
              </a:ext>
            </a:extLst>
          </p:cNvPr>
          <p:cNvSpPr txBox="1"/>
          <p:nvPr/>
        </p:nvSpPr>
        <p:spPr>
          <a:xfrm>
            <a:off x="1531508" y="151146"/>
            <a:ext cx="58441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 Black" panose="020F0A02020204030203" pitchFamily="34" charset="0"/>
                <a:ea typeface="+mn-ea"/>
                <a:cs typeface="+mn-cs"/>
              </a:rPr>
              <a:t>LINKED LIST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8E991BB-A4A6-E436-E667-ACE206E616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2929" y="2110406"/>
            <a:ext cx="324742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Open Sans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OUTPUT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3C2077"/>
              </a:solidFill>
              <a:effectLst/>
              <a:uLnTx/>
              <a:uFillTx/>
              <a:latin typeface="Lato" panose="020F0502020204030203" pitchFamily="34" charset="0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B05400-275B-ED95-A4F7-E77A8F038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9939" y="2598274"/>
            <a:ext cx="9167954" cy="171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3853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9267B40-11C9-9153-A29F-F65DF623C2F2}"/>
              </a:ext>
            </a:extLst>
          </p:cNvPr>
          <p:cNvSpPr/>
          <p:nvPr/>
        </p:nvSpPr>
        <p:spPr>
          <a:xfrm>
            <a:off x="-9257" y="14486"/>
            <a:ext cx="1749113" cy="68465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2B77373-4031-140B-C0A4-3140D943CF61}"/>
              </a:ext>
            </a:extLst>
          </p:cNvPr>
          <p:cNvGrpSpPr/>
          <p:nvPr/>
        </p:nvGrpSpPr>
        <p:grpSpPr>
          <a:xfrm>
            <a:off x="12759918" y="5352526"/>
            <a:ext cx="5915279" cy="1158715"/>
            <a:chOff x="601975" y="1239906"/>
            <a:chExt cx="7027661" cy="115871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D9AE19B-7085-C186-A16C-1E3F3ECE20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3385" y="1239906"/>
              <a:ext cx="369692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-Bold" panose="00000800000000000000" pitchFamily="50" charset="0"/>
                  <a:ea typeface="+mn-ea"/>
                  <a:cs typeface="+mn-cs"/>
                </a:rPr>
                <a:t>STYLES OF LEADERSHIP</a:t>
              </a:r>
              <a:endPara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-Bold" panose="00000800000000000000" pitchFamily="50" charset="0"/>
                <a:ea typeface="+mn-ea"/>
                <a:cs typeface="+mn-cs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58BECD2-07FE-F89D-303C-7A08563478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75" y="1609238"/>
              <a:ext cx="7027661" cy="789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Lorem ipsum dolor sit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amet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,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consectetur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adipiscing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elit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, sed do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eiusmod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tempor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incididunt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ut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labore</a:t>
              </a: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82434AAD-6276-EC0A-31ED-589DD1285475}"/>
              </a:ext>
            </a:extLst>
          </p:cNvPr>
          <p:cNvSpPr txBox="1"/>
          <p:nvPr/>
        </p:nvSpPr>
        <p:spPr>
          <a:xfrm>
            <a:off x="6611134" y="6421241"/>
            <a:ext cx="5587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6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Light" pitchFamily="2" charset="77"/>
                <a:ea typeface="+mn-ea"/>
                <a:cs typeface="+mn-cs"/>
              </a:rPr>
              <a:t>WWW.PPTHEMES.COM </a:t>
            </a:r>
          </a:p>
        </p:txBody>
      </p:sp>
      <p:sp>
        <p:nvSpPr>
          <p:cNvPr id="42" name="Diamond 41">
            <a:extLst>
              <a:ext uri="{FF2B5EF4-FFF2-40B4-BE49-F238E27FC236}">
                <a16:creationId xmlns:a16="http://schemas.microsoft.com/office/drawing/2014/main" id="{C5FAAB6C-C6DE-4C3E-CF7B-5C55128EE02D}"/>
              </a:ext>
            </a:extLst>
          </p:cNvPr>
          <p:cNvSpPr/>
          <p:nvPr/>
        </p:nvSpPr>
        <p:spPr>
          <a:xfrm>
            <a:off x="4167805" y="870149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Diamond 42">
            <a:extLst>
              <a:ext uri="{FF2B5EF4-FFF2-40B4-BE49-F238E27FC236}">
                <a16:creationId xmlns:a16="http://schemas.microsoft.com/office/drawing/2014/main" id="{465FE290-8C8A-A662-17CB-264E51057509}"/>
              </a:ext>
            </a:extLst>
          </p:cNvPr>
          <p:cNvSpPr/>
          <p:nvPr/>
        </p:nvSpPr>
        <p:spPr>
          <a:xfrm>
            <a:off x="5523828" y="870149"/>
            <a:ext cx="360000" cy="3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Diamond 45">
            <a:extLst>
              <a:ext uri="{FF2B5EF4-FFF2-40B4-BE49-F238E27FC236}">
                <a16:creationId xmlns:a16="http://schemas.microsoft.com/office/drawing/2014/main" id="{C6D828EB-E7EA-5773-9652-AE53FB5D669F}"/>
              </a:ext>
            </a:extLst>
          </p:cNvPr>
          <p:cNvSpPr/>
          <p:nvPr/>
        </p:nvSpPr>
        <p:spPr>
          <a:xfrm>
            <a:off x="5086085" y="870149"/>
            <a:ext cx="360000" cy="360000"/>
          </a:xfrm>
          <a:prstGeom prst="diamond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21DFFB8E-C406-CF59-4CA2-EACEAF0C708E}"/>
              </a:ext>
            </a:extLst>
          </p:cNvPr>
          <p:cNvSpPr/>
          <p:nvPr/>
        </p:nvSpPr>
        <p:spPr>
          <a:xfrm>
            <a:off x="4626945" y="870149"/>
            <a:ext cx="360000" cy="3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33C663A5-0996-8893-E730-E5C86AEB7C2A}"/>
              </a:ext>
            </a:extLst>
          </p:cNvPr>
          <p:cNvSpPr/>
          <p:nvPr/>
        </p:nvSpPr>
        <p:spPr>
          <a:xfrm>
            <a:off x="5968632" y="870149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Diamond 38">
            <a:extLst>
              <a:ext uri="{FF2B5EF4-FFF2-40B4-BE49-F238E27FC236}">
                <a16:creationId xmlns:a16="http://schemas.microsoft.com/office/drawing/2014/main" id="{0A53FDB5-8B45-2506-A392-9D328D5A3EC3}"/>
              </a:ext>
            </a:extLst>
          </p:cNvPr>
          <p:cNvSpPr/>
          <p:nvPr/>
        </p:nvSpPr>
        <p:spPr>
          <a:xfrm>
            <a:off x="-474486" y="1348797"/>
            <a:ext cx="2160000" cy="21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Diamond 43">
            <a:extLst>
              <a:ext uri="{FF2B5EF4-FFF2-40B4-BE49-F238E27FC236}">
                <a16:creationId xmlns:a16="http://schemas.microsoft.com/office/drawing/2014/main" id="{516647C1-AC26-B8BD-B6BD-784002349759}"/>
              </a:ext>
            </a:extLst>
          </p:cNvPr>
          <p:cNvSpPr/>
          <p:nvPr/>
        </p:nvSpPr>
        <p:spPr>
          <a:xfrm>
            <a:off x="699562" y="2490815"/>
            <a:ext cx="2160000" cy="21600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Diamond 44">
            <a:extLst>
              <a:ext uri="{FF2B5EF4-FFF2-40B4-BE49-F238E27FC236}">
                <a16:creationId xmlns:a16="http://schemas.microsoft.com/office/drawing/2014/main" id="{93A02406-42C1-74E2-EBD6-21A9CF95386A}"/>
              </a:ext>
            </a:extLst>
          </p:cNvPr>
          <p:cNvSpPr/>
          <p:nvPr/>
        </p:nvSpPr>
        <p:spPr>
          <a:xfrm>
            <a:off x="659856" y="168593"/>
            <a:ext cx="2160000" cy="21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Diamond 46">
            <a:extLst>
              <a:ext uri="{FF2B5EF4-FFF2-40B4-BE49-F238E27FC236}">
                <a16:creationId xmlns:a16="http://schemas.microsoft.com/office/drawing/2014/main" id="{12C0E848-C645-0759-55B9-7047D013FA57}"/>
              </a:ext>
            </a:extLst>
          </p:cNvPr>
          <p:cNvSpPr/>
          <p:nvPr/>
        </p:nvSpPr>
        <p:spPr>
          <a:xfrm>
            <a:off x="1810271" y="1336243"/>
            <a:ext cx="2160000" cy="21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36F298-DD9F-65AA-AB00-66464E7AB668}"/>
              </a:ext>
            </a:extLst>
          </p:cNvPr>
          <p:cNvSpPr txBox="1"/>
          <p:nvPr/>
        </p:nvSpPr>
        <p:spPr>
          <a:xfrm>
            <a:off x="1531508" y="151146"/>
            <a:ext cx="58441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 Black" panose="020F0A02020204030203" pitchFamily="34" charset="0"/>
                <a:ea typeface="+mn-ea"/>
                <a:cs typeface="+mn-cs"/>
              </a:rPr>
              <a:t>LINKED LIST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2AC78C-C1C0-E61E-E336-89B893E126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8632" y="830039"/>
            <a:ext cx="55783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Open Sans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Finding and Deleting Specified Links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F63475-44EC-13C1-956B-6F7D75F00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4465" y="1968444"/>
            <a:ext cx="7922530" cy="407880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8718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A09AAC51-0440-EFB8-FB5A-16A795946B0A}"/>
              </a:ext>
            </a:extLst>
          </p:cNvPr>
          <p:cNvGrpSpPr/>
          <p:nvPr/>
        </p:nvGrpSpPr>
        <p:grpSpPr>
          <a:xfrm>
            <a:off x="12150698" y="-127577"/>
            <a:ext cx="12273144" cy="6985577"/>
            <a:chOff x="12150698" y="-127577"/>
            <a:chExt cx="12273144" cy="6985577"/>
          </a:xfrm>
        </p:grpSpPr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78993AD5-1943-6388-5340-7917EB340C7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" t="9062" r="-12" b="8051"/>
            <a:stretch/>
          </p:blipFill>
          <p:spPr>
            <a:xfrm>
              <a:off x="12155287" y="-120676"/>
              <a:ext cx="12268555" cy="6978676"/>
            </a:xfrm>
            <a:prstGeom prst="rect">
              <a:avLst/>
            </a:prstGeom>
          </p:spPr>
        </p:pic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AE10030B-541B-0B28-0B68-62C018CD3120}"/>
                </a:ext>
              </a:extLst>
            </p:cNvPr>
            <p:cNvSpPr/>
            <p:nvPr/>
          </p:nvSpPr>
          <p:spPr>
            <a:xfrm>
              <a:off x="12150698" y="-127577"/>
              <a:ext cx="12268555" cy="6978675"/>
            </a:xfrm>
            <a:prstGeom prst="rect">
              <a:avLst/>
            </a:prstGeom>
            <a:solidFill>
              <a:srgbClr val="031828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9877844-F657-DA59-277D-356BF86A3C9C}"/>
              </a:ext>
            </a:extLst>
          </p:cNvPr>
          <p:cNvGrpSpPr/>
          <p:nvPr/>
        </p:nvGrpSpPr>
        <p:grpSpPr>
          <a:xfrm>
            <a:off x="-10754874" y="-47092"/>
            <a:ext cx="10468624" cy="6873610"/>
            <a:chOff x="12192000" y="-47092"/>
            <a:chExt cx="10468624" cy="687361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4E03518-775A-26B9-DCE3-9A64CF0A05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41"/>
            <a:stretch/>
          </p:blipFill>
          <p:spPr>
            <a:xfrm>
              <a:off x="12192000" y="-20064"/>
              <a:ext cx="10452120" cy="6846582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0C7B5DB-73EF-6A1B-36FD-3BA26485FD85}"/>
                </a:ext>
              </a:extLst>
            </p:cNvPr>
            <p:cNvSpPr/>
            <p:nvPr/>
          </p:nvSpPr>
          <p:spPr>
            <a:xfrm>
              <a:off x="12211904" y="-47092"/>
              <a:ext cx="10448720" cy="6846582"/>
            </a:xfrm>
            <a:prstGeom prst="rect">
              <a:avLst/>
            </a:prstGeom>
            <a:solidFill>
              <a:srgbClr val="031828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89267B40-11C9-9153-A29F-F65DF623C2F2}"/>
              </a:ext>
            </a:extLst>
          </p:cNvPr>
          <p:cNvSpPr/>
          <p:nvPr/>
        </p:nvSpPr>
        <p:spPr>
          <a:xfrm>
            <a:off x="-9257" y="14486"/>
            <a:ext cx="1749113" cy="68465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2B77373-4031-140B-C0A4-3140D943CF61}"/>
              </a:ext>
            </a:extLst>
          </p:cNvPr>
          <p:cNvGrpSpPr/>
          <p:nvPr/>
        </p:nvGrpSpPr>
        <p:grpSpPr>
          <a:xfrm>
            <a:off x="12759918" y="5352526"/>
            <a:ext cx="5915279" cy="1158715"/>
            <a:chOff x="601975" y="1239906"/>
            <a:chExt cx="7027661" cy="115871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D9AE19B-7085-C186-A16C-1E3F3ECE20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3385" y="1239906"/>
              <a:ext cx="369692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-Bold" panose="00000800000000000000" pitchFamily="50" charset="0"/>
                  <a:ea typeface="+mn-ea"/>
                  <a:cs typeface="+mn-cs"/>
                </a:rPr>
                <a:t>STYLES OF LEADERSHIP</a:t>
              </a:r>
              <a:endPara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-Bold" panose="00000800000000000000" pitchFamily="50" charset="0"/>
                <a:ea typeface="+mn-ea"/>
                <a:cs typeface="+mn-cs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58BECD2-07FE-F89D-303C-7A08563478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75" y="1609238"/>
              <a:ext cx="7027661" cy="789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Lorem ipsum dolor sit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amet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,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consectetur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adipiscing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elit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, sed do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eiusmod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tempor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incididunt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ut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labore</a:t>
              </a: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82434AAD-6276-EC0A-31ED-589DD1285475}"/>
              </a:ext>
            </a:extLst>
          </p:cNvPr>
          <p:cNvSpPr txBox="1"/>
          <p:nvPr/>
        </p:nvSpPr>
        <p:spPr>
          <a:xfrm>
            <a:off x="6611134" y="6421241"/>
            <a:ext cx="5587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6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Light" pitchFamily="2" charset="77"/>
                <a:ea typeface="+mn-ea"/>
                <a:cs typeface="+mn-cs"/>
              </a:rPr>
              <a:t>WWW.PPTHEMES.COM </a:t>
            </a:r>
          </a:p>
        </p:txBody>
      </p:sp>
      <p:sp>
        <p:nvSpPr>
          <p:cNvPr id="39" name="Diamond 38">
            <a:extLst>
              <a:ext uri="{FF2B5EF4-FFF2-40B4-BE49-F238E27FC236}">
                <a16:creationId xmlns:a16="http://schemas.microsoft.com/office/drawing/2014/main" id="{0A53FDB5-8B45-2506-A392-9D328D5A3EC3}"/>
              </a:ext>
            </a:extLst>
          </p:cNvPr>
          <p:cNvSpPr/>
          <p:nvPr/>
        </p:nvSpPr>
        <p:spPr>
          <a:xfrm rot="5400000">
            <a:off x="648800" y="187326"/>
            <a:ext cx="2160000" cy="21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Diamond 43">
            <a:extLst>
              <a:ext uri="{FF2B5EF4-FFF2-40B4-BE49-F238E27FC236}">
                <a16:creationId xmlns:a16="http://schemas.microsoft.com/office/drawing/2014/main" id="{516647C1-AC26-B8BD-B6BD-784002349759}"/>
              </a:ext>
            </a:extLst>
          </p:cNvPr>
          <p:cNvSpPr/>
          <p:nvPr/>
        </p:nvSpPr>
        <p:spPr>
          <a:xfrm rot="5400000">
            <a:off x="-493219" y="1361374"/>
            <a:ext cx="2160000" cy="21600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Diamond 44">
            <a:extLst>
              <a:ext uri="{FF2B5EF4-FFF2-40B4-BE49-F238E27FC236}">
                <a16:creationId xmlns:a16="http://schemas.microsoft.com/office/drawing/2014/main" id="{93A02406-42C1-74E2-EBD6-21A9CF95386A}"/>
              </a:ext>
            </a:extLst>
          </p:cNvPr>
          <p:cNvSpPr/>
          <p:nvPr/>
        </p:nvSpPr>
        <p:spPr>
          <a:xfrm rot="5400000">
            <a:off x="1829004" y="1321668"/>
            <a:ext cx="2160000" cy="21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Diamond 46">
            <a:extLst>
              <a:ext uri="{FF2B5EF4-FFF2-40B4-BE49-F238E27FC236}">
                <a16:creationId xmlns:a16="http://schemas.microsoft.com/office/drawing/2014/main" id="{12C0E848-C645-0759-55B9-7047D013FA57}"/>
              </a:ext>
            </a:extLst>
          </p:cNvPr>
          <p:cNvSpPr/>
          <p:nvPr/>
        </p:nvSpPr>
        <p:spPr>
          <a:xfrm rot="5400000">
            <a:off x="661354" y="2472083"/>
            <a:ext cx="2160000" cy="21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BA15C9-D3B2-0BB3-6A65-D6D17A9DF129}"/>
              </a:ext>
            </a:extLst>
          </p:cNvPr>
          <p:cNvSpPr txBox="1"/>
          <p:nvPr/>
        </p:nvSpPr>
        <p:spPr>
          <a:xfrm>
            <a:off x="4284261" y="1541737"/>
            <a:ext cx="584416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WHO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 IS A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LIDER</a:t>
            </a:r>
          </a:p>
        </p:txBody>
      </p:sp>
      <p:sp>
        <p:nvSpPr>
          <p:cNvPr id="14" name="Rectángulo: esquinas redondeadas 95">
            <a:extLst>
              <a:ext uri="{FF2B5EF4-FFF2-40B4-BE49-F238E27FC236}">
                <a16:creationId xmlns:a16="http://schemas.microsoft.com/office/drawing/2014/main" id="{17F5F8F2-70CE-2EC1-2113-FE7A4E7E3E7E}"/>
              </a:ext>
            </a:extLst>
          </p:cNvPr>
          <p:cNvSpPr/>
          <p:nvPr/>
        </p:nvSpPr>
        <p:spPr>
          <a:xfrm rot="16200000">
            <a:off x="5509198" y="8054026"/>
            <a:ext cx="1057509" cy="1273389"/>
          </a:xfrm>
          <a:prstGeom prst="roundRect">
            <a:avLst>
              <a:gd name="adj" fmla="val 2649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ángulo: esquinas redondeadas 92">
            <a:extLst>
              <a:ext uri="{FF2B5EF4-FFF2-40B4-BE49-F238E27FC236}">
                <a16:creationId xmlns:a16="http://schemas.microsoft.com/office/drawing/2014/main" id="{98EFE75A-DED2-48DC-6AD4-C143DF8A3BB7}"/>
              </a:ext>
            </a:extLst>
          </p:cNvPr>
          <p:cNvSpPr/>
          <p:nvPr/>
        </p:nvSpPr>
        <p:spPr>
          <a:xfrm rot="10800000">
            <a:off x="5618527" y="8639439"/>
            <a:ext cx="1057509" cy="1273389"/>
          </a:xfrm>
          <a:prstGeom prst="roundRect">
            <a:avLst>
              <a:gd name="adj" fmla="val 2649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ángulo: esquinas redondeadas 89">
            <a:extLst>
              <a:ext uri="{FF2B5EF4-FFF2-40B4-BE49-F238E27FC236}">
                <a16:creationId xmlns:a16="http://schemas.microsoft.com/office/drawing/2014/main" id="{60927E48-342A-1E64-AF66-D25B4B7709AC}"/>
              </a:ext>
            </a:extLst>
          </p:cNvPr>
          <p:cNvSpPr/>
          <p:nvPr/>
        </p:nvSpPr>
        <p:spPr>
          <a:xfrm rot="5400000">
            <a:off x="6203940" y="8531500"/>
            <a:ext cx="1057509" cy="1273389"/>
          </a:xfrm>
          <a:prstGeom prst="roundRect">
            <a:avLst>
              <a:gd name="adj" fmla="val 2649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ángulo: esquinas redondeadas 80">
            <a:extLst>
              <a:ext uri="{FF2B5EF4-FFF2-40B4-BE49-F238E27FC236}">
                <a16:creationId xmlns:a16="http://schemas.microsoft.com/office/drawing/2014/main" id="{7877A098-A597-F13E-0286-8AD62F0E9269}"/>
              </a:ext>
            </a:extLst>
          </p:cNvPr>
          <p:cNvSpPr/>
          <p:nvPr/>
        </p:nvSpPr>
        <p:spPr>
          <a:xfrm>
            <a:off x="6096000" y="7946087"/>
            <a:ext cx="1057509" cy="1273389"/>
          </a:xfrm>
          <a:prstGeom prst="roundRect">
            <a:avLst>
              <a:gd name="adj" fmla="val 2649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Forma libre: forma 83">
            <a:hlinkClick r:id="rId4" action="ppaction://hlinksldjump"/>
            <a:extLst>
              <a:ext uri="{FF2B5EF4-FFF2-40B4-BE49-F238E27FC236}">
                <a16:creationId xmlns:a16="http://schemas.microsoft.com/office/drawing/2014/main" id="{FFAA5E8F-942D-5B0B-1EF6-082CA1E287FD}"/>
              </a:ext>
            </a:extLst>
          </p:cNvPr>
          <p:cNvSpPr/>
          <p:nvPr/>
        </p:nvSpPr>
        <p:spPr>
          <a:xfrm>
            <a:off x="6096000" y="7946087"/>
            <a:ext cx="315346" cy="1273389"/>
          </a:xfrm>
          <a:custGeom>
            <a:avLst/>
            <a:gdLst>
              <a:gd name="connsiteX0" fmla="*/ 1232256 w 1386725"/>
              <a:gd name="connsiteY0" fmla="*/ 0 h 5599697"/>
              <a:gd name="connsiteX1" fmla="*/ 1386725 w 1386725"/>
              <a:gd name="connsiteY1" fmla="*/ 0 h 5599697"/>
              <a:gd name="connsiteX2" fmla="*/ 1386725 w 1386725"/>
              <a:gd name="connsiteY2" fmla="*/ 5599697 h 5599697"/>
              <a:gd name="connsiteX3" fmla="*/ 1232256 w 1386725"/>
              <a:gd name="connsiteY3" fmla="*/ 5599697 h 5599697"/>
              <a:gd name="connsiteX4" fmla="*/ 0 w 1386725"/>
              <a:gd name="connsiteY4" fmla="*/ 4367441 h 5599697"/>
              <a:gd name="connsiteX5" fmla="*/ 0 w 1386725"/>
              <a:gd name="connsiteY5" fmla="*/ 1232256 h 5599697"/>
              <a:gd name="connsiteX6" fmla="*/ 1232256 w 1386725"/>
              <a:gd name="connsiteY6" fmla="*/ 0 h 559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6725" h="5599697">
                <a:moveTo>
                  <a:pt x="1232256" y="0"/>
                </a:moveTo>
                <a:lnTo>
                  <a:pt x="1386725" y="0"/>
                </a:lnTo>
                <a:lnTo>
                  <a:pt x="1386725" y="5599697"/>
                </a:lnTo>
                <a:lnTo>
                  <a:pt x="1232256" y="5599697"/>
                </a:lnTo>
                <a:cubicBezTo>
                  <a:pt x="551700" y="5599697"/>
                  <a:pt x="0" y="5047997"/>
                  <a:pt x="0" y="4367441"/>
                </a:cubicBezTo>
                <a:lnTo>
                  <a:pt x="0" y="1232256"/>
                </a:lnTo>
                <a:cubicBezTo>
                  <a:pt x="0" y="551700"/>
                  <a:pt x="551700" y="0"/>
                  <a:pt x="123225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Forma libre: forma 90">
            <a:hlinkClick r:id="rId5" action="ppaction://hlinksldjump"/>
            <a:extLst>
              <a:ext uri="{FF2B5EF4-FFF2-40B4-BE49-F238E27FC236}">
                <a16:creationId xmlns:a16="http://schemas.microsoft.com/office/drawing/2014/main" id="{F08DF724-B1BD-5F5C-B873-F372DC848162}"/>
              </a:ext>
            </a:extLst>
          </p:cNvPr>
          <p:cNvSpPr/>
          <p:nvPr/>
        </p:nvSpPr>
        <p:spPr>
          <a:xfrm rot="5400000">
            <a:off x="6575022" y="8160418"/>
            <a:ext cx="315346" cy="1273389"/>
          </a:xfrm>
          <a:custGeom>
            <a:avLst/>
            <a:gdLst>
              <a:gd name="connsiteX0" fmla="*/ 1232256 w 1386725"/>
              <a:gd name="connsiteY0" fmla="*/ 0 h 5599697"/>
              <a:gd name="connsiteX1" fmla="*/ 1386725 w 1386725"/>
              <a:gd name="connsiteY1" fmla="*/ 0 h 5599697"/>
              <a:gd name="connsiteX2" fmla="*/ 1386725 w 1386725"/>
              <a:gd name="connsiteY2" fmla="*/ 5599697 h 5599697"/>
              <a:gd name="connsiteX3" fmla="*/ 1232256 w 1386725"/>
              <a:gd name="connsiteY3" fmla="*/ 5599697 h 5599697"/>
              <a:gd name="connsiteX4" fmla="*/ 0 w 1386725"/>
              <a:gd name="connsiteY4" fmla="*/ 4367441 h 5599697"/>
              <a:gd name="connsiteX5" fmla="*/ 0 w 1386725"/>
              <a:gd name="connsiteY5" fmla="*/ 1232256 h 5599697"/>
              <a:gd name="connsiteX6" fmla="*/ 1232256 w 1386725"/>
              <a:gd name="connsiteY6" fmla="*/ 0 h 559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6725" h="5599697">
                <a:moveTo>
                  <a:pt x="1232256" y="0"/>
                </a:moveTo>
                <a:lnTo>
                  <a:pt x="1386725" y="0"/>
                </a:lnTo>
                <a:lnTo>
                  <a:pt x="1386725" y="5599697"/>
                </a:lnTo>
                <a:lnTo>
                  <a:pt x="1232256" y="5599697"/>
                </a:lnTo>
                <a:cubicBezTo>
                  <a:pt x="551700" y="5599697"/>
                  <a:pt x="0" y="5047997"/>
                  <a:pt x="0" y="4367441"/>
                </a:cubicBezTo>
                <a:lnTo>
                  <a:pt x="0" y="1232256"/>
                </a:lnTo>
                <a:cubicBezTo>
                  <a:pt x="0" y="551700"/>
                  <a:pt x="551700" y="0"/>
                  <a:pt x="123225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Forma libre: forma 93">
            <a:extLst>
              <a:ext uri="{FF2B5EF4-FFF2-40B4-BE49-F238E27FC236}">
                <a16:creationId xmlns:a16="http://schemas.microsoft.com/office/drawing/2014/main" id="{8FBBE074-EFEC-3B8C-A0EA-EB3408B31521}"/>
              </a:ext>
            </a:extLst>
          </p:cNvPr>
          <p:cNvSpPr/>
          <p:nvPr/>
        </p:nvSpPr>
        <p:spPr>
          <a:xfrm rot="10800000">
            <a:off x="6360690" y="8639439"/>
            <a:ext cx="315346" cy="1273389"/>
          </a:xfrm>
          <a:custGeom>
            <a:avLst/>
            <a:gdLst>
              <a:gd name="connsiteX0" fmla="*/ 1232256 w 1386725"/>
              <a:gd name="connsiteY0" fmla="*/ 0 h 5599697"/>
              <a:gd name="connsiteX1" fmla="*/ 1386725 w 1386725"/>
              <a:gd name="connsiteY1" fmla="*/ 0 h 5599697"/>
              <a:gd name="connsiteX2" fmla="*/ 1386725 w 1386725"/>
              <a:gd name="connsiteY2" fmla="*/ 5599697 h 5599697"/>
              <a:gd name="connsiteX3" fmla="*/ 1232256 w 1386725"/>
              <a:gd name="connsiteY3" fmla="*/ 5599697 h 5599697"/>
              <a:gd name="connsiteX4" fmla="*/ 0 w 1386725"/>
              <a:gd name="connsiteY4" fmla="*/ 4367441 h 5599697"/>
              <a:gd name="connsiteX5" fmla="*/ 0 w 1386725"/>
              <a:gd name="connsiteY5" fmla="*/ 1232256 h 5599697"/>
              <a:gd name="connsiteX6" fmla="*/ 1232256 w 1386725"/>
              <a:gd name="connsiteY6" fmla="*/ 0 h 559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6725" h="5599697">
                <a:moveTo>
                  <a:pt x="1232256" y="0"/>
                </a:moveTo>
                <a:lnTo>
                  <a:pt x="1386725" y="0"/>
                </a:lnTo>
                <a:lnTo>
                  <a:pt x="1386725" y="5599697"/>
                </a:lnTo>
                <a:lnTo>
                  <a:pt x="1232256" y="5599697"/>
                </a:lnTo>
                <a:cubicBezTo>
                  <a:pt x="551700" y="5599697"/>
                  <a:pt x="0" y="5047997"/>
                  <a:pt x="0" y="4367441"/>
                </a:cubicBezTo>
                <a:lnTo>
                  <a:pt x="0" y="1232256"/>
                </a:lnTo>
                <a:cubicBezTo>
                  <a:pt x="0" y="551700"/>
                  <a:pt x="551700" y="0"/>
                  <a:pt x="123225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Forma libre: forma 96">
            <a:extLst>
              <a:ext uri="{FF2B5EF4-FFF2-40B4-BE49-F238E27FC236}">
                <a16:creationId xmlns:a16="http://schemas.microsoft.com/office/drawing/2014/main" id="{565AF8AC-AFE6-3B43-FAB5-0AF13D5C639B}"/>
              </a:ext>
            </a:extLst>
          </p:cNvPr>
          <p:cNvSpPr/>
          <p:nvPr/>
        </p:nvSpPr>
        <p:spPr>
          <a:xfrm rot="16200000">
            <a:off x="5880279" y="8425108"/>
            <a:ext cx="315346" cy="1273389"/>
          </a:xfrm>
          <a:custGeom>
            <a:avLst/>
            <a:gdLst>
              <a:gd name="connsiteX0" fmla="*/ 1232256 w 1386725"/>
              <a:gd name="connsiteY0" fmla="*/ 0 h 5599697"/>
              <a:gd name="connsiteX1" fmla="*/ 1386725 w 1386725"/>
              <a:gd name="connsiteY1" fmla="*/ 0 h 5599697"/>
              <a:gd name="connsiteX2" fmla="*/ 1386725 w 1386725"/>
              <a:gd name="connsiteY2" fmla="*/ 5599697 h 5599697"/>
              <a:gd name="connsiteX3" fmla="*/ 1232256 w 1386725"/>
              <a:gd name="connsiteY3" fmla="*/ 5599697 h 5599697"/>
              <a:gd name="connsiteX4" fmla="*/ 0 w 1386725"/>
              <a:gd name="connsiteY4" fmla="*/ 4367441 h 5599697"/>
              <a:gd name="connsiteX5" fmla="*/ 0 w 1386725"/>
              <a:gd name="connsiteY5" fmla="*/ 1232256 h 5599697"/>
              <a:gd name="connsiteX6" fmla="*/ 1232256 w 1386725"/>
              <a:gd name="connsiteY6" fmla="*/ 0 h 559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6725" h="5599697">
                <a:moveTo>
                  <a:pt x="1232256" y="0"/>
                </a:moveTo>
                <a:lnTo>
                  <a:pt x="1386725" y="0"/>
                </a:lnTo>
                <a:lnTo>
                  <a:pt x="1386725" y="5599697"/>
                </a:lnTo>
                <a:lnTo>
                  <a:pt x="1232256" y="5599697"/>
                </a:lnTo>
                <a:cubicBezTo>
                  <a:pt x="551700" y="5599697"/>
                  <a:pt x="0" y="5047997"/>
                  <a:pt x="0" y="4367441"/>
                </a:cubicBezTo>
                <a:lnTo>
                  <a:pt x="0" y="1232256"/>
                </a:lnTo>
                <a:cubicBezTo>
                  <a:pt x="0" y="551700"/>
                  <a:pt x="551700" y="0"/>
                  <a:pt x="123225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" name="Gráfico 116" descr="Aula de clases con relleno sólido">
            <a:extLst>
              <a:ext uri="{FF2B5EF4-FFF2-40B4-BE49-F238E27FC236}">
                <a16:creationId xmlns:a16="http://schemas.microsoft.com/office/drawing/2014/main" id="{8E7A2E18-19C4-CC50-A0E8-C204F824EB7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41802" y="8904129"/>
            <a:ext cx="281235" cy="281235"/>
          </a:xfrm>
          <a:prstGeom prst="rect">
            <a:avLst/>
          </a:prstGeom>
        </p:spPr>
      </p:pic>
      <p:pic>
        <p:nvPicPr>
          <p:cNvPr id="31" name="Gráfico 117" descr="Rollo de diplomas con relleno sólido">
            <a:extLst>
              <a:ext uri="{FF2B5EF4-FFF2-40B4-BE49-F238E27FC236}">
                <a16:creationId xmlns:a16="http://schemas.microsoft.com/office/drawing/2014/main" id="{BC5C4EA3-C59E-8B50-2E1C-69DAD30AB4A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77746" y="9510900"/>
            <a:ext cx="281235" cy="281235"/>
          </a:xfrm>
          <a:prstGeom prst="rect">
            <a:avLst/>
          </a:prstGeom>
        </p:spPr>
      </p:pic>
      <p:pic>
        <p:nvPicPr>
          <p:cNvPr id="32" name="Gráfico 118" descr="Libro abierto con relleno sólido">
            <a:extLst>
              <a:ext uri="{FF2B5EF4-FFF2-40B4-BE49-F238E27FC236}">
                <a16:creationId xmlns:a16="http://schemas.microsoft.com/office/drawing/2014/main" id="{05D41E34-B643-870F-A8F0-4E30B096E00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978957" y="8673626"/>
            <a:ext cx="281235" cy="281235"/>
          </a:xfrm>
          <a:prstGeom prst="rect">
            <a:avLst/>
          </a:prstGeom>
        </p:spPr>
      </p:pic>
      <p:pic>
        <p:nvPicPr>
          <p:cNvPr id="33" name="Gráfico 119" descr="Círculos con flechas con relleno sólido">
            <a:extLst>
              <a:ext uri="{FF2B5EF4-FFF2-40B4-BE49-F238E27FC236}">
                <a16:creationId xmlns:a16="http://schemas.microsoft.com/office/drawing/2014/main" id="{AD49F4F7-91C2-AA65-A23C-5A53E797226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121143" y="8051159"/>
            <a:ext cx="281235" cy="281235"/>
          </a:xfrm>
          <a:prstGeom prst="rect">
            <a:avLst/>
          </a:prstGeom>
        </p:spPr>
      </p:pic>
      <p:sp>
        <p:nvSpPr>
          <p:cNvPr id="34" name="CuadroTexto 120">
            <a:extLst>
              <a:ext uri="{FF2B5EF4-FFF2-40B4-BE49-F238E27FC236}">
                <a16:creationId xmlns:a16="http://schemas.microsoft.com/office/drawing/2014/main" id="{5A8EB7D0-1877-1D1B-6F5E-D7F81344CFBA}"/>
              </a:ext>
            </a:extLst>
          </p:cNvPr>
          <p:cNvSpPr txBox="1"/>
          <p:nvPr/>
        </p:nvSpPr>
        <p:spPr>
          <a:xfrm>
            <a:off x="6535593" y="8125227"/>
            <a:ext cx="5194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Montserrat Black" panose="00000A00000000000000" pitchFamily="50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900" b="0" i="0" u="none" strike="noStrike" kern="1200" cap="none" spc="0" normalizeH="0" baseline="0" noProof="0" dirty="0">
                <a:ln>
                  <a:noFill/>
                </a:ln>
                <a:solidFill>
                  <a:srgbClr val="212745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TITLE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500" b="0" i="0" u="none" strike="noStrike" kern="1200" cap="none" spc="0" normalizeH="0" baseline="0" noProof="0" dirty="0">
                <a:ln>
                  <a:noFill/>
                </a:ln>
                <a:solidFill>
                  <a:srgbClr val="212745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HERE</a:t>
            </a:r>
            <a:endParaRPr kumimoji="0" lang="es-CO" sz="700" b="0" i="0" u="none" strike="noStrike" kern="1200" cap="none" spc="0" normalizeH="0" baseline="0" noProof="0" dirty="0">
              <a:ln>
                <a:noFill/>
              </a:ln>
              <a:solidFill>
                <a:srgbClr val="212745"/>
              </a:solidFill>
              <a:effectLst/>
              <a:uLnTx/>
              <a:uFillTx/>
              <a:latin typeface="Lato" panose="020F0502020204030203" pitchFamily="34" charset="0"/>
              <a:ea typeface="+mn-ea"/>
              <a:cs typeface="+mn-cs"/>
            </a:endParaRPr>
          </a:p>
        </p:txBody>
      </p:sp>
      <p:sp>
        <p:nvSpPr>
          <p:cNvPr id="35" name="CuadroTexto 121">
            <a:extLst>
              <a:ext uri="{FF2B5EF4-FFF2-40B4-BE49-F238E27FC236}">
                <a16:creationId xmlns:a16="http://schemas.microsoft.com/office/drawing/2014/main" id="{83CEDC34-F042-7F6D-B0CB-0F3EBE1F265B}"/>
              </a:ext>
            </a:extLst>
          </p:cNvPr>
          <p:cNvSpPr txBox="1"/>
          <p:nvPr/>
        </p:nvSpPr>
        <p:spPr>
          <a:xfrm>
            <a:off x="6785550" y="9131147"/>
            <a:ext cx="519419" cy="654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srgbClr val="30C4D2"/>
                </a:solidFill>
                <a:effectLst/>
                <a:uLnTx/>
                <a:uFillTx/>
                <a:latin typeface="Montserrat Black" panose="00000A00000000000000" pitchFamily="50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srgbClr val="212745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TITLE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500" b="0" i="0" u="none" strike="noStrike" kern="1200" cap="none" spc="0" normalizeH="0" baseline="0" noProof="0" dirty="0">
                <a:ln>
                  <a:noFill/>
                </a:ln>
                <a:solidFill>
                  <a:srgbClr val="212745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HERE</a:t>
            </a:r>
            <a:endParaRPr kumimoji="0" lang="es-CO" sz="500" b="0" i="0" u="none" strike="noStrike" kern="1200" cap="none" spc="0" normalizeH="0" baseline="0" noProof="0" dirty="0">
              <a:ln>
                <a:noFill/>
              </a:ln>
              <a:solidFill>
                <a:srgbClr val="212745"/>
              </a:solidFill>
              <a:effectLst/>
              <a:uLnTx/>
              <a:uFillTx/>
              <a:latin typeface="Lato" panose="020F0502020204030203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srgbClr val="212745"/>
              </a:solidFill>
              <a:effectLst/>
              <a:uLnTx/>
              <a:uFillTx/>
              <a:latin typeface="Lato" panose="020F0502020204030203" pitchFamily="34" charset="0"/>
              <a:ea typeface="+mn-ea"/>
              <a:cs typeface="+mn-cs"/>
            </a:endParaRPr>
          </a:p>
        </p:txBody>
      </p:sp>
      <p:sp>
        <p:nvSpPr>
          <p:cNvPr id="36" name="CuadroTexto 122">
            <a:extLst>
              <a:ext uri="{FF2B5EF4-FFF2-40B4-BE49-F238E27FC236}">
                <a16:creationId xmlns:a16="http://schemas.microsoft.com/office/drawing/2014/main" id="{BF5CD835-F13E-8172-B373-1C4889840EB1}"/>
              </a:ext>
            </a:extLst>
          </p:cNvPr>
          <p:cNvSpPr txBox="1"/>
          <p:nvPr/>
        </p:nvSpPr>
        <p:spPr>
          <a:xfrm>
            <a:off x="5775842" y="9317594"/>
            <a:ext cx="51941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srgbClr val="F49401"/>
                </a:solidFill>
                <a:effectLst/>
                <a:uLnTx/>
                <a:uFillTx/>
                <a:latin typeface="Montserrat Black" panose="00000A00000000000000" pitchFamily="50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srgbClr val="212745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TITLE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500" b="0" i="0" u="none" strike="noStrike" kern="1200" cap="none" spc="0" normalizeH="0" baseline="0" noProof="0" dirty="0">
                <a:ln>
                  <a:noFill/>
                </a:ln>
                <a:solidFill>
                  <a:srgbClr val="212745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HERE</a:t>
            </a:r>
            <a:endParaRPr kumimoji="0" lang="es-CO" sz="500" b="0" i="0" u="none" strike="noStrike" kern="1200" cap="none" spc="0" normalizeH="0" baseline="0" noProof="0" dirty="0">
              <a:ln>
                <a:noFill/>
              </a:ln>
              <a:solidFill>
                <a:srgbClr val="212745"/>
              </a:solidFill>
              <a:effectLst/>
              <a:uLnTx/>
              <a:uFillTx/>
              <a:latin typeface="Lato" panose="020F0502020204030203" pitchFamily="34" charset="0"/>
              <a:ea typeface="+mn-ea"/>
              <a:cs typeface="+mn-cs"/>
            </a:endParaRPr>
          </a:p>
        </p:txBody>
      </p:sp>
      <p:sp>
        <p:nvSpPr>
          <p:cNvPr id="37" name="CuadroTexto 123">
            <a:extLst>
              <a:ext uri="{FF2B5EF4-FFF2-40B4-BE49-F238E27FC236}">
                <a16:creationId xmlns:a16="http://schemas.microsoft.com/office/drawing/2014/main" id="{F669E504-39FF-463F-2852-525A7E30D259}"/>
              </a:ext>
            </a:extLst>
          </p:cNvPr>
          <p:cNvSpPr txBox="1"/>
          <p:nvPr/>
        </p:nvSpPr>
        <p:spPr>
          <a:xfrm>
            <a:off x="5529667" y="8404308"/>
            <a:ext cx="51941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srgbClr val="F93043"/>
                </a:solidFill>
                <a:effectLst/>
                <a:uLnTx/>
                <a:uFillTx/>
                <a:latin typeface="Montserrat Black" panose="00000A00000000000000" pitchFamily="50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srgbClr val="212745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TITLE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500" b="0" i="0" u="none" strike="noStrike" kern="1200" cap="none" spc="0" normalizeH="0" baseline="0" noProof="0" dirty="0">
                <a:ln>
                  <a:noFill/>
                </a:ln>
                <a:solidFill>
                  <a:srgbClr val="212745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HERE</a:t>
            </a:r>
            <a:endParaRPr kumimoji="0" lang="es-CO" sz="500" b="0" i="0" u="none" strike="noStrike" kern="1200" cap="none" spc="0" normalizeH="0" baseline="0" noProof="0" dirty="0">
              <a:ln>
                <a:noFill/>
              </a:ln>
              <a:solidFill>
                <a:srgbClr val="212745"/>
              </a:solidFill>
              <a:effectLst/>
              <a:uLnTx/>
              <a:uFillTx/>
              <a:latin typeface="Lato" panose="020F0502020204030203" pitchFamily="34" charset="0"/>
              <a:ea typeface="+mn-ea"/>
              <a:cs typeface="+mn-cs"/>
            </a:endParaRPr>
          </a:p>
        </p:txBody>
      </p:sp>
      <p:grpSp>
        <p:nvGrpSpPr>
          <p:cNvPr id="38" name="Grupo 79">
            <a:extLst>
              <a:ext uri="{FF2B5EF4-FFF2-40B4-BE49-F238E27FC236}">
                <a16:creationId xmlns:a16="http://schemas.microsoft.com/office/drawing/2014/main" id="{D410638F-D74E-4D14-35A1-7500B436C515}"/>
              </a:ext>
            </a:extLst>
          </p:cNvPr>
          <p:cNvGrpSpPr/>
          <p:nvPr/>
        </p:nvGrpSpPr>
        <p:grpSpPr>
          <a:xfrm>
            <a:off x="6096000" y="8635062"/>
            <a:ext cx="580036" cy="580036"/>
            <a:chOff x="9095873" y="4745254"/>
            <a:chExt cx="2550695" cy="2550695"/>
          </a:xfrm>
        </p:grpSpPr>
        <p:sp>
          <p:nvSpPr>
            <p:cNvPr id="40" name="Elipse 78">
              <a:extLst>
                <a:ext uri="{FF2B5EF4-FFF2-40B4-BE49-F238E27FC236}">
                  <a16:creationId xmlns:a16="http://schemas.microsoft.com/office/drawing/2014/main" id="{9AC3B03C-81BD-3A01-363F-F36FBBBED4BE}"/>
                </a:ext>
              </a:extLst>
            </p:cNvPr>
            <p:cNvSpPr/>
            <p:nvPr/>
          </p:nvSpPr>
          <p:spPr>
            <a:xfrm>
              <a:off x="9095873" y="4745254"/>
              <a:ext cx="2550695" cy="2550695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Elipse 77">
              <a:extLst>
                <a:ext uri="{FF2B5EF4-FFF2-40B4-BE49-F238E27FC236}">
                  <a16:creationId xmlns:a16="http://schemas.microsoft.com/office/drawing/2014/main" id="{F1036ED8-0E3D-966A-F01A-A2832E289587}"/>
                </a:ext>
              </a:extLst>
            </p:cNvPr>
            <p:cNvSpPr/>
            <p:nvPr/>
          </p:nvSpPr>
          <p:spPr>
            <a:xfrm>
              <a:off x="9432758" y="5101389"/>
              <a:ext cx="1876926" cy="187692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48" name="Gráfico 115" descr="Libros en una estantería con relleno sólido">
            <a:extLst>
              <a:ext uri="{FF2B5EF4-FFF2-40B4-BE49-F238E27FC236}">
                <a16:creationId xmlns:a16="http://schemas.microsoft.com/office/drawing/2014/main" id="{E6A465F8-CD34-0C5A-C66D-3CE81C023B3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237128" y="8771669"/>
            <a:ext cx="281235" cy="281235"/>
          </a:xfrm>
          <a:prstGeom prst="rect">
            <a:avLst/>
          </a:prstGeom>
        </p:spPr>
      </p:pic>
      <p:sp>
        <p:nvSpPr>
          <p:cNvPr id="15" name="Diamond 14">
            <a:extLst>
              <a:ext uri="{FF2B5EF4-FFF2-40B4-BE49-F238E27FC236}">
                <a16:creationId xmlns:a16="http://schemas.microsoft.com/office/drawing/2014/main" id="{E14BB358-627A-96E1-6667-6DFB3854EC53}"/>
              </a:ext>
            </a:extLst>
          </p:cNvPr>
          <p:cNvSpPr/>
          <p:nvPr/>
        </p:nvSpPr>
        <p:spPr>
          <a:xfrm>
            <a:off x="4167805" y="870149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Diamond 15">
            <a:extLst>
              <a:ext uri="{FF2B5EF4-FFF2-40B4-BE49-F238E27FC236}">
                <a16:creationId xmlns:a16="http://schemas.microsoft.com/office/drawing/2014/main" id="{CE218014-B2F5-F7B0-1267-AAA41F5B6AD9}"/>
              </a:ext>
            </a:extLst>
          </p:cNvPr>
          <p:cNvSpPr/>
          <p:nvPr/>
        </p:nvSpPr>
        <p:spPr>
          <a:xfrm>
            <a:off x="5523828" y="870149"/>
            <a:ext cx="360000" cy="3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Diamond 16">
            <a:extLst>
              <a:ext uri="{FF2B5EF4-FFF2-40B4-BE49-F238E27FC236}">
                <a16:creationId xmlns:a16="http://schemas.microsoft.com/office/drawing/2014/main" id="{C649C480-81AB-61A3-F0CA-718FB05BF2F1}"/>
              </a:ext>
            </a:extLst>
          </p:cNvPr>
          <p:cNvSpPr/>
          <p:nvPr/>
        </p:nvSpPr>
        <p:spPr>
          <a:xfrm>
            <a:off x="5086085" y="870149"/>
            <a:ext cx="360000" cy="360000"/>
          </a:xfrm>
          <a:prstGeom prst="diamond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Diamond 48">
            <a:extLst>
              <a:ext uri="{FF2B5EF4-FFF2-40B4-BE49-F238E27FC236}">
                <a16:creationId xmlns:a16="http://schemas.microsoft.com/office/drawing/2014/main" id="{5AD5AAB6-605F-0F21-F6F5-70C3D3CF32FF}"/>
              </a:ext>
            </a:extLst>
          </p:cNvPr>
          <p:cNvSpPr/>
          <p:nvPr/>
        </p:nvSpPr>
        <p:spPr>
          <a:xfrm>
            <a:off x="4626945" y="870149"/>
            <a:ext cx="360000" cy="3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Diamond 51">
            <a:extLst>
              <a:ext uri="{FF2B5EF4-FFF2-40B4-BE49-F238E27FC236}">
                <a16:creationId xmlns:a16="http://schemas.microsoft.com/office/drawing/2014/main" id="{950AF4C4-2742-0B38-1723-11F2792AA63E}"/>
              </a:ext>
            </a:extLst>
          </p:cNvPr>
          <p:cNvSpPr/>
          <p:nvPr/>
        </p:nvSpPr>
        <p:spPr>
          <a:xfrm>
            <a:off x="5968632" y="870149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9E0B5E4-0A5E-FB8F-97A4-3702DFE9D9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8220" y="3453011"/>
            <a:ext cx="174640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Open Sans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-Bold" panose="00000800000000000000" pitchFamily="50" charset="0"/>
                <a:ea typeface="+mn-ea"/>
                <a:cs typeface="+mn-cs"/>
              </a:rPr>
              <a:t>Investment</a:t>
            </a: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-Bold" panose="00000800000000000000" pitchFamily="50" charset="0"/>
              <a:ea typeface="+mn-ea"/>
              <a:cs typeface="+mn-c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12F4864-A7CA-A0B9-72E0-58CFB3134986}"/>
              </a:ext>
            </a:extLst>
          </p:cNvPr>
          <p:cNvSpPr txBox="1"/>
          <p:nvPr/>
        </p:nvSpPr>
        <p:spPr>
          <a:xfrm>
            <a:off x="1531508" y="151146"/>
            <a:ext cx="58441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 Black" panose="020F0A02020204030203" pitchFamily="34" charset="0"/>
                <a:ea typeface="+mn-ea"/>
                <a:cs typeface="+mn-cs"/>
              </a:rPr>
              <a:t>LINKED LIST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495D2A-ED1C-C06A-A415-09F73514DE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8632" y="830039"/>
            <a:ext cx="55783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Open Sans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Finding and Deleting Specified Links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8A9CAF-D073-F460-19F3-B24DC04FF55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042616" y="1959011"/>
            <a:ext cx="8610865" cy="395311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940143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>
            <a:extLst>
              <a:ext uri="{FF2B5EF4-FFF2-40B4-BE49-F238E27FC236}">
                <a16:creationId xmlns:a16="http://schemas.microsoft.com/office/drawing/2014/main" id="{1F565243-9681-B2E3-763B-A2D94F96796E}"/>
              </a:ext>
            </a:extLst>
          </p:cNvPr>
          <p:cNvGrpSpPr/>
          <p:nvPr/>
        </p:nvGrpSpPr>
        <p:grpSpPr>
          <a:xfrm>
            <a:off x="-12556257" y="-47092"/>
            <a:ext cx="12494478" cy="6911993"/>
            <a:chOff x="12191999" y="-47092"/>
            <a:chExt cx="12494478" cy="6911993"/>
          </a:xfrm>
        </p:grpSpPr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2981E7A3-935D-48D3-B795-8A14F20A487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463"/>
            <a:stretch/>
          </p:blipFill>
          <p:spPr>
            <a:xfrm flipH="1">
              <a:off x="12198681" y="-41680"/>
              <a:ext cx="12487796" cy="6889814"/>
            </a:xfrm>
            <a:prstGeom prst="rect">
              <a:avLst/>
            </a:prstGeom>
          </p:spPr>
        </p:pic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8AA6FC20-0C95-1644-6322-6D889AD83837}"/>
                </a:ext>
              </a:extLst>
            </p:cNvPr>
            <p:cNvSpPr/>
            <p:nvPr/>
          </p:nvSpPr>
          <p:spPr>
            <a:xfrm>
              <a:off x="12191999" y="-47092"/>
              <a:ext cx="12494478" cy="6911993"/>
            </a:xfrm>
            <a:prstGeom prst="rect">
              <a:avLst/>
            </a:prstGeom>
            <a:solidFill>
              <a:srgbClr val="031828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82434AAD-6276-EC0A-31ED-589DD1285475}"/>
              </a:ext>
            </a:extLst>
          </p:cNvPr>
          <p:cNvSpPr txBox="1"/>
          <p:nvPr/>
        </p:nvSpPr>
        <p:spPr>
          <a:xfrm>
            <a:off x="3642075" y="7258068"/>
            <a:ext cx="55876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6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Light" pitchFamily="2" charset="77"/>
                <a:ea typeface="+mn-ea"/>
                <a:cs typeface="+mn-cs"/>
              </a:rPr>
              <a:t>WWW.PPTHEMES.COM 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5F5EEFC-97BA-E025-2DD1-0863FB7E0BFA}"/>
              </a:ext>
            </a:extLst>
          </p:cNvPr>
          <p:cNvGrpSpPr/>
          <p:nvPr/>
        </p:nvGrpSpPr>
        <p:grpSpPr>
          <a:xfrm>
            <a:off x="13030228" y="3718483"/>
            <a:ext cx="5921959" cy="2576208"/>
            <a:chOff x="594039" y="1299676"/>
            <a:chExt cx="7035597" cy="257620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D8A5DA-2CE6-3F64-7E91-ACA95B5D06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039" y="1299676"/>
              <a:ext cx="168293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-Bold" panose="00000800000000000000" pitchFamily="50" charset="0"/>
                  <a:ea typeface="+mn-ea"/>
                  <a:cs typeface="+mn-cs"/>
                </a:rPr>
                <a:t>Investment</a:t>
              </a:r>
              <a:endPara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-Bold" panose="00000800000000000000" pitchFamily="50" charset="0"/>
                <a:ea typeface="+mn-ea"/>
                <a:cs typeface="+mn-cs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EBFC41E-5DDA-04C1-4066-7217A5BDA3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75" y="1609238"/>
              <a:ext cx="7027661" cy="22666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Lorem ipsum dolor sit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amet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,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consectetur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adipiscing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elit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, sed do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eiusmod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tempor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incididunt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ut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labore</a:t>
              </a: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Light" panose="00000400000000000000" pitchFamily="50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Lorem ipsum dolor sit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amet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,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consectetur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adipiscing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elit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, sed do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eiusmod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tempor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incididunt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ut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labore</a:t>
              </a:r>
              <a:endPara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Light" panose="00000400000000000000" pitchFamily="50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Light" panose="000004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59" name="Gráfico 117" descr="Rollo de diplomas con relleno sólido">
            <a:extLst>
              <a:ext uri="{FF2B5EF4-FFF2-40B4-BE49-F238E27FC236}">
                <a16:creationId xmlns:a16="http://schemas.microsoft.com/office/drawing/2014/main" id="{BF6E0A96-E5CA-A5EA-F2C7-B7CB0C45B6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38512" y="4763781"/>
            <a:ext cx="618363" cy="618363"/>
          </a:xfrm>
          <a:prstGeom prst="rect">
            <a:avLst/>
          </a:prstGeom>
        </p:spPr>
      </p:pic>
      <p:pic>
        <p:nvPicPr>
          <p:cNvPr id="60" name="Gráfico 118" descr="Libro abierto con relleno sólido">
            <a:extLst>
              <a:ext uri="{FF2B5EF4-FFF2-40B4-BE49-F238E27FC236}">
                <a16:creationId xmlns:a16="http://schemas.microsoft.com/office/drawing/2014/main" id="{94979502-95F1-81B0-EAE6-A392F863A2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60418" y="2922834"/>
            <a:ext cx="618363" cy="618363"/>
          </a:xfrm>
          <a:prstGeom prst="rect">
            <a:avLst/>
          </a:prstGeom>
        </p:spPr>
      </p:pic>
      <p:sp>
        <p:nvSpPr>
          <p:cNvPr id="74" name="Rectangle 73">
            <a:extLst>
              <a:ext uri="{FF2B5EF4-FFF2-40B4-BE49-F238E27FC236}">
                <a16:creationId xmlns:a16="http://schemas.microsoft.com/office/drawing/2014/main" id="{F53714C4-D0B0-696A-2886-56DEAF052418}"/>
              </a:ext>
            </a:extLst>
          </p:cNvPr>
          <p:cNvSpPr/>
          <p:nvPr/>
        </p:nvSpPr>
        <p:spPr>
          <a:xfrm>
            <a:off x="-8706" y="-18416"/>
            <a:ext cx="1749113" cy="68764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Diamond 38">
            <a:extLst>
              <a:ext uri="{FF2B5EF4-FFF2-40B4-BE49-F238E27FC236}">
                <a16:creationId xmlns:a16="http://schemas.microsoft.com/office/drawing/2014/main" id="{0A53FDB5-8B45-2506-A392-9D328D5A3EC3}"/>
              </a:ext>
            </a:extLst>
          </p:cNvPr>
          <p:cNvSpPr/>
          <p:nvPr/>
        </p:nvSpPr>
        <p:spPr>
          <a:xfrm rot="10800000">
            <a:off x="1810271" y="1310612"/>
            <a:ext cx="2160000" cy="21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Diamond 43">
            <a:extLst>
              <a:ext uri="{FF2B5EF4-FFF2-40B4-BE49-F238E27FC236}">
                <a16:creationId xmlns:a16="http://schemas.microsoft.com/office/drawing/2014/main" id="{516647C1-AC26-B8BD-B6BD-784002349759}"/>
              </a:ext>
            </a:extLst>
          </p:cNvPr>
          <p:cNvSpPr/>
          <p:nvPr/>
        </p:nvSpPr>
        <p:spPr>
          <a:xfrm rot="10800000">
            <a:off x="636223" y="168593"/>
            <a:ext cx="2160000" cy="21600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Diamond 44">
            <a:extLst>
              <a:ext uri="{FF2B5EF4-FFF2-40B4-BE49-F238E27FC236}">
                <a16:creationId xmlns:a16="http://schemas.microsoft.com/office/drawing/2014/main" id="{93A02406-42C1-74E2-EBD6-21A9CF95386A}"/>
              </a:ext>
            </a:extLst>
          </p:cNvPr>
          <p:cNvSpPr/>
          <p:nvPr/>
        </p:nvSpPr>
        <p:spPr>
          <a:xfrm rot="10800000">
            <a:off x="675929" y="2490816"/>
            <a:ext cx="2160000" cy="21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Diamond 46">
            <a:extLst>
              <a:ext uri="{FF2B5EF4-FFF2-40B4-BE49-F238E27FC236}">
                <a16:creationId xmlns:a16="http://schemas.microsoft.com/office/drawing/2014/main" id="{12C0E848-C645-0759-55B9-7047D013FA57}"/>
              </a:ext>
            </a:extLst>
          </p:cNvPr>
          <p:cNvSpPr/>
          <p:nvPr/>
        </p:nvSpPr>
        <p:spPr>
          <a:xfrm rot="10800000">
            <a:off x="-474486" y="1323166"/>
            <a:ext cx="2160000" cy="21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F3678745-9AF2-BB77-7593-F0AE6B6727FE}"/>
              </a:ext>
            </a:extLst>
          </p:cNvPr>
          <p:cNvGrpSpPr/>
          <p:nvPr/>
        </p:nvGrpSpPr>
        <p:grpSpPr>
          <a:xfrm>
            <a:off x="12179837" y="-27415"/>
            <a:ext cx="12295230" cy="7021885"/>
            <a:chOff x="12179837" y="-27415"/>
            <a:chExt cx="12295230" cy="7021885"/>
          </a:xfrm>
        </p:grpSpPr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6418733D-D1B2-F747-7069-67D7059788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477" b="368"/>
            <a:stretch/>
          </p:blipFill>
          <p:spPr>
            <a:xfrm>
              <a:off x="12179837" y="-27415"/>
              <a:ext cx="12192000" cy="6885415"/>
            </a:xfrm>
            <a:prstGeom prst="rect">
              <a:avLst/>
            </a:prstGeom>
          </p:spPr>
        </p:pic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1C17F809-3CC2-13F4-3B10-CFC3995CA323}"/>
                </a:ext>
              </a:extLst>
            </p:cNvPr>
            <p:cNvSpPr/>
            <p:nvPr/>
          </p:nvSpPr>
          <p:spPr>
            <a:xfrm>
              <a:off x="12206512" y="15795"/>
              <a:ext cx="12268555" cy="6978675"/>
            </a:xfrm>
            <a:prstGeom prst="rect">
              <a:avLst/>
            </a:prstGeom>
            <a:solidFill>
              <a:srgbClr val="031828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89507A28-5E48-4E7F-430F-1B1B21073D16}"/>
              </a:ext>
            </a:extLst>
          </p:cNvPr>
          <p:cNvSpPr txBox="1"/>
          <p:nvPr/>
        </p:nvSpPr>
        <p:spPr>
          <a:xfrm>
            <a:off x="2718899" y="101937"/>
            <a:ext cx="8052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DIFFERENCE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 BETWEEN MANAGERS &amp; LEADERS</a:t>
            </a:r>
          </a:p>
        </p:txBody>
      </p:sp>
      <p:sp>
        <p:nvSpPr>
          <p:cNvPr id="2" name="Diamond 1">
            <a:extLst>
              <a:ext uri="{FF2B5EF4-FFF2-40B4-BE49-F238E27FC236}">
                <a16:creationId xmlns:a16="http://schemas.microsoft.com/office/drawing/2014/main" id="{6B3EB092-21A8-BF96-1B5E-57FF48069252}"/>
              </a:ext>
            </a:extLst>
          </p:cNvPr>
          <p:cNvSpPr/>
          <p:nvPr/>
        </p:nvSpPr>
        <p:spPr>
          <a:xfrm>
            <a:off x="4167805" y="870149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Diamond 2">
            <a:extLst>
              <a:ext uri="{FF2B5EF4-FFF2-40B4-BE49-F238E27FC236}">
                <a16:creationId xmlns:a16="http://schemas.microsoft.com/office/drawing/2014/main" id="{DC8345AD-E0CE-14E0-36DA-8948BB331F1E}"/>
              </a:ext>
            </a:extLst>
          </p:cNvPr>
          <p:cNvSpPr/>
          <p:nvPr/>
        </p:nvSpPr>
        <p:spPr>
          <a:xfrm>
            <a:off x="5523828" y="870149"/>
            <a:ext cx="360000" cy="3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4CE62A6B-AE28-F356-D2A6-4372D6F13B5F}"/>
              </a:ext>
            </a:extLst>
          </p:cNvPr>
          <p:cNvSpPr/>
          <p:nvPr/>
        </p:nvSpPr>
        <p:spPr>
          <a:xfrm>
            <a:off x="5086085" y="870149"/>
            <a:ext cx="360000" cy="360000"/>
          </a:xfrm>
          <a:prstGeom prst="diamond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6C334680-AE7F-681D-9365-38E5FD45E37D}"/>
              </a:ext>
            </a:extLst>
          </p:cNvPr>
          <p:cNvSpPr/>
          <p:nvPr/>
        </p:nvSpPr>
        <p:spPr>
          <a:xfrm>
            <a:off x="4626945" y="870149"/>
            <a:ext cx="360000" cy="3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E552111F-9E0A-09E0-5C9B-5CA21A9B2629}"/>
              </a:ext>
            </a:extLst>
          </p:cNvPr>
          <p:cNvSpPr/>
          <p:nvPr/>
        </p:nvSpPr>
        <p:spPr>
          <a:xfrm>
            <a:off x="5968632" y="870149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BAB0DE-720A-AD52-FC57-F7E5FC2DA66C}"/>
              </a:ext>
            </a:extLst>
          </p:cNvPr>
          <p:cNvSpPr txBox="1"/>
          <p:nvPr/>
        </p:nvSpPr>
        <p:spPr>
          <a:xfrm>
            <a:off x="1531508" y="151146"/>
            <a:ext cx="58441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 Black" panose="020F0A02020204030203" pitchFamily="34" charset="0"/>
                <a:ea typeface="+mn-ea"/>
                <a:cs typeface="+mn-cs"/>
              </a:rPr>
              <a:t>LINKED LIST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A7A981-2A2F-0862-B3A8-49DD61AE8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8632" y="830039"/>
            <a:ext cx="55783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Open Sans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Finding and Deleting Specified Links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5F4178-01B6-CE4B-7CA4-15807E0FD3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8510" y="1147860"/>
            <a:ext cx="30306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Open Sans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9pPr>
          </a:lstStyle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Using find() method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F0E3F7A-49C7-FAB2-8AEE-7A94EF7B641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33666" y="1848243"/>
            <a:ext cx="7909750" cy="3219084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AF5C7619-CA1B-055F-DBCF-33FF32F58C3A}"/>
              </a:ext>
            </a:extLst>
          </p:cNvPr>
          <p:cNvGrpSpPr/>
          <p:nvPr/>
        </p:nvGrpSpPr>
        <p:grpSpPr>
          <a:xfrm>
            <a:off x="6296800" y="6165224"/>
            <a:ext cx="3532120" cy="560960"/>
            <a:chOff x="6296800" y="6165224"/>
            <a:chExt cx="3532120" cy="56096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15B8A1B-3E98-7E83-B9DD-AB8D8688DC62}"/>
                </a:ext>
              </a:extLst>
            </p:cNvPr>
            <p:cNvSpPr txBox="1"/>
            <p:nvPr/>
          </p:nvSpPr>
          <p:spPr>
            <a:xfrm>
              <a:off x="6407263" y="6495352"/>
              <a:ext cx="37061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342900" latinLnBrk="0">
                <a:defRPr/>
              </a:pPr>
              <a:r>
                <a:rPr lang="en-US" sz="900" dirty="0">
                  <a:solidFill>
                    <a:srgbClr val="595959"/>
                  </a:solidFill>
                  <a:latin typeface="Arial"/>
                </a:rPr>
                <a:t>first</a:t>
              </a:r>
            </a:p>
          </p:txBody>
        </p:sp>
        <p:sp>
          <p:nvSpPr>
            <p:cNvPr id="18" name="Arrow: Right 17">
              <a:extLst>
                <a:ext uri="{FF2B5EF4-FFF2-40B4-BE49-F238E27FC236}">
                  <a16:creationId xmlns:a16="http://schemas.microsoft.com/office/drawing/2014/main" id="{C3767E1C-E58C-F8A7-369E-83D0C36D2736}"/>
                </a:ext>
              </a:extLst>
            </p:cNvPr>
            <p:cNvSpPr/>
            <p:nvPr/>
          </p:nvSpPr>
          <p:spPr>
            <a:xfrm>
              <a:off x="7744351" y="6268854"/>
              <a:ext cx="249368" cy="164306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 latinLnBrk="0">
                <a:defRPr/>
              </a:pPr>
              <a:endParaRPr lang="en-US" sz="1350">
                <a:solidFill>
                  <a:srgbClr val="F1C232"/>
                </a:solidFill>
                <a:latin typeface="Arial"/>
              </a:endParaRPr>
            </a:p>
          </p:txBody>
        </p:sp>
        <p:sp>
          <p:nvSpPr>
            <p:cNvPr id="19" name="Arrow: Right 18">
              <a:extLst>
                <a:ext uri="{FF2B5EF4-FFF2-40B4-BE49-F238E27FC236}">
                  <a16:creationId xmlns:a16="http://schemas.microsoft.com/office/drawing/2014/main" id="{CABA0E6E-D82A-6F49-0742-EBACA6720664}"/>
                </a:ext>
              </a:extLst>
            </p:cNvPr>
            <p:cNvSpPr/>
            <p:nvPr/>
          </p:nvSpPr>
          <p:spPr>
            <a:xfrm>
              <a:off x="8642615" y="6264254"/>
              <a:ext cx="249368" cy="164306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 latinLnBrk="0">
                <a:defRPr/>
              </a:pPr>
              <a:endParaRPr lang="en-US" sz="1350">
                <a:solidFill>
                  <a:srgbClr val="F1C232"/>
                </a:solidFill>
                <a:latin typeface="Arial"/>
              </a:endParaRP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A701107F-C59E-EFAC-4033-15F7B68E6389}"/>
                </a:ext>
              </a:extLst>
            </p:cNvPr>
            <p:cNvSpPr/>
            <p:nvPr/>
          </p:nvSpPr>
          <p:spPr>
            <a:xfrm>
              <a:off x="8879672" y="6165371"/>
              <a:ext cx="579235" cy="328613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 latinLnBrk="0">
                <a:defRPr/>
              </a:pPr>
              <a:r>
                <a:rPr lang="en-US" sz="1350" b="1" dirty="0">
                  <a:solidFill>
                    <a:srgbClr val="FFFEFB"/>
                  </a:solidFill>
                  <a:latin typeface="Arial"/>
                </a:rPr>
                <a:t>14</a:t>
              </a:r>
            </a:p>
          </p:txBody>
        </p:sp>
        <p:sp>
          <p:nvSpPr>
            <p:cNvPr id="21" name="Arrow: Right 20">
              <a:extLst>
                <a:ext uri="{FF2B5EF4-FFF2-40B4-BE49-F238E27FC236}">
                  <a16:creationId xmlns:a16="http://schemas.microsoft.com/office/drawing/2014/main" id="{5A93FC88-7F50-3D99-1B89-7F10EB46EE48}"/>
                </a:ext>
              </a:extLst>
            </p:cNvPr>
            <p:cNvSpPr/>
            <p:nvPr/>
          </p:nvSpPr>
          <p:spPr>
            <a:xfrm>
              <a:off x="9473047" y="6258975"/>
              <a:ext cx="249368" cy="164306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 latinLnBrk="0">
                <a:defRPr/>
              </a:pPr>
              <a:endParaRPr lang="en-US" sz="1350">
                <a:solidFill>
                  <a:srgbClr val="F1C232"/>
                </a:solidFill>
                <a:latin typeface="Arial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514EEC3-1A6B-26DF-53BA-771094088B22}"/>
                </a:ext>
              </a:extLst>
            </p:cNvPr>
            <p:cNvSpPr txBox="1"/>
            <p:nvPr/>
          </p:nvSpPr>
          <p:spPr>
            <a:xfrm>
              <a:off x="9426246" y="6366720"/>
              <a:ext cx="40267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342900" latinLnBrk="0">
                <a:defRPr/>
              </a:pPr>
              <a:r>
                <a:rPr lang="en-US" sz="900" dirty="0">
                  <a:solidFill>
                    <a:srgbClr val="595959"/>
                  </a:solidFill>
                  <a:latin typeface="Arial"/>
                </a:rPr>
                <a:t>next</a:t>
              </a:r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9E5A4410-FA38-76F0-64EF-B44130E1DA19}"/>
                </a:ext>
              </a:extLst>
            </p:cNvPr>
            <p:cNvSpPr/>
            <p:nvPr/>
          </p:nvSpPr>
          <p:spPr>
            <a:xfrm>
              <a:off x="8040520" y="6170650"/>
              <a:ext cx="579235" cy="328613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 latinLnBrk="0">
                <a:defRPr/>
              </a:pPr>
              <a:r>
                <a:rPr lang="en-US" sz="1350" b="1" dirty="0">
                  <a:solidFill>
                    <a:srgbClr val="FFFEFB"/>
                  </a:solidFill>
                  <a:latin typeface="Arial"/>
                </a:rPr>
                <a:t>98</a:t>
              </a: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8A7F3881-F137-8053-724D-1D246A142991}"/>
                </a:ext>
              </a:extLst>
            </p:cNvPr>
            <p:cNvSpPr/>
            <p:nvPr/>
          </p:nvSpPr>
          <p:spPr>
            <a:xfrm>
              <a:off x="7141565" y="6176325"/>
              <a:ext cx="578725" cy="328613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 latinLnBrk="0">
                <a:defRPr/>
              </a:pPr>
              <a:r>
                <a:rPr lang="en-US" sz="1350" b="1" dirty="0">
                  <a:solidFill>
                    <a:srgbClr val="FFFEFB"/>
                  </a:solidFill>
                  <a:latin typeface="Arial"/>
                </a:rPr>
                <a:t>7</a:t>
              </a: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A9DA22AA-CAB6-A874-4C22-9F9B99C62F02}"/>
                </a:ext>
              </a:extLst>
            </p:cNvPr>
            <p:cNvSpPr/>
            <p:nvPr/>
          </p:nvSpPr>
          <p:spPr>
            <a:xfrm>
              <a:off x="6296800" y="6165224"/>
              <a:ext cx="579235" cy="328613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 latinLnBrk="0">
                <a:defRPr/>
              </a:pPr>
              <a:r>
                <a:rPr lang="en-US" sz="1350" b="1" dirty="0">
                  <a:solidFill>
                    <a:srgbClr val="FFFEFB"/>
                  </a:solidFill>
                  <a:latin typeface="Arial"/>
                </a:rPr>
                <a:t>42</a:t>
              </a:r>
            </a:p>
          </p:txBody>
        </p:sp>
        <p:sp>
          <p:nvSpPr>
            <p:cNvPr id="26" name="Arrow: Right 25">
              <a:extLst>
                <a:ext uri="{FF2B5EF4-FFF2-40B4-BE49-F238E27FC236}">
                  <a16:creationId xmlns:a16="http://schemas.microsoft.com/office/drawing/2014/main" id="{23250AAF-F2B9-B1A2-A44F-5625D7F72795}"/>
                </a:ext>
              </a:extLst>
            </p:cNvPr>
            <p:cNvSpPr/>
            <p:nvPr/>
          </p:nvSpPr>
          <p:spPr>
            <a:xfrm>
              <a:off x="6899482" y="6268854"/>
              <a:ext cx="249368" cy="164306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 latinLnBrk="0">
                <a:defRPr/>
              </a:pPr>
              <a:endParaRPr lang="en-US" sz="1350">
                <a:solidFill>
                  <a:srgbClr val="F1C232"/>
                </a:solidFill>
                <a:latin typeface="Arial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3460310F-7A23-4508-1028-78DDAD1EF4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0270" y="5896835"/>
            <a:ext cx="4363393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Open Sans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Displaying nodes using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displayList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()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Assuming we have value for </a:t>
            </a: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dData</a:t>
            </a:r>
            <a:endParaRPr kumimoji="0" lang="en-US" sz="2000" b="0" i="1" u="none" strike="noStrike" kern="1200" cap="none" spc="0" normalizeH="0" baseline="0" noProof="0" dirty="0">
              <a:ln>
                <a:noFill/>
              </a:ln>
              <a:solidFill>
                <a:srgbClr val="3C2077"/>
              </a:solidFill>
              <a:effectLst/>
              <a:uLnTx/>
              <a:uFillTx/>
              <a:latin typeface="Lato" panose="020F050202020403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79428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73">
            <a:extLst>
              <a:ext uri="{FF2B5EF4-FFF2-40B4-BE49-F238E27FC236}">
                <a16:creationId xmlns:a16="http://schemas.microsoft.com/office/drawing/2014/main" id="{F53714C4-D0B0-696A-2886-56DEAF052418}"/>
              </a:ext>
            </a:extLst>
          </p:cNvPr>
          <p:cNvSpPr/>
          <p:nvPr/>
        </p:nvSpPr>
        <p:spPr>
          <a:xfrm>
            <a:off x="-37770" y="-9208"/>
            <a:ext cx="1749113" cy="68764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Diamond 38">
            <a:extLst>
              <a:ext uri="{FF2B5EF4-FFF2-40B4-BE49-F238E27FC236}">
                <a16:creationId xmlns:a16="http://schemas.microsoft.com/office/drawing/2014/main" id="{0A53FDB5-8B45-2506-A392-9D328D5A3EC3}"/>
              </a:ext>
            </a:extLst>
          </p:cNvPr>
          <p:cNvSpPr/>
          <p:nvPr/>
        </p:nvSpPr>
        <p:spPr>
          <a:xfrm rot="16200000">
            <a:off x="686985" y="2472083"/>
            <a:ext cx="2160000" cy="21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Diamond 43">
            <a:extLst>
              <a:ext uri="{FF2B5EF4-FFF2-40B4-BE49-F238E27FC236}">
                <a16:creationId xmlns:a16="http://schemas.microsoft.com/office/drawing/2014/main" id="{516647C1-AC26-B8BD-B6BD-784002349759}"/>
              </a:ext>
            </a:extLst>
          </p:cNvPr>
          <p:cNvSpPr/>
          <p:nvPr/>
        </p:nvSpPr>
        <p:spPr>
          <a:xfrm rot="16200000">
            <a:off x="1829004" y="1298035"/>
            <a:ext cx="2160000" cy="21600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Diamond 44">
            <a:extLst>
              <a:ext uri="{FF2B5EF4-FFF2-40B4-BE49-F238E27FC236}">
                <a16:creationId xmlns:a16="http://schemas.microsoft.com/office/drawing/2014/main" id="{93A02406-42C1-74E2-EBD6-21A9CF95386A}"/>
              </a:ext>
            </a:extLst>
          </p:cNvPr>
          <p:cNvSpPr/>
          <p:nvPr/>
        </p:nvSpPr>
        <p:spPr>
          <a:xfrm rot="16200000">
            <a:off x="-493219" y="1337741"/>
            <a:ext cx="2160000" cy="21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Diamond 46">
            <a:extLst>
              <a:ext uri="{FF2B5EF4-FFF2-40B4-BE49-F238E27FC236}">
                <a16:creationId xmlns:a16="http://schemas.microsoft.com/office/drawing/2014/main" id="{12C0E848-C645-0759-55B9-7047D013FA57}"/>
              </a:ext>
            </a:extLst>
          </p:cNvPr>
          <p:cNvSpPr/>
          <p:nvPr/>
        </p:nvSpPr>
        <p:spPr>
          <a:xfrm rot="16200000">
            <a:off x="674431" y="187326"/>
            <a:ext cx="2160000" cy="21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9507A28-5E48-4E7F-430F-1B1B21073D16}"/>
              </a:ext>
            </a:extLst>
          </p:cNvPr>
          <p:cNvSpPr txBox="1"/>
          <p:nvPr/>
        </p:nvSpPr>
        <p:spPr>
          <a:xfrm>
            <a:off x="2758387" y="631904"/>
            <a:ext cx="80524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SYLES OF LEADERS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4CD3A6B7-3F1B-F2DD-0C30-AFE1B7ED5A06}"/>
              </a:ext>
            </a:extLst>
          </p:cNvPr>
          <p:cNvSpPr txBox="1">
            <a:spLocks/>
          </p:cNvSpPr>
          <p:nvPr/>
        </p:nvSpPr>
        <p:spPr>
          <a:xfrm>
            <a:off x="8289060" y="5116530"/>
            <a:ext cx="1400326" cy="78288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Light" panose="00000400000000000000" pitchFamily="50" charset="0"/>
                <a:ea typeface="+mn-ea"/>
                <a:cs typeface="+mn-cs"/>
              </a:rPr>
              <a:t>Lorem ipsum dolor sit amet, consectetur adipiscing elit, sed do</a:t>
            </a:r>
            <a:endParaRPr kumimoji="0" lang="ru-RU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 Light" panose="00000400000000000000" pitchFamily="50" charset="0"/>
              <a:ea typeface="+mn-ea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 Light" panose="00000400000000000000" pitchFamily="50" charset="0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F3022B-090C-77FC-64FD-F95BF94621F5}"/>
              </a:ext>
            </a:extLst>
          </p:cNvPr>
          <p:cNvSpPr txBox="1"/>
          <p:nvPr/>
        </p:nvSpPr>
        <p:spPr>
          <a:xfrm>
            <a:off x="2142148" y="-685517"/>
            <a:ext cx="80524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THANKS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2AFBC03-8988-8C4C-3F88-765ED01F9725}"/>
              </a:ext>
            </a:extLst>
          </p:cNvPr>
          <p:cNvSpPr txBox="1"/>
          <p:nvPr/>
        </p:nvSpPr>
        <p:spPr>
          <a:xfrm>
            <a:off x="2142148" y="-1886401"/>
            <a:ext cx="80524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solidFill>
                    <a:srgbClr val="FFFFFF"/>
                  </a:solidFill>
                </a:ln>
                <a:noFill/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THANKS</a:t>
            </a:r>
            <a:endParaRPr kumimoji="0" lang="en-US" sz="3200" b="0" i="0" u="none" strike="noStrike" kern="1200" cap="none" spc="0" normalizeH="0" baseline="0" noProof="0" dirty="0">
              <a:ln>
                <a:solidFill>
                  <a:srgbClr val="FFFFFF"/>
                </a:solidFill>
              </a:ln>
              <a:noFill/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5F0ED3E3-1FB2-7CD1-558D-5F5D150F8E18}"/>
              </a:ext>
            </a:extLst>
          </p:cNvPr>
          <p:cNvSpPr/>
          <p:nvPr/>
        </p:nvSpPr>
        <p:spPr>
          <a:xfrm>
            <a:off x="4167805" y="870149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Diamond 14">
            <a:extLst>
              <a:ext uri="{FF2B5EF4-FFF2-40B4-BE49-F238E27FC236}">
                <a16:creationId xmlns:a16="http://schemas.microsoft.com/office/drawing/2014/main" id="{3835E1D3-7CD1-04E1-D0CE-30EAB56A004E}"/>
              </a:ext>
            </a:extLst>
          </p:cNvPr>
          <p:cNvSpPr/>
          <p:nvPr/>
        </p:nvSpPr>
        <p:spPr>
          <a:xfrm>
            <a:off x="5523828" y="870149"/>
            <a:ext cx="360000" cy="3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Diamond 15">
            <a:extLst>
              <a:ext uri="{FF2B5EF4-FFF2-40B4-BE49-F238E27FC236}">
                <a16:creationId xmlns:a16="http://schemas.microsoft.com/office/drawing/2014/main" id="{F552A05E-F8DB-2C76-2658-D5A85E0F10AF}"/>
              </a:ext>
            </a:extLst>
          </p:cNvPr>
          <p:cNvSpPr/>
          <p:nvPr/>
        </p:nvSpPr>
        <p:spPr>
          <a:xfrm>
            <a:off x="5086085" y="870149"/>
            <a:ext cx="360000" cy="360000"/>
          </a:xfrm>
          <a:prstGeom prst="diamond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Diamond 16">
            <a:extLst>
              <a:ext uri="{FF2B5EF4-FFF2-40B4-BE49-F238E27FC236}">
                <a16:creationId xmlns:a16="http://schemas.microsoft.com/office/drawing/2014/main" id="{2194C313-C153-407D-1BAF-85B3661C96E1}"/>
              </a:ext>
            </a:extLst>
          </p:cNvPr>
          <p:cNvSpPr/>
          <p:nvPr/>
        </p:nvSpPr>
        <p:spPr>
          <a:xfrm>
            <a:off x="4626945" y="870149"/>
            <a:ext cx="360000" cy="3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Diamond 27">
            <a:extLst>
              <a:ext uri="{FF2B5EF4-FFF2-40B4-BE49-F238E27FC236}">
                <a16:creationId xmlns:a16="http://schemas.microsoft.com/office/drawing/2014/main" id="{582EA362-7A23-F094-3DAA-56BEC9571281}"/>
              </a:ext>
            </a:extLst>
          </p:cNvPr>
          <p:cNvSpPr/>
          <p:nvPr/>
        </p:nvSpPr>
        <p:spPr>
          <a:xfrm>
            <a:off x="5968632" y="870149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D66A71-CD6D-CD7C-A381-11DFB468F171}"/>
              </a:ext>
            </a:extLst>
          </p:cNvPr>
          <p:cNvSpPr txBox="1"/>
          <p:nvPr/>
        </p:nvSpPr>
        <p:spPr>
          <a:xfrm>
            <a:off x="1531508" y="151146"/>
            <a:ext cx="58441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 Black" panose="020F0A02020204030203" pitchFamily="34" charset="0"/>
                <a:ea typeface="+mn-ea"/>
                <a:cs typeface="+mn-cs"/>
              </a:rPr>
              <a:t>LINKED LIST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7E4945A-4A85-E8BE-4F41-7769155BD1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8220" y="3453011"/>
            <a:ext cx="174640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Open Sans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-Bold" panose="00000800000000000000" pitchFamily="50" charset="0"/>
                <a:ea typeface="+mn-ea"/>
                <a:cs typeface="+mn-cs"/>
              </a:rPr>
              <a:t>Investment</a:t>
            </a: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-Bold" panose="00000800000000000000" pitchFamily="50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4247E5-F719-B41F-08EF-09BE77D1AE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8632" y="830039"/>
            <a:ext cx="55783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Open Sans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Finding and Deleting Specified Links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D2AD7E-95BE-9B04-1650-B226E7DCA4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8510" y="1147860"/>
            <a:ext cx="3030605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Open Sans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9pPr>
          </a:lstStyle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Using delete() method</a:t>
            </a:r>
          </a:p>
          <a:p>
            <a:pPr marL="1085850" lvl="1" indent="-342900" algn="just">
              <a:buFont typeface="Wingdings" panose="05000000000000000000" pitchFamily="2" charset="2"/>
              <a:buChar char="§"/>
              <a:defRPr/>
            </a:pPr>
            <a:r>
              <a:rPr lang="en-US" dirty="0">
                <a:solidFill>
                  <a:srgbClr val="3C2077"/>
                </a:solidFill>
                <a:latin typeface="Lato" panose="020F0502020204030203" pitchFamily="34" charset="0"/>
              </a:rPr>
              <a:t>Deleting 98</a:t>
            </a:r>
            <a:endParaRPr kumimoji="0" lang="en-US" sz="2000" i="0" u="none" strike="noStrike" kern="1200" cap="none" spc="0" normalizeH="0" baseline="0" noProof="0" dirty="0">
              <a:ln>
                <a:noFill/>
              </a:ln>
              <a:solidFill>
                <a:srgbClr val="3C2077"/>
              </a:solidFill>
              <a:effectLst/>
              <a:uLnTx/>
              <a:uFillTx/>
              <a:latin typeface="Lato" panose="020F0502020204030203" pitchFamily="34" charset="0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7A7EDF1-A994-817B-24D7-42ECD75DB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296" y="1836440"/>
            <a:ext cx="6707925" cy="4048356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0DEAAC1E-CECE-D2B9-9267-37DF9CA41907}"/>
              </a:ext>
            </a:extLst>
          </p:cNvPr>
          <p:cNvGrpSpPr/>
          <p:nvPr/>
        </p:nvGrpSpPr>
        <p:grpSpPr>
          <a:xfrm>
            <a:off x="6451769" y="6248039"/>
            <a:ext cx="3532120" cy="560960"/>
            <a:chOff x="6296800" y="6165224"/>
            <a:chExt cx="3532120" cy="56096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D14384F-EABD-660E-5E6E-BAE872820CE7}"/>
                </a:ext>
              </a:extLst>
            </p:cNvPr>
            <p:cNvSpPr txBox="1"/>
            <p:nvPr/>
          </p:nvSpPr>
          <p:spPr>
            <a:xfrm>
              <a:off x="6407263" y="6495352"/>
              <a:ext cx="37061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342900" latinLnBrk="0">
                <a:defRPr/>
              </a:pPr>
              <a:r>
                <a:rPr lang="en-US" sz="900" dirty="0">
                  <a:solidFill>
                    <a:srgbClr val="595959"/>
                  </a:solidFill>
                  <a:latin typeface="Arial"/>
                </a:rPr>
                <a:t>first</a:t>
              </a:r>
            </a:p>
          </p:txBody>
        </p:sp>
        <p:sp>
          <p:nvSpPr>
            <p:cNvPr id="12" name="Arrow: Right 11">
              <a:extLst>
                <a:ext uri="{FF2B5EF4-FFF2-40B4-BE49-F238E27FC236}">
                  <a16:creationId xmlns:a16="http://schemas.microsoft.com/office/drawing/2014/main" id="{AE2FB1C6-6BC8-A5F2-991A-79CABA3FF5FB}"/>
                </a:ext>
              </a:extLst>
            </p:cNvPr>
            <p:cNvSpPr/>
            <p:nvPr/>
          </p:nvSpPr>
          <p:spPr>
            <a:xfrm>
              <a:off x="7744351" y="6268854"/>
              <a:ext cx="249368" cy="164306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 latinLnBrk="0">
                <a:defRPr/>
              </a:pPr>
              <a:endParaRPr lang="en-US" sz="1350">
                <a:solidFill>
                  <a:srgbClr val="F1C232"/>
                </a:solidFill>
                <a:latin typeface="Arial"/>
              </a:endParaRPr>
            </a:p>
          </p:txBody>
        </p:sp>
        <p:sp>
          <p:nvSpPr>
            <p:cNvPr id="13" name="Arrow: Right 12">
              <a:extLst>
                <a:ext uri="{FF2B5EF4-FFF2-40B4-BE49-F238E27FC236}">
                  <a16:creationId xmlns:a16="http://schemas.microsoft.com/office/drawing/2014/main" id="{EA57CC77-9DAF-5207-D632-063CEF7D925D}"/>
                </a:ext>
              </a:extLst>
            </p:cNvPr>
            <p:cNvSpPr/>
            <p:nvPr/>
          </p:nvSpPr>
          <p:spPr>
            <a:xfrm>
              <a:off x="8642615" y="6264254"/>
              <a:ext cx="249368" cy="164306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 latinLnBrk="0">
                <a:defRPr/>
              </a:pPr>
              <a:endParaRPr lang="en-US" sz="1350">
                <a:solidFill>
                  <a:srgbClr val="F1C232"/>
                </a:solidFill>
                <a:latin typeface="Arial"/>
              </a:endParaRP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AA771D5C-CF6E-E2C4-E7B8-FE17357E5BD5}"/>
                </a:ext>
              </a:extLst>
            </p:cNvPr>
            <p:cNvSpPr/>
            <p:nvPr/>
          </p:nvSpPr>
          <p:spPr>
            <a:xfrm>
              <a:off x="8879672" y="6165371"/>
              <a:ext cx="579235" cy="328613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 latinLnBrk="0">
                <a:defRPr/>
              </a:pPr>
              <a:r>
                <a:rPr lang="en-US" sz="1350" b="1" dirty="0">
                  <a:solidFill>
                    <a:srgbClr val="FFFEFB"/>
                  </a:solidFill>
                  <a:latin typeface="Arial"/>
                </a:rPr>
                <a:t>14</a:t>
              </a:r>
            </a:p>
          </p:txBody>
        </p:sp>
        <p:sp>
          <p:nvSpPr>
            <p:cNvPr id="18" name="Arrow: Right 17">
              <a:extLst>
                <a:ext uri="{FF2B5EF4-FFF2-40B4-BE49-F238E27FC236}">
                  <a16:creationId xmlns:a16="http://schemas.microsoft.com/office/drawing/2014/main" id="{6A04A608-34B2-144F-84F9-E17C586907AD}"/>
                </a:ext>
              </a:extLst>
            </p:cNvPr>
            <p:cNvSpPr/>
            <p:nvPr/>
          </p:nvSpPr>
          <p:spPr>
            <a:xfrm>
              <a:off x="9473047" y="6258975"/>
              <a:ext cx="249368" cy="164306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 latinLnBrk="0">
                <a:defRPr/>
              </a:pPr>
              <a:endParaRPr lang="en-US" sz="1350">
                <a:solidFill>
                  <a:srgbClr val="F1C232"/>
                </a:solidFill>
                <a:latin typeface="Arial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17DFA69-D335-8C90-5AC1-D389CFB48B64}"/>
                </a:ext>
              </a:extLst>
            </p:cNvPr>
            <p:cNvSpPr txBox="1"/>
            <p:nvPr/>
          </p:nvSpPr>
          <p:spPr>
            <a:xfrm>
              <a:off x="9426246" y="6366720"/>
              <a:ext cx="40267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342900" latinLnBrk="0">
                <a:defRPr/>
              </a:pPr>
              <a:r>
                <a:rPr lang="en-US" sz="900" dirty="0">
                  <a:solidFill>
                    <a:srgbClr val="595959"/>
                  </a:solidFill>
                  <a:latin typeface="Arial"/>
                </a:rPr>
                <a:t>next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AA15ADC4-C89A-76A5-9BDB-DADB7E32B526}"/>
                </a:ext>
              </a:extLst>
            </p:cNvPr>
            <p:cNvSpPr/>
            <p:nvPr/>
          </p:nvSpPr>
          <p:spPr>
            <a:xfrm>
              <a:off x="8040520" y="6170650"/>
              <a:ext cx="579235" cy="328613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 latinLnBrk="0">
                <a:defRPr/>
              </a:pPr>
              <a:r>
                <a:rPr lang="en-US" sz="1350" b="1" dirty="0">
                  <a:solidFill>
                    <a:srgbClr val="FFFEFB"/>
                  </a:solidFill>
                  <a:latin typeface="Arial"/>
                </a:rPr>
                <a:t>98</a:t>
              </a: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E80640FB-3222-5557-B0D2-2A1544200566}"/>
                </a:ext>
              </a:extLst>
            </p:cNvPr>
            <p:cNvSpPr/>
            <p:nvPr/>
          </p:nvSpPr>
          <p:spPr>
            <a:xfrm>
              <a:off x="7141565" y="6176325"/>
              <a:ext cx="578725" cy="328613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 latinLnBrk="0">
                <a:defRPr/>
              </a:pPr>
              <a:r>
                <a:rPr lang="en-US" sz="1350" b="1" dirty="0">
                  <a:solidFill>
                    <a:srgbClr val="FFFEFB"/>
                  </a:solidFill>
                  <a:latin typeface="Arial"/>
                </a:rPr>
                <a:t>7</a:t>
              </a: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906CAEB5-035D-2B91-FF03-995BF651591D}"/>
                </a:ext>
              </a:extLst>
            </p:cNvPr>
            <p:cNvSpPr/>
            <p:nvPr/>
          </p:nvSpPr>
          <p:spPr>
            <a:xfrm>
              <a:off x="6296800" y="6165224"/>
              <a:ext cx="579235" cy="328613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 latinLnBrk="0">
                <a:defRPr/>
              </a:pPr>
              <a:r>
                <a:rPr lang="en-US" sz="1350" b="1" dirty="0">
                  <a:solidFill>
                    <a:srgbClr val="FFFEFB"/>
                  </a:solidFill>
                  <a:latin typeface="Arial"/>
                </a:rPr>
                <a:t>42</a:t>
              </a:r>
            </a:p>
          </p:txBody>
        </p:sp>
        <p:sp>
          <p:nvSpPr>
            <p:cNvPr id="23" name="Arrow: Right 22">
              <a:extLst>
                <a:ext uri="{FF2B5EF4-FFF2-40B4-BE49-F238E27FC236}">
                  <a16:creationId xmlns:a16="http://schemas.microsoft.com/office/drawing/2014/main" id="{AE5E25AE-D1C4-00B0-0665-6C0457F24803}"/>
                </a:ext>
              </a:extLst>
            </p:cNvPr>
            <p:cNvSpPr/>
            <p:nvPr/>
          </p:nvSpPr>
          <p:spPr>
            <a:xfrm>
              <a:off x="6899482" y="6268854"/>
              <a:ext cx="249368" cy="164306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 latinLnBrk="0">
                <a:defRPr/>
              </a:pPr>
              <a:endParaRPr lang="en-US" sz="1350">
                <a:solidFill>
                  <a:srgbClr val="F1C232"/>
                </a:solidFill>
                <a:latin typeface="Arial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D202EF12-1F31-89EC-52AE-B7F7947518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5239" y="5979650"/>
            <a:ext cx="4363393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Open Sans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Displaying nodes using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displayList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()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Assuming we have value for </a:t>
            </a: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dData</a:t>
            </a:r>
            <a:endParaRPr kumimoji="0" lang="en-US" sz="2000" b="0" i="1" u="none" strike="noStrike" kern="1200" cap="none" spc="0" normalizeH="0" baseline="0" noProof="0" dirty="0">
              <a:ln>
                <a:noFill/>
              </a:ln>
              <a:solidFill>
                <a:srgbClr val="3C2077"/>
              </a:solidFill>
              <a:effectLst/>
              <a:uLnTx/>
              <a:uFillTx/>
              <a:latin typeface="Lato" panose="020F050202020403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10278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9267B40-11C9-9153-A29F-F65DF623C2F2}"/>
              </a:ext>
            </a:extLst>
          </p:cNvPr>
          <p:cNvSpPr/>
          <p:nvPr/>
        </p:nvSpPr>
        <p:spPr>
          <a:xfrm>
            <a:off x="-9257" y="14486"/>
            <a:ext cx="1749113" cy="68465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2B77373-4031-140B-C0A4-3140D943CF61}"/>
              </a:ext>
            </a:extLst>
          </p:cNvPr>
          <p:cNvGrpSpPr/>
          <p:nvPr/>
        </p:nvGrpSpPr>
        <p:grpSpPr>
          <a:xfrm>
            <a:off x="12759918" y="5352526"/>
            <a:ext cx="5915279" cy="1158715"/>
            <a:chOff x="601975" y="1239906"/>
            <a:chExt cx="7027661" cy="115871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D9AE19B-7085-C186-A16C-1E3F3ECE20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3385" y="1239906"/>
              <a:ext cx="369692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-Bold" panose="00000800000000000000" pitchFamily="50" charset="0"/>
                  <a:ea typeface="+mn-ea"/>
                  <a:cs typeface="+mn-cs"/>
                </a:rPr>
                <a:t>STYLES OF LEADERSHIP</a:t>
              </a:r>
              <a:endPara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-Bold" panose="00000800000000000000" pitchFamily="50" charset="0"/>
                <a:ea typeface="+mn-ea"/>
                <a:cs typeface="+mn-cs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58BECD2-07FE-F89D-303C-7A08563478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75" y="1609238"/>
              <a:ext cx="7027661" cy="789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Lorem ipsum dolor sit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amet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,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consectetur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adipiscing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elit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, sed do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eiusmod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tempor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incididunt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ut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labore</a:t>
              </a: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82434AAD-6276-EC0A-31ED-589DD1285475}"/>
              </a:ext>
            </a:extLst>
          </p:cNvPr>
          <p:cNvSpPr txBox="1"/>
          <p:nvPr/>
        </p:nvSpPr>
        <p:spPr>
          <a:xfrm>
            <a:off x="6611134" y="6421241"/>
            <a:ext cx="5587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6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Light" pitchFamily="2" charset="77"/>
                <a:ea typeface="+mn-ea"/>
                <a:cs typeface="+mn-cs"/>
              </a:rPr>
              <a:t>WWW.PPTHEMES.COM </a:t>
            </a:r>
          </a:p>
        </p:txBody>
      </p:sp>
      <p:sp>
        <p:nvSpPr>
          <p:cNvPr id="42" name="Diamond 41">
            <a:extLst>
              <a:ext uri="{FF2B5EF4-FFF2-40B4-BE49-F238E27FC236}">
                <a16:creationId xmlns:a16="http://schemas.microsoft.com/office/drawing/2014/main" id="{C5FAAB6C-C6DE-4C3E-CF7B-5C55128EE02D}"/>
              </a:ext>
            </a:extLst>
          </p:cNvPr>
          <p:cNvSpPr/>
          <p:nvPr/>
        </p:nvSpPr>
        <p:spPr>
          <a:xfrm>
            <a:off x="4167805" y="870149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Diamond 42">
            <a:extLst>
              <a:ext uri="{FF2B5EF4-FFF2-40B4-BE49-F238E27FC236}">
                <a16:creationId xmlns:a16="http://schemas.microsoft.com/office/drawing/2014/main" id="{465FE290-8C8A-A662-17CB-264E51057509}"/>
              </a:ext>
            </a:extLst>
          </p:cNvPr>
          <p:cNvSpPr/>
          <p:nvPr/>
        </p:nvSpPr>
        <p:spPr>
          <a:xfrm>
            <a:off x="5523828" y="870149"/>
            <a:ext cx="360000" cy="3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Diamond 45">
            <a:extLst>
              <a:ext uri="{FF2B5EF4-FFF2-40B4-BE49-F238E27FC236}">
                <a16:creationId xmlns:a16="http://schemas.microsoft.com/office/drawing/2014/main" id="{C6D828EB-E7EA-5773-9652-AE53FB5D669F}"/>
              </a:ext>
            </a:extLst>
          </p:cNvPr>
          <p:cNvSpPr/>
          <p:nvPr/>
        </p:nvSpPr>
        <p:spPr>
          <a:xfrm>
            <a:off x="5086085" y="870149"/>
            <a:ext cx="360000" cy="360000"/>
          </a:xfrm>
          <a:prstGeom prst="diamond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21DFFB8E-C406-CF59-4CA2-EACEAF0C708E}"/>
              </a:ext>
            </a:extLst>
          </p:cNvPr>
          <p:cNvSpPr/>
          <p:nvPr/>
        </p:nvSpPr>
        <p:spPr>
          <a:xfrm>
            <a:off x="4626945" y="870149"/>
            <a:ext cx="360000" cy="3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33C663A5-0996-8893-E730-E5C86AEB7C2A}"/>
              </a:ext>
            </a:extLst>
          </p:cNvPr>
          <p:cNvSpPr/>
          <p:nvPr/>
        </p:nvSpPr>
        <p:spPr>
          <a:xfrm>
            <a:off x="5968632" y="870149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Diamond 38">
            <a:extLst>
              <a:ext uri="{FF2B5EF4-FFF2-40B4-BE49-F238E27FC236}">
                <a16:creationId xmlns:a16="http://schemas.microsoft.com/office/drawing/2014/main" id="{0A53FDB5-8B45-2506-A392-9D328D5A3EC3}"/>
              </a:ext>
            </a:extLst>
          </p:cNvPr>
          <p:cNvSpPr/>
          <p:nvPr/>
        </p:nvSpPr>
        <p:spPr>
          <a:xfrm>
            <a:off x="-474486" y="1348797"/>
            <a:ext cx="2160000" cy="21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Diamond 43">
            <a:extLst>
              <a:ext uri="{FF2B5EF4-FFF2-40B4-BE49-F238E27FC236}">
                <a16:creationId xmlns:a16="http://schemas.microsoft.com/office/drawing/2014/main" id="{516647C1-AC26-B8BD-B6BD-784002349759}"/>
              </a:ext>
            </a:extLst>
          </p:cNvPr>
          <p:cNvSpPr/>
          <p:nvPr/>
        </p:nvSpPr>
        <p:spPr>
          <a:xfrm>
            <a:off x="699562" y="2490815"/>
            <a:ext cx="2160000" cy="21600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Diamond 44">
            <a:extLst>
              <a:ext uri="{FF2B5EF4-FFF2-40B4-BE49-F238E27FC236}">
                <a16:creationId xmlns:a16="http://schemas.microsoft.com/office/drawing/2014/main" id="{93A02406-42C1-74E2-EBD6-21A9CF95386A}"/>
              </a:ext>
            </a:extLst>
          </p:cNvPr>
          <p:cNvSpPr/>
          <p:nvPr/>
        </p:nvSpPr>
        <p:spPr>
          <a:xfrm>
            <a:off x="659856" y="168593"/>
            <a:ext cx="2160000" cy="21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Diamond 46">
            <a:extLst>
              <a:ext uri="{FF2B5EF4-FFF2-40B4-BE49-F238E27FC236}">
                <a16:creationId xmlns:a16="http://schemas.microsoft.com/office/drawing/2014/main" id="{12C0E848-C645-0759-55B9-7047D013FA57}"/>
              </a:ext>
            </a:extLst>
          </p:cNvPr>
          <p:cNvSpPr/>
          <p:nvPr/>
        </p:nvSpPr>
        <p:spPr>
          <a:xfrm>
            <a:off x="1810271" y="1336243"/>
            <a:ext cx="2160000" cy="21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36F298-DD9F-65AA-AB00-66464E7AB668}"/>
              </a:ext>
            </a:extLst>
          </p:cNvPr>
          <p:cNvSpPr txBox="1"/>
          <p:nvPr/>
        </p:nvSpPr>
        <p:spPr>
          <a:xfrm>
            <a:off x="1531508" y="151146"/>
            <a:ext cx="58441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 Black" panose="020F0A02020204030203" pitchFamily="34" charset="0"/>
                <a:ea typeface="+mn-ea"/>
                <a:cs typeface="+mn-cs"/>
              </a:rPr>
              <a:t>LINKED LIST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2AC78C-C1C0-E61E-E336-89B893E126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8632" y="830039"/>
            <a:ext cx="55783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Open Sans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Finding and Deleting Specified Links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BB8A24-25FF-0449-5B3D-D362814BF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5363" y="1804176"/>
            <a:ext cx="7668504" cy="408733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8351614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A09AAC51-0440-EFB8-FB5A-16A795946B0A}"/>
              </a:ext>
            </a:extLst>
          </p:cNvPr>
          <p:cNvGrpSpPr/>
          <p:nvPr/>
        </p:nvGrpSpPr>
        <p:grpSpPr>
          <a:xfrm>
            <a:off x="12150698" y="-127577"/>
            <a:ext cx="12273144" cy="6985577"/>
            <a:chOff x="12150698" y="-127577"/>
            <a:chExt cx="12273144" cy="6985577"/>
          </a:xfrm>
        </p:grpSpPr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78993AD5-1943-6388-5340-7917EB340C7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" t="9062" r="-12" b="8051"/>
            <a:stretch/>
          </p:blipFill>
          <p:spPr>
            <a:xfrm>
              <a:off x="12155287" y="-120676"/>
              <a:ext cx="12268555" cy="6978676"/>
            </a:xfrm>
            <a:prstGeom prst="rect">
              <a:avLst/>
            </a:prstGeom>
          </p:spPr>
        </p:pic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AE10030B-541B-0B28-0B68-62C018CD3120}"/>
                </a:ext>
              </a:extLst>
            </p:cNvPr>
            <p:cNvSpPr/>
            <p:nvPr/>
          </p:nvSpPr>
          <p:spPr>
            <a:xfrm>
              <a:off x="12150698" y="-127577"/>
              <a:ext cx="12268555" cy="6978675"/>
            </a:xfrm>
            <a:prstGeom prst="rect">
              <a:avLst/>
            </a:prstGeom>
            <a:solidFill>
              <a:srgbClr val="031828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9877844-F657-DA59-277D-356BF86A3C9C}"/>
              </a:ext>
            </a:extLst>
          </p:cNvPr>
          <p:cNvGrpSpPr/>
          <p:nvPr/>
        </p:nvGrpSpPr>
        <p:grpSpPr>
          <a:xfrm>
            <a:off x="-10754874" y="-47092"/>
            <a:ext cx="10468624" cy="6873610"/>
            <a:chOff x="12192000" y="-47092"/>
            <a:chExt cx="10468624" cy="687361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4E03518-775A-26B9-DCE3-9A64CF0A05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41"/>
            <a:stretch/>
          </p:blipFill>
          <p:spPr>
            <a:xfrm>
              <a:off x="12192000" y="-20064"/>
              <a:ext cx="10452120" cy="6846582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0C7B5DB-73EF-6A1B-36FD-3BA26485FD85}"/>
                </a:ext>
              </a:extLst>
            </p:cNvPr>
            <p:cNvSpPr/>
            <p:nvPr/>
          </p:nvSpPr>
          <p:spPr>
            <a:xfrm>
              <a:off x="12211904" y="-47092"/>
              <a:ext cx="10448720" cy="6846582"/>
            </a:xfrm>
            <a:prstGeom prst="rect">
              <a:avLst/>
            </a:prstGeom>
            <a:solidFill>
              <a:srgbClr val="031828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89267B40-11C9-9153-A29F-F65DF623C2F2}"/>
              </a:ext>
            </a:extLst>
          </p:cNvPr>
          <p:cNvSpPr/>
          <p:nvPr/>
        </p:nvSpPr>
        <p:spPr>
          <a:xfrm>
            <a:off x="-9257" y="14486"/>
            <a:ext cx="1749113" cy="68465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2B77373-4031-140B-C0A4-3140D943CF61}"/>
              </a:ext>
            </a:extLst>
          </p:cNvPr>
          <p:cNvGrpSpPr/>
          <p:nvPr/>
        </p:nvGrpSpPr>
        <p:grpSpPr>
          <a:xfrm>
            <a:off x="12759918" y="5352526"/>
            <a:ext cx="5915279" cy="1158715"/>
            <a:chOff x="601975" y="1239906"/>
            <a:chExt cx="7027661" cy="115871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D9AE19B-7085-C186-A16C-1E3F3ECE20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3385" y="1239906"/>
              <a:ext cx="369692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-Bold" panose="00000800000000000000" pitchFamily="50" charset="0"/>
                  <a:ea typeface="+mn-ea"/>
                  <a:cs typeface="+mn-cs"/>
                </a:rPr>
                <a:t>STYLES OF LEADERSHIP</a:t>
              </a:r>
              <a:endPara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-Bold" panose="00000800000000000000" pitchFamily="50" charset="0"/>
                <a:ea typeface="+mn-ea"/>
                <a:cs typeface="+mn-cs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58BECD2-07FE-F89D-303C-7A08563478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75" y="1609238"/>
              <a:ext cx="7027661" cy="789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Lorem ipsum dolor sit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amet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,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consectetur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adipiscing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elit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, sed do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eiusmod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tempor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incididunt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ut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labore</a:t>
              </a: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82434AAD-6276-EC0A-31ED-589DD1285475}"/>
              </a:ext>
            </a:extLst>
          </p:cNvPr>
          <p:cNvSpPr txBox="1"/>
          <p:nvPr/>
        </p:nvSpPr>
        <p:spPr>
          <a:xfrm>
            <a:off x="6611134" y="6421241"/>
            <a:ext cx="5587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6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Light" pitchFamily="2" charset="77"/>
                <a:ea typeface="+mn-ea"/>
                <a:cs typeface="+mn-cs"/>
              </a:rPr>
              <a:t>WWW.PPTHEMES.COM </a:t>
            </a:r>
          </a:p>
        </p:txBody>
      </p:sp>
      <p:sp>
        <p:nvSpPr>
          <p:cNvPr id="39" name="Diamond 38">
            <a:extLst>
              <a:ext uri="{FF2B5EF4-FFF2-40B4-BE49-F238E27FC236}">
                <a16:creationId xmlns:a16="http://schemas.microsoft.com/office/drawing/2014/main" id="{0A53FDB5-8B45-2506-A392-9D328D5A3EC3}"/>
              </a:ext>
            </a:extLst>
          </p:cNvPr>
          <p:cNvSpPr/>
          <p:nvPr/>
        </p:nvSpPr>
        <p:spPr>
          <a:xfrm rot="5400000">
            <a:off x="648800" y="187326"/>
            <a:ext cx="2160000" cy="21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Diamond 43">
            <a:extLst>
              <a:ext uri="{FF2B5EF4-FFF2-40B4-BE49-F238E27FC236}">
                <a16:creationId xmlns:a16="http://schemas.microsoft.com/office/drawing/2014/main" id="{516647C1-AC26-B8BD-B6BD-784002349759}"/>
              </a:ext>
            </a:extLst>
          </p:cNvPr>
          <p:cNvSpPr/>
          <p:nvPr/>
        </p:nvSpPr>
        <p:spPr>
          <a:xfrm rot="5400000">
            <a:off x="-493219" y="1361374"/>
            <a:ext cx="2160000" cy="21600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Diamond 44">
            <a:extLst>
              <a:ext uri="{FF2B5EF4-FFF2-40B4-BE49-F238E27FC236}">
                <a16:creationId xmlns:a16="http://schemas.microsoft.com/office/drawing/2014/main" id="{93A02406-42C1-74E2-EBD6-21A9CF95386A}"/>
              </a:ext>
            </a:extLst>
          </p:cNvPr>
          <p:cNvSpPr/>
          <p:nvPr/>
        </p:nvSpPr>
        <p:spPr>
          <a:xfrm rot="5400000">
            <a:off x="1829004" y="1321668"/>
            <a:ext cx="2160000" cy="21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Diamond 46">
            <a:extLst>
              <a:ext uri="{FF2B5EF4-FFF2-40B4-BE49-F238E27FC236}">
                <a16:creationId xmlns:a16="http://schemas.microsoft.com/office/drawing/2014/main" id="{12C0E848-C645-0759-55B9-7047D013FA57}"/>
              </a:ext>
            </a:extLst>
          </p:cNvPr>
          <p:cNvSpPr/>
          <p:nvPr/>
        </p:nvSpPr>
        <p:spPr>
          <a:xfrm rot="5400000">
            <a:off x="661354" y="2472083"/>
            <a:ext cx="2160000" cy="21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BA15C9-D3B2-0BB3-6A65-D6D17A9DF129}"/>
              </a:ext>
            </a:extLst>
          </p:cNvPr>
          <p:cNvSpPr txBox="1"/>
          <p:nvPr/>
        </p:nvSpPr>
        <p:spPr>
          <a:xfrm>
            <a:off x="4284261" y="1541737"/>
            <a:ext cx="584416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WHO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 IS A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LIDER</a:t>
            </a:r>
          </a:p>
        </p:txBody>
      </p:sp>
      <p:sp>
        <p:nvSpPr>
          <p:cNvPr id="14" name="Rectángulo: esquinas redondeadas 95">
            <a:extLst>
              <a:ext uri="{FF2B5EF4-FFF2-40B4-BE49-F238E27FC236}">
                <a16:creationId xmlns:a16="http://schemas.microsoft.com/office/drawing/2014/main" id="{17F5F8F2-70CE-2EC1-2113-FE7A4E7E3E7E}"/>
              </a:ext>
            </a:extLst>
          </p:cNvPr>
          <p:cNvSpPr/>
          <p:nvPr/>
        </p:nvSpPr>
        <p:spPr>
          <a:xfrm rot="16200000">
            <a:off x="5509198" y="8054026"/>
            <a:ext cx="1057509" cy="1273389"/>
          </a:xfrm>
          <a:prstGeom prst="roundRect">
            <a:avLst>
              <a:gd name="adj" fmla="val 2649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ángulo: esquinas redondeadas 92">
            <a:extLst>
              <a:ext uri="{FF2B5EF4-FFF2-40B4-BE49-F238E27FC236}">
                <a16:creationId xmlns:a16="http://schemas.microsoft.com/office/drawing/2014/main" id="{98EFE75A-DED2-48DC-6AD4-C143DF8A3BB7}"/>
              </a:ext>
            </a:extLst>
          </p:cNvPr>
          <p:cNvSpPr/>
          <p:nvPr/>
        </p:nvSpPr>
        <p:spPr>
          <a:xfrm rot="10800000">
            <a:off x="5618527" y="8639439"/>
            <a:ext cx="1057509" cy="1273389"/>
          </a:xfrm>
          <a:prstGeom prst="roundRect">
            <a:avLst>
              <a:gd name="adj" fmla="val 2649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ángulo: esquinas redondeadas 89">
            <a:extLst>
              <a:ext uri="{FF2B5EF4-FFF2-40B4-BE49-F238E27FC236}">
                <a16:creationId xmlns:a16="http://schemas.microsoft.com/office/drawing/2014/main" id="{60927E48-342A-1E64-AF66-D25B4B7709AC}"/>
              </a:ext>
            </a:extLst>
          </p:cNvPr>
          <p:cNvSpPr/>
          <p:nvPr/>
        </p:nvSpPr>
        <p:spPr>
          <a:xfrm rot="5400000">
            <a:off x="6203940" y="8531500"/>
            <a:ext cx="1057509" cy="1273389"/>
          </a:xfrm>
          <a:prstGeom prst="roundRect">
            <a:avLst>
              <a:gd name="adj" fmla="val 2649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ángulo: esquinas redondeadas 80">
            <a:extLst>
              <a:ext uri="{FF2B5EF4-FFF2-40B4-BE49-F238E27FC236}">
                <a16:creationId xmlns:a16="http://schemas.microsoft.com/office/drawing/2014/main" id="{7877A098-A597-F13E-0286-8AD62F0E9269}"/>
              </a:ext>
            </a:extLst>
          </p:cNvPr>
          <p:cNvSpPr/>
          <p:nvPr/>
        </p:nvSpPr>
        <p:spPr>
          <a:xfrm>
            <a:off x="6096000" y="7946087"/>
            <a:ext cx="1057509" cy="1273389"/>
          </a:xfrm>
          <a:prstGeom prst="roundRect">
            <a:avLst>
              <a:gd name="adj" fmla="val 2649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Forma libre: forma 83">
            <a:hlinkClick r:id="rId4" action="ppaction://hlinksldjump"/>
            <a:extLst>
              <a:ext uri="{FF2B5EF4-FFF2-40B4-BE49-F238E27FC236}">
                <a16:creationId xmlns:a16="http://schemas.microsoft.com/office/drawing/2014/main" id="{FFAA5E8F-942D-5B0B-1EF6-082CA1E287FD}"/>
              </a:ext>
            </a:extLst>
          </p:cNvPr>
          <p:cNvSpPr/>
          <p:nvPr/>
        </p:nvSpPr>
        <p:spPr>
          <a:xfrm>
            <a:off x="6096000" y="7946087"/>
            <a:ext cx="315346" cy="1273389"/>
          </a:xfrm>
          <a:custGeom>
            <a:avLst/>
            <a:gdLst>
              <a:gd name="connsiteX0" fmla="*/ 1232256 w 1386725"/>
              <a:gd name="connsiteY0" fmla="*/ 0 h 5599697"/>
              <a:gd name="connsiteX1" fmla="*/ 1386725 w 1386725"/>
              <a:gd name="connsiteY1" fmla="*/ 0 h 5599697"/>
              <a:gd name="connsiteX2" fmla="*/ 1386725 w 1386725"/>
              <a:gd name="connsiteY2" fmla="*/ 5599697 h 5599697"/>
              <a:gd name="connsiteX3" fmla="*/ 1232256 w 1386725"/>
              <a:gd name="connsiteY3" fmla="*/ 5599697 h 5599697"/>
              <a:gd name="connsiteX4" fmla="*/ 0 w 1386725"/>
              <a:gd name="connsiteY4" fmla="*/ 4367441 h 5599697"/>
              <a:gd name="connsiteX5" fmla="*/ 0 w 1386725"/>
              <a:gd name="connsiteY5" fmla="*/ 1232256 h 5599697"/>
              <a:gd name="connsiteX6" fmla="*/ 1232256 w 1386725"/>
              <a:gd name="connsiteY6" fmla="*/ 0 h 559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6725" h="5599697">
                <a:moveTo>
                  <a:pt x="1232256" y="0"/>
                </a:moveTo>
                <a:lnTo>
                  <a:pt x="1386725" y="0"/>
                </a:lnTo>
                <a:lnTo>
                  <a:pt x="1386725" y="5599697"/>
                </a:lnTo>
                <a:lnTo>
                  <a:pt x="1232256" y="5599697"/>
                </a:lnTo>
                <a:cubicBezTo>
                  <a:pt x="551700" y="5599697"/>
                  <a:pt x="0" y="5047997"/>
                  <a:pt x="0" y="4367441"/>
                </a:cubicBezTo>
                <a:lnTo>
                  <a:pt x="0" y="1232256"/>
                </a:lnTo>
                <a:cubicBezTo>
                  <a:pt x="0" y="551700"/>
                  <a:pt x="551700" y="0"/>
                  <a:pt x="123225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Forma libre: forma 90">
            <a:hlinkClick r:id="rId5" action="ppaction://hlinksldjump"/>
            <a:extLst>
              <a:ext uri="{FF2B5EF4-FFF2-40B4-BE49-F238E27FC236}">
                <a16:creationId xmlns:a16="http://schemas.microsoft.com/office/drawing/2014/main" id="{F08DF724-B1BD-5F5C-B873-F372DC848162}"/>
              </a:ext>
            </a:extLst>
          </p:cNvPr>
          <p:cNvSpPr/>
          <p:nvPr/>
        </p:nvSpPr>
        <p:spPr>
          <a:xfrm rot="5400000">
            <a:off x="6575022" y="8160418"/>
            <a:ext cx="315346" cy="1273389"/>
          </a:xfrm>
          <a:custGeom>
            <a:avLst/>
            <a:gdLst>
              <a:gd name="connsiteX0" fmla="*/ 1232256 w 1386725"/>
              <a:gd name="connsiteY0" fmla="*/ 0 h 5599697"/>
              <a:gd name="connsiteX1" fmla="*/ 1386725 w 1386725"/>
              <a:gd name="connsiteY1" fmla="*/ 0 h 5599697"/>
              <a:gd name="connsiteX2" fmla="*/ 1386725 w 1386725"/>
              <a:gd name="connsiteY2" fmla="*/ 5599697 h 5599697"/>
              <a:gd name="connsiteX3" fmla="*/ 1232256 w 1386725"/>
              <a:gd name="connsiteY3" fmla="*/ 5599697 h 5599697"/>
              <a:gd name="connsiteX4" fmla="*/ 0 w 1386725"/>
              <a:gd name="connsiteY4" fmla="*/ 4367441 h 5599697"/>
              <a:gd name="connsiteX5" fmla="*/ 0 w 1386725"/>
              <a:gd name="connsiteY5" fmla="*/ 1232256 h 5599697"/>
              <a:gd name="connsiteX6" fmla="*/ 1232256 w 1386725"/>
              <a:gd name="connsiteY6" fmla="*/ 0 h 559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6725" h="5599697">
                <a:moveTo>
                  <a:pt x="1232256" y="0"/>
                </a:moveTo>
                <a:lnTo>
                  <a:pt x="1386725" y="0"/>
                </a:lnTo>
                <a:lnTo>
                  <a:pt x="1386725" y="5599697"/>
                </a:lnTo>
                <a:lnTo>
                  <a:pt x="1232256" y="5599697"/>
                </a:lnTo>
                <a:cubicBezTo>
                  <a:pt x="551700" y="5599697"/>
                  <a:pt x="0" y="5047997"/>
                  <a:pt x="0" y="4367441"/>
                </a:cubicBezTo>
                <a:lnTo>
                  <a:pt x="0" y="1232256"/>
                </a:lnTo>
                <a:cubicBezTo>
                  <a:pt x="0" y="551700"/>
                  <a:pt x="551700" y="0"/>
                  <a:pt x="123225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Forma libre: forma 93">
            <a:extLst>
              <a:ext uri="{FF2B5EF4-FFF2-40B4-BE49-F238E27FC236}">
                <a16:creationId xmlns:a16="http://schemas.microsoft.com/office/drawing/2014/main" id="{8FBBE074-EFEC-3B8C-A0EA-EB3408B31521}"/>
              </a:ext>
            </a:extLst>
          </p:cNvPr>
          <p:cNvSpPr/>
          <p:nvPr/>
        </p:nvSpPr>
        <p:spPr>
          <a:xfrm rot="10800000">
            <a:off x="6360690" y="8639439"/>
            <a:ext cx="315346" cy="1273389"/>
          </a:xfrm>
          <a:custGeom>
            <a:avLst/>
            <a:gdLst>
              <a:gd name="connsiteX0" fmla="*/ 1232256 w 1386725"/>
              <a:gd name="connsiteY0" fmla="*/ 0 h 5599697"/>
              <a:gd name="connsiteX1" fmla="*/ 1386725 w 1386725"/>
              <a:gd name="connsiteY1" fmla="*/ 0 h 5599697"/>
              <a:gd name="connsiteX2" fmla="*/ 1386725 w 1386725"/>
              <a:gd name="connsiteY2" fmla="*/ 5599697 h 5599697"/>
              <a:gd name="connsiteX3" fmla="*/ 1232256 w 1386725"/>
              <a:gd name="connsiteY3" fmla="*/ 5599697 h 5599697"/>
              <a:gd name="connsiteX4" fmla="*/ 0 w 1386725"/>
              <a:gd name="connsiteY4" fmla="*/ 4367441 h 5599697"/>
              <a:gd name="connsiteX5" fmla="*/ 0 w 1386725"/>
              <a:gd name="connsiteY5" fmla="*/ 1232256 h 5599697"/>
              <a:gd name="connsiteX6" fmla="*/ 1232256 w 1386725"/>
              <a:gd name="connsiteY6" fmla="*/ 0 h 559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6725" h="5599697">
                <a:moveTo>
                  <a:pt x="1232256" y="0"/>
                </a:moveTo>
                <a:lnTo>
                  <a:pt x="1386725" y="0"/>
                </a:lnTo>
                <a:lnTo>
                  <a:pt x="1386725" y="5599697"/>
                </a:lnTo>
                <a:lnTo>
                  <a:pt x="1232256" y="5599697"/>
                </a:lnTo>
                <a:cubicBezTo>
                  <a:pt x="551700" y="5599697"/>
                  <a:pt x="0" y="5047997"/>
                  <a:pt x="0" y="4367441"/>
                </a:cubicBezTo>
                <a:lnTo>
                  <a:pt x="0" y="1232256"/>
                </a:lnTo>
                <a:cubicBezTo>
                  <a:pt x="0" y="551700"/>
                  <a:pt x="551700" y="0"/>
                  <a:pt x="123225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Forma libre: forma 96">
            <a:extLst>
              <a:ext uri="{FF2B5EF4-FFF2-40B4-BE49-F238E27FC236}">
                <a16:creationId xmlns:a16="http://schemas.microsoft.com/office/drawing/2014/main" id="{565AF8AC-AFE6-3B43-FAB5-0AF13D5C639B}"/>
              </a:ext>
            </a:extLst>
          </p:cNvPr>
          <p:cNvSpPr/>
          <p:nvPr/>
        </p:nvSpPr>
        <p:spPr>
          <a:xfrm rot="16200000">
            <a:off x="5880279" y="8425108"/>
            <a:ext cx="315346" cy="1273389"/>
          </a:xfrm>
          <a:custGeom>
            <a:avLst/>
            <a:gdLst>
              <a:gd name="connsiteX0" fmla="*/ 1232256 w 1386725"/>
              <a:gd name="connsiteY0" fmla="*/ 0 h 5599697"/>
              <a:gd name="connsiteX1" fmla="*/ 1386725 w 1386725"/>
              <a:gd name="connsiteY1" fmla="*/ 0 h 5599697"/>
              <a:gd name="connsiteX2" fmla="*/ 1386725 w 1386725"/>
              <a:gd name="connsiteY2" fmla="*/ 5599697 h 5599697"/>
              <a:gd name="connsiteX3" fmla="*/ 1232256 w 1386725"/>
              <a:gd name="connsiteY3" fmla="*/ 5599697 h 5599697"/>
              <a:gd name="connsiteX4" fmla="*/ 0 w 1386725"/>
              <a:gd name="connsiteY4" fmla="*/ 4367441 h 5599697"/>
              <a:gd name="connsiteX5" fmla="*/ 0 w 1386725"/>
              <a:gd name="connsiteY5" fmla="*/ 1232256 h 5599697"/>
              <a:gd name="connsiteX6" fmla="*/ 1232256 w 1386725"/>
              <a:gd name="connsiteY6" fmla="*/ 0 h 559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6725" h="5599697">
                <a:moveTo>
                  <a:pt x="1232256" y="0"/>
                </a:moveTo>
                <a:lnTo>
                  <a:pt x="1386725" y="0"/>
                </a:lnTo>
                <a:lnTo>
                  <a:pt x="1386725" y="5599697"/>
                </a:lnTo>
                <a:lnTo>
                  <a:pt x="1232256" y="5599697"/>
                </a:lnTo>
                <a:cubicBezTo>
                  <a:pt x="551700" y="5599697"/>
                  <a:pt x="0" y="5047997"/>
                  <a:pt x="0" y="4367441"/>
                </a:cubicBezTo>
                <a:lnTo>
                  <a:pt x="0" y="1232256"/>
                </a:lnTo>
                <a:cubicBezTo>
                  <a:pt x="0" y="551700"/>
                  <a:pt x="551700" y="0"/>
                  <a:pt x="123225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" name="Gráfico 116" descr="Aula de clases con relleno sólido">
            <a:extLst>
              <a:ext uri="{FF2B5EF4-FFF2-40B4-BE49-F238E27FC236}">
                <a16:creationId xmlns:a16="http://schemas.microsoft.com/office/drawing/2014/main" id="{8E7A2E18-19C4-CC50-A0E8-C204F824EB7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41802" y="8904129"/>
            <a:ext cx="281235" cy="281235"/>
          </a:xfrm>
          <a:prstGeom prst="rect">
            <a:avLst/>
          </a:prstGeom>
        </p:spPr>
      </p:pic>
      <p:pic>
        <p:nvPicPr>
          <p:cNvPr id="31" name="Gráfico 117" descr="Rollo de diplomas con relleno sólido">
            <a:extLst>
              <a:ext uri="{FF2B5EF4-FFF2-40B4-BE49-F238E27FC236}">
                <a16:creationId xmlns:a16="http://schemas.microsoft.com/office/drawing/2014/main" id="{BC5C4EA3-C59E-8B50-2E1C-69DAD30AB4A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77746" y="9510900"/>
            <a:ext cx="281235" cy="281235"/>
          </a:xfrm>
          <a:prstGeom prst="rect">
            <a:avLst/>
          </a:prstGeom>
        </p:spPr>
      </p:pic>
      <p:pic>
        <p:nvPicPr>
          <p:cNvPr id="32" name="Gráfico 118" descr="Libro abierto con relleno sólido">
            <a:extLst>
              <a:ext uri="{FF2B5EF4-FFF2-40B4-BE49-F238E27FC236}">
                <a16:creationId xmlns:a16="http://schemas.microsoft.com/office/drawing/2014/main" id="{05D41E34-B643-870F-A8F0-4E30B096E00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978957" y="8673626"/>
            <a:ext cx="281235" cy="281235"/>
          </a:xfrm>
          <a:prstGeom prst="rect">
            <a:avLst/>
          </a:prstGeom>
        </p:spPr>
      </p:pic>
      <p:pic>
        <p:nvPicPr>
          <p:cNvPr id="33" name="Gráfico 119" descr="Círculos con flechas con relleno sólido">
            <a:extLst>
              <a:ext uri="{FF2B5EF4-FFF2-40B4-BE49-F238E27FC236}">
                <a16:creationId xmlns:a16="http://schemas.microsoft.com/office/drawing/2014/main" id="{AD49F4F7-91C2-AA65-A23C-5A53E797226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121143" y="8051159"/>
            <a:ext cx="281235" cy="281235"/>
          </a:xfrm>
          <a:prstGeom prst="rect">
            <a:avLst/>
          </a:prstGeom>
        </p:spPr>
      </p:pic>
      <p:sp>
        <p:nvSpPr>
          <p:cNvPr id="34" name="CuadroTexto 120">
            <a:extLst>
              <a:ext uri="{FF2B5EF4-FFF2-40B4-BE49-F238E27FC236}">
                <a16:creationId xmlns:a16="http://schemas.microsoft.com/office/drawing/2014/main" id="{5A8EB7D0-1877-1D1B-6F5E-D7F81344CFBA}"/>
              </a:ext>
            </a:extLst>
          </p:cNvPr>
          <p:cNvSpPr txBox="1"/>
          <p:nvPr/>
        </p:nvSpPr>
        <p:spPr>
          <a:xfrm>
            <a:off x="6535593" y="8125227"/>
            <a:ext cx="5194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Montserrat Black" panose="00000A00000000000000" pitchFamily="50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900" b="0" i="0" u="none" strike="noStrike" kern="1200" cap="none" spc="0" normalizeH="0" baseline="0" noProof="0" dirty="0">
                <a:ln>
                  <a:noFill/>
                </a:ln>
                <a:solidFill>
                  <a:srgbClr val="212745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TITLE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500" b="0" i="0" u="none" strike="noStrike" kern="1200" cap="none" spc="0" normalizeH="0" baseline="0" noProof="0" dirty="0">
                <a:ln>
                  <a:noFill/>
                </a:ln>
                <a:solidFill>
                  <a:srgbClr val="212745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HERE</a:t>
            </a:r>
            <a:endParaRPr kumimoji="0" lang="es-CO" sz="700" b="0" i="0" u="none" strike="noStrike" kern="1200" cap="none" spc="0" normalizeH="0" baseline="0" noProof="0" dirty="0">
              <a:ln>
                <a:noFill/>
              </a:ln>
              <a:solidFill>
                <a:srgbClr val="212745"/>
              </a:solidFill>
              <a:effectLst/>
              <a:uLnTx/>
              <a:uFillTx/>
              <a:latin typeface="Lato" panose="020F0502020204030203" pitchFamily="34" charset="0"/>
              <a:ea typeface="+mn-ea"/>
              <a:cs typeface="+mn-cs"/>
            </a:endParaRPr>
          </a:p>
        </p:txBody>
      </p:sp>
      <p:sp>
        <p:nvSpPr>
          <p:cNvPr id="35" name="CuadroTexto 121">
            <a:extLst>
              <a:ext uri="{FF2B5EF4-FFF2-40B4-BE49-F238E27FC236}">
                <a16:creationId xmlns:a16="http://schemas.microsoft.com/office/drawing/2014/main" id="{83CEDC34-F042-7F6D-B0CB-0F3EBE1F265B}"/>
              </a:ext>
            </a:extLst>
          </p:cNvPr>
          <p:cNvSpPr txBox="1"/>
          <p:nvPr/>
        </p:nvSpPr>
        <p:spPr>
          <a:xfrm>
            <a:off x="6785550" y="9131147"/>
            <a:ext cx="519419" cy="654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srgbClr val="30C4D2"/>
                </a:solidFill>
                <a:effectLst/>
                <a:uLnTx/>
                <a:uFillTx/>
                <a:latin typeface="Montserrat Black" panose="00000A00000000000000" pitchFamily="50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srgbClr val="212745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TITLE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500" b="0" i="0" u="none" strike="noStrike" kern="1200" cap="none" spc="0" normalizeH="0" baseline="0" noProof="0" dirty="0">
                <a:ln>
                  <a:noFill/>
                </a:ln>
                <a:solidFill>
                  <a:srgbClr val="212745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HERE</a:t>
            </a:r>
            <a:endParaRPr kumimoji="0" lang="es-CO" sz="500" b="0" i="0" u="none" strike="noStrike" kern="1200" cap="none" spc="0" normalizeH="0" baseline="0" noProof="0" dirty="0">
              <a:ln>
                <a:noFill/>
              </a:ln>
              <a:solidFill>
                <a:srgbClr val="212745"/>
              </a:solidFill>
              <a:effectLst/>
              <a:uLnTx/>
              <a:uFillTx/>
              <a:latin typeface="Lato" panose="020F0502020204030203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srgbClr val="212745"/>
              </a:solidFill>
              <a:effectLst/>
              <a:uLnTx/>
              <a:uFillTx/>
              <a:latin typeface="Lato" panose="020F0502020204030203" pitchFamily="34" charset="0"/>
              <a:ea typeface="+mn-ea"/>
              <a:cs typeface="+mn-cs"/>
            </a:endParaRPr>
          </a:p>
        </p:txBody>
      </p:sp>
      <p:sp>
        <p:nvSpPr>
          <p:cNvPr id="36" name="CuadroTexto 122">
            <a:extLst>
              <a:ext uri="{FF2B5EF4-FFF2-40B4-BE49-F238E27FC236}">
                <a16:creationId xmlns:a16="http://schemas.microsoft.com/office/drawing/2014/main" id="{BF5CD835-F13E-8172-B373-1C4889840EB1}"/>
              </a:ext>
            </a:extLst>
          </p:cNvPr>
          <p:cNvSpPr txBox="1"/>
          <p:nvPr/>
        </p:nvSpPr>
        <p:spPr>
          <a:xfrm>
            <a:off x="5775842" y="9317594"/>
            <a:ext cx="51941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srgbClr val="F49401"/>
                </a:solidFill>
                <a:effectLst/>
                <a:uLnTx/>
                <a:uFillTx/>
                <a:latin typeface="Montserrat Black" panose="00000A00000000000000" pitchFamily="50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srgbClr val="212745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TITLE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500" b="0" i="0" u="none" strike="noStrike" kern="1200" cap="none" spc="0" normalizeH="0" baseline="0" noProof="0" dirty="0">
                <a:ln>
                  <a:noFill/>
                </a:ln>
                <a:solidFill>
                  <a:srgbClr val="212745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HERE</a:t>
            </a:r>
            <a:endParaRPr kumimoji="0" lang="es-CO" sz="500" b="0" i="0" u="none" strike="noStrike" kern="1200" cap="none" spc="0" normalizeH="0" baseline="0" noProof="0" dirty="0">
              <a:ln>
                <a:noFill/>
              </a:ln>
              <a:solidFill>
                <a:srgbClr val="212745"/>
              </a:solidFill>
              <a:effectLst/>
              <a:uLnTx/>
              <a:uFillTx/>
              <a:latin typeface="Lato" panose="020F0502020204030203" pitchFamily="34" charset="0"/>
              <a:ea typeface="+mn-ea"/>
              <a:cs typeface="+mn-cs"/>
            </a:endParaRPr>
          </a:p>
        </p:txBody>
      </p:sp>
      <p:sp>
        <p:nvSpPr>
          <p:cNvPr id="37" name="CuadroTexto 123">
            <a:extLst>
              <a:ext uri="{FF2B5EF4-FFF2-40B4-BE49-F238E27FC236}">
                <a16:creationId xmlns:a16="http://schemas.microsoft.com/office/drawing/2014/main" id="{F669E504-39FF-463F-2852-525A7E30D259}"/>
              </a:ext>
            </a:extLst>
          </p:cNvPr>
          <p:cNvSpPr txBox="1"/>
          <p:nvPr/>
        </p:nvSpPr>
        <p:spPr>
          <a:xfrm>
            <a:off x="5529667" y="8404308"/>
            <a:ext cx="51941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srgbClr val="F93043"/>
                </a:solidFill>
                <a:effectLst/>
                <a:uLnTx/>
                <a:uFillTx/>
                <a:latin typeface="Montserrat Black" panose="00000A00000000000000" pitchFamily="50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srgbClr val="212745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TITLE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500" b="0" i="0" u="none" strike="noStrike" kern="1200" cap="none" spc="0" normalizeH="0" baseline="0" noProof="0" dirty="0">
                <a:ln>
                  <a:noFill/>
                </a:ln>
                <a:solidFill>
                  <a:srgbClr val="212745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HERE</a:t>
            </a:r>
            <a:endParaRPr kumimoji="0" lang="es-CO" sz="500" b="0" i="0" u="none" strike="noStrike" kern="1200" cap="none" spc="0" normalizeH="0" baseline="0" noProof="0" dirty="0">
              <a:ln>
                <a:noFill/>
              </a:ln>
              <a:solidFill>
                <a:srgbClr val="212745"/>
              </a:solidFill>
              <a:effectLst/>
              <a:uLnTx/>
              <a:uFillTx/>
              <a:latin typeface="Lato" panose="020F0502020204030203" pitchFamily="34" charset="0"/>
              <a:ea typeface="+mn-ea"/>
              <a:cs typeface="+mn-cs"/>
            </a:endParaRPr>
          </a:p>
        </p:txBody>
      </p:sp>
      <p:grpSp>
        <p:nvGrpSpPr>
          <p:cNvPr id="38" name="Grupo 79">
            <a:extLst>
              <a:ext uri="{FF2B5EF4-FFF2-40B4-BE49-F238E27FC236}">
                <a16:creationId xmlns:a16="http://schemas.microsoft.com/office/drawing/2014/main" id="{D410638F-D74E-4D14-35A1-7500B436C515}"/>
              </a:ext>
            </a:extLst>
          </p:cNvPr>
          <p:cNvGrpSpPr/>
          <p:nvPr/>
        </p:nvGrpSpPr>
        <p:grpSpPr>
          <a:xfrm>
            <a:off x="6096000" y="8635062"/>
            <a:ext cx="580036" cy="580036"/>
            <a:chOff x="9095873" y="4745254"/>
            <a:chExt cx="2550695" cy="2550695"/>
          </a:xfrm>
        </p:grpSpPr>
        <p:sp>
          <p:nvSpPr>
            <p:cNvPr id="40" name="Elipse 78">
              <a:extLst>
                <a:ext uri="{FF2B5EF4-FFF2-40B4-BE49-F238E27FC236}">
                  <a16:creationId xmlns:a16="http://schemas.microsoft.com/office/drawing/2014/main" id="{9AC3B03C-81BD-3A01-363F-F36FBBBED4BE}"/>
                </a:ext>
              </a:extLst>
            </p:cNvPr>
            <p:cNvSpPr/>
            <p:nvPr/>
          </p:nvSpPr>
          <p:spPr>
            <a:xfrm>
              <a:off x="9095873" y="4745254"/>
              <a:ext cx="2550695" cy="2550695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Elipse 77">
              <a:extLst>
                <a:ext uri="{FF2B5EF4-FFF2-40B4-BE49-F238E27FC236}">
                  <a16:creationId xmlns:a16="http://schemas.microsoft.com/office/drawing/2014/main" id="{F1036ED8-0E3D-966A-F01A-A2832E289587}"/>
                </a:ext>
              </a:extLst>
            </p:cNvPr>
            <p:cNvSpPr/>
            <p:nvPr/>
          </p:nvSpPr>
          <p:spPr>
            <a:xfrm>
              <a:off x="9432758" y="5101389"/>
              <a:ext cx="1876926" cy="187692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48" name="Gráfico 115" descr="Libros en una estantería con relleno sólido">
            <a:extLst>
              <a:ext uri="{FF2B5EF4-FFF2-40B4-BE49-F238E27FC236}">
                <a16:creationId xmlns:a16="http://schemas.microsoft.com/office/drawing/2014/main" id="{E6A465F8-CD34-0C5A-C66D-3CE81C023B3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237128" y="8771669"/>
            <a:ext cx="281235" cy="281235"/>
          </a:xfrm>
          <a:prstGeom prst="rect">
            <a:avLst/>
          </a:prstGeom>
        </p:spPr>
      </p:pic>
      <p:sp>
        <p:nvSpPr>
          <p:cNvPr id="15" name="Diamond 14">
            <a:extLst>
              <a:ext uri="{FF2B5EF4-FFF2-40B4-BE49-F238E27FC236}">
                <a16:creationId xmlns:a16="http://schemas.microsoft.com/office/drawing/2014/main" id="{E14BB358-627A-96E1-6667-6DFB3854EC53}"/>
              </a:ext>
            </a:extLst>
          </p:cNvPr>
          <p:cNvSpPr/>
          <p:nvPr/>
        </p:nvSpPr>
        <p:spPr>
          <a:xfrm>
            <a:off x="4167805" y="870149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Diamond 15">
            <a:extLst>
              <a:ext uri="{FF2B5EF4-FFF2-40B4-BE49-F238E27FC236}">
                <a16:creationId xmlns:a16="http://schemas.microsoft.com/office/drawing/2014/main" id="{CE218014-B2F5-F7B0-1267-AAA41F5B6AD9}"/>
              </a:ext>
            </a:extLst>
          </p:cNvPr>
          <p:cNvSpPr/>
          <p:nvPr/>
        </p:nvSpPr>
        <p:spPr>
          <a:xfrm>
            <a:off x="5523828" y="870149"/>
            <a:ext cx="360000" cy="3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Diamond 16">
            <a:extLst>
              <a:ext uri="{FF2B5EF4-FFF2-40B4-BE49-F238E27FC236}">
                <a16:creationId xmlns:a16="http://schemas.microsoft.com/office/drawing/2014/main" id="{C649C480-81AB-61A3-F0CA-718FB05BF2F1}"/>
              </a:ext>
            </a:extLst>
          </p:cNvPr>
          <p:cNvSpPr/>
          <p:nvPr/>
        </p:nvSpPr>
        <p:spPr>
          <a:xfrm>
            <a:off x="5086085" y="870149"/>
            <a:ext cx="360000" cy="360000"/>
          </a:xfrm>
          <a:prstGeom prst="diamond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Diamond 48">
            <a:extLst>
              <a:ext uri="{FF2B5EF4-FFF2-40B4-BE49-F238E27FC236}">
                <a16:creationId xmlns:a16="http://schemas.microsoft.com/office/drawing/2014/main" id="{5AD5AAB6-605F-0F21-F6F5-70C3D3CF32FF}"/>
              </a:ext>
            </a:extLst>
          </p:cNvPr>
          <p:cNvSpPr/>
          <p:nvPr/>
        </p:nvSpPr>
        <p:spPr>
          <a:xfrm>
            <a:off x="4626945" y="870149"/>
            <a:ext cx="360000" cy="3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Diamond 51">
            <a:extLst>
              <a:ext uri="{FF2B5EF4-FFF2-40B4-BE49-F238E27FC236}">
                <a16:creationId xmlns:a16="http://schemas.microsoft.com/office/drawing/2014/main" id="{950AF4C4-2742-0B38-1723-11F2792AA63E}"/>
              </a:ext>
            </a:extLst>
          </p:cNvPr>
          <p:cNvSpPr/>
          <p:nvPr/>
        </p:nvSpPr>
        <p:spPr>
          <a:xfrm>
            <a:off x="5968632" y="870149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9E0B5E4-0A5E-FB8F-97A4-3702DFE9D9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8220" y="3453011"/>
            <a:ext cx="174640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Open Sans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-Bold" panose="00000800000000000000" pitchFamily="50" charset="0"/>
                <a:ea typeface="+mn-ea"/>
                <a:cs typeface="+mn-cs"/>
              </a:rPr>
              <a:t>Investment</a:t>
            </a: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-Bold" panose="00000800000000000000" pitchFamily="50" charset="0"/>
              <a:ea typeface="+mn-ea"/>
              <a:cs typeface="+mn-c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12F4864-A7CA-A0B9-72E0-58CFB3134986}"/>
              </a:ext>
            </a:extLst>
          </p:cNvPr>
          <p:cNvSpPr txBox="1"/>
          <p:nvPr/>
        </p:nvSpPr>
        <p:spPr>
          <a:xfrm>
            <a:off x="1531508" y="151146"/>
            <a:ext cx="58441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 Black" panose="020F0A02020204030203" pitchFamily="34" charset="0"/>
                <a:ea typeface="+mn-ea"/>
                <a:cs typeface="+mn-cs"/>
              </a:rPr>
              <a:t>LINKED LIST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495D2A-ED1C-C06A-A415-09F73514DE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8632" y="830039"/>
            <a:ext cx="55783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Open Sans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Finding and Deleting Specified Links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F37506-1787-4F03-349B-146C8D44A78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32707" y="1615569"/>
            <a:ext cx="7121508" cy="4922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451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>
            <a:extLst>
              <a:ext uri="{FF2B5EF4-FFF2-40B4-BE49-F238E27FC236}">
                <a16:creationId xmlns:a16="http://schemas.microsoft.com/office/drawing/2014/main" id="{1F565243-9681-B2E3-763B-A2D94F96796E}"/>
              </a:ext>
            </a:extLst>
          </p:cNvPr>
          <p:cNvGrpSpPr/>
          <p:nvPr/>
        </p:nvGrpSpPr>
        <p:grpSpPr>
          <a:xfrm>
            <a:off x="-12556257" y="-47092"/>
            <a:ext cx="12494478" cy="6911993"/>
            <a:chOff x="12191999" y="-47092"/>
            <a:chExt cx="12494478" cy="6911993"/>
          </a:xfrm>
        </p:grpSpPr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2981E7A3-935D-48D3-B795-8A14F20A487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463"/>
            <a:stretch/>
          </p:blipFill>
          <p:spPr>
            <a:xfrm flipH="1">
              <a:off x="12198681" y="-41680"/>
              <a:ext cx="12487796" cy="6889814"/>
            </a:xfrm>
            <a:prstGeom prst="rect">
              <a:avLst/>
            </a:prstGeom>
          </p:spPr>
        </p:pic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8AA6FC20-0C95-1644-6322-6D889AD83837}"/>
                </a:ext>
              </a:extLst>
            </p:cNvPr>
            <p:cNvSpPr/>
            <p:nvPr/>
          </p:nvSpPr>
          <p:spPr>
            <a:xfrm>
              <a:off x="12191999" y="-47092"/>
              <a:ext cx="12494478" cy="6911993"/>
            </a:xfrm>
            <a:prstGeom prst="rect">
              <a:avLst/>
            </a:prstGeom>
            <a:solidFill>
              <a:srgbClr val="031828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82434AAD-6276-EC0A-31ED-589DD1285475}"/>
              </a:ext>
            </a:extLst>
          </p:cNvPr>
          <p:cNvSpPr txBox="1"/>
          <p:nvPr/>
        </p:nvSpPr>
        <p:spPr>
          <a:xfrm>
            <a:off x="3642075" y="7258068"/>
            <a:ext cx="55876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6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Light" pitchFamily="2" charset="77"/>
                <a:ea typeface="+mn-ea"/>
                <a:cs typeface="+mn-cs"/>
              </a:rPr>
              <a:t>WWW.PPTHEMES.COM 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5F5EEFC-97BA-E025-2DD1-0863FB7E0BFA}"/>
              </a:ext>
            </a:extLst>
          </p:cNvPr>
          <p:cNvGrpSpPr/>
          <p:nvPr/>
        </p:nvGrpSpPr>
        <p:grpSpPr>
          <a:xfrm>
            <a:off x="13030228" y="3718483"/>
            <a:ext cx="5921959" cy="2576208"/>
            <a:chOff x="594039" y="1299676"/>
            <a:chExt cx="7035597" cy="257620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D8A5DA-2CE6-3F64-7E91-ACA95B5D06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039" y="1299676"/>
              <a:ext cx="168293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-Bold" panose="00000800000000000000" pitchFamily="50" charset="0"/>
                  <a:ea typeface="+mn-ea"/>
                  <a:cs typeface="+mn-cs"/>
                </a:rPr>
                <a:t>Investment</a:t>
              </a:r>
              <a:endPara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-Bold" panose="00000800000000000000" pitchFamily="50" charset="0"/>
                <a:ea typeface="+mn-ea"/>
                <a:cs typeface="+mn-cs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EBFC41E-5DDA-04C1-4066-7217A5BDA3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75" y="1609238"/>
              <a:ext cx="7027661" cy="22666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Lorem ipsum dolor sit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amet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,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consectetur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adipiscing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elit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, sed do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eiusmod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tempor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incididunt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ut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labore</a:t>
              </a: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Light" panose="00000400000000000000" pitchFamily="50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Lorem ipsum dolor sit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amet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,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consectetur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adipiscing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elit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, sed do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eiusmod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tempor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incididunt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ut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labore</a:t>
              </a:r>
              <a:endPara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Light" panose="00000400000000000000" pitchFamily="50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Light" panose="000004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59" name="Gráfico 117" descr="Rollo de diplomas con relleno sólido">
            <a:extLst>
              <a:ext uri="{FF2B5EF4-FFF2-40B4-BE49-F238E27FC236}">
                <a16:creationId xmlns:a16="http://schemas.microsoft.com/office/drawing/2014/main" id="{BF6E0A96-E5CA-A5EA-F2C7-B7CB0C45B6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38512" y="4763781"/>
            <a:ext cx="618363" cy="618363"/>
          </a:xfrm>
          <a:prstGeom prst="rect">
            <a:avLst/>
          </a:prstGeom>
        </p:spPr>
      </p:pic>
      <p:pic>
        <p:nvPicPr>
          <p:cNvPr id="60" name="Gráfico 118" descr="Libro abierto con relleno sólido">
            <a:extLst>
              <a:ext uri="{FF2B5EF4-FFF2-40B4-BE49-F238E27FC236}">
                <a16:creationId xmlns:a16="http://schemas.microsoft.com/office/drawing/2014/main" id="{94979502-95F1-81B0-EAE6-A392F863A2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60418" y="2922834"/>
            <a:ext cx="618363" cy="618363"/>
          </a:xfrm>
          <a:prstGeom prst="rect">
            <a:avLst/>
          </a:prstGeom>
        </p:spPr>
      </p:pic>
      <p:sp>
        <p:nvSpPr>
          <p:cNvPr id="74" name="Rectangle 73">
            <a:extLst>
              <a:ext uri="{FF2B5EF4-FFF2-40B4-BE49-F238E27FC236}">
                <a16:creationId xmlns:a16="http://schemas.microsoft.com/office/drawing/2014/main" id="{F53714C4-D0B0-696A-2886-56DEAF052418}"/>
              </a:ext>
            </a:extLst>
          </p:cNvPr>
          <p:cNvSpPr/>
          <p:nvPr/>
        </p:nvSpPr>
        <p:spPr>
          <a:xfrm>
            <a:off x="-8706" y="-18416"/>
            <a:ext cx="1749113" cy="68764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Diamond 38">
            <a:extLst>
              <a:ext uri="{FF2B5EF4-FFF2-40B4-BE49-F238E27FC236}">
                <a16:creationId xmlns:a16="http://schemas.microsoft.com/office/drawing/2014/main" id="{0A53FDB5-8B45-2506-A392-9D328D5A3EC3}"/>
              </a:ext>
            </a:extLst>
          </p:cNvPr>
          <p:cNvSpPr/>
          <p:nvPr/>
        </p:nvSpPr>
        <p:spPr>
          <a:xfrm rot="10800000">
            <a:off x="1810271" y="1310612"/>
            <a:ext cx="2160000" cy="21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Diamond 43">
            <a:extLst>
              <a:ext uri="{FF2B5EF4-FFF2-40B4-BE49-F238E27FC236}">
                <a16:creationId xmlns:a16="http://schemas.microsoft.com/office/drawing/2014/main" id="{516647C1-AC26-B8BD-B6BD-784002349759}"/>
              </a:ext>
            </a:extLst>
          </p:cNvPr>
          <p:cNvSpPr/>
          <p:nvPr/>
        </p:nvSpPr>
        <p:spPr>
          <a:xfrm rot="10800000">
            <a:off x="636223" y="168593"/>
            <a:ext cx="2160000" cy="21600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Diamond 44">
            <a:extLst>
              <a:ext uri="{FF2B5EF4-FFF2-40B4-BE49-F238E27FC236}">
                <a16:creationId xmlns:a16="http://schemas.microsoft.com/office/drawing/2014/main" id="{93A02406-42C1-74E2-EBD6-21A9CF95386A}"/>
              </a:ext>
            </a:extLst>
          </p:cNvPr>
          <p:cNvSpPr/>
          <p:nvPr/>
        </p:nvSpPr>
        <p:spPr>
          <a:xfrm rot="10800000">
            <a:off x="675929" y="2490816"/>
            <a:ext cx="2160000" cy="21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Diamond 46">
            <a:extLst>
              <a:ext uri="{FF2B5EF4-FFF2-40B4-BE49-F238E27FC236}">
                <a16:creationId xmlns:a16="http://schemas.microsoft.com/office/drawing/2014/main" id="{12C0E848-C645-0759-55B9-7047D013FA57}"/>
              </a:ext>
            </a:extLst>
          </p:cNvPr>
          <p:cNvSpPr/>
          <p:nvPr/>
        </p:nvSpPr>
        <p:spPr>
          <a:xfrm rot="10800000">
            <a:off x="-474486" y="1323166"/>
            <a:ext cx="2160000" cy="21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F3678745-9AF2-BB77-7593-F0AE6B6727FE}"/>
              </a:ext>
            </a:extLst>
          </p:cNvPr>
          <p:cNvGrpSpPr/>
          <p:nvPr/>
        </p:nvGrpSpPr>
        <p:grpSpPr>
          <a:xfrm>
            <a:off x="12179837" y="-27415"/>
            <a:ext cx="12295230" cy="7021885"/>
            <a:chOff x="12179837" y="-27415"/>
            <a:chExt cx="12295230" cy="7021885"/>
          </a:xfrm>
        </p:grpSpPr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6418733D-D1B2-F747-7069-67D7059788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477" b="368"/>
            <a:stretch/>
          </p:blipFill>
          <p:spPr>
            <a:xfrm>
              <a:off x="12179837" y="-27415"/>
              <a:ext cx="12192000" cy="6885415"/>
            </a:xfrm>
            <a:prstGeom prst="rect">
              <a:avLst/>
            </a:prstGeom>
          </p:spPr>
        </p:pic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1C17F809-3CC2-13F4-3B10-CFC3995CA323}"/>
                </a:ext>
              </a:extLst>
            </p:cNvPr>
            <p:cNvSpPr/>
            <p:nvPr/>
          </p:nvSpPr>
          <p:spPr>
            <a:xfrm>
              <a:off x="12206512" y="15795"/>
              <a:ext cx="12268555" cy="6978675"/>
            </a:xfrm>
            <a:prstGeom prst="rect">
              <a:avLst/>
            </a:prstGeom>
            <a:solidFill>
              <a:srgbClr val="031828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89507A28-5E48-4E7F-430F-1B1B21073D16}"/>
              </a:ext>
            </a:extLst>
          </p:cNvPr>
          <p:cNvSpPr txBox="1"/>
          <p:nvPr/>
        </p:nvSpPr>
        <p:spPr>
          <a:xfrm>
            <a:off x="2718899" y="101937"/>
            <a:ext cx="8052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DIFFERENCE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 BETWEEN MANAGERS &amp; LEADERS</a:t>
            </a:r>
          </a:p>
        </p:txBody>
      </p:sp>
      <p:sp>
        <p:nvSpPr>
          <p:cNvPr id="2" name="Diamond 1">
            <a:extLst>
              <a:ext uri="{FF2B5EF4-FFF2-40B4-BE49-F238E27FC236}">
                <a16:creationId xmlns:a16="http://schemas.microsoft.com/office/drawing/2014/main" id="{6B3EB092-21A8-BF96-1B5E-57FF48069252}"/>
              </a:ext>
            </a:extLst>
          </p:cNvPr>
          <p:cNvSpPr/>
          <p:nvPr/>
        </p:nvSpPr>
        <p:spPr>
          <a:xfrm>
            <a:off x="4167805" y="870149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Diamond 2">
            <a:extLst>
              <a:ext uri="{FF2B5EF4-FFF2-40B4-BE49-F238E27FC236}">
                <a16:creationId xmlns:a16="http://schemas.microsoft.com/office/drawing/2014/main" id="{DC8345AD-E0CE-14E0-36DA-8948BB331F1E}"/>
              </a:ext>
            </a:extLst>
          </p:cNvPr>
          <p:cNvSpPr/>
          <p:nvPr/>
        </p:nvSpPr>
        <p:spPr>
          <a:xfrm>
            <a:off x="5523828" y="870149"/>
            <a:ext cx="360000" cy="3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4CE62A6B-AE28-F356-D2A6-4372D6F13B5F}"/>
              </a:ext>
            </a:extLst>
          </p:cNvPr>
          <p:cNvSpPr/>
          <p:nvPr/>
        </p:nvSpPr>
        <p:spPr>
          <a:xfrm>
            <a:off x="5086085" y="870149"/>
            <a:ext cx="360000" cy="360000"/>
          </a:xfrm>
          <a:prstGeom prst="diamond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6C334680-AE7F-681D-9365-38E5FD45E37D}"/>
              </a:ext>
            </a:extLst>
          </p:cNvPr>
          <p:cNvSpPr/>
          <p:nvPr/>
        </p:nvSpPr>
        <p:spPr>
          <a:xfrm>
            <a:off x="4626945" y="870149"/>
            <a:ext cx="360000" cy="3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E552111F-9E0A-09E0-5C9B-5CA21A9B2629}"/>
              </a:ext>
            </a:extLst>
          </p:cNvPr>
          <p:cNvSpPr/>
          <p:nvPr/>
        </p:nvSpPr>
        <p:spPr>
          <a:xfrm>
            <a:off x="5968632" y="870149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BAB0DE-720A-AD52-FC57-F7E5FC2DA66C}"/>
              </a:ext>
            </a:extLst>
          </p:cNvPr>
          <p:cNvSpPr txBox="1"/>
          <p:nvPr/>
        </p:nvSpPr>
        <p:spPr>
          <a:xfrm>
            <a:off x="1531508" y="151146"/>
            <a:ext cx="58441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 Black" panose="020F0A02020204030203" pitchFamily="34" charset="0"/>
                <a:ea typeface="+mn-ea"/>
                <a:cs typeface="+mn-cs"/>
              </a:rPr>
              <a:t>LINKED LIST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A7A981-2A2F-0862-B3A8-49DD61AE8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7763" y="2192811"/>
            <a:ext cx="55783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Open Sans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rgbClr val="3C2077"/>
                </a:solidFill>
                <a:latin typeface="Lato" panose="020F0502020204030203" pitchFamily="34" charset="0"/>
              </a:rPr>
              <a:t>OUTPUT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3C2077"/>
              </a:solidFill>
              <a:effectLst/>
              <a:uLnTx/>
              <a:uFillTx/>
              <a:latin typeface="Lato" panose="020F0502020204030203" pitchFamily="34" charset="0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655DB9-54EA-1D9A-E522-57817CDFE1B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52576" y="4469363"/>
            <a:ext cx="9263495" cy="1452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8910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73">
            <a:extLst>
              <a:ext uri="{FF2B5EF4-FFF2-40B4-BE49-F238E27FC236}">
                <a16:creationId xmlns:a16="http://schemas.microsoft.com/office/drawing/2014/main" id="{F53714C4-D0B0-696A-2886-56DEAF052418}"/>
              </a:ext>
            </a:extLst>
          </p:cNvPr>
          <p:cNvSpPr/>
          <p:nvPr/>
        </p:nvSpPr>
        <p:spPr>
          <a:xfrm>
            <a:off x="-37770" y="-9208"/>
            <a:ext cx="1749113" cy="68764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Diamond 38">
            <a:extLst>
              <a:ext uri="{FF2B5EF4-FFF2-40B4-BE49-F238E27FC236}">
                <a16:creationId xmlns:a16="http://schemas.microsoft.com/office/drawing/2014/main" id="{0A53FDB5-8B45-2506-A392-9D328D5A3EC3}"/>
              </a:ext>
            </a:extLst>
          </p:cNvPr>
          <p:cNvSpPr/>
          <p:nvPr/>
        </p:nvSpPr>
        <p:spPr>
          <a:xfrm rot="16200000">
            <a:off x="686985" y="2472083"/>
            <a:ext cx="2160000" cy="21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Diamond 43">
            <a:extLst>
              <a:ext uri="{FF2B5EF4-FFF2-40B4-BE49-F238E27FC236}">
                <a16:creationId xmlns:a16="http://schemas.microsoft.com/office/drawing/2014/main" id="{516647C1-AC26-B8BD-B6BD-784002349759}"/>
              </a:ext>
            </a:extLst>
          </p:cNvPr>
          <p:cNvSpPr/>
          <p:nvPr/>
        </p:nvSpPr>
        <p:spPr>
          <a:xfrm rot="16200000">
            <a:off x="1829004" y="1298035"/>
            <a:ext cx="2160000" cy="21600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Diamond 44">
            <a:extLst>
              <a:ext uri="{FF2B5EF4-FFF2-40B4-BE49-F238E27FC236}">
                <a16:creationId xmlns:a16="http://schemas.microsoft.com/office/drawing/2014/main" id="{93A02406-42C1-74E2-EBD6-21A9CF95386A}"/>
              </a:ext>
            </a:extLst>
          </p:cNvPr>
          <p:cNvSpPr/>
          <p:nvPr/>
        </p:nvSpPr>
        <p:spPr>
          <a:xfrm rot="16200000">
            <a:off x="-493219" y="1337741"/>
            <a:ext cx="2160000" cy="21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Diamond 46">
            <a:extLst>
              <a:ext uri="{FF2B5EF4-FFF2-40B4-BE49-F238E27FC236}">
                <a16:creationId xmlns:a16="http://schemas.microsoft.com/office/drawing/2014/main" id="{12C0E848-C645-0759-55B9-7047D013FA57}"/>
              </a:ext>
            </a:extLst>
          </p:cNvPr>
          <p:cNvSpPr/>
          <p:nvPr/>
        </p:nvSpPr>
        <p:spPr>
          <a:xfrm rot="16200000">
            <a:off x="674431" y="187326"/>
            <a:ext cx="2160000" cy="21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9507A28-5E48-4E7F-430F-1B1B21073D16}"/>
              </a:ext>
            </a:extLst>
          </p:cNvPr>
          <p:cNvSpPr txBox="1"/>
          <p:nvPr/>
        </p:nvSpPr>
        <p:spPr>
          <a:xfrm>
            <a:off x="2758387" y="631904"/>
            <a:ext cx="80524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SYLES OF LEADERS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F3022B-090C-77FC-64FD-F95BF94621F5}"/>
              </a:ext>
            </a:extLst>
          </p:cNvPr>
          <p:cNvSpPr txBox="1"/>
          <p:nvPr/>
        </p:nvSpPr>
        <p:spPr>
          <a:xfrm>
            <a:off x="2142148" y="-685517"/>
            <a:ext cx="80524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THANKS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2AFBC03-8988-8C4C-3F88-765ED01F9725}"/>
              </a:ext>
            </a:extLst>
          </p:cNvPr>
          <p:cNvSpPr txBox="1"/>
          <p:nvPr/>
        </p:nvSpPr>
        <p:spPr>
          <a:xfrm>
            <a:off x="2142148" y="-1886401"/>
            <a:ext cx="80524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solidFill>
                    <a:srgbClr val="FFFFFF"/>
                  </a:solidFill>
                </a:ln>
                <a:noFill/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THANKS</a:t>
            </a:r>
            <a:endParaRPr kumimoji="0" lang="en-US" sz="3200" b="0" i="0" u="none" strike="noStrike" kern="1200" cap="none" spc="0" normalizeH="0" baseline="0" noProof="0" dirty="0">
              <a:ln>
                <a:solidFill>
                  <a:srgbClr val="FFFFFF"/>
                </a:solidFill>
              </a:ln>
              <a:noFill/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5F0ED3E3-1FB2-7CD1-558D-5F5D150F8E18}"/>
              </a:ext>
            </a:extLst>
          </p:cNvPr>
          <p:cNvSpPr/>
          <p:nvPr/>
        </p:nvSpPr>
        <p:spPr>
          <a:xfrm>
            <a:off x="5457097" y="914991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Diamond 14">
            <a:extLst>
              <a:ext uri="{FF2B5EF4-FFF2-40B4-BE49-F238E27FC236}">
                <a16:creationId xmlns:a16="http://schemas.microsoft.com/office/drawing/2014/main" id="{3835E1D3-7CD1-04E1-D0CE-30EAB56A004E}"/>
              </a:ext>
            </a:extLst>
          </p:cNvPr>
          <p:cNvSpPr/>
          <p:nvPr/>
        </p:nvSpPr>
        <p:spPr>
          <a:xfrm>
            <a:off x="6813120" y="914991"/>
            <a:ext cx="360000" cy="3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Diamond 15">
            <a:extLst>
              <a:ext uri="{FF2B5EF4-FFF2-40B4-BE49-F238E27FC236}">
                <a16:creationId xmlns:a16="http://schemas.microsoft.com/office/drawing/2014/main" id="{F552A05E-F8DB-2C76-2658-D5A85E0F10AF}"/>
              </a:ext>
            </a:extLst>
          </p:cNvPr>
          <p:cNvSpPr/>
          <p:nvPr/>
        </p:nvSpPr>
        <p:spPr>
          <a:xfrm>
            <a:off x="6375377" y="914991"/>
            <a:ext cx="360000" cy="360000"/>
          </a:xfrm>
          <a:prstGeom prst="diamond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Diamond 16">
            <a:extLst>
              <a:ext uri="{FF2B5EF4-FFF2-40B4-BE49-F238E27FC236}">
                <a16:creationId xmlns:a16="http://schemas.microsoft.com/office/drawing/2014/main" id="{2194C313-C153-407D-1BAF-85B3661C96E1}"/>
              </a:ext>
            </a:extLst>
          </p:cNvPr>
          <p:cNvSpPr/>
          <p:nvPr/>
        </p:nvSpPr>
        <p:spPr>
          <a:xfrm>
            <a:off x="5916237" y="914991"/>
            <a:ext cx="360000" cy="3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Diamond 27">
            <a:extLst>
              <a:ext uri="{FF2B5EF4-FFF2-40B4-BE49-F238E27FC236}">
                <a16:creationId xmlns:a16="http://schemas.microsoft.com/office/drawing/2014/main" id="{582EA362-7A23-F094-3DAA-56BEC9571281}"/>
              </a:ext>
            </a:extLst>
          </p:cNvPr>
          <p:cNvSpPr/>
          <p:nvPr/>
        </p:nvSpPr>
        <p:spPr>
          <a:xfrm>
            <a:off x="7257924" y="914991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D66A71-CD6D-CD7C-A381-11DFB468F171}"/>
              </a:ext>
            </a:extLst>
          </p:cNvPr>
          <p:cNvSpPr txBox="1"/>
          <p:nvPr/>
        </p:nvSpPr>
        <p:spPr>
          <a:xfrm>
            <a:off x="1754430" y="314776"/>
            <a:ext cx="8822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 Black" panose="020F0A02020204030203" pitchFamily="34" charset="0"/>
                <a:ea typeface="+mn-ea"/>
                <a:cs typeface="+mn-cs"/>
              </a:rPr>
              <a:t>DOUBLE-ENDED LINKED LIST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7E4945A-4A85-E8BE-4F41-7769155BD1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8220" y="3453011"/>
            <a:ext cx="174640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Open Sans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-Bold" panose="00000800000000000000" pitchFamily="50" charset="0"/>
                <a:ea typeface="+mn-ea"/>
                <a:cs typeface="+mn-cs"/>
              </a:rPr>
              <a:t>Investment</a:t>
            </a: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-Bold" panose="00000800000000000000" pitchFamily="50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4247E5-F719-B41F-08EF-09BE77D1AE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1023" y="1667070"/>
            <a:ext cx="7556258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Open Sans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double-ended linked list 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is similar to an ordinary linked list, but it has one additional feature: a reference to the last link as well as to the first. </a:t>
            </a:r>
          </a:p>
        </p:txBody>
      </p:sp>
      <p:sp>
        <p:nvSpPr>
          <p:cNvPr id="2" name="Diamond 1">
            <a:extLst>
              <a:ext uri="{FF2B5EF4-FFF2-40B4-BE49-F238E27FC236}">
                <a16:creationId xmlns:a16="http://schemas.microsoft.com/office/drawing/2014/main" id="{209D5DBF-4A0A-1987-B809-FF4CB46D8598}"/>
              </a:ext>
            </a:extLst>
          </p:cNvPr>
          <p:cNvSpPr/>
          <p:nvPr/>
        </p:nvSpPr>
        <p:spPr>
          <a:xfrm>
            <a:off x="7690688" y="918575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Diamond 2">
            <a:extLst>
              <a:ext uri="{FF2B5EF4-FFF2-40B4-BE49-F238E27FC236}">
                <a16:creationId xmlns:a16="http://schemas.microsoft.com/office/drawing/2014/main" id="{E4B1E1ED-1DDC-3C1A-B5E0-62EBC319A528}"/>
              </a:ext>
            </a:extLst>
          </p:cNvPr>
          <p:cNvSpPr/>
          <p:nvPr/>
        </p:nvSpPr>
        <p:spPr>
          <a:xfrm>
            <a:off x="9046711" y="918575"/>
            <a:ext cx="360000" cy="3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C314EBC1-215E-5DFB-67F6-AEBE65BCF442}"/>
              </a:ext>
            </a:extLst>
          </p:cNvPr>
          <p:cNvSpPr/>
          <p:nvPr/>
        </p:nvSpPr>
        <p:spPr>
          <a:xfrm>
            <a:off x="8608968" y="918575"/>
            <a:ext cx="360000" cy="360000"/>
          </a:xfrm>
          <a:prstGeom prst="diamond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AD25B9F9-3A45-C410-F457-348C509910F5}"/>
              </a:ext>
            </a:extLst>
          </p:cNvPr>
          <p:cNvSpPr/>
          <p:nvPr/>
        </p:nvSpPr>
        <p:spPr>
          <a:xfrm>
            <a:off x="8149828" y="918575"/>
            <a:ext cx="360000" cy="3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Diamond 25">
            <a:extLst>
              <a:ext uri="{FF2B5EF4-FFF2-40B4-BE49-F238E27FC236}">
                <a16:creationId xmlns:a16="http://schemas.microsoft.com/office/drawing/2014/main" id="{769F8774-D695-62FA-BD4B-D4F51C928CB0}"/>
              </a:ext>
            </a:extLst>
          </p:cNvPr>
          <p:cNvSpPr/>
          <p:nvPr/>
        </p:nvSpPr>
        <p:spPr>
          <a:xfrm>
            <a:off x="9491515" y="918575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4FF506E-83BE-7FBF-50C3-C2B63C22F1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8730" y="3712708"/>
            <a:ext cx="8406285" cy="262611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9157322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9267B40-11C9-9153-A29F-F65DF623C2F2}"/>
              </a:ext>
            </a:extLst>
          </p:cNvPr>
          <p:cNvSpPr/>
          <p:nvPr/>
        </p:nvSpPr>
        <p:spPr>
          <a:xfrm>
            <a:off x="-9257" y="14486"/>
            <a:ext cx="1749113" cy="68465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2B77373-4031-140B-C0A4-3140D943CF61}"/>
              </a:ext>
            </a:extLst>
          </p:cNvPr>
          <p:cNvGrpSpPr/>
          <p:nvPr/>
        </p:nvGrpSpPr>
        <p:grpSpPr>
          <a:xfrm>
            <a:off x="12759918" y="5352526"/>
            <a:ext cx="5915279" cy="1158715"/>
            <a:chOff x="601975" y="1239906"/>
            <a:chExt cx="7027661" cy="115871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D9AE19B-7085-C186-A16C-1E3F3ECE20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3385" y="1239906"/>
              <a:ext cx="369692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-Bold" panose="00000800000000000000" pitchFamily="50" charset="0"/>
                  <a:ea typeface="+mn-ea"/>
                  <a:cs typeface="+mn-cs"/>
                </a:rPr>
                <a:t>STYLES OF LEADERSHIP</a:t>
              </a:r>
              <a:endPara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-Bold" panose="00000800000000000000" pitchFamily="50" charset="0"/>
                <a:ea typeface="+mn-ea"/>
                <a:cs typeface="+mn-cs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58BECD2-07FE-F89D-303C-7A08563478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75" y="1609238"/>
              <a:ext cx="7027661" cy="789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Lorem ipsum dolor sit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amet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,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consectetur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adipiscing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elit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, sed do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eiusmod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tempor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incididunt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ut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labore</a:t>
              </a: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82434AAD-6276-EC0A-31ED-589DD1285475}"/>
              </a:ext>
            </a:extLst>
          </p:cNvPr>
          <p:cNvSpPr txBox="1"/>
          <p:nvPr/>
        </p:nvSpPr>
        <p:spPr>
          <a:xfrm>
            <a:off x="6611134" y="6421241"/>
            <a:ext cx="5587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6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Light" pitchFamily="2" charset="77"/>
                <a:ea typeface="+mn-ea"/>
                <a:cs typeface="+mn-cs"/>
              </a:rPr>
              <a:t>WWW.PPTHEMES.COM </a:t>
            </a:r>
          </a:p>
        </p:txBody>
      </p:sp>
      <p:sp>
        <p:nvSpPr>
          <p:cNvPr id="39" name="Diamond 38">
            <a:extLst>
              <a:ext uri="{FF2B5EF4-FFF2-40B4-BE49-F238E27FC236}">
                <a16:creationId xmlns:a16="http://schemas.microsoft.com/office/drawing/2014/main" id="{0A53FDB5-8B45-2506-A392-9D328D5A3EC3}"/>
              </a:ext>
            </a:extLst>
          </p:cNvPr>
          <p:cNvSpPr/>
          <p:nvPr/>
        </p:nvSpPr>
        <p:spPr>
          <a:xfrm>
            <a:off x="-474486" y="1348797"/>
            <a:ext cx="2160000" cy="21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Diamond 43">
            <a:extLst>
              <a:ext uri="{FF2B5EF4-FFF2-40B4-BE49-F238E27FC236}">
                <a16:creationId xmlns:a16="http://schemas.microsoft.com/office/drawing/2014/main" id="{516647C1-AC26-B8BD-B6BD-784002349759}"/>
              </a:ext>
            </a:extLst>
          </p:cNvPr>
          <p:cNvSpPr/>
          <p:nvPr/>
        </p:nvSpPr>
        <p:spPr>
          <a:xfrm>
            <a:off x="699562" y="2490815"/>
            <a:ext cx="2160000" cy="21600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Diamond 44">
            <a:extLst>
              <a:ext uri="{FF2B5EF4-FFF2-40B4-BE49-F238E27FC236}">
                <a16:creationId xmlns:a16="http://schemas.microsoft.com/office/drawing/2014/main" id="{93A02406-42C1-74E2-EBD6-21A9CF95386A}"/>
              </a:ext>
            </a:extLst>
          </p:cNvPr>
          <p:cNvSpPr/>
          <p:nvPr/>
        </p:nvSpPr>
        <p:spPr>
          <a:xfrm>
            <a:off x="659856" y="168593"/>
            <a:ext cx="2160000" cy="21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Diamond 46">
            <a:extLst>
              <a:ext uri="{FF2B5EF4-FFF2-40B4-BE49-F238E27FC236}">
                <a16:creationId xmlns:a16="http://schemas.microsoft.com/office/drawing/2014/main" id="{12C0E848-C645-0759-55B9-7047D013FA57}"/>
              </a:ext>
            </a:extLst>
          </p:cNvPr>
          <p:cNvSpPr/>
          <p:nvPr/>
        </p:nvSpPr>
        <p:spPr>
          <a:xfrm>
            <a:off x="1810271" y="1336243"/>
            <a:ext cx="2160000" cy="21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407911-5E96-3ECC-C928-96F2B7AD2427}"/>
              </a:ext>
            </a:extLst>
          </p:cNvPr>
          <p:cNvSpPr txBox="1"/>
          <p:nvPr/>
        </p:nvSpPr>
        <p:spPr>
          <a:xfrm>
            <a:off x="2758387" y="631904"/>
            <a:ext cx="80524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SYLES OF LEADERS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4E691ED1-77BE-7193-FBF9-1E364503A52C}"/>
              </a:ext>
            </a:extLst>
          </p:cNvPr>
          <p:cNvSpPr/>
          <p:nvPr/>
        </p:nvSpPr>
        <p:spPr>
          <a:xfrm>
            <a:off x="5457097" y="914991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40F64302-4897-2C62-58E4-44E443208122}"/>
              </a:ext>
            </a:extLst>
          </p:cNvPr>
          <p:cNvSpPr/>
          <p:nvPr/>
        </p:nvSpPr>
        <p:spPr>
          <a:xfrm>
            <a:off x="6813120" y="914991"/>
            <a:ext cx="360000" cy="3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C807EB4A-20D6-830D-8341-B310A8B8838E}"/>
              </a:ext>
            </a:extLst>
          </p:cNvPr>
          <p:cNvSpPr/>
          <p:nvPr/>
        </p:nvSpPr>
        <p:spPr>
          <a:xfrm>
            <a:off x="6375377" y="914991"/>
            <a:ext cx="360000" cy="360000"/>
          </a:xfrm>
          <a:prstGeom prst="diamond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996AB558-C48D-91F3-BCA9-17F4D85B7CA5}"/>
              </a:ext>
            </a:extLst>
          </p:cNvPr>
          <p:cNvSpPr/>
          <p:nvPr/>
        </p:nvSpPr>
        <p:spPr>
          <a:xfrm>
            <a:off x="5916237" y="914991"/>
            <a:ext cx="360000" cy="3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Diamond 12">
            <a:extLst>
              <a:ext uri="{FF2B5EF4-FFF2-40B4-BE49-F238E27FC236}">
                <a16:creationId xmlns:a16="http://schemas.microsoft.com/office/drawing/2014/main" id="{E85CD11D-4E5A-BB78-3F4F-2401516A5399}"/>
              </a:ext>
            </a:extLst>
          </p:cNvPr>
          <p:cNvSpPr/>
          <p:nvPr/>
        </p:nvSpPr>
        <p:spPr>
          <a:xfrm>
            <a:off x="7257924" y="914991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5C939A-F1BE-8FF3-BDEE-B47465D76796}"/>
              </a:ext>
            </a:extLst>
          </p:cNvPr>
          <p:cNvSpPr txBox="1"/>
          <p:nvPr/>
        </p:nvSpPr>
        <p:spPr>
          <a:xfrm>
            <a:off x="1754430" y="314776"/>
            <a:ext cx="8822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 Black" panose="020F0A02020204030203" pitchFamily="34" charset="0"/>
                <a:ea typeface="+mn-ea"/>
                <a:cs typeface="+mn-cs"/>
              </a:rPr>
              <a:t>DOUBLE-ENDED LINKED LIST</a:t>
            </a:r>
          </a:p>
        </p:txBody>
      </p:sp>
      <p:sp>
        <p:nvSpPr>
          <p:cNvPr id="15" name="Diamond 14">
            <a:extLst>
              <a:ext uri="{FF2B5EF4-FFF2-40B4-BE49-F238E27FC236}">
                <a16:creationId xmlns:a16="http://schemas.microsoft.com/office/drawing/2014/main" id="{D029F85F-8F2E-60D7-4391-C2741FA83F71}"/>
              </a:ext>
            </a:extLst>
          </p:cNvPr>
          <p:cNvSpPr/>
          <p:nvPr/>
        </p:nvSpPr>
        <p:spPr>
          <a:xfrm>
            <a:off x="7690688" y="918575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Diamond 15">
            <a:extLst>
              <a:ext uri="{FF2B5EF4-FFF2-40B4-BE49-F238E27FC236}">
                <a16:creationId xmlns:a16="http://schemas.microsoft.com/office/drawing/2014/main" id="{30D1F984-56FC-ECDD-2555-4AB5D246CC1F}"/>
              </a:ext>
            </a:extLst>
          </p:cNvPr>
          <p:cNvSpPr/>
          <p:nvPr/>
        </p:nvSpPr>
        <p:spPr>
          <a:xfrm>
            <a:off x="9046711" y="918575"/>
            <a:ext cx="360000" cy="3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Diamond 16">
            <a:extLst>
              <a:ext uri="{FF2B5EF4-FFF2-40B4-BE49-F238E27FC236}">
                <a16:creationId xmlns:a16="http://schemas.microsoft.com/office/drawing/2014/main" id="{5162171E-8F02-7792-48F3-0F4046E98999}"/>
              </a:ext>
            </a:extLst>
          </p:cNvPr>
          <p:cNvSpPr/>
          <p:nvPr/>
        </p:nvSpPr>
        <p:spPr>
          <a:xfrm>
            <a:off x="8608968" y="918575"/>
            <a:ext cx="360000" cy="360000"/>
          </a:xfrm>
          <a:prstGeom prst="diamond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Diamond 20">
            <a:extLst>
              <a:ext uri="{FF2B5EF4-FFF2-40B4-BE49-F238E27FC236}">
                <a16:creationId xmlns:a16="http://schemas.microsoft.com/office/drawing/2014/main" id="{564314AD-148B-3CF9-D62C-8D10DF7C143A}"/>
              </a:ext>
            </a:extLst>
          </p:cNvPr>
          <p:cNvSpPr/>
          <p:nvPr/>
        </p:nvSpPr>
        <p:spPr>
          <a:xfrm>
            <a:off x="8149828" y="918575"/>
            <a:ext cx="360000" cy="3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Diamond 21">
            <a:extLst>
              <a:ext uri="{FF2B5EF4-FFF2-40B4-BE49-F238E27FC236}">
                <a16:creationId xmlns:a16="http://schemas.microsoft.com/office/drawing/2014/main" id="{B9446DDC-64B1-B733-145E-C9E2A8C49F7F}"/>
              </a:ext>
            </a:extLst>
          </p:cNvPr>
          <p:cNvSpPr/>
          <p:nvPr/>
        </p:nvSpPr>
        <p:spPr>
          <a:xfrm>
            <a:off x="9491515" y="918575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D92DAB-5B6B-CC99-4494-84DC68E8B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7368" y="1649535"/>
            <a:ext cx="6223422" cy="5149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2042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A09AAC51-0440-EFB8-FB5A-16A795946B0A}"/>
              </a:ext>
            </a:extLst>
          </p:cNvPr>
          <p:cNvGrpSpPr/>
          <p:nvPr/>
        </p:nvGrpSpPr>
        <p:grpSpPr>
          <a:xfrm>
            <a:off x="12150698" y="-127577"/>
            <a:ext cx="12273144" cy="6985577"/>
            <a:chOff x="12150698" y="-127577"/>
            <a:chExt cx="12273144" cy="6985577"/>
          </a:xfrm>
        </p:grpSpPr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78993AD5-1943-6388-5340-7917EB340C7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" t="9062" r="-12" b="8051"/>
            <a:stretch/>
          </p:blipFill>
          <p:spPr>
            <a:xfrm>
              <a:off x="12155287" y="-120676"/>
              <a:ext cx="12268555" cy="6978676"/>
            </a:xfrm>
            <a:prstGeom prst="rect">
              <a:avLst/>
            </a:prstGeom>
          </p:spPr>
        </p:pic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AE10030B-541B-0B28-0B68-62C018CD3120}"/>
                </a:ext>
              </a:extLst>
            </p:cNvPr>
            <p:cNvSpPr/>
            <p:nvPr/>
          </p:nvSpPr>
          <p:spPr>
            <a:xfrm>
              <a:off x="12150698" y="-127577"/>
              <a:ext cx="12268555" cy="6978675"/>
            </a:xfrm>
            <a:prstGeom prst="rect">
              <a:avLst/>
            </a:prstGeom>
            <a:solidFill>
              <a:srgbClr val="031828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9877844-F657-DA59-277D-356BF86A3C9C}"/>
              </a:ext>
            </a:extLst>
          </p:cNvPr>
          <p:cNvGrpSpPr/>
          <p:nvPr/>
        </p:nvGrpSpPr>
        <p:grpSpPr>
          <a:xfrm>
            <a:off x="-10754874" y="-47092"/>
            <a:ext cx="10468624" cy="6873610"/>
            <a:chOff x="12192000" y="-47092"/>
            <a:chExt cx="10468624" cy="687361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4E03518-775A-26B9-DCE3-9A64CF0A05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41"/>
            <a:stretch/>
          </p:blipFill>
          <p:spPr>
            <a:xfrm>
              <a:off x="12192000" y="-20064"/>
              <a:ext cx="10452120" cy="6846582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0C7B5DB-73EF-6A1B-36FD-3BA26485FD85}"/>
                </a:ext>
              </a:extLst>
            </p:cNvPr>
            <p:cNvSpPr/>
            <p:nvPr/>
          </p:nvSpPr>
          <p:spPr>
            <a:xfrm>
              <a:off x="12211904" y="-47092"/>
              <a:ext cx="10448720" cy="6846582"/>
            </a:xfrm>
            <a:prstGeom prst="rect">
              <a:avLst/>
            </a:prstGeom>
            <a:solidFill>
              <a:srgbClr val="031828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89267B40-11C9-9153-A29F-F65DF623C2F2}"/>
              </a:ext>
            </a:extLst>
          </p:cNvPr>
          <p:cNvSpPr/>
          <p:nvPr/>
        </p:nvSpPr>
        <p:spPr>
          <a:xfrm>
            <a:off x="-9257" y="14486"/>
            <a:ext cx="1749113" cy="68465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2B77373-4031-140B-C0A4-3140D943CF61}"/>
              </a:ext>
            </a:extLst>
          </p:cNvPr>
          <p:cNvGrpSpPr/>
          <p:nvPr/>
        </p:nvGrpSpPr>
        <p:grpSpPr>
          <a:xfrm>
            <a:off x="12759918" y="5352526"/>
            <a:ext cx="5915279" cy="1158715"/>
            <a:chOff x="601975" y="1239906"/>
            <a:chExt cx="7027661" cy="115871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D9AE19B-7085-C186-A16C-1E3F3ECE20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3385" y="1239906"/>
              <a:ext cx="369692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-Bold" panose="00000800000000000000" pitchFamily="50" charset="0"/>
                  <a:ea typeface="+mn-ea"/>
                  <a:cs typeface="+mn-cs"/>
                </a:rPr>
                <a:t>STYLES OF LEADERSHIP</a:t>
              </a:r>
              <a:endPara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-Bold" panose="00000800000000000000" pitchFamily="50" charset="0"/>
                <a:ea typeface="+mn-ea"/>
                <a:cs typeface="+mn-cs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58BECD2-07FE-F89D-303C-7A08563478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75" y="1609238"/>
              <a:ext cx="7027661" cy="789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Lorem ipsum dolor sit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amet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,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consectetur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adipiscing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elit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, sed do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eiusmod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tempor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incididunt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ut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labore</a:t>
              </a: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82434AAD-6276-EC0A-31ED-589DD1285475}"/>
              </a:ext>
            </a:extLst>
          </p:cNvPr>
          <p:cNvSpPr txBox="1"/>
          <p:nvPr/>
        </p:nvSpPr>
        <p:spPr>
          <a:xfrm>
            <a:off x="6611134" y="6421241"/>
            <a:ext cx="5587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6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Light" pitchFamily="2" charset="77"/>
                <a:ea typeface="+mn-ea"/>
                <a:cs typeface="+mn-cs"/>
              </a:rPr>
              <a:t>WWW.PPTHEMES.COM </a:t>
            </a:r>
          </a:p>
        </p:txBody>
      </p:sp>
      <p:sp>
        <p:nvSpPr>
          <p:cNvPr id="39" name="Diamond 38">
            <a:extLst>
              <a:ext uri="{FF2B5EF4-FFF2-40B4-BE49-F238E27FC236}">
                <a16:creationId xmlns:a16="http://schemas.microsoft.com/office/drawing/2014/main" id="{0A53FDB5-8B45-2506-A392-9D328D5A3EC3}"/>
              </a:ext>
            </a:extLst>
          </p:cNvPr>
          <p:cNvSpPr/>
          <p:nvPr/>
        </p:nvSpPr>
        <p:spPr>
          <a:xfrm rot="5400000">
            <a:off x="648800" y="187326"/>
            <a:ext cx="2160000" cy="21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Diamond 43">
            <a:extLst>
              <a:ext uri="{FF2B5EF4-FFF2-40B4-BE49-F238E27FC236}">
                <a16:creationId xmlns:a16="http://schemas.microsoft.com/office/drawing/2014/main" id="{516647C1-AC26-B8BD-B6BD-784002349759}"/>
              </a:ext>
            </a:extLst>
          </p:cNvPr>
          <p:cNvSpPr/>
          <p:nvPr/>
        </p:nvSpPr>
        <p:spPr>
          <a:xfrm rot="5400000">
            <a:off x="-493219" y="1361374"/>
            <a:ext cx="2160000" cy="21600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Diamond 44">
            <a:extLst>
              <a:ext uri="{FF2B5EF4-FFF2-40B4-BE49-F238E27FC236}">
                <a16:creationId xmlns:a16="http://schemas.microsoft.com/office/drawing/2014/main" id="{93A02406-42C1-74E2-EBD6-21A9CF95386A}"/>
              </a:ext>
            </a:extLst>
          </p:cNvPr>
          <p:cNvSpPr/>
          <p:nvPr/>
        </p:nvSpPr>
        <p:spPr>
          <a:xfrm rot="5400000">
            <a:off x="1829004" y="1321668"/>
            <a:ext cx="2160000" cy="21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Diamond 46">
            <a:extLst>
              <a:ext uri="{FF2B5EF4-FFF2-40B4-BE49-F238E27FC236}">
                <a16:creationId xmlns:a16="http://schemas.microsoft.com/office/drawing/2014/main" id="{12C0E848-C645-0759-55B9-7047D013FA57}"/>
              </a:ext>
            </a:extLst>
          </p:cNvPr>
          <p:cNvSpPr/>
          <p:nvPr/>
        </p:nvSpPr>
        <p:spPr>
          <a:xfrm rot="5400000">
            <a:off x="661354" y="2472083"/>
            <a:ext cx="2160000" cy="21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BA15C9-D3B2-0BB3-6A65-D6D17A9DF129}"/>
              </a:ext>
            </a:extLst>
          </p:cNvPr>
          <p:cNvSpPr txBox="1"/>
          <p:nvPr/>
        </p:nvSpPr>
        <p:spPr>
          <a:xfrm>
            <a:off x="4284261" y="1541737"/>
            <a:ext cx="584416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WHO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 IS A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LIDER</a:t>
            </a:r>
          </a:p>
        </p:txBody>
      </p:sp>
      <p:sp>
        <p:nvSpPr>
          <p:cNvPr id="14" name="Rectángulo: esquinas redondeadas 95">
            <a:extLst>
              <a:ext uri="{FF2B5EF4-FFF2-40B4-BE49-F238E27FC236}">
                <a16:creationId xmlns:a16="http://schemas.microsoft.com/office/drawing/2014/main" id="{17F5F8F2-70CE-2EC1-2113-FE7A4E7E3E7E}"/>
              </a:ext>
            </a:extLst>
          </p:cNvPr>
          <p:cNvSpPr/>
          <p:nvPr/>
        </p:nvSpPr>
        <p:spPr>
          <a:xfrm rot="16200000">
            <a:off x="5509198" y="8054026"/>
            <a:ext cx="1057509" cy="1273389"/>
          </a:xfrm>
          <a:prstGeom prst="roundRect">
            <a:avLst>
              <a:gd name="adj" fmla="val 2649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ángulo: esquinas redondeadas 92">
            <a:extLst>
              <a:ext uri="{FF2B5EF4-FFF2-40B4-BE49-F238E27FC236}">
                <a16:creationId xmlns:a16="http://schemas.microsoft.com/office/drawing/2014/main" id="{98EFE75A-DED2-48DC-6AD4-C143DF8A3BB7}"/>
              </a:ext>
            </a:extLst>
          </p:cNvPr>
          <p:cNvSpPr/>
          <p:nvPr/>
        </p:nvSpPr>
        <p:spPr>
          <a:xfrm rot="10800000">
            <a:off x="5618527" y="8639439"/>
            <a:ext cx="1057509" cy="1273389"/>
          </a:xfrm>
          <a:prstGeom prst="roundRect">
            <a:avLst>
              <a:gd name="adj" fmla="val 2649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ángulo: esquinas redondeadas 89">
            <a:extLst>
              <a:ext uri="{FF2B5EF4-FFF2-40B4-BE49-F238E27FC236}">
                <a16:creationId xmlns:a16="http://schemas.microsoft.com/office/drawing/2014/main" id="{60927E48-342A-1E64-AF66-D25B4B7709AC}"/>
              </a:ext>
            </a:extLst>
          </p:cNvPr>
          <p:cNvSpPr/>
          <p:nvPr/>
        </p:nvSpPr>
        <p:spPr>
          <a:xfrm rot="5400000">
            <a:off x="6203940" y="8531500"/>
            <a:ext cx="1057509" cy="1273389"/>
          </a:xfrm>
          <a:prstGeom prst="roundRect">
            <a:avLst>
              <a:gd name="adj" fmla="val 2649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ángulo: esquinas redondeadas 80">
            <a:extLst>
              <a:ext uri="{FF2B5EF4-FFF2-40B4-BE49-F238E27FC236}">
                <a16:creationId xmlns:a16="http://schemas.microsoft.com/office/drawing/2014/main" id="{7877A098-A597-F13E-0286-8AD62F0E9269}"/>
              </a:ext>
            </a:extLst>
          </p:cNvPr>
          <p:cNvSpPr/>
          <p:nvPr/>
        </p:nvSpPr>
        <p:spPr>
          <a:xfrm>
            <a:off x="6096000" y="7946087"/>
            <a:ext cx="1057509" cy="1273389"/>
          </a:xfrm>
          <a:prstGeom prst="roundRect">
            <a:avLst>
              <a:gd name="adj" fmla="val 2649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Forma libre: forma 83">
            <a:hlinkClick r:id="rId4" action="ppaction://hlinksldjump"/>
            <a:extLst>
              <a:ext uri="{FF2B5EF4-FFF2-40B4-BE49-F238E27FC236}">
                <a16:creationId xmlns:a16="http://schemas.microsoft.com/office/drawing/2014/main" id="{FFAA5E8F-942D-5B0B-1EF6-082CA1E287FD}"/>
              </a:ext>
            </a:extLst>
          </p:cNvPr>
          <p:cNvSpPr/>
          <p:nvPr/>
        </p:nvSpPr>
        <p:spPr>
          <a:xfrm>
            <a:off x="6096000" y="7946087"/>
            <a:ext cx="315346" cy="1273389"/>
          </a:xfrm>
          <a:custGeom>
            <a:avLst/>
            <a:gdLst>
              <a:gd name="connsiteX0" fmla="*/ 1232256 w 1386725"/>
              <a:gd name="connsiteY0" fmla="*/ 0 h 5599697"/>
              <a:gd name="connsiteX1" fmla="*/ 1386725 w 1386725"/>
              <a:gd name="connsiteY1" fmla="*/ 0 h 5599697"/>
              <a:gd name="connsiteX2" fmla="*/ 1386725 w 1386725"/>
              <a:gd name="connsiteY2" fmla="*/ 5599697 h 5599697"/>
              <a:gd name="connsiteX3" fmla="*/ 1232256 w 1386725"/>
              <a:gd name="connsiteY3" fmla="*/ 5599697 h 5599697"/>
              <a:gd name="connsiteX4" fmla="*/ 0 w 1386725"/>
              <a:gd name="connsiteY4" fmla="*/ 4367441 h 5599697"/>
              <a:gd name="connsiteX5" fmla="*/ 0 w 1386725"/>
              <a:gd name="connsiteY5" fmla="*/ 1232256 h 5599697"/>
              <a:gd name="connsiteX6" fmla="*/ 1232256 w 1386725"/>
              <a:gd name="connsiteY6" fmla="*/ 0 h 559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6725" h="5599697">
                <a:moveTo>
                  <a:pt x="1232256" y="0"/>
                </a:moveTo>
                <a:lnTo>
                  <a:pt x="1386725" y="0"/>
                </a:lnTo>
                <a:lnTo>
                  <a:pt x="1386725" y="5599697"/>
                </a:lnTo>
                <a:lnTo>
                  <a:pt x="1232256" y="5599697"/>
                </a:lnTo>
                <a:cubicBezTo>
                  <a:pt x="551700" y="5599697"/>
                  <a:pt x="0" y="5047997"/>
                  <a:pt x="0" y="4367441"/>
                </a:cubicBezTo>
                <a:lnTo>
                  <a:pt x="0" y="1232256"/>
                </a:lnTo>
                <a:cubicBezTo>
                  <a:pt x="0" y="551700"/>
                  <a:pt x="551700" y="0"/>
                  <a:pt x="123225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Forma libre: forma 90">
            <a:hlinkClick r:id="rId5" action="ppaction://hlinksldjump"/>
            <a:extLst>
              <a:ext uri="{FF2B5EF4-FFF2-40B4-BE49-F238E27FC236}">
                <a16:creationId xmlns:a16="http://schemas.microsoft.com/office/drawing/2014/main" id="{F08DF724-B1BD-5F5C-B873-F372DC848162}"/>
              </a:ext>
            </a:extLst>
          </p:cNvPr>
          <p:cNvSpPr/>
          <p:nvPr/>
        </p:nvSpPr>
        <p:spPr>
          <a:xfrm rot="5400000">
            <a:off x="6575022" y="8160418"/>
            <a:ext cx="315346" cy="1273389"/>
          </a:xfrm>
          <a:custGeom>
            <a:avLst/>
            <a:gdLst>
              <a:gd name="connsiteX0" fmla="*/ 1232256 w 1386725"/>
              <a:gd name="connsiteY0" fmla="*/ 0 h 5599697"/>
              <a:gd name="connsiteX1" fmla="*/ 1386725 w 1386725"/>
              <a:gd name="connsiteY1" fmla="*/ 0 h 5599697"/>
              <a:gd name="connsiteX2" fmla="*/ 1386725 w 1386725"/>
              <a:gd name="connsiteY2" fmla="*/ 5599697 h 5599697"/>
              <a:gd name="connsiteX3" fmla="*/ 1232256 w 1386725"/>
              <a:gd name="connsiteY3" fmla="*/ 5599697 h 5599697"/>
              <a:gd name="connsiteX4" fmla="*/ 0 w 1386725"/>
              <a:gd name="connsiteY4" fmla="*/ 4367441 h 5599697"/>
              <a:gd name="connsiteX5" fmla="*/ 0 w 1386725"/>
              <a:gd name="connsiteY5" fmla="*/ 1232256 h 5599697"/>
              <a:gd name="connsiteX6" fmla="*/ 1232256 w 1386725"/>
              <a:gd name="connsiteY6" fmla="*/ 0 h 559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6725" h="5599697">
                <a:moveTo>
                  <a:pt x="1232256" y="0"/>
                </a:moveTo>
                <a:lnTo>
                  <a:pt x="1386725" y="0"/>
                </a:lnTo>
                <a:lnTo>
                  <a:pt x="1386725" y="5599697"/>
                </a:lnTo>
                <a:lnTo>
                  <a:pt x="1232256" y="5599697"/>
                </a:lnTo>
                <a:cubicBezTo>
                  <a:pt x="551700" y="5599697"/>
                  <a:pt x="0" y="5047997"/>
                  <a:pt x="0" y="4367441"/>
                </a:cubicBezTo>
                <a:lnTo>
                  <a:pt x="0" y="1232256"/>
                </a:lnTo>
                <a:cubicBezTo>
                  <a:pt x="0" y="551700"/>
                  <a:pt x="551700" y="0"/>
                  <a:pt x="123225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Forma libre: forma 93">
            <a:extLst>
              <a:ext uri="{FF2B5EF4-FFF2-40B4-BE49-F238E27FC236}">
                <a16:creationId xmlns:a16="http://schemas.microsoft.com/office/drawing/2014/main" id="{8FBBE074-EFEC-3B8C-A0EA-EB3408B31521}"/>
              </a:ext>
            </a:extLst>
          </p:cNvPr>
          <p:cNvSpPr/>
          <p:nvPr/>
        </p:nvSpPr>
        <p:spPr>
          <a:xfrm rot="10800000">
            <a:off x="6360690" y="8639439"/>
            <a:ext cx="315346" cy="1273389"/>
          </a:xfrm>
          <a:custGeom>
            <a:avLst/>
            <a:gdLst>
              <a:gd name="connsiteX0" fmla="*/ 1232256 w 1386725"/>
              <a:gd name="connsiteY0" fmla="*/ 0 h 5599697"/>
              <a:gd name="connsiteX1" fmla="*/ 1386725 w 1386725"/>
              <a:gd name="connsiteY1" fmla="*/ 0 h 5599697"/>
              <a:gd name="connsiteX2" fmla="*/ 1386725 w 1386725"/>
              <a:gd name="connsiteY2" fmla="*/ 5599697 h 5599697"/>
              <a:gd name="connsiteX3" fmla="*/ 1232256 w 1386725"/>
              <a:gd name="connsiteY3" fmla="*/ 5599697 h 5599697"/>
              <a:gd name="connsiteX4" fmla="*/ 0 w 1386725"/>
              <a:gd name="connsiteY4" fmla="*/ 4367441 h 5599697"/>
              <a:gd name="connsiteX5" fmla="*/ 0 w 1386725"/>
              <a:gd name="connsiteY5" fmla="*/ 1232256 h 5599697"/>
              <a:gd name="connsiteX6" fmla="*/ 1232256 w 1386725"/>
              <a:gd name="connsiteY6" fmla="*/ 0 h 559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6725" h="5599697">
                <a:moveTo>
                  <a:pt x="1232256" y="0"/>
                </a:moveTo>
                <a:lnTo>
                  <a:pt x="1386725" y="0"/>
                </a:lnTo>
                <a:lnTo>
                  <a:pt x="1386725" y="5599697"/>
                </a:lnTo>
                <a:lnTo>
                  <a:pt x="1232256" y="5599697"/>
                </a:lnTo>
                <a:cubicBezTo>
                  <a:pt x="551700" y="5599697"/>
                  <a:pt x="0" y="5047997"/>
                  <a:pt x="0" y="4367441"/>
                </a:cubicBezTo>
                <a:lnTo>
                  <a:pt x="0" y="1232256"/>
                </a:lnTo>
                <a:cubicBezTo>
                  <a:pt x="0" y="551700"/>
                  <a:pt x="551700" y="0"/>
                  <a:pt x="123225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Forma libre: forma 96">
            <a:extLst>
              <a:ext uri="{FF2B5EF4-FFF2-40B4-BE49-F238E27FC236}">
                <a16:creationId xmlns:a16="http://schemas.microsoft.com/office/drawing/2014/main" id="{565AF8AC-AFE6-3B43-FAB5-0AF13D5C639B}"/>
              </a:ext>
            </a:extLst>
          </p:cNvPr>
          <p:cNvSpPr/>
          <p:nvPr/>
        </p:nvSpPr>
        <p:spPr>
          <a:xfrm rot="16200000">
            <a:off x="5880279" y="8425108"/>
            <a:ext cx="315346" cy="1273389"/>
          </a:xfrm>
          <a:custGeom>
            <a:avLst/>
            <a:gdLst>
              <a:gd name="connsiteX0" fmla="*/ 1232256 w 1386725"/>
              <a:gd name="connsiteY0" fmla="*/ 0 h 5599697"/>
              <a:gd name="connsiteX1" fmla="*/ 1386725 w 1386725"/>
              <a:gd name="connsiteY1" fmla="*/ 0 h 5599697"/>
              <a:gd name="connsiteX2" fmla="*/ 1386725 w 1386725"/>
              <a:gd name="connsiteY2" fmla="*/ 5599697 h 5599697"/>
              <a:gd name="connsiteX3" fmla="*/ 1232256 w 1386725"/>
              <a:gd name="connsiteY3" fmla="*/ 5599697 h 5599697"/>
              <a:gd name="connsiteX4" fmla="*/ 0 w 1386725"/>
              <a:gd name="connsiteY4" fmla="*/ 4367441 h 5599697"/>
              <a:gd name="connsiteX5" fmla="*/ 0 w 1386725"/>
              <a:gd name="connsiteY5" fmla="*/ 1232256 h 5599697"/>
              <a:gd name="connsiteX6" fmla="*/ 1232256 w 1386725"/>
              <a:gd name="connsiteY6" fmla="*/ 0 h 559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6725" h="5599697">
                <a:moveTo>
                  <a:pt x="1232256" y="0"/>
                </a:moveTo>
                <a:lnTo>
                  <a:pt x="1386725" y="0"/>
                </a:lnTo>
                <a:lnTo>
                  <a:pt x="1386725" y="5599697"/>
                </a:lnTo>
                <a:lnTo>
                  <a:pt x="1232256" y="5599697"/>
                </a:lnTo>
                <a:cubicBezTo>
                  <a:pt x="551700" y="5599697"/>
                  <a:pt x="0" y="5047997"/>
                  <a:pt x="0" y="4367441"/>
                </a:cubicBezTo>
                <a:lnTo>
                  <a:pt x="0" y="1232256"/>
                </a:lnTo>
                <a:cubicBezTo>
                  <a:pt x="0" y="551700"/>
                  <a:pt x="551700" y="0"/>
                  <a:pt x="123225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" name="Gráfico 116" descr="Aula de clases con relleno sólido">
            <a:extLst>
              <a:ext uri="{FF2B5EF4-FFF2-40B4-BE49-F238E27FC236}">
                <a16:creationId xmlns:a16="http://schemas.microsoft.com/office/drawing/2014/main" id="{8E7A2E18-19C4-CC50-A0E8-C204F824EB7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41802" y="8904129"/>
            <a:ext cx="281235" cy="281235"/>
          </a:xfrm>
          <a:prstGeom prst="rect">
            <a:avLst/>
          </a:prstGeom>
        </p:spPr>
      </p:pic>
      <p:pic>
        <p:nvPicPr>
          <p:cNvPr id="31" name="Gráfico 117" descr="Rollo de diplomas con relleno sólido">
            <a:extLst>
              <a:ext uri="{FF2B5EF4-FFF2-40B4-BE49-F238E27FC236}">
                <a16:creationId xmlns:a16="http://schemas.microsoft.com/office/drawing/2014/main" id="{BC5C4EA3-C59E-8B50-2E1C-69DAD30AB4A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77746" y="9510900"/>
            <a:ext cx="281235" cy="281235"/>
          </a:xfrm>
          <a:prstGeom prst="rect">
            <a:avLst/>
          </a:prstGeom>
        </p:spPr>
      </p:pic>
      <p:pic>
        <p:nvPicPr>
          <p:cNvPr id="32" name="Gráfico 118" descr="Libro abierto con relleno sólido">
            <a:extLst>
              <a:ext uri="{FF2B5EF4-FFF2-40B4-BE49-F238E27FC236}">
                <a16:creationId xmlns:a16="http://schemas.microsoft.com/office/drawing/2014/main" id="{05D41E34-B643-870F-A8F0-4E30B096E00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978957" y="8673626"/>
            <a:ext cx="281235" cy="281235"/>
          </a:xfrm>
          <a:prstGeom prst="rect">
            <a:avLst/>
          </a:prstGeom>
        </p:spPr>
      </p:pic>
      <p:pic>
        <p:nvPicPr>
          <p:cNvPr id="33" name="Gráfico 119" descr="Círculos con flechas con relleno sólido">
            <a:extLst>
              <a:ext uri="{FF2B5EF4-FFF2-40B4-BE49-F238E27FC236}">
                <a16:creationId xmlns:a16="http://schemas.microsoft.com/office/drawing/2014/main" id="{AD49F4F7-91C2-AA65-A23C-5A53E797226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121143" y="8051159"/>
            <a:ext cx="281235" cy="281235"/>
          </a:xfrm>
          <a:prstGeom prst="rect">
            <a:avLst/>
          </a:prstGeom>
        </p:spPr>
      </p:pic>
      <p:sp>
        <p:nvSpPr>
          <p:cNvPr id="34" name="CuadroTexto 120">
            <a:extLst>
              <a:ext uri="{FF2B5EF4-FFF2-40B4-BE49-F238E27FC236}">
                <a16:creationId xmlns:a16="http://schemas.microsoft.com/office/drawing/2014/main" id="{5A8EB7D0-1877-1D1B-6F5E-D7F81344CFBA}"/>
              </a:ext>
            </a:extLst>
          </p:cNvPr>
          <p:cNvSpPr txBox="1"/>
          <p:nvPr/>
        </p:nvSpPr>
        <p:spPr>
          <a:xfrm>
            <a:off x="6535593" y="8125227"/>
            <a:ext cx="5194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Montserrat Black" panose="00000A00000000000000" pitchFamily="50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900" b="0" i="0" u="none" strike="noStrike" kern="1200" cap="none" spc="0" normalizeH="0" baseline="0" noProof="0" dirty="0">
                <a:ln>
                  <a:noFill/>
                </a:ln>
                <a:solidFill>
                  <a:srgbClr val="212745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TITLE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500" b="0" i="0" u="none" strike="noStrike" kern="1200" cap="none" spc="0" normalizeH="0" baseline="0" noProof="0" dirty="0">
                <a:ln>
                  <a:noFill/>
                </a:ln>
                <a:solidFill>
                  <a:srgbClr val="212745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HERE</a:t>
            </a:r>
            <a:endParaRPr kumimoji="0" lang="es-CO" sz="700" b="0" i="0" u="none" strike="noStrike" kern="1200" cap="none" spc="0" normalizeH="0" baseline="0" noProof="0" dirty="0">
              <a:ln>
                <a:noFill/>
              </a:ln>
              <a:solidFill>
                <a:srgbClr val="212745"/>
              </a:solidFill>
              <a:effectLst/>
              <a:uLnTx/>
              <a:uFillTx/>
              <a:latin typeface="Lato" panose="020F0502020204030203" pitchFamily="34" charset="0"/>
              <a:ea typeface="+mn-ea"/>
              <a:cs typeface="+mn-cs"/>
            </a:endParaRPr>
          </a:p>
        </p:txBody>
      </p:sp>
      <p:sp>
        <p:nvSpPr>
          <p:cNvPr id="35" name="CuadroTexto 121">
            <a:extLst>
              <a:ext uri="{FF2B5EF4-FFF2-40B4-BE49-F238E27FC236}">
                <a16:creationId xmlns:a16="http://schemas.microsoft.com/office/drawing/2014/main" id="{83CEDC34-F042-7F6D-B0CB-0F3EBE1F265B}"/>
              </a:ext>
            </a:extLst>
          </p:cNvPr>
          <p:cNvSpPr txBox="1"/>
          <p:nvPr/>
        </p:nvSpPr>
        <p:spPr>
          <a:xfrm>
            <a:off x="6785550" y="9131147"/>
            <a:ext cx="519419" cy="654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srgbClr val="30C4D2"/>
                </a:solidFill>
                <a:effectLst/>
                <a:uLnTx/>
                <a:uFillTx/>
                <a:latin typeface="Montserrat Black" panose="00000A00000000000000" pitchFamily="50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srgbClr val="212745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TITLE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500" b="0" i="0" u="none" strike="noStrike" kern="1200" cap="none" spc="0" normalizeH="0" baseline="0" noProof="0" dirty="0">
                <a:ln>
                  <a:noFill/>
                </a:ln>
                <a:solidFill>
                  <a:srgbClr val="212745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HERE</a:t>
            </a:r>
            <a:endParaRPr kumimoji="0" lang="es-CO" sz="500" b="0" i="0" u="none" strike="noStrike" kern="1200" cap="none" spc="0" normalizeH="0" baseline="0" noProof="0" dirty="0">
              <a:ln>
                <a:noFill/>
              </a:ln>
              <a:solidFill>
                <a:srgbClr val="212745"/>
              </a:solidFill>
              <a:effectLst/>
              <a:uLnTx/>
              <a:uFillTx/>
              <a:latin typeface="Lato" panose="020F0502020204030203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srgbClr val="212745"/>
              </a:solidFill>
              <a:effectLst/>
              <a:uLnTx/>
              <a:uFillTx/>
              <a:latin typeface="Lato" panose="020F0502020204030203" pitchFamily="34" charset="0"/>
              <a:ea typeface="+mn-ea"/>
              <a:cs typeface="+mn-cs"/>
            </a:endParaRPr>
          </a:p>
        </p:txBody>
      </p:sp>
      <p:sp>
        <p:nvSpPr>
          <p:cNvPr id="36" name="CuadroTexto 122">
            <a:extLst>
              <a:ext uri="{FF2B5EF4-FFF2-40B4-BE49-F238E27FC236}">
                <a16:creationId xmlns:a16="http://schemas.microsoft.com/office/drawing/2014/main" id="{BF5CD835-F13E-8172-B373-1C4889840EB1}"/>
              </a:ext>
            </a:extLst>
          </p:cNvPr>
          <p:cNvSpPr txBox="1"/>
          <p:nvPr/>
        </p:nvSpPr>
        <p:spPr>
          <a:xfrm>
            <a:off x="5775842" y="9317594"/>
            <a:ext cx="51941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srgbClr val="F49401"/>
                </a:solidFill>
                <a:effectLst/>
                <a:uLnTx/>
                <a:uFillTx/>
                <a:latin typeface="Montserrat Black" panose="00000A00000000000000" pitchFamily="50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srgbClr val="212745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TITLE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500" b="0" i="0" u="none" strike="noStrike" kern="1200" cap="none" spc="0" normalizeH="0" baseline="0" noProof="0" dirty="0">
                <a:ln>
                  <a:noFill/>
                </a:ln>
                <a:solidFill>
                  <a:srgbClr val="212745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HERE</a:t>
            </a:r>
            <a:endParaRPr kumimoji="0" lang="es-CO" sz="500" b="0" i="0" u="none" strike="noStrike" kern="1200" cap="none" spc="0" normalizeH="0" baseline="0" noProof="0" dirty="0">
              <a:ln>
                <a:noFill/>
              </a:ln>
              <a:solidFill>
                <a:srgbClr val="212745"/>
              </a:solidFill>
              <a:effectLst/>
              <a:uLnTx/>
              <a:uFillTx/>
              <a:latin typeface="Lato" panose="020F0502020204030203" pitchFamily="34" charset="0"/>
              <a:ea typeface="+mn-ea"/>
              <a:cs typeface="+mn-cs"/>
            </a:endParaRPr>
          </a:p>
        </p:txBody>
      </p:sp>
      <p:sp>
        <p:nvSpPr>
          <p:cNvPr id="37" name="CuadroTexto 123">
            <a:extLst>
              <a:ext uri="{FF2B5EF4-FFF2-40B4-BE49-F238E27FC236}">
                <a16:creationId xmlns:a16="http://schemas.microsoft.com/office/drawing/2014/main" id="{F669E504-39FF-463F-2852-525A7E30D259}"/>
              </a:ext>
            </a:extLst>
          </p:cNvPr>
          <p:cNvSpPr txBox="1"/>
          <p:nvPr/>
        </p:nvSpPr>
        <p:spPr>
          <a:xfrm>
            <a:off x="5529667" y="8404308"/>
            <a:ext cx="51941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srgbClr val="F93043"/>
                </a:solidFill>
                <a:effectLst/>
                <a:uLnTx/>
                <a:uFillTx/>
                <a:latin typeface="Montserrat Black" panose="00000A00000000000000" pitchFamily="50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srgbClr val="212745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TITLE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500" b="0" i="0" u="none" strike="noStrike" kern="1200" cap="none" spc="0" normalizeH="0" baseline="0" noProof="0" dirty="0">
                <a:ln>
                  <a:noFill/>
                </a:ln>
                <a:solidFill>
                  <a:srgbClr val="212745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HERE</a:t>
            </a:r>
            <a:endParaRPr kumimoji="0" lang="es-CO" sz="500" b="0" i="0" u="none" strike="noStrike" kern="1200" cap="none" spc="0" normalizeH="0" baseline="0" noProof="0" dirty="0">
              <a:ln>
                <a:noFill/>
              </a:ln>
              <a:solidFill>
                <a:srgbClr val="212745"/>
              </a:solidFill>
              <a:effectLst/>
              <a:uLnTx/>
              <a:uFillTx/>
              <a:latin typeface="Lato" panose="020F0502020204030203" pitchFamily="34" charset="0"/>
              <a:ea typeface="+mn-ea"/>
              <a:cs typeface="+mn-cs"/>
            </a:endParaRPr>
          </a:p>
        </p:txBody>
      </p:sp>
      <p:grpSp>
        <p:nvGrpSpPr>
          <p:cNvPr id="38" name="Grupo 79">
            <a:extLst>
              <a:ext uri="{FF2B5EF4-FFF2-40B4-BE49-F238E27FC236}">
                <a16:creationId xmlns:a16="http://schemas.microsoft.com/office/drawing/2014/main" id="{D410638F-D74E-4D14-35A1-7500B436C515}"/>
              </a:ext>
            </a:extLst>
          </p:cNvPr>
          <p:cNvGrpSpPr/>
          <p:nvPr/>
        </p:nvGrpSpPr>
        <p:grpSpPr>
          <a:xfrm>
            <a:off x="6096000" y="8635062"/>
            <a:ext cx="580036" cy="580036"/>
            <a:chOff x="9095873" y="4745254"/>
            <a:chExt cx="2550695" cy="2550695"/>
          </a:xfrm>
        </p:grpSpPr>
        <p:sp>
          <p:nvSpPr>
            <p:cNvPr id="40" name="Elipse 78">
              <a:extLst>
                <a:ext uri="{FF2B5EF4-FFF2-40B4-BE49-F238E27FC236}">
                  <a16:creationId xmlns:a16="http://schemas.microsoft.com/office/drawing/2014/main" id="{9AC3B03C-81BD-3A01-363F-F36FBBBED4BE}"/>
                </a:ext>
              </a:extLst>
            </p:cNvPr>
            <p:cNvSpPr/>
            <p:nvPr/>
          </p:nvSpPr>
          <p:spPr>
            <a:xfrm>
              <a:off x="9095873" y="4745254"/>
              <a:ext cx="2550695" cy="2550695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Elipse 77">
              <a:extLst>
                <a:ext uri="{FF2B5EF4-FFF2-40B4-BE49-F238E27FC236}">
                  <a16:creationId xmlns:a16="http://schemas.microsoft.com/office/drawing/2014/main" id="{F1036ED8-0E3D-966A-F01A-A2832E289587}"/>
                </a:ext>
              </a:extLst>
            </p:cNvPr>
            <p:cNvSpPr/>
            <p:nvPr/>
          </p:nvSpPr>
          <p:spPr>
            <a:xfrm>
              <a:off x="9432758" y="5101389"/>
              <a:ext cx="1876926" cy="187692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48" name="Gráfico 115" descr="Libros en una estantería con relleno sólido">
            <a:extLst>
              <a:ext uri="{FF2B5EF4-FFF2-40B4-BE49-F238E27FC236}">
                <a16:creationId xmlns:a16="http://schemas.microsoft.com/office/drawing/2014/main" id="{E6A465F8-CD34-0C5A-C66D-3CE81C023B3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237128" y="8771669"/>
            <a:ext cx="281235" cy="281235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69E0B5E4-0A5E-FB8F-97A4-3702DFE9D9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8220" y="3453011"/>
            <a:ext cx="174640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Open Sans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-Bold" panose="00000800000000000000" pitchFamily="50" charset="0"/>
                <a:ea typeface="+mn-ea"/>
                <a:cs typeface="+mn-cs"/>
              </a:rPr>
              <a:t>Investment</a:t>
            </a: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-Bold" panose="00000800000000000000" pitchFamily="50" charset="0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11D6CF-96E1-2CEF-4FBB-633E1469960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099010" y="1784906"/>
            <a:ext cx="7927179" cy="30227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6C3D312-6BEF-751B-F036-101D2457167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290943" y="5000409"/>
            <a:ext cx="8006459" cy="9433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DBF65B3-47AE-CE4B-3CF1-D6DA536F69B7}"/>
              </a:ext>
            </a:extLst>
          </p:cNvPr>
          <p:cNvSpPr txBox="1"/>
          <p:nvPr/>
        </p:nvSpPr>
        <p:spPr>
          <a:xfrm>
            <a:off x="2758387" y="631904"/>
            <a:ext cx="80524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SYLES OF LEADERS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AEDCCDC7-7404-1891-BA0F-6E4A503CBE11}"/>
              </a:ext>
            </a:extLst>
          </p:cNvPr>
          <p:cNvSpPr/>
          <p:nvPr/>
        </p:nvSpPr>
        <p:spPr>
          <a:xfrm>
            <a:off x="5457097" y="914991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Diamond 12">
            <a:extLst>
              <a:ext uri="{FF2B5EF4-FFF2-40B4-BE49-F238E27FC236}">
                <a16:creationId xmlns:a16="http://schemas.microsoft.com/office/drawing/2014/main" id="{01291BE4-1925-3049-00FD-A54334C7F8BD}"/>
              </a:ext>
            </a:extLst>
          </p:cNvPr>
          <p:cNvSpPr/>
          <p:nvPr/>
        </p:nvSpPr>
        <p:spPr>
          <a:xfrm>
            <a:off x="6813120" y="914991"/>
            <a:ext cx="360000" cy="3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Diamond 20">
            <a:extLst>
              <a:ext uri="{FF2B5EF4-FFF2-40B4-BE49-F238E27FC236}">
                <a16:creationId xmlns:a16="http://schemas.microsoft.com/office/drawing/2014/main" id="{88D36F44-F452-0C58-14A9-7047CA194E4D}"/>
              </a:ext>
            </a:extLst>
          </p:cNvPr>
          <p:cNvSpPr/>
          <p:nvPr/>
        </p:nvSpPr>
        <p:spPr>
          <a:xfrm>
            <a:off x="6375377" y="914991"/>
            <a:ext cx="360000" cy="360000"/>
          </a:xfrm>
          <a:prstGeom prst="diamond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Diamond 23">
            <a:extLst>
              <a:ext uri="{FF2B5EF4-FFF2-40B4-BE49-F238E27FC236}">
                <a16:creationId xmlns:a16="http://schemas.microsoft.com/office/drawing/2014/main" id="{EC8028DD-2522-0CAD-FCF2-5ADF8FD27705}"/>
              </a:ext>
            </a:extLst>
          </p:cNvPr>
          <p:cNvSpPr/>
          <p:nvPr/>
        </p:nvSpPr>
        <p:spPr>
          <a:xfrm>
            <a:off x="5916237" y="914991"/>
            <a:ext cx="360000" cy="3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Diamond 41">
            <a:extLst>
              <a:ext uri="{FF2B5EF4-FFF2-40B4-BE49-F238E27FC236}">
                <a16:creationId xmlns:a16="http://schemas.microsoft.com/office/drawing/2014/main" id="{D5BAFFF0-2AE6-01DE-A7CC-BA578FFD618F}"/>
              </a:ext>
            </a:extLst>
          </p:cNvPr>
          <p:cNvSpPr/>
          <p:nvPr/>
        </p:nvSpPr>
        <p:spPr>
          <a:xfrm>
            <a:off x="7257924" y="914991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D68DAA5-E9BD-2E48-EBB3-0E25454368E0}"/>
              </a:ext>
            </a:extLst>
          </p:cNvPr>
          <p:cNvSpPr txBox="1"/>
          <p:nvPr/>
        </p:nvSpPr>
        <p:spPr>
          <a:xfrm>
            <a:off x="1754430" y="314776"/>
            <a:ext cx="8822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 Black" panose="020F0A02020204030203" pitchFamily="34" charset="0"/>
                <a:ea typeface="+mn-ea"/>
                <a:cs typeface="+mn-cs"/>
              </a:rPr>
              <a:t>DOUBLE-ENDED LINKED LIST</a:t>
            </a:r>
          </a:p>
        </p:txBody>
      </p:sp>
      <p:sp>
        <p:nvSpPr>
          <p:cNvPr id="46" name="Diamond 45">
            <a:extLst>
              <a:ext uri="{FF2B5EF4-FFF2-40B4-BE49-F238E27FC236}">
                <a16:creationId xmlns:a16="http://schemas.microsoft.com/office/drawing/2014/main" id="{3EC0CAD8-023A-C16A-39A5-E7C7591B52B0}"/>
              </a:ext>
            </a:extLst>
          </p:cNvPr>
          <p:cNvSpPr/>
          <p:nvPr/>
        </p:nvSpPr>
        <p:spPr>
          <a:xfrm>
            <a:off x="7690688" y="918575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Diamond 54">
            <a:extLst>
              <a:ext uri="{FF2B5EF4-FFF2-40B4-BE49-F238E27FC236}">
                <a16:creationId xmlns:a16="http://schemas.microsoft.com/office/drawing/2014/main" id="{76A9A335-3578-F59C-4AAB-BB403A212C91}"/>
              </a:ext>
            </a:extLst>
          </p:cNvPr>
          <p:cNvSpPr/>
          <p:nvPr/>
        </p:nvSpPr>
        <p:spPr>
          <a:xfrm>
            <a:off x="9046711" y="918575"/>
            <a:ext cx="360000" cy="3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Diamond 56">
            <a:extLst>
              <a:ext uri="{FF2B5EF4-FFF2-40B4-BE49-F238E27FC236}">
                <a16:creationId xmlns:a16="http://schemas.microsoft.com/office/drawing/2014/main" id="{CFBC67EA-DF05-1F13-2236-21BDF1B29AA4}"/>
              </a:ext>
            </a:extLst>
          </p:cNvPr>
          <p:cNvSpPr/>
          <p:nvPr/>
        </p:nvSpPr>
        <p:spPr>
          <a:xfrm>
            <a:off x="8608968" y="918575"/>
            <a:ext cx="360000" cy="360000"/>
          </a:xfrm>
          <a:prstGeom prst="diamond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Diamond 58">
            <a:extLst>
              <a:ext uri="{FF2B5EF4-FFF2-40B4-BE49-F238E27FC236}">
                <a16:creationId xmlns:a16="http://schemas.microsoft.com/office/drawing/2014/main" id="{6209B377-70B7-77EE-FA26-54A978E8ED50}"/>
              </a:ext>
            </a:extLst>
          </p:cNvPr>
          <p:cNvSpPr/>
          <p:nvPr/>
        </p:nvSpPr>
        <p:spPr>
          <a:xfrm>
            <a:off x="8149828" y="918575"/>
            <a:ext cx="360000" cy="3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Diamond 59">
            <a:extLst>
              <a:ext uri="{FF2B5EF4-FFF2-40B4-BE49-F238E27FC236}">
                <a16:creationId xmlns:a16="http://schemas.microsoft.com/office/drawing/2014/main" id="{0037825C-02EE-167C-13F4-8964A36F7060}"/>
              </a:ext>
            </a:extLst>
          </p:cNvPr>
          <p:cNvSpPr/>
          <p:nvPr/>
        </p:nvSpPr>
        <p:spPr>
          <a:xfrm>
            <a:off x="9491515" y="918575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18058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>
            <a:extLst>
              <a:ext uri="{FF2B5EF4-FFF2-40B4-BE49-F238E27FC236}">
                <a16:creationId xmlns:a16="http://schemas.microsoft.com/office/drawing/2014/main" id="{1F565243-9681-B2E3-763B-A2D94F96796E}"/>
              </a:ext>
            </a:extLst>
          </p:cNvPr>
          <p:cNvGrpSpPr/>
          <p:nvPr/>
        </p:nvGrpSpPr>
        <p:grpSpPr>
          <a:xfrm>
            <a:off x="-12556257" y="-47092"/>
            <a:ext cx="12494478" cy="6911993"/>
            <a:chOff x="12191999" y="-47092"/>
            <a:chExt cx="12494478" cy="6911993"/>
          </a:xfrm>
        </p:grpSpPr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2981E7A3-935D-48D3-B795-8A14F20A487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463"/>
            <a:stretch/>
          </p:blipFill>
          <p:spPr>
            <a:xfrm flipH="1">
              <a:off x="12198681" y="-41680"/>
              <a:ext cx="12487796" cy="6889814"/>
            </a:xfrm>
            <a:prstGeom prst="rect">
              <a:avLst/>
            </a:prstGeom>
          </p:spPr>
        </p:pic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8AA6FC20-0C95-1644-6322-6D889AD83837}"/>
                </a:ext>
              </a:extLst>
            </p:cNvPr>
            <p:cNvSpPr/>
            <p:nvPr/>
          </p:nvSpPr>
          <p:spPr>
            <a:xfrm>
              <a:off x="12191999" y="-47092"/>
              <a:ext cx="12494478" cy="6911993"/>
            </a:xfrm>
            <a:prstGeom prst="rect">
              <a:avLst/>
            </a:prstGeom>
            <a:solidFill>
              <a:srgbClr val="031828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82434AAD-6276-EC0A-31ED-589DD1285475}"/>
              </a:ext>
            </a:extLst>
          </p:cNvPr>
          <p:cNvSpPr txBox="1"/>
          <p:nvPr/>
        </p:nvSpPr>
        <p:spPr>
          <a:xfrm>
            <a:off x="3642075" y="7258068"/>
            <a:ext cx="55876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6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Light" pitchFamily="2" charset="77"/>
                <a:ea typeface="+mn-ea"/>
                <a:cs typeface="+mn-cs"/>
              </a:rPr>
              <a:t>WWW.PPTHEMES.COM 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5F5EEFC-97BA-E025-2DD1-0863FB7E0BFA}"/>
              </a:ext>
            </a:extLst>
          </p:cNvPr>
          <p:cNvGrpSpPr/>
          <p:nvPr/>
        </p:nvGrpSpPr>
        <p:grpSpPr>
          <a:xfrm>
            <a:off x="13030228" y="3718483"/>
            <a:ext cx="5921959" cy="2576208"/>
            <a:chOff x="594039" y="1299676"/>
            <a:chExt cx="7035597" cy="257620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D8A5DA-2CE6-3F64-7E91-ACA95B5D06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039" y="1299676"/>
              <a:ext cx="168293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-Bold" panose="00000800000000000000" pitchFamily="50" charset="0"/>
                  <a:ea typeface="+mn-ea"/>
                  <a:cs typeface="+mn-cs"/>
                </a:rPr>
                <a:t>Investment</a:t>
              </a:r>
              <a:endPara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-Bold" panose="00000800000000000000" pitchFamily="50" charset="0"/>
                <a:ea typeface="+mn-ea"/>
                <a:cs typeface="+mn-cs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EBFC41E-5DDA-04C1-4066-7217A5BDA3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75" y="1609238"/>
              <a:ext cx="7027661" cy="22666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Lorem ipsum dolor sit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amet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,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consectetur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adipiscing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elit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, sed do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eiusmod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tempor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incididunt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ut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labore</a:t>
              </a: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Light" panose="00000400000000000000" pitchFamily="50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Lorem ipsum dolor sit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amet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,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consectetur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adipiscing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elit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, sed do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eiusmod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tempor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incididunt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ut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labore</a:t>
              </a:r>
              <a:endPara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Light" panose="00000400000000000000" pitchFamily="50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Light" panose="000004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59" name="Gráfico 117" descr="Rollo de diplomas con relleno sólido">
            <a:extLst>
              <a:ext uri="{FF2B5EF4-FFF2-40B4-BE49-F238E27FC236}">
                <a16:creationId xmlns:a16="http://schemas.microsoft.com/office/drawing/2014/main" id="{BF6E0A96-E5CA-A5EA-F2C7-B7CB0C45B6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38512" y="4763781"/>
            <a:ext cx="618363" cy="618363"/>
          </a:xfrm>
          <a:prstGeom prst="rect">
            <a:avLst/>
          </a:prstGeom>
        </p:spPr>
      </p:pic>
      <p:pic>
        <p:nvPicPr>
          <p:cNvPr id="60" name="Gráfico 118" descr="Libro abierto con relleno sólido">
            <a:extLst>
              <a:ext uri="{FF2B5EF4-FFF2-40B4-BE49-F238E27FC236}">
                <a16:creationId xmlns:a16="http://schemas.microsoft.com/office/drawing/2014/main" id="{94979502-95F1-81B0-EAE6-A392F863A2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60418" y="2922834"/>
            <a:ext cx="618363" cy="618363"/>
          </a:xfrm>
          <a:prstGeom prst="rect">
            <a:avLst/>
          </a:prstGeom>
        </p:spPr>
      </p:pic>
      <p:sp>
        <p:nvSpPr>
          <p:cNvPr id="74" name="Rectangle 73">
            <a:extLst>
              <a:ext uri="{FF2B5EF4-FFF2-40B4-BE49-F238E27FC236}">
                <a16:creationId xmlns:a16="http://schemas.microsoft.com/office/drawing/2014/main" id="{F53714C4-D0B0-696A-2886-56DEAF052418}"/>
              </a:ext>
            </a:extLst>
          </p:cNvPr>
          <p:cNvSpPr/>
          <p:nvPr/>
        </p:nvSpPr>
        <p:spPr>
          <a:xfrm>
            <a:off x="-8706" y="-18416"/>
            <a:ext cx="1749113" cy="68764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Diamond 38">
            <a:extLst>
              <a:ext uri="{FF2B5EF4-FFF2-40B4-BE49-F238E27FC236}">
                <a16:creationId xmlns:a16="http://schemas.microsoft.com/office/drawing/2014/main" id="{0A53FDB5-8B45-2506-A392-9D328D5A3EC3}"/>
              </a:ext>
            </a:extLst>
          </p:cNvPr>
          <p:cNvSpPr/>
          <p:nvPr/>
        </p:nvSpPr>
        <p:spPr>
          <a:xfrm rot="10800000">
            <a:off x="1810271" y="1310612"/>
            <a:ext cx="2160000" cy="21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Diamond 43">
            <a:extLst>
              <a:ext uri="{FF2B5EF4-FFF2-40B4-BE49-F238E27FC236}">
                <a16:creationId xmlns:a16="http://schemas.microsoft.com/office/drawing/2014/main" id="{516647C1-AC26-B8BD-B6BD-784002349759}"/>
              </a:ext>
            </a:extLst>
          </p:cNvPr>
          <p:cNvSpPr/>
          <p:nvPr/>
        </p:nvSpPr>
        <p:spPr>
          <a:xfrm rot="10800000">
            <a:off x="636223" y="168593"/>
            <a:ext cx="2160000" cy="21600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Diamond 44">
            <a:extLst>
              <a:ext uri="{FF2B5EF4-FFF2-40B4-BE49-F238E27FC236}">
                <a16:creationId xmlns:a16="http://schemas.microsoft.com/office/drawing/2014/main" id="{93A02406-42C1-74E2-EBD6-21A9CF95386A}"/>
              </a:ext>
            </a:extLst>
          </p:cNvPr>
          <p:cNvSpPr/>
          <p:nvPr/>
        </p:nvSpPr>
        <p:spPr>
          <a:xfrm rot="10800000">
            <a:off x="675929" y="2490816"/>
            <a:ext cx="2160000" cy="21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Diamond 46">
            <a:extLst>
              <a:ext uri="{FF2B5EF4-FFF2-40B4-BE49-F238E27FC236}">
                <a16:creationId xmlns:a16="http://schemas.microsoft.com/office/drawing/2014/main" id="{12C0E848-C645-0759-55B9-7047D013FA57}"/>
              </a:ext>
            </a:extLst>
          </p:cNvPr>
          <p:cNvSpPr/>
          <p:nvPr/>
        </p:nvSpPr>
        <p:spPr>
          <a:xfrm rot="10800000">
            <a:off x="-474486" y="1323166"/>
            <a:ext cx="2160000" cy="21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F3678745-9AF2-BB77-7593-F0AE6B6727FE}"/>
              </a:ext>
            </a:extLst>
          </p:cNvPr>
          <p:cNvGrpSpPr/>
          <p:nvPr/>
        </p:nvGrpSpPr>
        <p:grpSpPr>
          <a:xfrm>
            <a:off x="12179837" y="-27415"/>
            <a:ext cx="12295230" cy="7021885"/>
            <a:chOff x="12179837" y="-27415"/>
            <a:chExt cx="12295230" cy="7021885"/>
          </a:xfrm>
        </p:grpSpPr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6418733D-D1B2-F747-7069-67D7059788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477" b="368"/>
            <a:stretch/>
          </p:blipFill>
          <p:spPr>
            <a:xfrm>
              <a:off x="12179837" y="-27415"/>
              <a:ext cx="12192000" cy="6885415"/>
            </a:xfrm>
            <a:prstGeom prst="rect">
              <a:avLst/>
            </a:prstGeom>
          </p:spPr>
        </p:pic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1C17F809-3CC2-13F4-3B10-CFC3995CA323}"/>
                </a:ext>
              </a:extLst>
            </p:cNvPr>
            <p:cNvSpPr/>
            <p:nvPr/>
          </p:nvSpPr>
          <p:spPr>
            <a:xfrm>
              <a:off x="12206512" y="15795"/>
              <a:ext cx="12268555" cy="6978675"/>
            </a:xfrm>
            <a:prstGeom prst="rect">
              <a:avLst/>
            </a:prstGeom>
            <a:solidFill>
              <a:srgbClr val="031828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89507A28-5E48-4E7F-430F-1B1B21073D16}"/>
              </a:ext>
            </a:extLst>
          </p:cNvPr>
          <p:cNvSpPr txBox="1"/>
          <p:nvPr/>
        </p:nvSpPr>
        <p:spPr>
          <a:xfrm>
            <a:off x="2718899" y="101937"/>
            <a:ext cx="8052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DIFFERENCE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 BETWEEN MANAGERS &amp; LEADERS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7D04CB-77C0-8053-647C-3722E58C65FA}"/>
              </a:ext>
            </a:extLst>
          </p:cNvPr>
          <p:cNvSpPr txBox="1"/>
          <p:nvPr/>
        </p:nvSpPr>
        <p:spPr>
          <a:xfrm>
            <a:off x="2758387" y="631904"/>
            <a:ext cx="80524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SYLES OF LEADERS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DA2B6D9C-1295-2612-340E-AD552D62702C}"/>
              </a:ext>
            </a:extLst>
          </p:cNvPr>
          <p:cNvSpPr/>
          <p:nvPr/>
        </p:nvSpPr>
        <p:spPr>
          <a:xfrm>
            <a:off x="5457097" y="914991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64F4DA64-FB2B-825F-16B5-7F59053609EC}"/>
              </a:ext>
            </a:extLst>
          </p:cNvPr>
          <p:cNvSpPr/>
          <p:nvPr/>
        </p:nvSpPr>
        <p:spPr>
          <a:xfrm>
            <a:off x="6813120" y="914991"/>
            <a:ext cx="360000" cy="3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Diamond 12">
            <a:extLst>
              <a:ext uri="{FF2B5EF4-FFF2-40B4-BE49-F238E27FC236}">
                <a16:creationId xmlns:a16="http://schemas.microsoft.com/office/drawing/2014/main" id="{383E13A2-9FE2-D0CF-44DA-5A25D3DE26C6}"/>
              </a:ext>
            </a:extLst>
          </p:cNvPr>
          <p:cNvSpPr/>
          <p:nvPr/>
        </p:nvSpPr>
        <p:spPr>
          <a:xfrm>
            <a:off x="6375377" y="914991"/>
            <a:ext cx="360000" cy="360000"/>
          </a:xfrm>
          <a:prstGeom prst="diamond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Diamond 13">
            <a:extLst>
              <a:ext uri="{FF2B5EF4-FFF2-40B4-BE49-F238E27FC236}">
                <a16:creationId xmlns:a16="http://schemas.microsoft.com/office/drawing/2014/main" id="{5BE39A56-DCCF-8396-FF15-19AB2D744C88}"/>
              </a:ext>
            </a:extLst>
          </p:cNvPr>
          <p:cNvSpPr/>
          <p:nvPr/>
        </p:nvSpPr>
        <p:spPr>
          <a:xfrm>
            <a:off x="5916237" y="914991"/>
            <a:ext cx="360000" cy="3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Diamond 17">
            <a:extLst>
              <a:ext uri="{FF2B5EF4-FFF2-40B4-BE49-F238E27FC236}">
                <a16:creationId xmlns:a16="http://schemas.microsoft.com/office/drawing/2014/main" id="{9151BD0C-443C-37D7-39D2-8C1208F5A9DA}"/>
              </a:ext>
            </a:extLst>
          </p:cNvPr>
          <p:cNvSpPr/>
          <p:nvPr/>
        </p:nvSpPr>
        <p:spPr>
          <a:xfrm>
            <a:off x="7257924" y="914991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3F4813-B48B-853A-CBD9-A97BBEBE6E85}"/>
              </a:ext>
            </a:extLst>
          </p:cNvPr>
          <p:cNvSpPr txBox="1"/>
          <p:nvPr/>
        </p:nvSpPr>
        <p:spPr>
          <a:xfrm>
            <a:off x="1754430" y="314776"/>
            <a:ext cx="8822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 Black" panose="020F0A02020204030203" pitchFamily="34" charset="0"/>
                <a:ea typeface="+mn-ea"/>
                <a:cs typeface="+mn-cs"/>
              </a:rPr>
              <a:t>DOUBLE-ENDED LINKED LIST</a:t>
            </a:r>
          </a:p>
        </p:txBody>
      </p:sp>
      <p:sp>
        <p:nvSpPr>
          <p:cNvPr id="20" name="Diamond 19">
            <a:extLst>
              <a:ext uri="{FF2B5EF4-FFF2-40B4-BE49-F238E27FC236}">
                <a16:creationId xmlns:a16="http://schemas.microsoft.com/office/drawing/2014/main" id="{618E3038-89CF-D727-7AC5-A0A96B999E51}"/>
              </a:ext>
            </a:extLst>
          </p:cNvPr>
          <p:cNvSpPr/>
          <p:nvPr/>
        </p:nvSpPr>
        <p:spPr>
          <a:xfrm>
            <a:off x="7690688" y="918575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Diamond 20">
            <a:extLst>
              <a:ext uri="{FF2B5EF4-FFF2-40B4-BE49-F238E27FC236}">
                <a16:creationId xmlns:a16="http://schemas.microsoft.com/office/drawing/2014/main" id="{18889D23-D451-26B1-610C-F91C85831142}"/>
              </a:ext>
            </a:extLst>
          </p:cNvPr>
          <p:cNvSpPr/>
          <p:nvPr/>
        </p:nvSpPr>
        <p:spPr>
          <a:xfrm>
            <a:off x="9046711" y="918575"/>
            <a:ext cx="360000" cy="3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Diamond 21">
            <a:extLst>
              <a:ext uri="{FF2B5EF4-FFF2-40B4-BE49-F238E27FC236}">
                <a16:creationId xmlns:a16="http://schemas.microsoft.com/office/drawing/2014/main" id="{55955C17-FBB3-CF8C-BE55-CB0DE742A054}"/>
              </a:ext>
            </a:extLst>
          </p:cNvPr>
          <p:cNvSpPr/>
          <p:nvPr/>
        </p:nvSpPr>
        <p:spPr>
          <a:xfrm>
            <a:off x="8608968" y="918575"/>
            <a:ext cx="360000" cy="360000"/>
          </a:xfrm>
          <a:prstGeom prst="diamond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Diamond 22">
            <a:extLst>
              <a:ext uri="{FF2B5EF4-FFF2-40B4-BE49-F238E27FC236}">
                <a16:creationId xmlns:a16="http://schemas.microsoft.com/office/drawing/2014/main" id="{B8BC093D-555E-E4D9-E2E2-E0FA837313DA}"/>
              </a:ext>
            </a:extLst>
          </p:cNvPr>
          <p:cNvSpPr/>
          <p:nvPr/>
        </p:nvSpPr>
        <p:spPr>
          <a:xfrm>
            <a:off x="8149828" y="918575"/>
            <a:ext cx="360000" cy="3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Diamond 23">
            <a:extLst>
              <a:ext uri="{FF2B5EF4-FFF2-40B4-BE49-F238E27FC236}">
                <a16:creationId xmlns:a16="http://schemas.microsoft.com/office/drawing/2014/main" id="{EF5A0089-8E58-3662-3F37-58EA9737A954}"/>
              </a:ext>
            </a:extLst>
          </p:cNvPr>
          <p:cNvSpPr/>
          <p:nvPr/>
        </p:nvSpPr>
        <p:spPr>
          <a:xfrm>
            <a:off x="9491515" y="918575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0998A12-1810-6C37-7890-638746C9575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62598" y="1835885"/>
            <a:ext cx="6453033" cy="3765195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D4C3E33E-EC98-F21C-D3CF-A1DD7BEC3F5A}"/>
              </a:ext>
            </a:extLst>
          </p:cNvPr>
          <p:cNvSpPr txBox="1"/>
          <p:nvPr/>
        </p:nvSpPr>
        <p:spPr>
          <a:xfrm>
            <a:off x="1908432" y="5945560"/>
            <a:ext cx="893389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1" dirty="0">
                <a:solidFill>
                  <a:srgbClr val="3C2077"/>
                </a:solidFill>
                <a:effectLst/>
                <a:latin typeface="Lato" panose="020F0502020204030203" pitchFamily="34" charset="0"/>
              </a:rPr>
              <a:t>The </a:t>
            </a:r>
            <a:r>
              <a:rPr lang="en-US" sz="1600" b="1" i="1" dirty="0">
                <a:solidFill>
                  <a:srgbClr val="3C2077"/>
                </a:solidFill>
                <a:effectLst/>
                <a:latin typeface="Lato" panose="020F0502020204030203" pitchFamily="34" charset="0"/>
              </a:rPr>
              <a:t>Java String class </a:t>
            </a:r>
            <a:r>
              <a:rPr lang="en-US" sz="1600" b="1" i="1" dirty="0" err="1">
                <a:solidFill>
                  <a:srgbClr val="3C2077"/>
                </a:solidFill>
                <a:effectLst/>
                <a:latin typeface="Lato" panose="020F0502020204030203" pitchFamily="34" charset="0"/>
              </a:rPr>
              <a:t>isEmpty</a:t>
            </a:r>
            <a:r>
              <a:rPr lang="en-US" sz="1600" b="1" i="1" dirty="0">
                <a:solidFill>
                  <a:srgbClr val="3C2077"/>
                </a:solidFill>
                <a:effectLst/>
                <a:latin typeface="Lato" panose="020F0502020204030203" pitchFamily="34" charset="0"/>
              </a:rPr>
              <a:t>()</a:t>
            </a:r>
            <a:r>
              <a:rPr lang="en-US" sz="1600" b="0" i="1" dirty="0">
                <a:solidFill>
                  <a:srgbClr val="3C2077"/>
                </a:solidFill>
                <a:effectLst/>
                <a:latin typeface="Lato" panose="020F0502020204030203" pitchFamily="34" charset="0"/>
              </a:rPr>
              <a:t> method checks if the input string is empty or not. </a:t>
            </a:r>
          </a:p>
          <a:p>
            <a:r>
              <a:rPr lang="en-US" sz="1600" b="0" i="1" dirty="0">
                <a:solidFill>
                  <a:srgbClr val="3C2077"/>
                </a:solidFill>
                <a:effectLst/>
                <a:latin typeface="Lato" panose="020F0502020204030203" pitchFamily="34" charset="0"/>
              </a:rPr>
              <a:t>Note that here empty means the number of characters contained in a string is zero.</a:t>
            </a:r>
          </a:p>
          <a:p>
            <a:pPr algn="just"/>
            <a:r>
              <a:rPr lang="en-US" sz="1600" b="0" i="1" dirty="0">
                <a:solidFill>
                  <a:srgbClr val="3C2077"/>
                </a:solidFill>
                <a:effectLst/>
                <a:latin typeface="Lato" panose="020F0502020204030203" pitchFamily="34" charset="0"/>
              </a:rPr>
              <a:t>Returns true if length is 0 otherwise false.</a:t>
            </a:r>
          </a:p>
          <a:p>
            <a:endParaRPr lang="en-US" sz="1600" i="1" dirty="0">
              <a:solidFill>
                <a:srgbClr val="3C2077"/>
              </a:solidFill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66726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73">
            <a:extLst>
              <a:ext uri="{FF2B5EF4-FFF2-40B4-BE49-F238E27FC236}">
                <a16:creationId xmlns:a16="http://schemas.microsoft.com/office/drawing/2014/main" id="{F53714C4-D0B0-696A-2886-56DEAF052418}"/>
              </a:ext>
            </a:extLst>
          </p:cNvPr>
          <p:cNvSpPr/>
          <p:nvPr/>
        </p:nvSpPr>
        <p:spPr>
          <a:xfrm>
            <a:off x="-37770" y="-9208"/>
            <a:ext cx="1749113" cy="68764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Diamond 38">
            <a:extLst>
              <a:ext uri="{FF2B5EF4-FFF2-40B4-BE49-F238E27FC236}">
                <a16:creationId xmlns:a16="http://schemas.microsoft.com/office/drawing/2014/main" id="{0A53FDB5-8B45-2506-A392-9D328D5A3EC3}"/>
              </a:ext>
            </a:extLst>
          </p:cNvPr>
          <p:cNvSpPr/>
          <p:nvPr/>
        </p:nvSpPr>
        <p:spPr>
          <a:xfrm rot="16200000">
            <a:off x="686985" y="2472083"/>
            <a:ext cx="2160000" cy="21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Diamond 43">
            <a:extLst>
              <a:ext uri="{FF2B5EF4-FFF2-40B4-BE49-F238E27FC236}">
                <a16:creationId xmlns:a16="http://schemas.microsoft.com/office/drawing/2014/main" id="{516647C1-AC26-B8BD-B6BD-784002349759}"/>
              </a:ext>
            </a:extLst>
          </p:cNvPr>
          <p:cNvSpPr/>
          <p:nvPr/>
        </p:nvSpPr>
        <p:spPr>
          <a:xfrm rot="16200000">
            <a:off x="1829004" y="1298035"/>
            <a:ext cx="2160000" cy="21600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Diamond 44">
            <a:extLst>
              <a:ext uri="{FF2B5EF4-FFF2-40B4-BE49-F238E27FC236}">
                <a16:creationId xmlns:a16="http://schemas.microsoft.com/office/drawing/2014/main" id="{93A02406-42C1-74E2-EBD6-21A9CF95386A}"/>
              </a:ext>
            </a:extLst>
          </p:cNvPr>
          <p:cNvSpPr/>
          <p:nvPr/>
        </p:nvSpPr>
        <p:spPr>
          <a:xfrm rot="16200000">
            <a:off x="-493219" y="1337741"/>
            <a:ext cx="2160000" cy="21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Diamond 46">
            <a:extLst>
              <a:ext uri="{FF2B5EF4-FFF2-40B4-BE49-F238E27FC236}">
                <a16:creationId xmlns:a16="http://schemas.microsoft.com/office/drawing/2014/main" id="{12C0E848-C645-0759-55B9-7047D013FA57}"/>
              </a:ext>
            </a:extLst>
          </p:cNvPr>
          <p:cNvSpPr/>
          <p:nvPr/>
        </p:nvSpPr>
        <p:spPr>
          <a:xfrm rot="16200000">
            <a:off x="674431" y="187326"/>
            <a:ext cx="2160000" cy="21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F3022B-090C-77FC-64FD-F95BF94621F5}"/>
              </a:ext>
            </a:extLst>
          </p:cNvPr>
          <p:cNvSpPr txBox="1"/>
          <p:nvPr/>
        </p:nvSpPr>
        <p:spPr>
          <a:xfrm>
            <a:off x="2142148" y="-685517"/>
            <a:ext cx="80524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THANKS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2AFBC03-8988-8C4C-3F88-765ED01F9725}"/>
              </a:ext>
            </a:extLst>
          </p:cNvPr>
          <p:cNvSpPr txBox="1"/>
          <p:nvPr/>
        </p:nvSpPr>
        <p:spPr>
          <a:xfrm>
            <a:off x="2142148" y="-1886401"/>
            <a:ext cx="80524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solidFill>
                    <a:srgbClr val="FFFFFF"/>
                  </a:solidFill>
                </a:ln>
                <a:noFill/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THANKS</a:t>
            </a:r>
            <a:endParaRPr kumimoji="0" lang="en-US" sz="3200" b="0" i="0" u="none" strike="noStrike" kern="1200" cap="none" spc="0" normalizeH="0" baseline="0" noProof="0" dirty="0">
              <a:ln>
                <a:solidFill>
                  <a:srgbClr val="FFFFFF"/>
                </a:solidFill>
              </a:ln>
              <a:noFill/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5F0ED3E3-1FB2-7CD1-558D-5F5D150F8E18}"/>
              </a:ext>
            </a:extLst>
          </p:cNvPr>
          <p:cNvSpPr/>
          <p:nvPr/>
        </p:nvSpPr>
        <p:spPr>
          <a:xfrm>
            <a:off x="5457097" y="914991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Diamond 14">
            <a:extLst>
              <a:ext uri="{FF2B5EF4-FFF2-40B4-BE49-F238E27FC236}">
                <a16:creationId xmlns:a16="http://schemas.microsoft.com/office/drawing/2014/main" id="{3835E1D3-7CD1-04E1-D0CE-30EAB56A004E}"/>
              </a:ext>
            </a:extLst>
          </p:cNvPr>
          <p:cNvSpPr/>
          <p:nvPr/>
        </p:nvSpPr>
        <p:spPr>
          <a:xfrm>
            <a:off x="6813120" y="914991"/>
            <a:ext cx="360000" cy="3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Diamond 15">
            <a:extLst>
              <a:ext uri="{FF2B5EF4-FFF2-40B4-BE49-F238E27FC236}">
                <a16:creationId xmlns:a16="http://schemas.microsoft.com/office/drawing/2014/main" id="{F552A05E-F8DB-2C76-2658-D5A85E0F10AF}"/>
              </a:ext>
            </a:extLst>
          </p:cNvPr>
          <p:cNvSpPr/>
          <p:nvPr/>
        </p:nvSpPr>
        <p:spPr>
          <a:xfrm>
            <a:off x="6375377" y="914991"/>
            <a:ext cx="360000" cy="360000"/>
          </a:xfrm>
          <a:prstGeom prst="diamond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Diamond 16">
            <a:extLst>
              <a:ext uri="{FF2B5EF4-FFF2-40B4-BE49-F238E27FC236}">
                <a16:creationId xmlns:a16="http://schemas.microsoft.com/office/drawing/2014/main" id="{2194C313-C153-407D-1BAF-85B3661C96E1}"/>
              </a:ext>
            </a:extLst>
          </p:cNvPr>
          <p:cNvSpPr/>
          <p:nvPr/>
        </p:nvSpPr>
        <p:spPr>
          <a:xfrm>
            <a:off x="5916237" y="914991"/>
            <a:ext cx="360000" cy="3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Diamond 27">
            <a:extLst>
              <a:ext uri="{FF2B5EF4-FFF2-40B4-BE49-F238E27FC236}">
                <a16:creationId xmlns:a16="http://schemas.microsoft.com/office/drawing/2014/main" id="{582EA362-7A23-F094-3DAA-56BEC9571281}"/>
              </a:ext>
            </a:extLst>
          </p:cNvPr>
          <p:cNvSpPr/>
          <p:nvPr/>
        </p:nvSpPr>
        <p:spPr>
          <a:xfrm>
            <a:off x="7257924" y="914991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D66A71-CD6D-CD7C-A381-11DFB468F171}"/>
              </a:ext>
            </a:extLst>
          </p:cNvPr>
          <p:cNvSpPr txBox="1"/>
          <p:nvPr/>
        </p:nvSpPr>
        <p:spPr>
          <a:xfrm>
            <a:off x="1754430" y="314776"/>
            <a:ext cx="8822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 Black" panose="020F0A02020204030203" pitchFamily="34" charset="0"/>
                <a:ea typeface="+mn-ea"/>
                <a:cs typeface="+mn-cs"/>
              </a:rPr>
              <a:t>DOUBLE-ENDED LINKED LIST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7E4945A-4A85-E8BE-4F41-7769155BD1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8220" y="3453011"/>
            <a:ext cx="174640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Open Sans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-Bold" panose="00000800000000000000" pitchFamily="50" charset="0"/>
                <a:ea typeface="+mn-ea"/>
                <a:cs typeface="+mn-cs"/>
              </a:rPr>
              <a:t>Investment</a:t>
            </a: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-Bold" panose="00000800000000000000" pitchFamily="50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4247E5-F719-B41F-08EF-09BE77D1AE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5377" y="1249920"/>
            <a:ext cx="755625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Open Sans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9pPr>
          </a:lstStyle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Using </a:t>
            </a:r>
            <a:r>
              <a:rPr kumimoji="0" lang="en-US" sz="2000" i="0" u="none" strike="noStrike" kern="1200" cap="none" spc="0" normalizeH="0" baseline="0" noProof="0" dirty="0" err="1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insertFirst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() method</a:t>
            </a:r>
          </a:p>
        </p:txBody>
      </p:sp>
      <p:sp>
        <p:nvSpPr>
          <p:cNvPr id="2" name="Diamond 1">
            <a:extLst>
              <a:ext uri="{FF2B5EF4-FFF2-40B4-BE49-F238E27FC236}">
                <a16:creationId xmlns:a16="http://schemas.microsoft.com/office/drawing/2014/main" id="{209D5DBF-4A0A-1987-B809-FF4CB46D8598}"/>
              </a:ext>
            </a:extLst>
          </p:cNvPr>
          <p:cNvSpPr/>
          <p:nvPr/>
        </p:nvSpPr>
        <p:spPr>
          <a:xfrm>
            <a:off x="7690688" y="918575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Diamond 2">
            <a:extLst>
              <a:ext uri="{FF2B5EF4-FFF2-40B4-BE49-F238E27FC236}">
                <a16:creationId xmlns:a16="http://schemas.microsoft.com/office/drawing/2014/main" id="{E4B1E1ED-1DDC-3C1A-B5E0-62EBC319A528}"/>
              </a:ext>
            </a:extLst>
          </p:cNvPr>
          <p:cNvSpPr/>
          <p:nvPr/>
        </p:nvSpPr>
        <p:spPr>
          <a:xfrm>
            <a:off x="9046711" y="918575"/>
            <a:ext cx="360000" cy="3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C314EBC1-215E-5DFB-67F6-AEBE65BCF442}"/>
              </a:ext>
            </a:extLst>
          </p:cNvPr>
          <p:cNvSpPr/>
          <p:nvPr/>
        </p:nvSpPr>
        <p:spPr>
          <a:xfrm>
            <a:off x="8608968" y="918575"/>
            <a:ext cx="360000" cy="360000"/>
          </a:xfrm>
          <a:prstGeom prst="diamond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AD25B9F9-3A45-C410-F457-348C509910F5}"/>
              </a:ext>
            </a:extLst>
          </p:cNvPr>
          <p:cNvSpPr/>
          <p:nvPr/>
        </p:nvSpPr>
        <p:spPr>
          <a:xfrm>
            <a:off x="8149828" y="918575"/>
            <a:ext cx="360000" cy="3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Diamond 25">
            <a:extLst>
              <a:ext uri="{FF2B5EF4-FFF2-40B4-BE49-F238E27FC236}">
                <a16:creationId xmlns:a16="http://schemas.microsoft.com/office/drawing/2014/main" id="{769F8774-D695-62FA-BD4B-D4F51C928CB0}"/>
              </a:ext>
            </a:extLst>
          </p:cNvPr>
          <p:cNvSpPr/>
          <p:nvPr/>
        </p:nvSpPr>
        <p:spPr>
          <a:xfrm>
            <a:off x="9491515" y="918575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FA147C-0105-0C07-CACA-B62476F75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7830" y="2089722"/>
            <a:ext cx="6905716" cy="281603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60D624F-3D36-8EF5-D53C-33936B44CC87}"/>
              </a:ext>
            </a:extLst>
          </p:cNvPr>
          <p:cNvSpPr txBox="1"/>
          <p:nvPr/>
        </p:nvSpPr>
        <p:spPr>
          <a:xfrm>
            <a:off x="1941396" y="5160804"/>
            <a:ext cx="9298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 latinLnBrk="0">
              <a:defRPr/>
            </a:pPr>
            <a:r>
              <a:rPr lang="en-US" sz="1800" dirty="0">
                <a:solidFill>
                  <a:srgbClr val="3C2077"/>
                </a:solidFill>
                <a:latin typeface="Lato" panose="020F0502020204030203" pitchFamily="34" charset="0"/>
              </a:rPr>
              <a:t>Let us try to insert the following values: 			</a:t>
            </a:r>
            <a:r>
              <a:rPr lang="en-US" sz="1800" b="1" dirty="0">
                <a:solidFill>
                  <a:srgbClr val="3C2077"/>
                </a:solidFill>
                <a:latin typeface="Lato" panose="020F0502020204030203" pitchFamily="34" charset="0"/>
              </a:rPr>
              <a:t>22   44   66  </a:t>
            </a:r>
          </a:p>
        </p:txBody>
      </p:sp>
    </p:spTree>
    <p:extLst>
      <p:ext uri="{BB962C8B-B14F-4D97-AF65-F5344CB8AC3E}">
        <p14:creationId xmlns:p14="http://schemas.microsoft.com/office/powerpoint/2010/main" val="8845589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9267B40-11C9-9153-A29F-F65DF623C2F2}"/>
              </a:ext>
            </a:extLst>
          </p:cNvPr>
          <p:cNvSpPr/>
          <p:nvPr/>
        </p:nvSpPr>
        <p:spPr>
          <a:xfrm>
            <a:off x="-9257" y="14486"/>
            <a:ext cx="1749113" cy="68465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2B77373-4031-140B-C0A4-3140D943CF61}"/>
              </a:ext>
            </a:extLst>
          </p:cNvPr>
          <p:cNvGrpSpPr/>
          <p:nvPr/>
        </p:nvGrpSpPr>
        <p:grpSpPr>
          <a:xfrm>
            <a:off x="12759918" y="5352526"/>
            <a:ext cx="5915279" cy="1158715"/>
            <a:chOff x="601975" y="1239906"/>
            <a:chExt cx="7027661" cy="115871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D9AE19B-7085-C186-A16C-1E3F3ECE20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3385" y="1239906"/>
              <a:ext cx="369692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-Bold" panose="00000800000000000000" pitchFamily="50" charset="0"/>
                  <a:ea typeface="+mn-ea"/>
                  <a:cs typeface="+mn-cs"/>
                </a:rPr>
                <a:t>STYLES OF LEADERSHIP</a:t>
              </a:r>
              <a:endPara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-Bold" panose="00000800000000000000" pitchFamily="50" charset="0"/>
                <a:ea typeface="+mn-ea"/>
                <a:cs typeface="+mn-cs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58BECD2-07FE-F89D-303C-7A08563478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75" y="1609238"/>
              <a:ext cx="7027661" cy="789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Lorem ipsum dolor sit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amet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,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consectetur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adipiscing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elit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, sed do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eiusmod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tempor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incididunt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ut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labore</a:t>
              </a: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82434AAD-6276-EC0A-31ED-589DD1285475}"/>
              </a:ext>
            </a:extLst>
          </p:cNvPr>
          <p:cNvSpPr txBox="1"/>
          <p:nvPr/>
        </p:nvSpPr>
        <p:spPr>
          <a:xfrm>
            <a:off x="6611134" y="6421241"/>
            <a:ext cx="5587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6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Light" pitchFamily="2" charset="77"/>
                <a:ea typeface="+mn-ea"/>
                <a:cs typeface="+mn-cs"/>
              </a:rPr>
              <a:t>WWW.PPTHEMES.COM </a:t>
            </a:r>
          </a:p>
        </p:txBody>
      </p:sp>
      <p:sp>
        <p:nvSpPr>
          <p:cNvPr id="39" name="Diamond 38">
            <a:extLst>
              <a:ext uri="{FF2B5EF4-FFF2-40B4-BE49-F238E27FC236}">
                <a16:creationId xmlns:a16="http://schemas.microsoft.com/office/drawing/2014/main" id="{0A53FDB5-8B45-2506-A392-9D328D5A3EC3}"/>
              </a:ext>
            </a:extLst>
          </p:cNvPr>
          <p:cNvSpPr/>
          <p:nvPr/>
        </p:nvSpPr>
        <p:spPr>
          <a:xfrm>
            <a:off x="-474486" y="1348797"/>
            <a:ext cx="2160000" cy="21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Diamond 43">
            <a:extLst>
              <a:ext uri="{FF2B5EF4-FFF2-40B4-BE49-F238E27FC236}">
                <a16:creationId xmlns:a16="http://schemas.microsoft.com/office/drawing/2014/main" id="{516647C1-AC26-B8BD-B6BD-784002349759}"/>
              </a:ext>
            </a:extLst>
          </p:cNvPr>
          <p:cNvSpPr/>
          <p:nvPr/>
        </p:nvSpPr>
        <p:spPr>
          <a:xfrm>
            <a:off x="699562" y="2490815"/>
            <a:ext cx="2160000" cy="21600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Diamond 44">
            <a:extLst>
              <a:ext uri="{FF2B5EF4-FFF2-40B4-BE49-F238E27FC236}">
                <a16:creationId xmlns:a16="http://schemas.microsoft.com/office/drawing/2014/main" id="{93A02406-42C1-74E2-EBD6-21A9CF95386A}"/>
              </a:ext>
            </a:extLst>
          </p:cNvPr>
          <p:cNvSpPr/>
          <p:nvPr/>
        </p:nvSpPr>
        <p:spPr>
          <a:xfrm>
            <a:off x="659856" y="168593"/>
            <a:ext cx="2160000" cy="21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Diamond 46">
            <a:extLst>
              <a:ext uri="{FF2B5EF4-FFF2-40B4-BE49-F238E27FC236}">
                <a16:creationId xmlns:a16="http://schemas.microsoft.com/office/drawing/2014/main" id="{12C0E848-C645-0759-55B9-7047D013FA57}"/>
              </a:ext>
            </a:extLst>
          </p:cNvPr>
          <p:cNvSpPr/>
          <p:nvPr/>
        </p:nvSpPr>
        <p:spPr>
          <a:xfrm>
            <a:off x="1810271" y="1336243"/>
            <a:ext cx="2160000" cy="21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407911-5E96-3ECC-C928-96F2B7AD2427}"/>
              </a:ext>
            </a:extLst>
          </p:cNvPr>
          <p:cNvSpPr txBox="1"/>
          <p:nvPr/>
        </p:nvSpPr>
        <p:spPr>
          <a:xfrm>
            <a:off x="2758387" y="631904"/>
            <a:ext cx="80524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SYLES OF LEADERS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4E691ED1-77BE-7193-FBF9-1E364503A52C}"/>
              </a:ext>
            </a:extLst>
          </p:cNvPr>
          <p:cNvSpPr/>
          <p:nvPr/>
        </p:nvSpPr>
        <p:spPr>
          <a:xfrm>
            <a:off x="5457097" y="914991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40F64302-4897-2C62-58E4-44E443208122}"/>
              </a:ext>
            </a:extLst>
          </p:cNvPr>
          <p:cNvSpPr/>
          <p:nvPr/>
        </p:nvSpPr>
        <p:spPr>
          <a:xfrm>
            <a:off x="6813120" y="914991"/>
            <a:ext cx="360000" cy="3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C807EB4A-20D6-830D-8341-B310A8B8838E}"/>
              </a:ext>
            </a:extLst>
          </p:cNvPr>
          <p:cNvSpPr/>
          <p:nvPr/>
        </p:nvSpPr>
        <p:spPr>
          <a:xfrm>
            <a:off x="6375377" y="914991"/>
            <a:ext cx="360000" cy="360000"/>
          </a:xfrm>
          <a:prstGeom prst="diamond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996AB558-C48D-91F3-BCA9-17F4D85B7CA5}"/>
              </a:ext>
            </a:extLst>
          </p:cNvPr>
          <p:cNvSpPr/>
          <p:nvPr/>
        </p:nvSpPr>
        <p:spPr>
          <a:xfrm>
            <a:off x="5916237" y="914991"/>
            <a:ext cx="360000" cy="3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Diamond 12">
            <a:extLst>
              <a:ext uri="{FF2B5EF4-FFF2-40B4-BE49-F238E27FC236}">
                <a16:creationId xmlns:a16="http://schemas.microsoft.com/office/drawing/2014/main" id="{E85CD11D-4E5A-BB78-3F4F-2401516A5399}"/>
              </a:ext>
            </a:extLst>
          </p:cNvPr>
          <p:cNvSpPr/>
          <p:nvPr/>
        </p:nvSpPr>
        <p:spPr>
          <a:xfrm>
            <a:off x="7257924" y="914991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5C939A-F1BE-8FF3-BDEE-B47465D76796}"/>
              </a:ext>
            </a:extLst>
          </p:cNvPr>
          <p:cNvSpPr txBox="1"/>
          <p:nvPr/>
        </p:nvSpPr>
        <p:spPr>
          <a:xfrm>
            <a:off x="1754430" y="314776"/>
            <a:ext cx="8822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 Black" panose="020F0A02020204030203" pitchFamily="34" charset="0"/>
                <a:ea typeface="+mn-ea"/>
                <a:cs typeface="+mn-cs"/>
              </a:rPr>
              <a:t>DOUBLE-ENDED LINKED LIST</a:t>
            </a:r>
          </a:p>
        </p:txBody>
      </p:sp>
      <p:sp>
        <p:nvSpPr>
          <p:cNvPr id="15" name="Diamond 14">
            <a:extLst>
              <a:ext uri="{FF2B5EF4-FFF2-40B4-BE49-F238E27FC236}">
                <a16:creationId xmlns:a16="http://schemas.microsoft.com/office/drawing/2014/main" id="{D029F85F-8F2E-60D7-4391-C2741FA83F71}"/>
              </a:ext>
            </a:extLst>
          </p:cNvPr>
          <p:cNvSpPr/>
          <p:nvPr/>
        </p:nvSpPr>
        <p:spPr>
          <a:xfrm>
            <a:off x="7690688" y="918575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Diamond 15">
            <a:extLst>
              <a:ext uri="{FF2B5EF4-FFF2-40B4-BE49-F238E27FC236}">
                <a16:creationId xmlns:a16="http://schemas.microsoft.com/office/drawing/2014/main" id="{30D1F984-56FC-ECDD-2555-4AB5D246CC1F}"/>
              </a:ext>
            </a:extLst>
          </p:cNvPr>
          <p:cNvSpPr/>
          <p:nvPr/>
        </p:nvSpPr>
        <p:spPr>
          <a:xfrm>
            <a:off x="9046711" y="918575"/>
            <a:ext cx="360000" cy="3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Diamond 16">
            <a:extLst>
              <a:ext uri="{FF2B5EF4-FFF2-40B4-BE49-F238E27FC236}">
                <a16:creationId xmlns:a16="http://schemas.microsoft.com/office/drawing/2014/main" id="{5162171E-8F02-7792-48F3-0F4046E98999}"/>
              </a:ext>
            </a:extLst>
          </p:cNvPr>
          <p:cNvSpPr/>
          <p:nvPr/>
        </p:nvSpPr>
        <p:spPr>
          <a:xfrm>
            <a:off x="8608968" y="918575"/>
            <a:ext cx="360000" cy="360000"/>
          </a:xfrm>
          <a:prstGeom prst="diamond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Diamond 20">
            <a:extLst>
              <a:ext uri="{FF2B5EF4-FFF2-40B4-BE49-F238E27FC236}">
                <a16:creationId xmlns:a16="http://schemas.microsoft.com/office/drawing/2014/main" id="{564314AD-148B-3CF9-D62C-8D10DF7C143A}"/>
              </a:ext>
            </a:extLst>
          </p:cNvPr>
          <p:cNvSpPr/>
          <p:nvPr/>
        </p:nvSpPr>
        <p:spPr>
          <a:xfrm>
            <a:off x="8149828" y="918575"/>
            <a:ext cx="360000" cy="3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Diamond 21">
            <a:extLst>
              <a:ext uri="{FF2B5EF4-FFF2-40B4-BE49-F238E27FC236}">
                <a16:creationId xmlns:a16="http://schemas.microsoft.com/office/drawing/2014/main" id="{B9446DDC-64B1-B733-145E-C9E2A8C49F7F}"/>
              </a:ext>
            </a:extLst>
          </p:cNvPr>
          <p:cNvSpPr/>
          <p:nvPr/>
        </p:nvSpPr>
        <p:spPr>
          <a:xfrm>
            <a:off x="9491515" y="918575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C56617-32A8-4359-F100-C1E3E4CF59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5377" y="1249920"/>
            <a:ext cx="755625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Open Sans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9pPr>
          </a:lstStyle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Using </a:t>
            </a:r>
            <a:r>
              <a:rPr kumimoji="0" lang="en-US" sz="2000" i="0" u="none" strike="noStrike" kern="1200" cap="none" spc="0" normalizeH="0" baseline="0" noProof="0" dirty="0" err="1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insertLast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() method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C5C842-AC90-D941-434B-39E0848E7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4419" y="2028860"/>
            <a:ext cx="7398626" cy="288726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06E6ECA-3A55-B672-C462-047184715897}"/>
              </a:ext>
            </a:extLst>
          </p:cNvPr>
          <p:cNvSpPr txBox="1"/>
          <p:nvPr/>
        </p:nvSpPr>
        <p:spPr>
          <a:xfrm>
            <a:off x="2228006" y="5570093"/>
            <a:ext cx="9576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 latinLnBrk="0">
              <a:defRPr/>
            </a:pPr>
            <a:r>
              <a:rPr lang="en-US" sz="1800" dirty="0">
                <a:solidFill>
                  <a:srgbClr val="3C2077"/>
                </a:solidFill>
                <a:latin typeface="Lato" panose="020F0502020204030203" pitchFamily="34" charset="0"/>
              </a:rPr>
              <a:t>Let us try to insert the following values: 		</a:t>
            </a:r>
            <a:r>
              <a:rPr lang="en-US" sz="1800" b="1" dirty="0">
                <a:solidFill>
                  <a:srgbClr val="3C2077"/>
                </a:solidFill>
                <a:latin typeface="Lato" panose="020F0502020204030203" pitchFamily="34" charset="0"/>
              </a:rPr>
              <a:t>11   33   55</a:t>
            </a:r>
          </a:p>
        </p:txBody>
      </p:sp>
    </p:spTree>
    <p:extLst>
      <p:ext uri="{BB962C8B-B14F-4D97-AF65-F5344CB8AC3E}">
        <p14:creationId xmlns:p14="http://schemas.microsoft.com/office/powerpoint/2010/main" val="23024939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A09AAC51-0440-EFB8-FB5A-16A795946B0A}"/>
              </a:ext>
            </a:extLst>
          </p:cNvPr>
          <p:cNvGrpSpPr/>
          <p:nvPr/>
        </p:nvGrpSpPr>
        <p:grpSpPr>
          <a:xfrm>
            <a:off x="12150698" y="-127577"/>
            <a:ext cx="12273144" cy="6985577"/>
            <a:chOff x="12150698" y="-127577"/>
            <a:chExt cx="12273144" cy="6985577"/>
          </a:xfrm>
        </p:grpSpPr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78993AD5-1943-6388-5340-7917EB340C7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" t="9062" r="-12" b="8051"/>
            <a:stretch/>
          </p:blipFill>
          <p:spPr>
            <a:xfrm>
              <a:off x="12155287" y="-120676"/>
              <a:ext cx="12268555" cy="6978676"/>
            </a:xfrm>
            <a:prstGeom prst="rect">
              <a:avLst/>
            </a:prstGeom>
          </p:spPr>
        </p:pic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AE10030B-541B-0B28-0B68-62C018CD3120}"/>
                </a:ext>
              </a:extLst>
            </p:cNvPr>
            <p:cNvSpPr/>
            <p:nvPr/>
          </p:nvSpPr>
          <p:spPr>
            <a:xfrm>
              <a:off x="12150698" y="-127577"/>
              <a:ext cx="12268555" cy="6978675"/>
            </a:xfrm>
            <a:prstGeom prst="rect">
              <a:avLst/>
            </a:prstGeom>
            <a:solidFill>
              <a:srgbClr val="031828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9877844-F657-DA59-277D-356BF86A3C9C}"/>
              </a:ext>
            </a:extLst>
          </p:cNvPr>
          <p:cNvGrpSpPr/>
          <p:nvPr/>
        </p:nvGrpSpPr>
        <p:grpSpPr>
          <a:xfrm>
            <a:off x="-10754874" y="-47092"/>
            <a:ext cx="10468624" cy="6873610"/>
            <a:chOff x="12192000" y="-47092"/>
            <a:chExt cx="10468624" cy="687361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4E03518-775A-26B9-DCE3-9A64CF0A05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41"/>
            <a:stretch/>
          </p:blipFill>
          <p:spPr>
            <a:xfrm>
              <a:off x="12192000" y="-20064"/>
              <a:ext cx="10452120" cy="6846582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0C7B5DB-73EF-6A1B-36FD-3BA26485FD85}"/>
                </a:ext>
              </a:extLst>
            </p:cNvPr>
            <p:cNvSpPr/>
            <p:nvPr/>
          </p:nvSpPr>
          <p:spPr>
            <a:xfrm>
              <a:off x="12211904" y="-47092"/>
              <a:ext cx="10448720" cy="6846582"/>
            </a:xfrm>
            <a:prstGeom prst="rect">
              <a:avLst/>
            </a:prstGeom>
            <a:solidFill>
              <a:srgbClr val="031828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89267B40-11C9-9153-A29F-F65DF623C2F2}"/>
              </a:ext>
            </a:extLst>
          </p:cNvPr>
          <p:cNvSpPr/>
          <p:nvPr/>
        </p:nvSpPr>
        <p:spPr>
          <a:xfrm>
            <a:off x="-9257" y="14486"/>
            <a:ext cx="1749113" cy="68465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2B77373-4031-140B-C0A4-3140D943CF61}"/>
              </a:ext>
            </a:extLst>
          </p:cNvPr>
          <p:cNvGrpSpPr/>
          <p:nvPr/>
        </p:nvGrpSpPr>
        <p:grpSpPr>
          <a:xfrm>
            <a:off x="12759918" y="5352526"/>
            <a:ext cx="5915279" cy="1158715"/>
            <a:chOff x="601975" y="1239906"/>
            <a:chExt cx="7027661" cy="115871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D9AE19B-7085-C186-A16C-1E3F3ECE20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3385" y="1239906"/>
              <a:ext cx="369692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-Bold" panose="00000800000000000000" pitchFamily="50" charset="0"/>
                  <a:ea typeface="+mn-ea"/>
                  <a:cs typeface="+mn-cs"/>
                </a:rPr>
                <a:t>STYLES OF LEADERSHIP</a:t>
              </a:r>
              <a:endPara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-Bold" panose="00000800000000000000" pitchFamily="50" charset="0"/>
                <a:ea typeface="+mn-ea"/>
                <a:cs typeface="+mn-cs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58BECD2-07FE-F89D-303C-7A08563478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75" y="1609238"/>
              <a:ext cx="7027661" cy="789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Lorem ipsum dolor sit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amet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,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consectetur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adipiscing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elit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, sed do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eiusmod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tempor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incididunt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ut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labore</a:t>
              </a: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82434AAD-6276-EC0A-31ED-589DD1285475}"/>
              </a:ext>
            </a:extLst>
          </p:cNvPr>
          <p:cNvSpPr txBox="1"/>
          <p:nvPr/>
        </p:nvSpPr>
        <p:spPr>
          <a:xfrm>
            <a:off x="6611134" y="6421241"/>
            <a:ext cx="5587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6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Light" pitchFamily="2" charset="77"/>
                <a:ea typeface="+mn-ea"/>
                <a:cs typeface="+mn-cs"/>
              </a:rPr>
              <a:t>WWW.PPTHEMES.COM </a:t>
            </a:r>
          </a:p>
        </p:txBody>
      </p:sp>
      <p:sp>
        <p:nvSpPr>
          <p:cNvPr id="39" name="Diamond 38">
            <a:extLst>
              <a:ext uri="{FF2B5EF4-FFF2-40B4-BE49-F238E27FC236}">
                <a16:creationId xmlns:a16="http://schemas.microsoft.com/office/drawing/2014/main" id="{0A53FDB5-8B45-2506-A392-9D328D5A3EC3}"/>
              </a:ext>
            </a:extLst>
          </p:cNvPr>
          <p:cNvSpPr/>
          <p:nvPr/>
        </p:nvSpPr>
        <p:spPr>
          <a:xfrm rot="5400000">
            <a:off x="648800" y="187326"/>
            <a:ext cx="2160000" cy="21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Diamond 43">
            <a:extLst>
              <a:ext uri="{FF2B5EF4-FFF2-40B4-BE49-F238E27FC236}">
                <a16:creationId xmlns:a16="http://schemas.microsoft.com/office/drawing/2014/main" id="{516647C1-AC26-B8BD-B6BD-784002349759}"/>
              </a:ext>
            </a:extLst>
          </p:cNvPr>
          <p:cNvSpPr/>
          <p:nvPr/>
        </p:nvSpPr>
        <p:spPr>
          <a:xfrm rot="5400000">
            <a:off x="-493219" y="1361374"/>
            <a:ext cx="2160000" cy="21600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Diamond 44">
            <a:extLst>
              <a:ext uri="{FF2B5EF4-FFF2-40B4-BE49-F238E27FC236}">
                <a16:creationId xmlns:a16="http://schemas.microsoft.com/office/drawing/2014/main" id="{93A02406-42C1-74E2-EBD6-21A9CF95386A}"/>
              </a:ext>
            </a:extLst>
          </p:cNvPr>
          <p:cNvSpPr/>
          <p:nvPr/>
        </p:nvSpPr>
        <p:spPr>
          <a:xfrm rot="5400000">
            <a:off x="1829004" y="1321668"/>
            <a:ext cx="2160000" cy="21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Diamond 46">
            <a:extLst>
              <a:ext uri="{FF2B5EF4-FFF2-40B4-BE49-F238E27FC236}">
                <a16:creationId xmlns:a16="http://schemas.microsoft.com/office/drawing/2014/main" id="{12C0E848-C645-0759-55B9-7047D013FA57}"/>
              </a:ext>
            </a:extLst>
          </p:cNvPr>
          <p:cNvSpPr/>
          <p:nvPr/>
        </p:nvSpPr>
        <p:spPr>
          <a:xfrm rot="5400000">
            <a:off x="661354" y="2472083"/>
            <a:ext cx="2160000" cy="21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BA15C9-D3B2-0BB3-6A65-D6D17A9DF129}"/>
              </a:ext>
            </a:extLst>
          </p:cNvPr>
          <p:cNvSpPr txBox="1"/>
          <p:nvPr/>
        </p:nvSpPr>
        <p:spPr>
          <a:xfrm>
            <a:off x="4284261" y="1541737"/>
            <a:ext cx="584416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WHO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 IS A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LIDER</a:t>
            </a:r>
          </a:p>
        </p:txBody>
      </p:sp>
      <p:sp>
        <p:nvSpPr>
          <p:cNvPr id="14" name="Rectángulo: esquinas redondeadas 95">
            <a:extLst>
              <a:ext uri="{FF2B5EF4-FFF2-40B4-BE49-F238E27FC236}">
                <a16:creationId xmlns:a16="http://schemas.microsoft.com/office/drawing/2014/main" id="{17F5F8F2-70CE-2EC1-2113-FE7A4E7E3E7E}"/>
              </a:ext>
            </a:extLst>
          </p:cNvPr>
          <p:cNvSpPr/>
          <p:nvPr/>
        </p:nvSpPr>
        <p:spPr>
          <a:xfrm rot="16200000">
            <a:off x="5509198" y="8054026"/>
            <a:ext cx="1057509" cy="1273389"/>
          </a:xfrm>
          <a:prstGeom prst="roundRect">
            <a:avLst>
              <a:gd name="adj" fmla="val 2649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ángulo: esquinas redondeadas 92">
            <a:extLst>
              <a:ext uri="{FF2B5EF4-FFF2-40B4-BE49-F238E27FC236}">
                <a16:creationId xmlns:a16="http://schemas.microsoft.com/office/drawing/2014/main" id="{98EFE75A-DED2-48DC-6AD4-C143DF8A3BB7}"/>
              </a:ext>
            </a:extLst>
          </p:cNvPr>
          <p:cNvSpPr/>
          <p:nvPr/>
        </p:nvSpPr>
        <p:spPr>
          <a:xfrm rot="10800000">
            <a:off x="5618527" y="8639439"/>
            <a:ext cx="1057509" cy="1273389"/>
          </a:xfrm>
          <a:prstGeom prst="roundRect">
            <a:avLst>
              <a:gd name="adj" fmla="val 2649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ángulo: esquinas redondeadas 89">
            <a:extLst>
              <a:ext uri="{FF2B5EF4-FFF2-40B4-BE49-F238E27FC236}">
                <a16:creationId xmlns:a16="http://schemas.microsoft.com/office/drawing/2014/main" id="{60927E48-342A-1E64-AF66-D25B4B7709AC}"/>
              </a:ext>
            </a:extLst>
          </p:cNvPr>
          <p:cNvSpPr/>
          <p:nvPr/>
        </p:nvSpPr>
        <p:spPr>
          <a:xfrm rot="5400000">
            <a:off x="6203940" y="8531500"/>
            <a:ext cx="1057509" cy="1273389"/>
          </a:xfrm>
          <a:prstGeom prst="roundRect">
            <a:avLst>
              <a:gd name="adj" fmla="val 2649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ángulo: esquinas redondeadas 80">
            <a:extLst>
              <a:ext uri="{FF2B5EF4-FFF2-40B4-BE49-F238E27FC236}">
                <a16:creationId xmlns:a16="http://schemas.microsoft.com/office/drawing/2014/main" id="{7877A098-A597-F13E-0286-8AD62F0E9269}"/>
              </a:ext>
            </a:extLst>
          </p:cNvPr>
          <p:cNvSpPr/>
          <p:nvPr/>
        </p:nvSpPr>
        <p:spPr>
          <a:xfrm>
            <a:off x="6096000" y="7946087"/>
            <a:ext cx="1057509" cy="1273389"/>
          </a:xfrm>
          <a:prstGeom prst="roundRect">
            <a:avLst>
              <a:gd name="adj" fmla="val 2649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Forma libre: forma 83">
            <a:hlinkClick r:id="rId4" action="ppaction://hlinksldjump"/>
            <a:extLst>
              <a:ext uri="{FF2B5EF4-FFF2-40B4-BE49-F238E27FC236}">
                <a16:creationId xmlns:a16="http://schemas.microsoft.com/office/drawing/2014/main" id="{FFAA5E8F-942D-5B0B-1EF6-082CA1E287FD}"/>
              </a:ext>
            </a:extLst>
          </p:cNvPr>
          <p:cNvSpPr/>
          <p:nvPr/>
        </p:nvSpPr>
        <p:spPr>
          <a:xfrm>
            <a:off x="6096000" y="7946087"/>
            <a:ext cx="315346" cy="1273389"/>
          </a:xfrm>
          <a:custGeom>
            <a:avLst/>
            <a:gdLst>
              <a:gd name="connsiteX0" fmla="*/ 1232256 w 1386725"/>
              <a:gd name="connsiteY0" fmla="*/ 0 h 5599697"/>
              <a:gd name="connsiteX1" fmla="*/ 1386725 w 1386725"/>
              <a:gd name="connsiteY1" fmla="*/ 0 h 5599697"/>
              <a:gd name="connsiteX2" fmla="*/ 1386725 w 1386725"/>
              <a:gd name="connsiteY2" fmla="*/ 5599697 h 5599697"/>
              <a:gd name="connsiteX3" fmla="*/ 1232256 w 1386725"/>
              <a:gd name="connsiteY3" fmla="*/ 5599697 h 5599697"/>
              <a:gd name="connsiteX4" fmla="*/ 0 w 1386725"/>
              <a:gd name="connsiteY4" fmla="*/ 4367441 h 5599697"/>
              <a:gd name="connsiteX5" fmla="*/ 0 w 1386725"/>
              <a:gd name="connsiteY5" fmla="*/ 1232256 h 5599697"/>
              <a:gd name="connsiteX6" fmla="*/ 1232256 w 1386725"/>
              <a:gd name="connsiteY6" fmla="*/ 0 h 559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6725" h="5599697">
                <a:moveTo>
                  <a:pt x="1232256" y="0"/>
                </a:moveTo>
                <a:lnTo>
                  <a:pt x="1386725" y="0"/>
                </a:lnTo>
                <a:lnTo>
                  <a:pt x="1386725" y="5599697"/>
                </a:lnTo>
                <a:lnTo>
                  <a:pt x="1232256" y="5599697"/>
                </a:lnTo>
                <a:cubicBezTo>
                  <a:pt x="551700" y="5599697"/>
                  <a:pt x="0" y="5047997"/>
                  <a:pt x="0" y="4367441"/>
                </a:cubicBezTo>
                <a:lnTo>
                  <a:pt x="0" y="1232256"/>
                </a:lnTo>
                <a:cubicBezTo>
                  <a:pt x="0" y="551700"/>
                  <a:pt x="551700" y="0"/>
                  <a:pt x="123225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Forma libre: forma 90">
            <a:hlinkClick r:id="rId5" action="ppaction://hlinksldjump"/>
            <a:extLst>
              <a:ext uri="{FF2B5EF4-FFF2-40B4-BE49-F238E27FC236}">
                <a16:creationId xmlns:a16="http://schemas.microsoft.com/office/drawing/2014/main" id="{F08DF724-B1BD-5F5C-B873-F372DC848162}"/>
              </a:ext>
            </a:extLst>
          </p:cNvPr>
          <p:cNvSpPr/>
          <p:nvPr/>
        </p:nvSpPr>
        <p:spPr>
          <a:xfrm rot="5400000">
            <a:off x="6575022" y="8160418"/>
            <a:ext cx="315346" cy="1273389"/>
          </a:xfrm>
          <a:custGeom>
            <a:avLst/>
            <a:gdLst>
              <a:gd name="connsiteX0" fmla="*/ 1232256 w 1386725"/>
              <a:gd name="connsiteY0" fmla="*/ 0 h 5599697"/>
              <a:gd name="connsiteX1" fmla="*/ 1386725 w 1386725"/>
              <a:gd name="connsiteY1" fmla="*/ 0 h 5599697"/>
              <a:gd name="connsiteX2" fmla="*/ 1386725 w 1386725"/>
              <a:gd name="connsiteY2" fmla="*/ 5599697 h 5599697"/>
              <a:gd name="connsiteX3" fmla="*/ 1232256 w 1386725"/>
              <a:gd name="connsiteY3" fmla="*/ 5599697 h 5599697"/>
              <a:gd name="connsiteX4" fmla="*/ 0 w 1386725"/>
              <a:gd name="connsiteY4" fmla="*/ 4367441 h 5599697"/>
              <a:gd name="connsiteX5" fmla="*/ 0 w 1386725"/>
              <a:gd name="connsiteY5" fmla="*/ 1232256 h 5599697"/>
              <a:gd name="connsiteX6" fmla="*/ 1232256 w 1386725"/>
              <a:gd name="connsiteY6" fmla="*/ 0 h 559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6725" h="5599697">
                <a:moveTo>
                  <a:pt x="1232256" y="0"/>
                </a:moveTo>
                <a:lnTo>
                  <a:pt x="1386725" y="0"/>
                </a:lnTo>
                <a:lnTo>
                  <a:pt x="1386725" y="5599697"/>
                </a:lnTo>
                <a:lnTo>
                  <a:pt x="1232256" y="5599697"/>
                </a:lnTo>
                <a:cubicBezTo>
                  <a:pt x="551700" y="5599697"/>
                  <a:pt x="0" y="5047997"/>
                  <a:pt x="0" y="4367441"/>
                </a:cubicBezTo>
                <a:lnTo>
                  <a:pt x="0" y="1232256"/>
                </a:lnTo>
                <a:cubicBezTo>
                  <a:pt x="0" y="551700"/>
                  <a:pt x="551700" y="0"/>
                  <a:pt x="123225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Forma libre: forma 93">
            <a:extLst>
              <a:ext uri="{FF2B5EF4-FFF2-40B4-BE49-F238E27FC236}">
                <a16:creationId xmlns:a16="http://schemas.microsoft.com/office/drawing/2014/main" id="{8FBBE074-EFEC-3B8C-A0EA-EB3408B31521}"/>
              </a:ext>
            </a:extLst>
          </p:cNvPr>
          <p:cNvSpPr/>
          <p:nvPr/>
        </p:nvSpPr>
        <p:spPr>
          <a:xfrm rot="10800000">
            <a:off x="6360690" y="8639439"/>
            <a:ext cx="315346" cy="1273389"/>
          </a:xfrm>
          <a:custGeom>
            <a:avLst/>
            <a:gdLst>
              <a:gd name="connsiteX0" fmla="*/ 1232256 w 1386725"/>
              <a:gd name="connsiteY0" fmla="*/ 0 h 5599697"/>
              <a:gd name="connsiteX1" fmla="*/ 1386725 w 1386725"/>
              <a:gd name="connsiteY1" fmla="*/ 0 h 5599697"/>
              <a:gd name="connsiteX2" fmla="*/ 1386725 w 1386725"/>
              <a:gd name="connsiteY2" fmla="*/ 5599697 h 5599697"/>
              <a:gd name="connsiteX3" fmla="*/ 1232256 w 1386725"/>
              <a:gd name="connsiteY3" fmla="*/ 5599697 h 5599697"/>
              <a:gd name="connsiteX4" fmla="*/ 0 w 1386725"/>
              <a:gd name="connsiteY4" fmla="*/ 4367441 h 5599697"/>
              <a:gd name="connsiteX5" fmla="*/ 0 w 1386725"/>
              <a:gd name="connsiteY5" fmla="*/ 1232256 h 5599697"/>
              <a:gd name="connsiteX6" fmla="*/ 1232256 w 1386725"/>
              <a:gd name="connsiteY6" fmla="*/ 0 h 559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6725" h="5599697">
                <a:moveTo>
                  <a:pt x="1232256" y="0"/>
                </a:moveTo>
                <a:lnTo>
                  <a:pt x="1386725" y="0"/>
                </a:lnTo>
                <a:lnTo>
                  <a:pt x="1386725" y="5599697"/>
                </a:lnTo>
                <a:lnTo>
                  <a:pt x="1232256" y="5599697"/>
                </a:lnTo>
                <a:cubicBezTo>
                  <a:pt x="551700" y="5599697"/>
                  <a:pt x="0" y="5047997"/>
                  <a:pt x="0" y="4367441"/>
                </a:cubicBezTo>
                <a:lnTo>
                  <a:pt x="0" y="1232256"/>
                </a:lnTo>
                <a:cubicBezTo>
                  <a:pt x="0" y="551700"/>
                  <a:pt x="551700" y="0"/>
                  <a:pt x="123225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Forma libre: forma 96">
            <a:extLst>
              <a:ext uri="{FF2B5EF4-FFF2-40B4-BE49-F238E27FC236}">
                <a16:creationId xmlns:a16="http://schemas.microsoft.com/office/drawing/2014/main" id="{565AF8AC-AFE6-3B43-FAB5-0AF13D5C639B}"/>
              </a:ext>
            </a:extLst>
          </p:cNvPr>
          <p:cNvSpPr/>
          <p:nvPr/>
        </p:nvSpPr>
        <p:spPr>
          <a:xfrm rot="16200000">
            <a:off x="5880279" y="8425108"/>
            <a:ext cx="315346" cy="1273389"/>
          </a:xfrm>
          <a:custGeom>
            <a:avLst/>
            <a:gdLst>
              <a:gd name="connsiteX0" fmla="*/ 1232256 w 1386725"/>
              <a:gd name="connsiteY0" fmla="*/ 0 h 5599697"/>
              <a:gd name="connsiteX1" fmla="*/ 1386725 w 1386725"/>
              <a:gd name="connsiteY1" fmla="*/ 0 h 5599697"/>
              <a:gd name="connsiteX2" fmla="*/ 1386725 w 1386725"/>
              <a:gd name="connsiteY2" fmla="*/ 5599697 h 5599697"/>
              <a:gd name="connsiteX3" fmla="*/ 1232256 w 1386725"/>
              <a:gd name="connsiteY3" fmla="*/ 5599697 h 5599697"/>
              <a:gd name="connsiteX4" fmla="*/ 0 w 1386725"/>
              <a:gd name="connsiteY4" fmla="*/ 4367441 h 5599697"/>
              <a:gd name="connsiteX5" fmla="*/ 0 w 1386725"/>
              <a:gd name="connsiteY5" fmla="*/ 1232256 h 5599697"/>
              <a:gd name="connsiteX6" fmla="*/ 1232256 w 1386725"/>
              <a:gd name="connsiteY6" fmla="*/ 0 h 559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86725" h="5599697">
                <a:moveTo>
                  <a:pt x="1232256" y="0"/>
                </a:moveTo>
                <a:lnTo>
                  <a:pt x="1386725" y="0"/>
                </a:lnTo>
                <a:lnTo>
                  <a:pt x="1386725" y="5599697"/>
                </a:lnTo>
                <a:lnTo>
                  <a:pt x="1232256" y="5599697"/>
                </a:lnTo>
                <a:cubicBezTo>
                  <a:pt x="551700" y="5599697"/>
                  <a:pt x="0" y="5047997"/>
                  <a:pt x="0" y="4367441"/>
                </a:cubicBezTo>
                <a:lnTo>
                  <a:pt x="0" y="1232256"/>
                </a:lnTo>
                <a:cubicBezTo>
                  <a:pt x="0" y="551700"/>
                  <a:pt x="551700" y="0"/>
                  <a:pt x="123225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" name="Gráfico 116" descr="Aula de clases con relleno sólido">
            <a:extLst>
              <a:ext uri="{FF2B5EF4-FFF2-40B4-BE49-F238E27FC236}">
                <a16:creationId xmlns:a16="http://schemas.microsoft.com/office/drawing/2014/main" id="{8E7A2E18-19C4-CC50-A0E8-C204F824EB7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41802" y="8904129"/>
            <a:ext cx="281235" cy="281235"/>
          </a:xfrm>
          <a:prstGeom prst="rect">
            <a:avLst/>
          </a:prstGeom>
        </p:spPr>
      </p:pic>
      <p:pic>
        <p:nvPicPr>
          <p:cNvPr id="31" name="Gráfico 117" descr="Rollo de diplomas con relleno sólido">
            <a:extLst>
              <a:ext uri="{FF2B5EF4-FFF2-40B4-BE49-F238E27FC236}">
                <a16:creationId xmlns:a16="http://schemas.microsoft.com/office/drawing/2014/main" id="{BC5C4EA3-C59E-8B50-2E1C-69DAD30AB4A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77746" y="9510900"/>
            <a:ext cx="281235" cy="281235"/>
          </a:xfrm>
          <a:prstGeom prst="rect">
            <a:avLst/>
          </a:prstGeom>
        </p:spPr>
      </p:pic>
      <p:pic>
        <p:nvPicPr>
          <p:cNvPr id="32" name="Gráfico 118" descr="Libro abierto con relleno sólido">
            <a:extLst>
              <a:ext uri="{FF2B5EF4-FFF2-40B4-BE49-F238E27FC236}">
                <a16:creationId xmlns:a16="http://schemas.microsoft.com/office/drawing/2014/main" id="{05D41E34-B643-870F-A8F0-4E30B096E00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978957" y="8673626"/>
            <a:ext cx="281235" cy="281235"/>
          </a:xfrm>
          <a:prstGeom prst="rect">
            <a:avLst/>
          </a:prstGeom>
        </p:spPr>
      </p:pic>
      <p:pic>
        <p:nvPicPr>
          <p:cNvPr id="33" name="Gráfico 119" descr="Círculos con flechas con relleno sólido">
            <a:extLst>
              <a:ext uri="{FF2B5EF4-FFF2-40B4-BE49-F238E27FC236}">
                <a16:creationId xmlns:a16="http://schemas.microsoft.com/office/drawing/2014/main" id="{AD49F4F7-91C2-AA65-A23C-5A53E797226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121143" y="8051159"/>
            <a:ext cx="281235" cy="281235"/>
          </a:xfrm>
          <a:prstGeom prst="rect">
            <a:avLst/>
          </a:prstGeom>
        </p:spPr>
      </p:pic>
      <p:sp>
        <p:nvSpPr>
          <p:cNvPr id="34" name="CuadroTexto 120">
            <a:extLst>
              <a:ext uri="{FF2B5EF4-FFF2-40B4-BE49-F238E27FC236}">
                <a16:creationId xmlns:a16="http://schemas.microsoft.com/office/drawing/2014/main" id="{5A8EB7D0-1877-1D1B-6F5E-D7F81344CFBA}"/>
              </a:ext>
            </a:extLst>
          </p:cNvPr>
          <p:cNvSpPr txBox="1"/>
          <p:nvPr/>
        </p:nvSpPr>
        <p:spPr>
          <a:xfrm>
            <a:off x="6535593" y="8125227"/>
            <a:ext cx="5194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Montserrat Black" panose="00000A00000000000000" pitchFamily="50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900" b="0" i="0" u="none" strike="noStrike" kern="1200" cap="none" spc="0" normalizeH="0" baseline="0" noProof="0" dirty="0">
                <a:ln>
                  <a:noFill/>
                </a:ln>
                <a:solidFill>
                  <a:srgbClr val="212745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TITLE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500" b="0" i="0" u="none" strike="noStrike" kern="1200" cap="none" spc="0" normalizeH="0" baseline="0" noProof="0" dirty="0">
                <a:ln>
                  <a:noFill/>
                </a:ln>
                <a:solidFill>
                  <a:srgbClr val="212745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HERE</a:t>
            </a:r>
            <a:endParaRPr kumimoji="0" lang="es-CO" sz="700" b="0" i="0" u="none" strike="noStrike" kern="1200" cap="none" spc="0" normalizeH="0" baseline="0" noProof="0" dirty="0">
              <a:ln>
                <a:noFill/>
              </a:ln>
              <a:solidFill>
                <a:srgbClr val="212745"/>
              </a:solidFill>
              <a:effectLst/>
              <a:uLnTx/>
              <a:uFillTx/>
              <a:latin typeface="Lato" panose="020F0502020204030203" pitchFamily="34" charset="0"/>
              <a:ea typeface="+mn-ea"/>
              <a:cs typeface="+mn-cs"/>
            </a:endParaRPr>
          </a:p>
        </p:txBody>
      </p:sp>
      <p:sp>
        <p:nvSpPr>
          <p:cNvPr id="35" name="CuadroTexto 121">
            <a:extLst>
              <a:ext uri="{FF2B5EF4-FFF2-40B4-BE49-F238E27FC236}">
                <a16:creationId xmlns:a16="http://schemas.microsoft.com/office/drawing/2014/main" id="{83CEDC34-F042-7F6D-B0CB-0F3EBE1F265B}"/>
              </a:ext>
            </a:extLst>
          </p:cNvPr>
          <p:cNvSpPr txBox="1"/>
          <p:nvPr/>
        </p:nvSpPr>
        <p:spPr>
          <a:xfrm>
            <a:off x="6785550" y="9131147"/>
            <a:ext cx="519419" cy="654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srgbClr val="30C4D2"/>
                </a:solidFill>
                <a:effectLst/>
                <a:uLnTx/>
                <a:uFillTx/>
                <a:latin typeface="Montserrat Black" panose="00000A00000000000000" pitchFamily="50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srgbClr val="212745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TITLE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500" b="0" i="0" u="none" strike="noStrike" kern="1200" cap="none" spc="0" normalizeH="0" baseline="0" noProof="0" dirty="0">
                <a:ln>
                  <a:noFill/>
                </a:ln>
                <a:solidFill>
                  <a:srgbClr val="212745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HERE</a:t>
            </a:r>
            <a:endParaRPr kumimoji="0" lang="es-CO" sz="500" b="0" i="0" u="none" strike="noStrike" kern="1200" cap="none" spc="0" normalizeH="0" baseline="0" noProof="0" dirty="0">
              <a:ln>
                <a:noFill/>
              </a:ln>
              <a:solidFill>
                <a:srgbClr val="212745"/>
              </a:solidFill>
              <a:effectLst/>
              <a:uLnTx/>
              <a:uFillTx/>
              <a:latin typeface="Lato" panose="020F0502020204030203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srgbClr val="212745"/>
              </a:solidFill>
              <a:effectLst/>
              <a:uLnTx/>
              <a:uFillTx/>
              <a:latin typeface="Lato" panose="020F0502020204030203" pitchFamily="34" charset="0"/>
              <a:ea typeface="+mn-ea"/>
              <a:cs typeface="+mn-cs"/>
            </a:endParaRPr>
          </a:p>
        </p:txBody>
      </p:sp>
      <p:sp>
        <p:nvSpPr>
          <p:cNvPr id="36" name="CuadroTexto 122">
            <a:extLst>
              <a:ext uri="{FF2B5EF4-FFF2-40B4-BE49-F238E27FC236}">
                <a16:creationId xmlns:a16="http://schemas.microsoft.com/office/drawing/2014/main" id="{BF5CD835-F13E-8172-B373-1C4889840EB1}"/>
              </a:ext>
            </a:extLst>
          </p:cNvPr>
          <p:cNvSpPr txBox="1"/>
          <p:nvPr/>
        </p:nvSpPr>
        <p:spPr>
          <a:xfrm>
            <a:off x="5775842" y="9317594"/>
            <a:ext cx="51941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srgbClr val="F49401"/>
                </a:solidFill>
                <a:effectLst/>
                <a:uLnTx/>
                <a:uFillTx/>
                <a:latin typeface="Montserrat Black" panose="00000A00000000000000" pitchFamily="50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srgbClr val="212745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TITLE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500" b="0" i="0" u="none" strike="noStrike" kern="1200" cap="none" spc="0" normalizeH="0" baseline="0" noProof="0" dirty="0">
                <a:ln>
                  <a:noFill/>
                </a:ln>
                <a:solidFill>
                  <a:srgbClr val="212745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HERE</a:t>
            </a:r>
            <a:endParaRPr kumimoji="0" lang="es-CO" sz="500" b="0" i="0" u="none" strike="noStrike" kern="1200" cap="none" spc="0" normalizeH="0" baseline="0" noProof="0" dirty="0">
              <a:ln>
                <a:noFill/>
              </a:ln>
              <a:solidFill>
                <a:srgbClr val="212745"/>
              </a:solidFill>
              <a:effectLst/>
              <a:uLnTx/>
              <a:uFillTx/>
              <a:latin typeface="Lato" panose="020F0502020204030203" pitchFamily="34" charset="0"/>
              <a:ea typeface="+mn-ea"/>
              <a:cs typeface="+mn-cs"/>
            </a:endParaRPr>
          </a:p>
        </p:txBody>
      </p:sp>
      <p:sp>
        <p:nvSpPr>
          <p:cNvPr id="37" name="CuadroTexto 123">
            <a:extLst>
              <a:ext uri="{FF2B5EF4-FFF2-40B4-BE49-F238E27FC236}">
                <a16:creationId xmlns:a16="http://schemas.microsoft.com/office/drawing/2014/main" id="{F669E504-39FF-463F-2852-525A7E30D259}"/>
              </a:ext>
            </a:extLst>
          </p:cNvPr>
          <p:cNvSpPr txBox="1"/>
          <p:nvPr/>
        </p:nvSpPr>
        <p:spPr>
          <a:xfrm>
            <a:off x="5529667" y="8404308"/>
            <a:ext cx="51941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srgbClr val="F93043"/>
                </a:solidFill>
                <a:effectLst/>
                <a:uLnTx/>
                <a:uFillTx/>
                <a:latin typeface="Montserrat Black" panose="00000A00000000000000" pitchFamily="50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srgbClr val="212745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TITLE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500" b="0" i="0" u="none" strike="noStrike" kern="1200" cap="none" spc="0" normalizeH="0" baseline="0" noProof="0" dirty="0">
                <a:ln>
                  <a:noFill/>
                </a:ln>
                <a:solidFill>
                  <a:srgbClr val="212745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HERE</a:t>
            </a:r>
            <a:endParaRPr kumimoji="0" lang="es-CO" sz="500" b="0" i="0" u="none" strike="noStrike" kern="1200" cap="none" spc="0" normalizeH="0" baseline="0" noProof="0" dirty="0">
              <a:ln>
                <a:noFill/>
              </a:ln>
              <a:solidFill>
                <a:srgbClr val="212745"/>
              </a:solidFill>
              <a:effectLst/>
              <a:uLnTx/>
              <a:uFillTx/>
              <a:latin typeface="Lato" panose="020F0502020204030203" pitchFamily="34" charset="0"/>
              <a:ea typeface="+mn-ea"/>
              <a:cs typeface="+mn-cs"/>
            </a:endParaRPr>
          </a:p>
        </p:txBody>
      </p:sp>
      <p:grpSp>
        <p:nvGrpSpPr>
          <p:cNvPr id="38" name="Grupo 79">
            <a:extLst>
              <a:ext uri="{FF2B5EF4-FFF2-40B4-BE49-F238E27FC236}">
                <a16:creationId xmlns:a16="http://schemas.microsoft.com/office/drawing/2014/main" id="{D410638F-D74E-4D14-35A1-7500B436C515}"/>
              </a:ext>
            </a:extLst>
          </p:cNvPr>
          <p:cNvGrpSpPr/>
          <p:nvPr/>
        </p:nvGrpSpPr>
        <p:grpSpPr>
          <a:xfrm>
            <a:off x="6096000" y="8635062"/>
            <a:ext cx="580036" cy="580036"/>
            <a:chOff x="9095873" y="4745254"/>
            <a:chExt cx="2550695" cy="2550695"/>
          </a:xfrm>
        </p:grpSpPr>
        <p:sp>
          <p:nvSpPr>
            <p:cNvPr id="40" name="Elipse 78">
              <a:extLst>
                <a:ext uri="{FF2B5EF4-FFF2-40B4-BE49-F238E27FC236}">
                  <a16:creationId xmlns:a16="http://schemas.microsoft.com/office/drawing/2014/main" id="{9AC3B03C-81BD-3A01-363F-F36FBBBED4BE}"/>
                </a:ext>
              </a:extLst>
            </p:cNvPr>
            <p:cNvSpPr/>
            <p:nvPr/>
          </p:nvSpPr>
          <p:spPr>
            <a:xfrm>
              <a:off x="9095873" y="4745254"/>
              <a:ext cx="2550695" cy="2550695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Elipse 77">
              <a:extLst>
                <a:ext uri="{FF2B5EF4-FFF2-40B4-BE49-F238E27FC236}">
                  <a16:creationId xmlns:a16="http://schemas.microsoft.com/office/drawing/2014/main" id="{F1036ED8-0E3D-966A-F01A-A2832E289587}"/>
                </a:ext>
              </a:extLst>
            </p:cNvPr>
            <p:cNvSpPr/>
            <p:nvPr/>
          </p:nvSpPr>
          <p:spPr>
            <a:xfrm>
              <a:off x="9432758" y="5101389"/>
              <a:ext cx="1876926" cy="187692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48" name="Gráfico 115" descr="Libros en una estantería con relleno sólido">
            <a:extLst>
              <a:ext uri="{FF2B5EF4-FFF2-40B4-BE49-F238E27FC236}">
                <a16:creationId xmlns:a16="http://schemas.microsoft.com/office/drawing/2014/main" id="{E6A465F8-CD34-0C5A-C66D-3CE81C023B3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237128" y="8771669"/>
            <a:ext cx="281235" cy="281235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69E0B5E4-0A5E-FB8F-97A4-3702DFE9D9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8220" y="3453011"/>
            <a:ext cx="174640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Open Sans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-Bold" panose="00000800000000000000" pitchFamily="50" charset="0"/>
                <a:ea typeface="+mn-ea"/>
                <a:cs typeface="+mn-cs"/>
              </a:rPr>
              <a:t>Investment</a:t>
            </a: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-Bold" panose="00000800000000000000" pitchFamily="50" charset="0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BF65B3-47AE-CE4B-3CF1-D6DA536F69B7}"/>
              </a:ext>
            </a:extLst>
          </p:cNvPr>
          <p:cNvSpPr txBox="1"/>
          <p:nvPr/>
        </p:nvSpPr>
        <p:spPr>
          <a:xfrm>
            <a:off x="2758387" y="631904"/>
            <a:ext cx="80524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SYLES OF LEADERS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AEDCCDC7-7404-1891-BA0F-6E4A503CBE11}"/>
              </a:ext>
            </a:extLst>
          </p:cNvPr>
          <p:cNvSpPr/>
          <p:nvPr/>
        </p:nvSpPr>
        <p:spPr>
          <a:xfrm>
            <a:off x="5457097" y="914991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Diamond 12">
            <a:extLst>
              <a:ext uri="{FF2B5EF4-FFF2-40B4-BE49-F238E27FC236}">
                <a16:creationId xmlns:a16="http://schemas.microsoft.com/office/drawing/2014/main" id="{01291BE4-1925-3049-00FD-A54334C7F8BD}"/>
              </a:ext>
            </a:extLst>
          </p:cNvPr>
          <p:cNvSpPr/>
          <p:nvPr/>
        </p:nvSpPr>
        <p:spPr>
          <a:xfrm>
            <a:off x="6813120" y="914991"/>
            <a:ext cx="360000" cy="3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Diamond 20">
            <a:extLst>
              <a:ext uri="{FF2B5EF4-FFF2-40B4-BE49-F238E27FC236}">
                <a16:creationId xmlns:a16="http://schemas.microsoft.com/office/drawing/2014/main" id="{88D36F44-F452-0C58-14A9-7047CA194E4D}"/>
              </a:ext>
            </a:extLst>
          </p:cNvPr>
          <p:cNvSpPr/>
          <p:nvPr/>
        </p:nvSpPr>
        <p:spPr>
          <a:xfrm>
            <a:off x="6375377" y="914991"/>
            <a:ext cx="360000" cy="360000"/>
          </a:xfrm>
          <a:prstGeom prst="diamond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Diamond 23">
            <a:extLst>
              <a:ext uri="{FF2B5EF4-FFF2-40B4-BE49-F238E27FC236}">
                <a16:creationId xmlns:a16="http://schemas.microsoft.com/office/drawing/2014/main" id="{EC8028DD-2522-0CAD-FCF2-5ADF8FD27705}"/>
              </a:ext>
            </a:extLst>
          </p:cNvPr>
          <p:cNvSpPr/>
          <p:nvPr/>
        </p:nvSpPr>
        <p:spPr>
          <a:xfrm>
            <a:off x="5916237" y="914991"/>
            <a:ext cx="360000" cy="3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Diamond 41">
            <a:extLst>
              <a:ext uri="{FF2B5EF4-FFF2-40B4-BE49-F238E27FC236}">
                <a16:creationId xmlns:a16="http://schemas.microsoft.com/office/drawing/2014/main" id="{D5BAFFF0-2AE6-01DE-A7CC-BA578FFD618F}"/>
              </a:ext>
            </a:extLst>
          </p:cNvPr>
          <p:cNvSpPr/>
          <p:nvPr/>
        </p:nvSpPr>
        <p:spPr>
          <a:xfrm>
            <a:off x="7257924" y="914991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D68DAA5-E9BD-2E48-EBB3-0E25454368E0}"/>
              </a:ext>
            </a:extLst>
          </p:cNvPr>
          <p:cNvSpPr txBox="1"/>
          <p:nvPr/>
        </p:nvSpPr>
        <p:spPr>
          <a:xfrm>
            <a:off x="1754430" y="314776"/>
            <a:ext cx="8822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 Black" panose="020F0A02020204030203" pitchFamily="34" charset="0"/>
                <a:ea typeface="+mn-ea"/>
                <a:cs typeface="+mn-cs"/>
              </a:rPr>
              <a:t>DOUBLE-ENDED LINKED LIST</a:t>
            </a:r>
          </a:p>
        </p:txBody>
      </p:sp>
      <p:sp>
        <p:nvSpPr>
          <p:cNvPr id="46" name="Diamond 45">
            <a:extLst>
              <a:ext uri="{FF2B5EF4-FFF2-40B4-BE49-F238E27FC236}">
                <a16:creationId xmlns:a16="http://schemas.microsoft.com/office/drawing/2014/main" id="{3EC0CAD8-023A-C16A-39A5-E7C7591B52B0}"/>
              </a:ext>
            </a:extLst>
          </p:cNvPr>
          <p:cNvSpPr/>
          <p:nvPr/>
        </p:nvSpPr>
        <p:spPr>
          <a:xfrm>
            <a:off x="7690688" y="918575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Diamond 54">
            <a:extLst>
              <a:ext uri="{FF2B5EF4-FFF2-40B4-BE49-F238E27FC236}">
                <a16:creationId xmlns:a16="http://schemas.microsoft.com/office/drawing/2014/main" id="{76A9A335-3578-F59C-4AAB-BB403A212C91}"/>
              </a:ext>
            </a:extLst>
          </p:cNvPr>
          <p:cNvSpPr/>
          <p:nvPr/>
        </p:nvSpPr>
        <p:spPr>
          <a:xfrm>
            <a:off x="9046711" y="918575"/>
            <a:ext cx="360000" cy="3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Diamond 56">
            <a:extLst>
              <a:ext uri="{FF2B5EF4-FFF2-40B4-BE49-F238E27FC236}">
                <a16:creationId xmlns:a16="http://schemas.microsoft.com/office/drawing/2014/main" id="{CFBC67EA-DF05-1F13-2236-21BDF1B29AA4}"/>
              </a:ext>
            </a:extLst>
          </p:cNvPr>
          <p:cNvSpPr/>
          <p:nvPr/>
        </p:nvSpPr>
        <p:spPr>
          <a:xfrm>
            <a:off x="8608968" y="918575"/>
            <a:ext cx="360000" cy="360000"/>
          </a:xfrm>
          <a:prstGeom prst="diamond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Diamond 58">
            <a:extLst>
              <a:ext uri="{FF2B5EF4-FFF2-40B4-BE49-F238E27FC236}">
                <a16:creationId xmlns:a16="http://schemas.microsoft.com/office/drawing/2014/main" id="{6209B377-70B7-77EE-FA26-54A978E8ED50}"/>
              </a:ext>
            </a:extLst>
          </p:cNvPr>
          <p:cNvSpPr/>
          <p:nvPr/>
        </p:nvSpPr>
        <p:spPr>
          <a:xfrm>
            <a:off x="8149828" y="918575"/>
            <a:ext cx="360000" cy="3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Diamond 59">
            <a:extLst>
              <a:ext uri="{FF2B5EF4-FFF2-40B4-BE49-F238E27FC236}">
                <a16:creationId xmlns:a16="http://schemas.microsoft.com/office/drawing/2014/main" id="{0037825C-02EE-167C-13F4-8964A36F7060}"/>
              </a:ext>
            </a:extLst>
          </p:cNvPr>
          <p:cNvSpPr/>
          <p:nvPr/>
        </p:nvSpPr>
        <p:spPr>
          <a:xfrm>
            <a:off x="9491515" y="918575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B64F24-69C9-02A9-7EA1-A8EF6C0CD4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5377" y="1249920"/>
            <a:ext cx="755625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Open Sans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9pPr>
          </a:lstStyle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Using </a:t>
            </a:r>
            <a:r>
              <a:rPr kumimoji="0" lang="en-US" sz="2000" i="0" u="none" strike="noStrike" kern="1200" cap="none" spc="0" normalizeH="0" baseline="0" noProof="0" dirty="0" err="1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displayList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() method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F265A4-E05F-11F6-D474-E1E9300FCAB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17708" y="1865909"/>
            <a:ext cx="6427892" cy="3534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6683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>
            <a:extLst>
              <a:ext uri="{FF2B5EF4-FFF2-40B4-BE49-F238E27FC236}">
                <a16:creationId xmlns:a16="http://schemas.microsoft.com/office/drawing/2014/main" id="{1F565243-9681-B2E3-763B-A2D94F96796E}"/>
              </a:ext>
            </a:extLst>
          </p:cNvPr>
          <p:cNvGrpSpPr/>
          <p:nvPr/>
        </p:nvGrpSpPr>
        <p:grpSpPr>
          <a:xfrm>
            <a:off x="-12556257" y="-47092"/>
            <a:ext cx="12494478" cy="6911993"/>
            <a:chOff x="12191999" y="-47092"/>
            <a:chExt cx="12494478" cy="6911993"/>
          </a:xfrm>
        </p:grpSpPr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2981E7A3-935D-48D3-B795-8A14F20A487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463"/>
            <a:stretch/>
          </p:blipFill>
          <p:spPr>
            <a:xfrm flipH="1">
              <a:off x="12198681" y="-41680"/>
              <a:ext cx="12487796" cy="6889814"/>
            </a:xfrm>
            <a:prstGeom prst="rect">
              <a:avLst/>
            </a:prstGeom>
          </p:spPr>
        </p:pic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8AA6FC20-0C95-1644-6322-6D889AD83837}"/>
                </a:ext>
              </a:extLst>
            </p:cNvPr>
            <p:cNvSpPr/>
            <p:nvPr/>
          </p:nvSpPr>
          <p:spPr>
            <a:xfrm>
              <a:off x="12191999" y="-47092"/>
              <a:ext cx="12494478" cy="6911993"/>
            </a:xfrm>
            <a:prstGeom prst="rect">
              <a:avLst/>
            </a:prstGeom>
            <a:solidFill>
              <a:srgbClr val="031828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82434AAD-6276-EC0A-31ED-589DD1285475}"/>
              </a:ext>
            </a:extLst>
          </p:cNvPr>
          <p:cNvSpPr txBox="1"/>
          <p:nvPr/>
        </p:nvSpPr>
        <p:spPr>
          <a:xfrm>
            <a:off x="3642075" y="7258068"/>
            <a:ext cx="55876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6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Light" pitchFamily="2" charset="77"/>
                <a:ea typeface="+mn-ea"/>
                <a:cs typeface="+mn-cs"/>
              </a:rPr>
              <a:t>WWW.PPTHEMES.COM 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5F5EEFC-97BA-E025-2DD1-0863FB7E0BFA}"/>
              </a:ext>
            </a:extLst>
          </p:cNvPr>
          <p:cNvGrpSpPr/>
          <p:nvPr/>
        </p:nvGrpSpPr>
        <p:grpSpPr>
          <a:xfrm>
            <a:off x="13030228" y="3718483"/>
            <a:ext cx="5921959" cy="2576208"/>
            <a:chOff x="594039" y="1299676"/>
            <a:chExt cx="7035597" cy="257620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D8A5DA-2CE6-3F64-7E91-ACA95B5D06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039" y="1299676"/>
              <a:ext cx="168293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-Bold" panose="00000800000000000000" pitchFamily="50" charset="0"/>
                  <a:ea typeface="+mn-ea"/>
                  <a:cs typeface="+mn-cs"/>
                </a:rPr>
                <a:t>Investment</a:t>
              </a:r>
              <a:endPara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-Bold" panose="00000800000000000000" pitchFamily="50" charset="0"/>
                <a:ea typeface="+mn-ea"/>
                <a:cs typeface="+mn-cs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EBFC41E-5DDA-04C1-4066-7217A5BDA3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75" y="1609238"/>
              <a:ext cx="7027661" cy="22666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Lorem ipsum dolor sit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amet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,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consectetur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adipiscing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elit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, sed do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eiusmod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tempor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incididunt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ut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labore</a:t>
              </a: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Light" panose="00000400000000000000" pitchFamily="50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Lorem ipsum dolor sit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amet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,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consectetur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adipiscing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elit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, sed do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eiusmod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tempor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incididunt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ut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labore</a:t>
              </a:r>
              <a:endPara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Light" panose="00000400000000000000" pitchFamily="50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Light" panose="000004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59" name="Gráfico 117" descr="Rollo de diplomas con relleno sólido">
            <a:extLst>
              <a:ext uri="{FF2B5EF4-FFF2-40B4-BE49-F238E27FC236}">
                <a16:creationId xmlns:a16="http://schemas.microsoft.com/office/drawing/2014/main" id="{BF6E0A96-E5CA-A5EA-F2C7-B7CB0C45B6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38512" y="4763781"/>
            <a:ext cx="618363" cy="618363"/>
          </a:xfrm>
          <a:prstGeom prst="rect">
            <a:avLst/>
          </a:prstGeom>
        </p:spPr>
      </p:pic>
      <p:pic>
        <p:nvPicPr>
          <p:cNvPr id="60" name="Gráfico 118" descr="Libro abierto con relleno sólido">
            <a:extLst>
              <a:ext uri="{FF2B5EF4-FFF2-40B4-BE49-F238E27FC236}">
                <a16:creationId xmlns:a16="http://schemas.microsoft.com/office/drawing/2014/main" id="{94979502-95F1-81B0-EAE6-A392F863A2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60418" y="2922834"/>
            <a:ext cx="618363" cy="618363"/>
          </a:xfrm>
          <a:prstGeom prst="rect">
            <a:avLst/>
          </a:prstGeom>
        </p:spPr>
      </p:pic>
      <p:sp>
        <p:nvSpPr>
          <p:cNvPr id="74" name="Rectangle 73">
            <a:extLst>
              <a:ext uri="{FF2B5EF4-FFF2-40B4-BE49-F238E27FC236}">
                <a16:creationId xmlns:a16="http://schemas.microsoft.com/office/drawing/2014/main" id="{F53714C4-D0B0-696A-2886-56DEAF052418}"/>
              </a:ext>
            </a:extLst>
          </p:cNvPr>
          <p:cNvSpPr/>
          <p:nvPr/>
        </p:nvSpPr>
        <p:spPr>
          <a:xfrm>
            <a:off x="-8706" y="-18416"/>
            <a:ext cx="1749113" cy="68764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Diamond 38">
            <a:extLst>
              <a:ext uri="{FF2B5EF4-FFF2-40B4-BE49-F238E27FC236}">
                <a16:creationId xmlns:a16="http://schemas.microsoft.com/office/drawing/2014/main" id="{0A53FDB5-8B45-2506-A392-9D328D5A3EC3}"/>
              </a:ext>
            </a:extLst>
          </p:cNvPr>
          <p:cNvSpPr/>
          <p:nvPr/>
        </p:nvSpPr>
        <p:spPr>
          <a:xfrm rot="10800000">
            <a:off x="1810271" y="1310612"/>
            <a:ext cx="2160000" cy="21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Diamond 43">
            <a:extLst>
              <a:ext uri="{FF2B5EF4-FFF2-40B4-BE49-F238E27FC236}">
                <a16:creationId xmlns:a16="http://schemas.microsoft.com/office/drawing/2014/main" id="{516647C1-AC26-B8BD-B6BD-784002349759}"/>
              </a:ext>
            </a:extLst>
          </p:cNvPr>
          <p:cNvSpPr/>
          <p:nvPr/>
        </p:nvSpPr>
        <p:spPr>
          <a:xfrm rot="10800000">
            <a:off x="636223" y="168593"/>
            <a:ext cx="2160000" cy="21600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Diamond 44">
            <a:extLst>
              <a:ext uri="{FF2B5EF4-FFF2-40B4-BE49-F238E27FC236}">
                <a16:creationId xmlns:a16="http://schemas.microsoft.com/office/drawing/2014/main" id="{93A02406-42C1-74E2-EBD6-21A9CF95386A}"/>
              </a:ext>
            </a:extLst>
          </p:cNvPr>
          <p:cNvSpPr/>
          <p:nvPr/>
        </p:nvSpPr>
        <p:spPr>
          <a:xfrm rot="10800000">
            <a:off x="675929" y="2490816"/>
            <a:ext cx="2160000" cy="21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Diamond 46">
            <a:extLst>
              <a:ext uri="{FF2B5EF4-FFF2-40B4-BE49-F238E27FC236}">
                <a16:creationId xmlns:a16="http://schemas.microsoft.com/office/drawing/2014/main" id="{12C0E848-C645-0759-55B9-7047D013FA57}"/>
              </a:ext>
            </a:extLst>
          </p:cNvPr>
          <p:cNvSpPr/>
          <p:nvPr/>
        </p:nvSpPr>
        <p:spPr>
          <a:xfrm rot="10800000">
            <a:off x="-474486" y="1323166"/>
            <a:ext cx="2160000" cy="21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F3678745-9AF2-BB77-7593-F0AE6B6727FE}"/>
              </a:ext>
            </a:extLst>
          </p:cNvPr>
          <p:cNvGrpSpPr/>
          <p:nvPr/>
        </p:nvGrpSpPr>
        <p:grpSpPr>
          <a:xfrm>
            <a:off x="12179837" y="-27415"/>
            <a:ext cx="12295230" cy="7021885"/>
            <a:chOff x="12179837" y="-27415"/>
            <a:chExt cx="12295230" cy="7021885"/>
          </a:xfrm>
        </p:grpSpPr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6418733D-D1B2-F747-7069-67D7059788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477" b="368"/>
            <a:stretch/>
          </p:blipFill>
          <p:spPr>
            <a:xfrm>
              <a:off x="12179837" y="-27415"/>
              <a:ext cx="12192000" cy="6885415"/>
            </a:xfrm>
            <a:prstGeom prst="rect">
              <a:avLst/>
            </a:prstGeom>
          </p:spPr>
        </p:pic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1C17F809-3CC2-13F4-3B10-CFC3995CA323}"/>
                </a:ext>
              </a:extLst>
            </p:cNvPr>
            <p:cNvSpPr/>
            <p:nvPr/>
          </p:nvSpPr>
          <p:spPr>
            <a:xfrm>
              <a:off x="12206512" y="15795"/>
              <a:ext cx="12268555" cy="6978675"/>
            </a:xfrm>
            <a:prstGeom prst="rect">
              <a:avLst/>
            </a:prstGeom>
            <a:solidFill>
              <a:srgbClr val="031828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89507A28-5E48-4E7F-430F-1B1B21073D16}"/>
              </a:ext>
            </a:extLst>
          </p:cNvPr>
          <p:cNvSpPr txBox="1"/>
          <p:nvPr/>
        </p:nvSpPr>
        <p:spPr>
          <a:xfrm>
            <a:off x="2718899" y="101937"/>
            <a:ext cx="8052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DIFFERENCE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 BETWEEN MANAGERS &amp; LEADERS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7D04CB-77C0-8053-647C-3722E58C65FA}"/>
              </a:ext>
            </a:extLst>
          </p:cNvPr>
          <p:cNvSpPr txBox="1"/>
          <p:nvPr/>
        </p:nvSpPr>
        <p:spPr>
          <a:xfrm>
            <a:off x="2758387" y="631904"/>
            <a:ext cx="80524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SYLES OF LEADERS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DA2B6D9C-1295-2612-340E-AD552D62702C}"/>
              </a:ext>
            </a:extLst>
          </p:cNvPr>
          <p:cNvSpPr/>
          <p:nvPr/>
        </p:nvSpPr>
        <p:spPr>
          <a:xfrm>
            <a:off x="5457097" y="914991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64F4DA64-FB2B-825F-16B5-7F59053609EC}"/>
              </a:ext>
            </a:extLst>
          </p:cNvPr>
          <p:cNvSpPr/>
          <p:nvPr/>
        </p:nvSpPr>
        <p:spPr>
          <a:xfrm>
            <a:off x="6813120" y="914991"/>
            <a:ext cx="360000" cy="3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Diamond 12">
            <a:extLst>
              <a:ext uri="{FF2B5EF4-FFF2-40B4-BE49-F238E27FC236}">
                <a16:creationId xmlns:a16="http://schemas.microsoft.com/office/drawing/2014/main" id="{383E13A2-9FE2-D0CF-44DA-5A25D3DE26C6}"/>
              </a:ext>
            </a:extLst>
          </p:cNvPr>
          <p:cNvSpPr/>
          <p:nvPr/>
        </p:nvSpPr>
        <p:spPr>
          <a:xfrm>
            <a:off x="6375377" y="914991"/>
            <a:ext cx="360000" cy="360000"/>
          </a:xfrm>
          <a:prstGeom prst="diamond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Diamond 13">
            <a:extLst>
              <a:ext uri="{FF2B5EF4-FFF2-40B4-BE49-F238E27FC236}">
                <a16:creationId xmlns:a16="http://schemas.microsoft.com/office/drawing/2014/main" id="{5BE39A56-DCCF-8396-FF15-19AB2D744C88}"/>
              </a:ext>
            </a:extLst>
          </p:cNvPr>
          <p:cNvSpPr/>
          <p:nvPr/>
        </p:nvSpPr>
        <p:spPr>
          <a:xfrm>
            <a:off x="5916237" y="914991"/>
            <a:ext cx="360000" cy="3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Diamond 17">
            <a:extLst>
              <a:ext uri="{FF2B5EF4-FFF2-40B4-BE49-F238E27FC236}">
                <a16:creationId xmlns:a16="http://schemas.microsoft.com/office/drawing/2014/main" id="{9151BD0C-443C-37D7-39D2-8C1208F5A9DA}"/>
              </a:ext>
            </a:extLst>
          </p:cNvPr>
          <p:cNvSpPr/>
          <p:nvPr/>
        </p:nvSpPr>
        <p:spPr>
          <a:xfrm>
            <a:off x="7257924" y="914991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3F4813-B48B-853A-CBD9-A97BBEBE6E85}"/>
              </a:ext>
            </a:extLst>
          </p:cNvPr>
          <p:cNvSpPr txBox="1"/>
          <p:nvPr/>
        </p:nvSpPr>
        <p:spPr>
          <a:xfrm>
            <a:off x="1754430" y="314776"/>
            <a:ext cx="8822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 Black" panose="020F0A02020204030203" pitchFamily="34" charset="0"/>
                <a:ea typeface="+mn-ea"/>
                <a:cs typeface="+mn-cs"/>
              </a:rPr>
              <a:t>DOUBLE-ENDED LINKED LIST</a:t>
            </a:r>
          </a:p>
        </p:txBody>
      </p:sp>
      <p:sp>
        <p:nvSpPr>
          <p:cNvPr id="20" name="Diamond 19">
            <a:extLst>
              <a:ext uri="{FF2B5EF4-FFF2-40B4-BE49-F238E27FC236}">
                <a16:creationId xmlns:a16="http://schemas.microsoft.com/office/drawing/2014/main" id="{618E3038-89CF-D727-7AC5-A0A96B999E51}"/>
              </a:ext>
            </a:extLst>
          </p:cNvPr>
          <p:cNvSpPr/>
          <p:nvPr/>
        </p:nvSpPr>
        <p:spPr>
          <a:xfrm>
            <a:off x="7690688" y="918575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Diamond 20">
            <a:extLst>
              <a:ext uri="{FF2B5EF4-FFF2-40B4-BE49-F238E27FC236}">
                <a16:creationId xmlns:a16="http://schemas.microsoft.com/office/drawing/2014/main" id="{18889D23-D451-26B1-610C-F91C85831142}"/>
              </a:ext>
            </a:extLst>
          </p:cNvPr>
          <p:cNvSpPr/>
          <p:nvPr/>
        </p:nvSpPr>
        <p:spPr>
          <a:xfrm>
            <a:off x="9046711" y="918575"/>
            <a:ext cx="360000" cy="3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Diamond 21">
            <a:extLst>
              <a:ext uri="{FF2B5EF4-FFF2-40B4-BE49-F238E27FC236}">
                <a16:creationId xmlns:a16="http://schemas.microsoft.com/office/drawing/2014/main" id="{55955C17-FBB3-CF8C-BE55-CB0DE742A054}"/>
              </a:ext>
            </a:extLst>
          </p:cNvPr>
          <p:cNvSpPr/>
          <p:nvPr/>
        </p:nvSpPr>
        <p:spPr>
          <a:xfrm>
            <a:off x="8608968" y="918575"/>
            <a:ext cx="360000" cy="360000"/>
          </a:xfrm>
          <a:prstGeom prst="diamond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Diamond 22">
            <a:extLst>
              <a:ext uri="{FF2B5EF4-FFF2-40B4-BE49-F238E27FC236}">
                <a16:creationId xmlns:a16="http://schemas.microsoft.com/office/drawing/2014/main" id="{B8BC093D-555E-E4D9-E2E2-E0FA837313DA}"/>
              </a:ext>
            </a:extLst>
          </p:cNvPr>
          <p:cNvSpPr/>
          <p:nvPr/>
        </p:nvSpPr>
        <p:spPr>
          <a:xfrm>
            <a:off x="8149828" y="918575"/>
            <a:ext cx="360000" cy="3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Diamond 23">
            <a:extLst>
              <a:ext uri="{FF2B5EF4-FFF2-40B4-BE49-F238E27FC236}">
                <a16:creationId xmlns:a16="http://schemas.microsoft.com/office/drawing/2014/main" id="{EF5A0089-8E58-3662-3F37-58EA9737A954}"/>
              </a:ext>
            </a:extLst>
          </p:cNvPr>
          <p:cNvSpPr/>
          <p:nvPr/>
        </p:nvSpPr>
        <p:spPr>
          <a:xfrm>
            <a:off x="9491515" y="918575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0760E6-60E6-257E-FE01-EBDE6A0C58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5377" y="1249920"/>
            <a:ext cx="755625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Open Sans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9pPr>
          </a:lstStyle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Using </a:t>
            </a:r>
            <a:r>
              <a:rPr kumimoji="0" lang="en-US" sz="2000" i="0" u="none" strike="noStrike" kern="1200" cap="none" spc="0" normalizeH="0" baseline="0" noProof="0" dirty="0" err="1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deleteFirst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() method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C63BA4-5FA0-F129-9BF2-98FDEA956E0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01719" y="2094219"/>
            <a:ext cx="6990583" cy="2715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1646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73">
            <a:extLst>
              <a:ext uri="{FF2B5EF4-FFF2-40B4-BE49-F238E27FC236}">
                <a16:creationId xmlns:a16="http://schemas.microsoft.com/office/drawing/2014/main" id="{F53714C4-D0B0-696A-2886-56DEAF052418}"/>
              </a:ext>
            </a:extLst>
          </p:cNvPr>
          <p:cNvSpPr/>
          <p:nvPr/>
        </p:nvSpPr>
        <p:spPr>
          <a:xfrm>
            <a:off x="-37770" y="-9208"/>
            <a:ext cx="1749113" cy="68764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Diamond 38">
            <a:extLst>
              <a:ext uri="{FF2B5EF4-FFF2-40B4-BE49-F238E27FC236}">
                <a16:creationId xmlns:a16="http://schemas.microsoft.com/office/drawing/2014/main" id="{0A53FDB5-8B45-2506-A392-9D328D5A3EC3}"/>
              </a:ext>
            </a:extLst>
          </p:cNvPr>
          <p:cNvSpPr/>
          <p:nvPr/>
        </p:nvSpPr>
        <p:spPr>
          <a:xfrm rot="16200000">
            <a:off x="686985" y="2472083"/>
            <a:ext cx="2160000" cy="21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Diamond 43">
            <a:extLst>
              <a:ext uri="{FF2B5EF4-FFF2-40B4-BE49-F238E27FC236}">
                <a16:creationId xmlns:a16="http://schemas.microsoft.com/office/drawing/2014/main" id="{516647C1-AC26-B8BD-B6BD-784002349759}"/>
              </a:ext>
            </a:extLst>
          </p:cNvPr>
          <p:cNvSpPr/>
          <p:nvPr/>
        </p:nvSpPr>
        <p:spPr>
          <a:xfrm rot="16200000">
            <a:off x="1829004" y="1298035"/>
            <a:ext cx="2160000" cy="21600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Diamond 44">
            <a:extLst>
              <a:ext uri="{FF2B5EF4-FFF2-40B4-BE49-F238E27FC236}">
                <a16:creationId xmlns:a16="http://schemas.microsoft.com/office/drawing/2014/main" id="{93A02406-42C1-74E2-EBD6-21A9CF95386A}"/>
              </a:ext>
            </a:extLst>
          </p:cNvPr>
          <p:cNvSpPr/>
          <p:nvPr/>
        </p:nvSpPr>
        <p:spPr>
          <a:xfrm rot="16200000">
            <a:off x="-493219" y="1337741"/>
            <a:ext cx="2160000" cy="21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Diamond 46">
            <a:extLst>
              <a:ext uri="{FF2B5EF4-FFF2-40B4-BE49-F238E27FC236}">
                <a16:creationId xmlns:a16="http://schemas.microsoft.com/office/drawing/2014/main" id="{12C0E848-C645-0759-55B9-7047D013FA57}"/>
              </a:ext>
            </a:extLst>
          </p:cNvPr>
          <p:cNvSpPr/>
          <p:nvPr/>
        </p:nvSpPr>
        <p:spPr>
          <a:xfrm rot="16200000">
            <a:off x="674431" y="187326"/>
            <a:ext cx="2160000" cy="21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F3022B-090C-77FC-64FD-F95BF94621F5}"/>
              </a:ext>
            </a:extLst>
          </p:cNvPr>
          <p:cNvSpPr txBox="1"/>
          <p:nvPr/>
        </p:nvSpPr>
        <p:spPr>
          <a:xfrm>
            <a:off x="2142148" y="-685517"/>
            <a:ext cx="80524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THANKS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2AFBC03-8988-8C4C-3F88-765ED01F9725}"/>
              </a:ext>
            </a:extLst>
          </p:cNvPr>
          <p:cNvSpPr txBox="1"/>
          <p:nvPr/>
        </p:nvSpPr>
        <p:spPr>
          <a:xfrm>
            <a:off x="2142148" y="-1886401"/>
            <a:ext cx="80524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solidFill>
                    <a:srgbClr val="FFFFFF"/>
                  </a:solidFill>
                </a:ln>
                <a:noFill/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THANKS</a:t>
            </a:r>
            <a:endParaRPr kumimoji="0" lang="en-US" sz="3200" b="0" i="0" u="none" strike="noStrike" kern="1200" cap="none" spc="0" normalizeH="0" baseline="0" noProof="0" dirty="0">
              <a:ln>
                <a:solidFill>
                  <a:srgbClr val="FFFFFF"/>
                </a:solidFill>
              </a:ln>
              <a:noFill/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5F0ED3E3-1FB2-7CD1-558D-5F5D150F8E18}"/>
              </a:ext>
            </a:extLst>
          </p:cNvPr>
          <p:cNvSpPr/>
          <p:nvPr/>
        </p:nvSpPr>
        <p:spPr>
          <a:xfrm>
            <a:off x="5457097" y="914991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Diamond 14">
            <a:extLst>
              <a:ext uri="{FF2B5EF4-FFF2-40B4-BE49-F238E27FC236}">
                <a16:creationId xmlns:a16="http://schemas.microsoft.com/office/drawing/2014/main" id="{3835E1D3-7CD1-04E1-D0CE-30EAB56A004E}"/>
              </a:ext>
            </a:extLst>
          </p:cNvPr>
          <p:cNvSpPr/>
          <p:nvPr/>
        </p:nvSpPr>
        <p:spPr>
          <a:xfrm>
            <a:off x="6813120" y="914991"/>
            <a:ext cx="360000" cy="3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Diamond 15">
            <a:extLst>
              <a:ext uri="{FF2B5EF4-FFF2-40B4-BE49-F238E27FC236}">
                <a16:creationId xmlns:a16="http://schemas.microsoft.com/office/drawing/2014/main" id="{F552A05E-F8DB-2C76-2658-D5A85E0F10AF}"/>
              </a:ext>
            </a:extLst>
          </p:cNvPr>
          <p:cNvSpPr/>
          <p:nvPr/>
        </p:nvSpPr>
        <p:spPr>
          <a:xfrm>
            <a:off x="6375377" y="914991"/>
            <a:ext cx="360000" cy="360000"/>
          </a:xfrm>
          <a:prstGeom prst="diamond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Diamond 16">
            <a:extLst>
              <a:ext uri="{FF2B5EF4-FFF2-40B4-BE49-F238E27FC236}">
                <a16:creationId xmlns:a16="http://schemas.microsoft.com/office/drawing/2014/main" id="{2194C313-C153-407D-1BAF-85B3661C96E1}"/>
              </a:ext>
            </a:extLst>
          </p:cNvPr>
          <p:cNvSpPr/>
          <p:nvPr/>
        </p:nvSpPr>
        <p:spPr>
          <a:xfrm>
            <a:off x="5916237" y="914991"/>
            <a:ext cx="360000" cy="3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Diamond 27">
            <a:extLst>
              <a:ext uri="{FF2B5EF4-FFF2-40B4-BE49-F238E27FC236}">
                <a16:creationId xmlns:a16="http://schemas.microsoft.com/office/drawing/2014/main" id="{582EA362-7A23-F094-3DAA-56BEC9571281}"/>
              </a:ext>
            </a:extLst>
          </p:cNvPr>
          <p:cNvSpPr/>
          <p:nvPr/>
        </p:nvSpPr>
        <p:spPr>
          <a:xfrm>
            <a:off x="7257924" y="914991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D66A71-CD6D-CD7C-A381-11DFB468F171}"/>
              </a:ext>
            </a:extLst>
          </p:cNvPr>
          <p:cNvSpPr txBox="1"/>
          <p:nvPr/>
        </p:nvSpPr>
        <p:spPr>
          <a:xfrm>
            <a:off x="1754430" y="314776"/>
            <a:ext cx="8822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 Black" panose="020F0A02020204030203" pitchFamily="34" charset="0"/>
                <a:ea typeface="+mn-ea"/>
                <a:cs typeface="+mn-cs"/>
              </a:rPr>
              <a:t>DOUBLE-ENDED LINKED LIST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7E4945A-4A85-E8BE-4F41-7769155BD1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8220" y="3453011"/>
            <a:ext cx="174640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Open Sans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-Bold" panose="00000800000000000000" pitchFamily="50" charset="0"/>
                <a:ea typeface="+mn-ea"/>
                <a:cs typeface="+mn-cs"/>
              </a:rPr>
              <a:t>Investment</a:t>
            </a: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-Bold" panose="00000800000000000000" pitchFamily="50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4247E5-F719-B41F-08EF-09BE77D1AE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5377" y="1249920"/>
            <a:ext cx="755625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Open Sans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9pPr>
          </a:lstStyle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Main Class</a:t>
            </a:r>
          </a:p>
        </p:txBody>
      </p:sp>
      <p:sp>
        <p:nvSpPr>
          <p:cNvPr id="2" name="Diamond 1">
            <a:extLst>
              <a:ext uri="{FF2B5EF4-FFF2-40B4-BE49-F238E27FC236}">
                <a16:creationId xmlns:a16="http://schemas.microsoft.com/office/drawing/2014/main" id="{209D5DBF-4A0A-1987-B809-FF4CB46D8598}"/>
              </a:ext>
            </a:extLst>
          </p:cNvPr>
          <p:cNvSpPr/>
          <p:nvPr/>
        </p:nvSpPr>
        <p:spPr>
          <a:xfrm>
            <a:off x="7690688" y="918575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Diamond 2">
            <a:extLst>
              <a:ext uri="{FF2B5EF4-FFF2-40B4-BE49-F238E27FC236}">
                <a16:creationId xmlns:a16="http://schemas.microsoft.com/office/drawing/2014/main" id="{E4B1E1ED-1DDC-3C1A-B5E0-62EBC319A528}"/>
              </a:ext>
            </a:extLst>
          </p:cNvPr>
          <p:cNvSpPr/>
          <p:nvPr/>
        </p:nvSpPr>
        <p:spPr>
          <a:xfrm>
            <a:off x="9046711" y="918575"/>
            <a:ext cx="360000" cy="3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C314EBC1-215E-5DFB-67F6-AEBE65BCF442}"/>
              </a:ext>
            </a:extLst>
          </p:cNvPr>
          <p:cNvSpPr/>
          <p:nvPr/>
        </p:nvSpPr>
        <p:spPr>
          <a:xfrm>
            <a:off x="8608968" y="918575"/>
            <a:ext cx="360000" cy="360000"/>
          </a:xfrm>
          <a:prstGeom prst="diamond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AD25B9F9-3A45-C410-F457-348C509910F5}"/>
              </a:ext>
            </a:extLst>
          </p:cNvPr>
          <p:cNvSpPr/>
          <p:nvPr/>
        </p:nvSpPr>
        <p:spPr>
          <a:xfrm>
            <a:off x="8149828" y="918575"/>
            <a:ext cx="360000" cy="3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Diamond 25">
            <a:extLst>
              <a:ext uri="{FF2B5EF4-FFF2-40B4-BE49-F238E27FC236}">
                <a16:creationId xmlns:a16="http://schemas.microsoft.com/office/drawing/2014/main" id="{769F8774-D695-62FA-BD4B-D4F51C928CB0}"/>
              </a:ext>
            </a:extLst>
          </p:cNvPr>
          <p:cNvSpPr/>
          <p:nvPr/>
        </p:nvSpPr>
        <p:spPr>
          <a:xfrm>
            <a:off x="9491515" y="918575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F00FEE-426C-ED48-BC2D-111B9AD87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5957" y="1813369"/>
            <a:ext cx="6137040" cy="494893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452029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9267B40-11C9-9153-A29F-F65DF623C2F2}"/>
              </a:ext>
            </a:extLst>
          </p:cNvPr>
          <p:cNvSpPr/>
          <p:nvPr/>
        </p:nvSpPr>
        <p:spPr>
          <a:xfrm>
            <a:off x="-9257" y="14486"/>
            <a:ext cx="1749113" cy="68465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2B77373-4031-140B-C0A4-3140D943CF61}"/>
              </a:ext>
            </a:extLst>
          </p:cNvPr>
          <p:cNvGrpSpPr/>
          <p:nvPr/>
        </p:nvGrpSpPr>
        <p:grpSpPr>
          <a:xfrm>
            <a:off x="12759918" y="5352526"/>
            <a:ext cx="5915279" cy="1158715"/>
            <a:chOff x="601975" y="1239906"/>
            <a:chExt cx="7027661" cy="115871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D9AE19B-7085-C186-A16C-1E3F3ECE20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3385" y="1239906"/>
              <a:ext cx="369692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-Bold" panose="00000800000000000000" pitchFamily="50" charset="0"/>
                  <a:ea typeface="+mn-ea"/>
                  <a:cs typeface="+mn-cs"/>
                </a:rPr>
                <a:t>STYLES OF LEADERSHIP</a:t>
              </a:r>
              <a:endPara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-Bold" panose="00000800000000000000" pitchFamily="50" charset="0"/>
                <a:ea typeface="+mn-ea"/>
                <a:cs typeface="+mn-cs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58BECD2-07FE-F89D-303C-7A08563478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75" y="1609238"/>
              <a:ext cx="7027661" cy="789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Open Sans" pitchFamily="2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Open Sans" pitchFamily="2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Open Sans" pitchFamily="2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Open Sans" pitchFamily="2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Lorem ipsum dolor sit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amet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,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consectetur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adipiscing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elit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, sed do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eiusmod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tempor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incididunt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ut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Light" panose="00000400000000000000" pitchFamily="50" charset="0"/>
                  <a:ea typeface="+mn-ea"/>
                  <a:cs typeface="+mn-cs"/>
                </a:rPr>
                <a:t> labore</a:t>
              </a: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82434AAD-6276-EC0A-31ED-589DD1285475}"/>
              </a:ext>
            </a:extLst>
          </p:cNvPr>
          <p:cNvSpPr txBox="1"/>
          <p:nvPr/>
        </p:nvSpPr>
        <p:spPr>
          <a:xfrm>
            <a:off x="6611134" y="6421241"/>
            <a:ext cx="5587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6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Light" pitchFamily="2" charset="77"/>
                <a:ea typeface="+mn-ea"/>
                <a:cs typeface="+mn-cs"/>
              </a:rPr>
              <a:t>WWW.PPTHEMES.COM </a:t>
            </a:r>
          </a:p>
        </p:txBody>
      </p:sp>
      <p:sp>
        <p:nvSpPr>
          <p:cNvPr id="39" name="Diamond 38">
            <a:extLst>
              <a:ext uri="{FF2B5EF4-FFF2-40B4-BE49-F238E27FC236}">
                <a16:creationId xmlns:a16="http://schemas.microsoft.com/office/drawing/2014/main" id="{0A53FDB5-8B45-2506-A392-9D328D5A3EC3}"/>
              </a:ext>
            </a:extLst>
          </p:cNvPr>
          <p:cNvSpPr/>
          <p:nvPr/>
        </p:nvSpPr>
        <p:spPr>
          <a:xfrm>
            <a:off x="-474486" y="1348797"/>
            <a:ext cx="2160000" cy="21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Diamond 43">
            <a:extLst>
              <a:ext uri="{FF2B5EF4-FFF2-40B4-BE49-F238E27FC236}">
                <a16:creationId xmlns:a16="http://schemas.microsoft.com/office/drawing/2014/main" id="{516647C1-AC26-B8BD-B6BD-784002349759}"/>
              </a:ext>
            </a:extLst>
          </p:cNvPr>
          <p:cNvSpPr/>
          <p:nvPr/>
        </p:nvSpPr>
        <p:spPr>
          <a:xfrm>
            <a:off x="699562" y="2490815"/>
            <a:ext cx="2160000" cy="21600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Diamond 44">
            <a:extLst>
              <a:ext uri="{FF2B5EF4-FFF2-40B4-BE49-F238E27FC236}">
                <a16:creationId xmlns:a16="http://schemas.microsoft.com/office/drawing/2014/main" id="{93A02406-42C1-74E2-EBD6-21A9CF95386A}"/>
              </a:ext>
            </a:extLst>
          </p:cNvPr>
          <p:cNvSpPr/>
          <p:nvPr/>
        </p:nvSpPr>
        <p:spPr>
          <a:xfrm>
            <a:off x="659856" y="168593"/>
            <a:ext cx="2160000" cy="21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Diamond 46">
            <a:extLst>
              <a:ext uri="{FF2B5EF4-FFF2-40B4-BE49-F238E27FC236}">
                <a16:creationId xmlns:a16="http://schemas.microsoft.com/office/drawing/2014/main" id="{12C0E848-C645-0759-55B9-7047D013FA57}"/>
              </a:ext>
            </a:extLst>
          </p:cNvPr>
          <p:cNvSpPr/>
          <p:nvPr/>
        </p:nvSpPr>
        <p:spPr>
          <a:xfrm>
            <a:off x="1810271" y="1336243"/>
            <a:ext cx="2160000" cy="21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407911-5E96-3ECC-C928-96F2B7AD2427}"/>
              </a:ext>
            </a:extLst>
          </p:cNvPr>
          <p:cNvSpPr txBox="1"/>
          <p:nvPr/>
        </p:nvSpPr>
        <p:spPr>
          <a:xfrm>
            <a:off x="2758387" y="631904"/>
            <a:ext cx="80524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SYLES OF LEADERS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4E691ED1-77BE-7193-FBF9-1E364503A52C}"/>
              </a:ext>
            </a:extLst>
          </p:cNvPr>
          <p:cNvSpPr/>
          <p:nvPr/>
        </p:nvSpPr>
        <p:spPr>
          <a:xfrm>
            <a:off x="5457097" y="914991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40F64302-4897-2C62-58E4-44E443208122}"/>
              </a:ext>
            </a:extLst>
          </p:cNvPr>
          <p:cNvSpPr/>
          <p:nvPr/>
        </p:nvSpPr>
        <p:spPr>
          <a:xfrm>
            <a:off x="6813120" y="914991"/>
            <a:ext cx="360000" cy="3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C807EB4A-20D6-830D-8341-B310A8B8838E}"/>
              </a:ext>
            </a:extLst>
          </p:cNvPr>
          <p:cNvSpPr/>
          <p:nvPr/>
        </p:nvSpPr>
        <p:spPr>
          <a:xfrm>
            <a:off x="6375377" y="914991"/>
            <a:ext cx="360000" cy="360000"/>
          </a:xfrm>
          <a:prstGeom prst="diamond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996AB558-C48D-91F3-BCA9-17F4D85B7CA5}"/>
              </a:ext>
            </a:extLst>
          </p:cNvPr>
          <p:cNvSpPr/>
          <p:nvPr/>
        </p:nvSpPr>
        <p:spPr>
          <a:xfrm>
            <a:off x="5916237" y="914991"/>
            <a:ext cx="360000" cy="3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Diamond 12">
            <a:extLst>
              <a:ext uri="{FF2B5EF4-FFF2-40B4-BE49-F238E27FC236}">
                <a16:creationId xmlns:a16="http://schemas.microsoft.com/office/drawing/2014/main" id="{E85CD11D-4E5A-BB78-3F4F-2401516A5399}"/>
              </a:ext>
            </a:extLst>
          </p:cNvPr>
          <p:cNvSpPr/>
          <p:nvPr/>
        </p:nvSpPr>
        <p:spPr>
          <a:xfrm>
            <a:off x="7257924" y="914991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5C939A-F1BE-8FF3-BDEE-B47465D76796}"/>
              </a:ext>
            </a:extLst>
          </p:cNvPr>
          <p:cNvSpPr txBox="1"/>
          <p:nvPr/>
        </p:nvSpPr>
        <p:spPr>
          <a:xfrm>
            <a:off x="1754430" y="314776"/>
            <a:ext cx="8822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3C2077"/>
                </a:solidFill>
                <a:effectLst/>
                <a:uLnTx/>
                <a:uFillTx/>
                <a:latin typeface="Lato Black" panose="020F0A02020204030203" pitchFamily="34" charset="0"/>
                <a:ea typeface="+mn-ea"/>
                <a:cs typeface="+mn-cs"/>
              </a:rPr>
              <a:t>DOUBLE-ENDED LINKED LIST</a:t>
            </a:r>
          </a:p>
        </p:txBody>
      </p:sp>
      <p:sp>
        <p:nvSpPr>
          <p:cNvPr id="15" name="Diamond 14">
            <a:extLst>
              <a:ext uri="{FF2B5EF4-FFF2-40B4-BE49-F238E27FC236}">
                <a16:creationId xmlns:a16="http://schemas.microsoft.com/office/drawing/2014/main" id="{D029F85F-8F2E-60D7-4391-C2741FA83F71}"/>
              </a:ext>
            </a:extLst>
          </p:cNvPr>
          <p:cNvSpPr/>
          <p:nvPr/>
        </p:nvSpPr>
        <p:spPr>
          <a:xfrm>
            <a:off x="7690688" y="918575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Diamond 15">
            <a:extLst>
              <a:ext uri="{FF2B5EF4-FFF2-40B4-BE49-F238E27FC236}">
                <a16:creationId xmlns:a16="http://schemas.microsoft.com/office/drawing/2014/main" id="{30D1F984-56FC-ECDD-2555-4AB5D246CC1F}"/>
              </a:ext>
            </a:extLst>
          </p:cNvPr>
          <p:cNvSpPr/>
          <p:nvPr/>
        </p:nvSpPr>
        <p:spPr>
          <a:xfrm>
            <a:off x="9046711" y="918575"/>
            <a:ext cx="360000" cy="3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Diamond 16">
            <a:extLst>
              <a:ext uri="{FF2B5EF4-FFF2-40B4-BE49-F238E27FC236}">
                <a16:creationId xmlns:a16="http://schemas.microsoft.com/office/drawing/2014/main" id="{5162171E-8F02-7792-48F3-0F4046E98999}"/>
              </a:ext>
            </a:extLst>
          </p:cNvPr>
          <p:cNvSpPr/>
          <p:nvPr/>
        </p:nvSpPr>
        <p:spPr>
          <a:xfrm>
            <a:off x="8608968" y="918575"/>
            <a:ext cx="360000" cy="360000"/>
          </a:xfrm>
          <a:prstGeom prst="diamond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Diamond 20">
            <a:extLst>
              <a:ext uri="{FF2B5EF4-FFF2-40B4-BE49-F238E27FC236}">
                <a16:creationId xmlns:a16="http://schemas.microsoft.com/office/drawing/2014/main" id="{564314AD-148B-3CF9-D62C-8D10DF7C143A}"/>
              </a:ext>
            </a:extLst>
          </p:cNvPr>
          <p:cNvSpPr/>
          <p:nvPr/>
        </p:nvSpPr>
        <p:spPr>
          <a:xfrm>
            <a:off x="8149828" y="918575"/>
            <a:ext cx="360000" cy="3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Diamond 21">
            <a:extLst>
              <a:ext uri="{FF2B5EF4-FFF2-40B4-BE49-F238E27FC236}">
                <a16:creationId xmlns:a16="http://schemas.microsoft.com/office/drawing/2014/main" id="{B9446DDC-64B1-B733-145E-C9E2A8C49F7F}"/>
              </a:ext>
            </a:extLst>
          </p:cNvPr>
          <p:cNvSpPr/>
          <p:nvPr/>
        </p:nvSpPr>
        <p:spPr>
          <a:xfrm>
            <a:off x="9491515" y="918575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306788-6C4C-0410-3788-3F5DF0ABBF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7763" y="2192811"/>
            <a:ext cx="55783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Open Sans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itchFamily="2" charset="0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chemeClr val="bg1"/>
                </a:solidFill>
                <a:latin typeface="Lato" panose="020F0502020204030203" pitchFamily="34" charset="0"/>
              </a:rPr>
              <a:t>OUTPUT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Lato" panose="020F0502020204030203" pitchFamily="34" charset="0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468D673-3E7A-05C7-2FD6-C61189A9E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9474" y="2940933"/>
            <a:ext cx="9700707" cy="1183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9378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roup 82">
            <a:extLst>
              <a:ext uri="{FF2B5EF4-FFF2-40B4-BE49-F238E27FC236}">
                <a16:creationId xmlns:a16="http://schemas.microsoft.com/office/drawing/2014/main" id="{F3678745-9AF2-BB77-7593-F0AE6B6727FE}"/>
              </a:ext>
            </a:extLst>
          </p:cNvPr>
          <p:cNvGrpSpPr/>
          <p:nvPr/>
        </p:nvGrpSpPr>
        <p:grpSpPr>
          <a:xfrm>
            <a:off x="12192000" y="-27415"/>
            <a:ext cx="12295230" cy="7021885"/>
            <a:chOff x="12179837" y="-27415"/>
            <a:chExt cx="12295230" cy="7021885"/>
          </a:xfrm>
        </p:grpSpPr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6418733D-D1B2-F747-7069-67D7059788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477" b="368"/>
            <a:stretch/>
          </p:blipFill>
          <p:spPr>
            <a:xfrm>
              <a:off x="12179837" y="-27415"/>
              <a:ext cx="12192000" cy="6885415"/>
            </a:xfrm>
            <a:prstGeom prst="rect">
              <a:avLst/>
            </a:prstGeom>
          </p:spPr>
        </p:pic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1C17F809-3CC2-13F4-3B10-CFC3995CA323}"/>
                </a:ext>
              </a:extLst>
            </p:cNvPr>
            <p:cNvSpPr/>
            <p:nvPr/>
          </p:nvSpPr>
          <p:spPr>
            <a:xfrm>
              <a:off x="12206512" y="15795"/>
              <a:ext cx="12268555" cy="6978675"/>
            </a:xfrm>
            <a:prstGeom prst="rect">
              <a:avLst/>
            </a:prstGeom>
            <a:solidFill>
              <a:srgbClr val="031828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2" name="Diamond 41">
            <a:extLst>
              <a:ext uri="{FF2B5EF4-FFF2-40B4-BE49-F238E27FC236}">
                <a16:creationId xmlns:a16="http://schemas.microsoft.com/office/drawing/2014/main" id="{C5FAAB6C-C6DE-4C3E-CF7B-5C55128EE02D}"/>
              </a:ext>
            </a:extLst>
          </p:cNvPr>
          <p:cNvSpPr/>
          <p:nvPr/>
        </p:nvSpPr>
        <p:spPr>
          <a:xfrm rot="10172173">
            <a:off x="5279768" y="1217923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Diamond 42">
            <a:extLst>
              <a:ext uri="{FF2B5EF4-FFF2-40B4-BE49-F238E27FC236}">
                <a16:creationId xmlns:a16="http://schemas.microsoft.com/office/drawing/2014/main" id="{465FE290-8C8A-A662-17CB-264E51057509}"/>
              </a:ext>
            </a:extLst>
          </p:cNvPr>
          <p:cNvSpPr/>
          <p:nvPr/>
        </p:nvSpPr>
        <p:spPr>
          <a:xfrm rot="10172173">
            <a:off x="6635791" y="1217923"/>
            <a:ext cx="360000" cy="36000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Diamond 45">
            <a:extLst>
              <a:ext uri="{FF2B5EF4-FFF2-40B4-BE49-F238E27FC236}">
                <a16:creationId xmlns:a16="http://schemas.microsoft.com/office/drawing/2014/main" id="{C6D828EB-E7EA-5773-9652-AE53FB5D669F}"/>
              </a:ext>
            </a:extLst>
          </p:cNvPr>
          <p:cNvSpPr/>
          <p:nvPr/>
        </p:nvSpPr>
        <p:spPr>
          <a:xfrm rot="10172173">
            <a:off x="6198048" y="1217923"/>
            <a:ext cx="360000" cy="360000"/>
          </a:xfrm>
          <a:prstGeom prst="diamond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21DFFB8E-C406-CF59-4CA2-EACEAF0C708E}"/>
              </a:ext>
            </a:extLst>
          </p:cNvPr>
          <p:cNvSpPr/>
          <p:nvPr/>
        </p:nvSpPr>
        <p:spPr>
          <a:xfrm rot="10172173">
            <a:off x="5738908" y="1217923"/>
            <a:ext cx="360000" cy="36000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33C663A5-0996-8893-E730-E5C86AEB7C2A}"/>
              </a:ext>
            </a:extLst>
          </p:cNvPr>
          <p:cNvSpPr/>
          <p:nvPr/>
        </p:nvSpPr>
        <p:spPr>
          <a:xfrm rot="10172173">
            <a:off x="7080595" y="1217923"/>
            <a:ext cx="360000" cy="360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53714C4-D0B0-696A-2886-56DEAF052418}"/>
              </a:ext>
            </a:extLst>
          </p:cNvPr>
          <p:cNvSpPr/>
          <p:nvPr/>
        </p:nvSpPr>
        <p:spPr>
          <a:xfrm>
            <a:off x="-9257" y="-120680"/>
            <a:ext cx="12227932" cy="70218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Diamond 38">
            <a:extLst>
              <a:ext uri="{FF2B5EF4-FFF2-40B4-BE49-F238E27FC236}">
                <a16:creationId xmlns:a16="http://schemas.microsoft.com/office/drawing/2014/main" id="{0A53FDB5-8B45-2506-A392-9D328D5A3EC3}"/>
              </a:ext>
            </a:extLst>
          </p:cNvPr>
          <p:cNvSpPr/>
          <p:nvPr/>
        </p:nvSpPr>
        <p:spPr>
          <a:xfrm>
            <a:off x="9256063" y="2456933"/>
            <a:ext cx="918280" cy="91828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Diamond 43">
            <a:extLst>
              <a:ext uri="{FF2B5EF4-FFF2-40B4-BE49-F238E27FC236}">
                <a16:creationId xmlns:a16="http://schemas.microsoft.com/office/drawing/2014/main" id="{516647C1-AC26-B8BD-B6BD-784002349759}"/>
              </a:ext>
            </a:extLst>
          </p:cNvPr>
          <p:cNvSpPr/>
          <p:nvPr/>
        </p:nvSpPr>
        <p:spPr>
          <a:xfrm>
            <a:off x="8108753" y="2433337"/>
            <a:ext cx="918280" cy="91828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Diamond 44">
            <a:extLst>
              <a:ext uri="{FF2B5EF4-FFF2-40B4-BE49-F238E27FC236}">
                <a16:creationId xmlns:a16="http://schemas.microsoft.com/office/drawing/2014/main" id="{93A02406-42C1-74E2-EBD6-21A9CF95386A}"/>
              </a:ext>
            </a:extLst>
          </p:cNvPr>
          <p:cNvSpPr/>
          <p:nvPr/>
        </p:nvSpPr>
        <p:spPr>
          <a:xfrm>
            <a:off x="3330168" y="2473043"/>
            <a:ext cx="918280" cy="91828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Diamond 46">
            <a:extLst>
              <a:ext uri="{FF2B5EF4-FFF2-40B4-BE49-F238E27FC236}">
                <a16:creationId xmlns:a16="http://schemas.microsoft.com/office/drawing/2014/main" id="{12C0E848-C645-0759-55B9-7047D013FA57}"/>
              </a:ext>
            </a:extLst>
          </p:cNvPr>
          <p:cNvSpPr/>
          <p:nvPr/>
        </p:nvSpPr>
        <p:spPr>
          <a:xfrm>
            <a:off x="2126208" y="2497012"/>
            <a:ext cx="918280" cy="918280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6">
            <a:extLst>
              <a:ext uri="{FF2B5EF4-FFF2-40B4-BE49-F238E27FC236}">
                <a16:creationId xmlns:a16="http://schemas.microsoft.com/office/drawing/2014/main" id="{8C30259E-8D96-8969-499D-237888D3B4B3}"/>
              </a:ext>
            </a:extLst>
          </p:cNvPr>
          <p:cNvSpPr>
            <a:spLocks/>
          </p:cNvSpPr>
          <p:nvPr/>
        </p:nvSpPr>
        <p:spPr bwMode="auto">
          <a:xfrm>
            <a:off x="13198467" y="2743788"/>
            <a:ext cx="1725017" cy="1726233"/>
          </a:xfrm>
          <a:custGeom>
            <a:avLst/>
            <a:gdLst>
              <a:gd name="T0" fmla="*/ 1128237 w 591"/>
              <a:gd name="T1" fmla="*/ 2109307 h 591"/>
              <a:gd name="T2" fmla="*/ 148653 w 591"/>
              <a:gd name="T3" fmla="*/ 1129032 h 591"/>
              <a:gd name="T4" fmla="*/ 1128237 w 591"/>
              <a:gd name="T5" fmla="*/ 148758 h 591"/>
              <a:gd name="T6" fmla="*/ 2107821 w 591"/>
              <a:gd name="T7" fmla="*/ 1129032 h 591"/>
              <a:gd name="T8" fmla="*/ 2088763 w 591"/>
              <a:gd name="T9" fmla="*/ 1323561 h 591"/>
              <a:gd name="T10" fmla="*/ 2172618 w 591"/>
              <a:gd name="T11" fmla="*/ 1544791 h 591"/>
              <a:gd name="T12" fmla="*/ 2252662 w 591"/>
              <a:gd name="T13" fmla="*/ 1129032 h 591"/>
              <a:gd name="T14" fmla="*/ 1128237 w 591"/>
              <a:gd name="T15" fmla="*/ 0 h 591"/>
              <a:gd name="T16" fmla="*/ 0 w 591"/>
              <a:gd name="T17" fmla="*/ 1129032 h 591"/>
              <a:gd name="T18" fmla="*/ 1128237 w 591"/>
              <a:gd name="T19" fmla="*/ 2254250 h 591"/>
              <a:gd name="T20" fmla="*/ 1959168 w 591"/>
              <a:gd name="T21" fmla="*/ 1884263 h 591"/>
              <a:gd name="T22" fmla="*/ 1875313 w 591"/>
              <a:gd name="T23" fmla="*/ 1762206 h 591"/>
              <a:gd name="T24" fmla="*/ 1128237 w 591"/>
              <a:gd name="T25" fmla="*/ 2109307 h 591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591" h="591">
                <a:moveTo>
                  <a:pt x="296" y="553"/>
                </a:moveTo>
                <a:cubicBezTo>
                  <a:pt x="154" y="553"/>
                  <a:pt x="39" y="438"/>
                  <a:pt x="39" y="296"/>
                </a:cubicBezTo>
                <a:cubicBezTo>
                  <a:pt x="39" y="154"/>
                  <a:pt x="154" y="39"/>
                  <a:pt x="296" y="39"/>
                </a:cubicBezTo>
                <a:cubicBezTo>
                  <a:pt x="437" y="39"/>
                  <a:pt x="553" y="154"/>
                  <a:pt x="553" y="296"/>
                </a:cubicBezTo>
                <a:cubicBezTo>
                  <a:pt x="553" y="313"/>
                  <a:pt x="551" y="331"/>
                  <a:pt x="548" y="347"/>
                </a:cubicBezTo>
                <a:cubicBezTo>
                  <a:pt x="552" y="368"/>
                  <a:pt x="560" y="387"/>
                  <a:pt x="570" y="405"/>
                </a:cubicBezTo>
                <a:cubicBezTo>
                  <a:pt x="583" y="371"/>
                  <a:pt x="591" y="334"/>
                  <a:pt x="591" y="296"/>
                </a:cubicBezTo>
                <a:cubicBezTo>
                  <a:pt x="591" y="133"/>
                  <a:pt x="459" y="0"/>
                  <a:pt x="296" y="0"/>
                </a:cubicBezTo>
                <a:cubicBezTo>
                  <a:pt x="133" y="0"/>
                  <a:pt x="0" y="133"/>
                  <a:pt x="0" y="296"/>
                </a:cubicBezTo>
                <a:cubicBezTo>
                  <a:pt x="0" y="459"/>
                  <a:pt x="133" y="591"/>
                  <a:pt x="296" y="591"/>
                </a:cubicBezTo>
                <a:cubicBezTo>
                  <a:pt x="382" y="591"/>
                  <a:pt x="460" y="554"/>
                  <a:pt x="514" y="494"/>
                </a:cubicBezTo>
                <a:cubicBezTo>
                  <a:pt x="506" y="484"/>
                  <a:pt x="499" y="473"/>
                  <a:pt x="492" y="462"/>
                </a:cubicBezTo>
                <a:cubicBezTo>
                  <a:pt x="445" y="517"/>
                  <a:pt x="374" y="553"/>
                  <a:pt x="296" y="553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es-CO" dirty="0">
              <a:latin typeface="Montserrat Light" panose="00000400000000000000" pitchFamily="50" charset="0"/>
            </a:endParaRPr>
          </a:p>
        </p:txBody>
      </p:sp>
      <p:sp>
        <p:nvSpPr>
          <p:cNvPr id="3" name="Freeform 7">
            <a:extLst>
              <a:ext uri="{FF2B5EF4-FFF2-40B4-BE49-F238E27FC236}">
                <a16:creationId xmlns:a16="http://schemas.microsoft.com/office/drawing/2014/main" id="{D7E259B8-0B73-63A8-D320-75DB42DE204D}"/>
              </a:ext>
            </a:extLst>
          </p:cNvPr>
          <p:cNvSpPr>
            <a:spLocks noEditPoints="1"/>
          </p:cNvSpPr>
          <p:nvPr/>
        </p:nvSpPr>
        <p:spPr bwMode="auto">
          <a:xfrm>
            <a:off x="14584316" y="2743788"/>
            <a:ext cx="1725017" cy="1726233"/>
          </a:xfrm>
          <a:custGeom>
            <a:avLst/>
            <a:gdLst>
              <a:gd name="T0" fmla="*/ 1875313 w 591"/>
              <a:gd name="T1" fmla="*/ 1762206 h 591"/>
              <a:gd name="T2" fmla="*/ 1959168 w 591"/>
              <a:gd name="T3" fmla="*/ 1884263 h 591"/>
              <a:gd name="T4" fmla="*/ 1124425 w 591"/>
              <a:gd name="T5" fmla="*/ 2254250 h 591"/>
              <a:gd name="T6" fmla="*/ 0 w 591"/>
              <a:gd name="T7" fmla="*/ 1129032 h 591"/>
              <a:gd name="T8" fmla="*/ 80044 w 591"/>
              <a:gd name="T9" fmla="*/ 709459 h 591"/>
              <a:gd name="T10" fmla="*/ 163899 w 591"/>
              <a:gd name="T11" fmla="*/ 934503 h 591"/>
              <a:gd name="T12" fmla="*/ 144841 w 591"/>
              <a:gd name="T13" fmla="*/ 1129032 h 591"/>
              <a:gd name="T14" fmla="*/ 1124425 w 591"/>
              <a:gd name="T15" fmla="*/ 2109307 h 591"/>
              <a:gd name="T16" fmla="*/ 1875313 w 591"/>
              <a:gd name="T17" fmla="*/ 1762206 h 591"/>
              <a:gd name="T18" fmla="*/ 2252662 w 591"/>
              <a:gd name="T19" fmla="*/ 1129032 h 591"/>
              <a:gd name="T20" fmla="*/ 1124425 w 591"/>
              <a:gd name="T21" fmla="*/ 0 h 591"/>
              <a:gd name="T22" fmla="*/ 293494 w 591"/>
              <a:gd name="T23" fmla="*/ 369987 h 591"/>
              <a:gd name="T24" fmla="*/ 377349 w 591"/>
              <a:gd name="T25" fmla="*/ 495859 h 591"/>
              <a:gd name="T26" fmla="*/ 1124425 w 591"/>
              <a:gd name="T27" fmla="*/ 148758 h 591"/>
              <a:gd name="T28" fmla="*/ 2104009 w 591"/>
              <a:gd name="T29" fmla="*/ 1129032 h 591"/>
              <a:gd name="T30" fmla="*/ 2084951 w 591"/>
              <a:gd name="T31" fmla="*/ 1323561 h 591"/>
              <a:gd name="T32" fmla="*/ 2172618 w 591"/>
              <a:gd name="T33" fmla="*/ 1544791 h 591"/>
              <a:gd name="T34" fmla="*/ 2252662 w 591"/>
              <a:gd name="T35" fmla="*/ 1129032 h 591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591" h="591">
                <a:moveTo>
                  <a:pt x="492" y="462"/>
                </a:moveTo>
                <a:cubicBezTo>
                  <a:pt x="499" y="473"/>
                  <a:pt x="506" y="484"/>
                  <a:pt x="514" y="494"/>
                </a:cubicBezTo>
                <a:cubicBezTo>
                  <a:pt x="460" y="554"/>
                  <a:pt x="382" y="591"/>
                  <a:pt x="295" y="591"/>
                </a:cubicBezTo>
                <a:cubicBezTo>
                  <a:pt x="132" y="591"/>
                  <a:pt x="0" y="459"/>
                  <a:pt x="0" y="296"/>
                </a:cubicBezTo>
                <a:cubicBezTo>
                  <a:pt x="0" y="257"/>
                  <a:pt x="8" y="220"/>
                  <a:pt x="21" y="186"/>
                </a:cubicBezTo>
                <a:cubicBezTo>
                  <a:pt x="31" y="204"/>
                  <a:pt x="39" y="224"/>
                  <a:pt x="43" y="245"/>
                </a:cubicBezTo>
                <a:cubicBezTo>
                  <a:pt x="40" y="261"/>
                  <a:pt x="38" y="278"/>
                  <a:pt x="38" y="296"/>
                </a:cubicBezTo>
                <a:cubicBezTo>
                  <a:pt x="38" y="438"/>
                  <a:pt x="154" y="553"/>
                  <a:pt x="295" y="553"/>
                </a:cubicBezTo>
                <a:cubicBezTo>
                  <a:pt x="374" y="553"/>
                  <a:pt x="445" y="517"/>
                  <a:pt x="492" y="462"/>
                </a:cubicBezTo>
                <a:close/>
                <a:moveTo>
                  <a:pt x="591" y="296"/>
                </a:moveTo>
                <a:cubicBezTo>
                  <a:pt x="591" y="133"/>
                  <a:pt x="458" y="0"/>
                  <a:pt x="295" y="0"/>
                </a:cubicBezTo>
                <a:cubicBezTo>
                  <a:pt x="209" y="0"/>
                  <a:pt x="131" y="38"/>
                  <a:pt x="77" y="97"/>
                </a:cubicBezTo>
                <a:cubicBezTo>
                  <a:pt x="85" y="108"/>
                  <a:pt x="92" y="119"/>
                  <a:pt x="99" y="130"/>
                </a:cubicBezTo>
                <a:cubicBezTo>
                  <a:pt x="146" y="74"/>
                  <a:pt x="217" y="39"/>
                  <a:pt x="295" y="39"/>
                </a:cubicBezTo>
                <a:cubicBezTo>
                  <a:pt x="437" y="39"/>
                  <a:pt x="552" y="154"/>
                  <a:pt x="552" y="296"/>
                </a:cubicBezTo>
                <a:cubicBezTo>
                  <a:pt x="552" y="313"/>
                  <a:pt x="551" y="330"/>
                  <a:pt x="547" y="347"/>
                </a:cubicBezTo>
                <a:cubicBezTo>
                  <a:pt x="552" y="368"/>
                  <a:pt x="560" y="387"/>
                  <a:pt x="570" y="405"/>
                </a:cubicBezTo>
                <a:cubicBezTo>
                  <a:pt x="583" y="371"/>
                  <a:pt x="591" y="334"/>
                  <a:pt x="591" y="29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s-CO" dirty="0">
              <a:latin typeface="Montserrat Light" panose="00000400000000000000" pitchFamily="50" charset="0"/>
            </a:endParaRPr>
          </a:p>
        </p:txBody>
      </p:sp>
      <p:sp>
        <p:nvSpPr>
          <p:cNvPr id="4" name="Freeform 8">
            <a:extLst>
              <a:ext uri="{FF2B5EF4-FFF2-40B4-BE49-F238E27FC236}">
                <a16:creationId xmlns:a16="http://schemas.microsoft.com/office/drawing/2014/main" id="{AFDA944C-5B8F-D637-9D9B-29ACDCA841C5}"/>
              </a:ext>
            </a:extLst>
          </p:cNvPr>
          <p:cNvSpPr>
            <a:spLocks noEditPoints="1"/>
          </p:cNvSpPr>
          <p:nvPr/>
        </p:nvSpPr>
        <p:spPr bwMode="auto">
          <a:xfrm>
            <a:off x="15970165" y="2743788"/>
            <a:ext cx="1722586" cy="1726233"/>
          </a:xfrm>
          <a:custGeom>
            <a:avLst/>
            <a:gdLst>
              <a:gd name="T0" fmla="*/ 569 w 590"/>
              <a:gd name="T1" fmla="*/ 405 h 591"/>
              <a:gd name="T2" fmla="*/ 547 w 590"/>
              <a:gd name="T3" fmla="*/ 347 h 591"/>
              <a:gd name="T4" fmla="*/ 552 w 590"/>
              <a:gd name="T5" fmla="*/ 296 h 591"/>
              <a:gd name="T6" fmla="*/ 295 w 590"/>
              <a:gd name="T7" fmla="*/ 39 h 591"/>
              <a:gd name="T8" fmla="*/ 99 w 590"/>
              <a:gd name="T9" fmla="*/ 130 h 591"/>
              <a:gd name="T10" fmla="*/ 76 w 590"/>
              <a:gd name="T11" fmla="*/ 97 h 591"/>
              <a:gd name="T12" fmla="*/ 295 w 590"/>
              <a:gd name="T13" fmla="*/ 0 h 591"/>
              <a:gd name="T14" fmla="*/ 590 w 590"/>
              <a:gd name="T15" fmla="*/ 296 h 591"/>
              <a:gd name="T16" fmla="*/ 569 w 590"/>
              <a:gd name="T17" fmla="*/ 405 h 591"/>
              <a:gd name="T18" fmla="*/ 295 w 590"/>
              <a:gd name="T19" fmla="*/ 553 h 591"/>
              <a:gd name="T20" fmla="*/ 38 w 590"/>
              <a:gd name="T21" fmla="*/ 296 h 591"/>
              <a:gd name="T22" fmla="*/ 43 w 590"/>
              <a:gd name="T23" fmla="*/ 245 h 591"/>
              <a:gd name="T24" fmla="*/ 21 w 590"/>
              <a:gd name="T25" fmla="*/ 186 h 591"/>
              <a:gd name="T26" fmla="*/ 0 w 590"/>
              <a:gd name="T27" fmla="*/ 296 h 591"/>
              <a:gd name="T28" fmla="*/ 295 w 590"/>
              <a:gd name="T29" fmla="*/ 591 h 591"/>
              <a:gd name="T30" fmla="*/ 514 w 590"/>
              <a:gd name="T31" fmla="*/ 494 h 591"/>
              <a:gd name="T32" fmla="*/ 491 w 590"/>
              <a:gd name="T33" fmla="*/ 462 h 591"/>
              <a:gd name="T34" fmla="*/ 295 w 590"/>
              <a:gd name="T35" fmla="*/ 553 h 5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590" h="591">
                <a:moveTo>
                  <a:pt x="569" y="405"/>
                </a:moveTo>
                <a:cubicBezTo>
                  <a:pt x="559" y="387"/>
                  <a:pt x="552" y="368"/>
                  <a:pt x="547" y="347"/>
                </a:cubicBezTo>
                <a:cubicBezTo>
                  <a:pt x="550" y="331"/>
                  <a:pt x="552" y="313"/>
                  <a:pt x="552" y="296"/>
                </a:cubicBezTo>
                <a:cubicBezTo>
                  <a:pt x="552" y="154"/>
                  <a:pt x="437" y="39"/>
                  <a:pt x="295" y="39"/>
                </a:cubicBezTo>
                <a:cubicBezTo>
                  <a:pt x="216" y="39"/>
                  <a:pt x="146" y="74"/>
                  <a:pt x="99" y="130"/>
                </a:cubicBezTo>
                <a:cubicBezTo>
                  <a:pt x="92" y="119"/>
                  <a:pt x="84" y="108"/>
                  <a:pt x="76" y="97"/>
                </a:cubicBezTo>
                <a:cubicBezTo>
                  <a:pt x="130" y="38"/>
                  <a:pt x="208" y="0"/>
                  <a:pt x="295" y="0"/>
                </a:cubicBezTo>
                <a:cubicBezTo>
                  <a:pt x="458" y="0"/>
                  <a:pt x="590" y="133"/>
                  <a:pt x="590" y="296"/>
                </a:cubicBezTo>
                <a:cubicBezTo>
                  <a:pt x="590" y="334"/>
                  <a:pt x="583" y="371"/>
                  <a:pt x="569" y="405"/>
                </a:cubicBezTo>
                <a:close/>
                <a:moveTo>
                  <a:pt x="295" y="553"/>
                </a:moveTo>
                <a:cubicBezTo>
                  <a:pt x="153" y="553"/>
                  <a:pt x="38" y="438"/>
                  <a:pt x="38" y="296"/>
                </a:cubicBezTo>
                <a:cubicBezTo>
                  <a:pt x="38" y="278"/>
                  <a:pt x="40" y="261"/>
                  <a:pt x="43" y="245"/>
                </a:cubicBezTo>
                <a:cubicBezTo>
                  <a:pt x="38" y="224"/>
                  <a:pt x="31" y="204"/>
                  <a:pt x="21" y="186"/>
                </a:cubicBezTo>
                <a:cubicBezTo>
                  <a:pt x="7" y="220"/>
                  <a:pt x="0" y="257"/>
                  <a:pt x="0" y="296"/>
                </a:cubicBezTo>
                <a:cubicBezTo>
                  <a:pt x="0" y="459"/>
                  <a:pt x="132" y="591"/>
                  <a:pt x="295" y="591"/>
                </a:cubicBezTo>
                <a:cubicBezTo>
                  <a:pt x="382" y="591"/>
                  <a:pt x="460" y="554"/>
                  <a:pt x="514" y="494"/>
                </a:cubicBezTo>
                <a:cubicBezTo>
                  <a:pt x="506" y="484"/>
                  <a:pt x="498" y="473"/>
                  <a:pt x="491" y="462"/>
                </a:cubicBezTo>
                <a:cubicBezTo>
                  <a:pt x="444" y="517"/>
                  <a:pt x="374" y="553"/>
                  <a:pt x="295" y="55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>
              <a:latin typeface="Montserrat Light" panose="00000400000000000000" pitchFamily="50" charset="0"/>
            </a:endParaRPr>
          </a:p>
        </p:txBody>
      </p:sp>
      <p:sp>
        <p:nvSpPr>
          <p:cNvPr id="5" name="Freeform 9">
            <a:extLst>
              <a:ext uri="{FF2B5EF4-FFF2-40B4-BE49-F238E27FC236}">
                <a16:creationId xmlns:a16="http://schemas.microsoft.com/office/drawing/2014/main" id="{54F5E392-3AC5-4421-D346-62C1833065B9}"/>
              </a:ext>
            </a:extLst>
          </p:cNvPr>
          <p:cNvSpPr>
            <a:spLocks/>
          </p:cNvSpPr>
          <p:nvPr/>
        </p:nvSpPr>
        <p:spPr bwMode="auto">
          <a:xfrm>
            <a:off x="18740648" y="2743788"/>
            <a:ext cx="1723802" cy="1726233"/>
          </a:xfrm>
          <a:custGeom>
            <a:avLst/>
            <a:gdLst>
              <a:gd name="T0" fmla="*/ 295 w 591"/>
              <a:gd name="T1" fmla="*/ 0 h 591"/>
              <a:gd name="T2" fmla="*/ 77 w 591"/>
              <a:gd name="T3" fmla="*/ 97 h 591"/>
              <a:gd name="T4" fmla="*/ 99 w 591"/>
              <a:gd name="T5" fmla="*/ 130 h 591"/>
              <a:gd name="T6" fmla="*/ 295 w 591"/>
              <a:gd name="T7" fmla="*/ 39 h 591"/>
              <a:gd name="T8" fmla="*/ 552 w 591"/>
              <a:gd name="T9" fmla="*/ 296 h 591"/>
              <a:gd name="T10" fmla="*/ 295 w 591"/>
              <a:gd name="T11" fmla="*/ 553 h 591"/>
              <a:gd name="T12" fmla="*/ 38 w 591"/>
              <a:gd name="T13" fmla="*/ 296 h 591"/>
              <a:gd name="T14" fmla="*/ 43 w 591"/>
              <a:gd name="T15" fmla="*/ 245 h 591"/>
              <a:gd name="T16" fmla="*/ 21 w 591"/>
              <a:gd name="T17" fmla="*/ 186 h 591"/>
              <a:gd name="T18" fmla="*/ 0 w 591"/>
              <a:gd name="T19" fmla="*/ 296 h 591"/>
              <a:gd name="T20" fmla="*/ 295 w 591"/>
              <a:gd name="T21" fmla="*/ 591 h 591"/>
              <a:gd name="T22" fmla="*/ 591 w 591"/>
              <a:gd name="T23" fmla="*/ 296 h 591"/>
              <a:gd name="T24" fmla="*/ 295 w 591"/>
              <a:gd name="T25" fmla="*/ 0 h 5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91" h="591">
                <a:moveTo>
                  <a:pt x="295" y="0"/>
                </a:moveTo>
                <a:cubicBezTo>
                  <a:pt x="209" y="0"/>
                  <a:pt x="131" y="38"/>
                  <a:pt x="77" y="97"/>
                </a:cubicBezTo>
                <a:cubicBezTo>
                  <a:pt x="85" y="108"/>
                  <a:pt x="92" y="119"/>
                  <a:pt x="99" y="130"/>
                </a:cubicBezTo>
                <a:cubicBezTo>
                  <a:pt x="146" y="74"/>
                  <a:pt x="217" y="39"/>
                  <a:pt x="295" y="39"/>
                </a:cubicBezTo>
                <a:cubicBezTo>
                  <a:pt x="437" y="39"/>
                  <a:pt x="552" y="154"/>
                  <a:pt x="552" y="296"/>
                </a:cubicBezTo>
                <a:cubicBezTo>
                  <a:pt x="552" y="438"/>
                  <a:pt x="437" y="553"/>
                  <a:pt x="295" y="553"/>
                </a:cubicBezTo>
                <a:cubicBezTo>
                  <a:pt x="154" y="553"/>
                  <a:pt x="38" y="438"/>
                  <a:pt x="38" y="296"/>
                </a:cubicBezTo>
                <a:cubicBezTo>
                  <a:pt x="38" y="278"/>
                  <a:pt x="40" y="261"/>
                  <a:pt x="43" y="245"/>
                </a:cubicBezTo>
                <a:cubicBezTo>
                  <a:pt x="39" y="224"/>
                  <a:pt x="31" y="204"/>
                  <a:pt x="21" y="186"/>
                </a:cubicBezTo>
                <a:cubicBezTo>
                  <a:pt x="8" y="220"/>
                  <a:pt x="0" y="257"/>
                  <a:pt x="0" y="296"/>
                </a:cubicBezTo>
                <a:cubicBezTo>
                  <a:pt x="0" y="459"/>
                  <a:pt x="132" y="591"/>
                  <a:pt x="295" y="591"/>
                </a:cubicBezTo>
                <a:cubicBezTo>
                  <a:pt x="458" y="591"/>
                  <a:pt x="591" y="459"/>
                  <a:pt x="591" y="296"/>
                </a:cubicBezTo>
                <a:cubicBezTo>
                  <a:pt x="591" y="133"/>
                  <a:pt x="458" y="0"/>
                  <a:pt x="295" y="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>
              <a:latin typeface="Montserrat Light" panose="00000400000000000000" pitchFamily="50" charset="0"/>
            </a:endParaRPr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F23AF4EF-5782-B275-F8A3-882D03F57682}"/>
              </a:ext>
            </a:extLst>
          </p:cNvPr>
          <p:cNvSpPr>
            <a:spLocks noEditPoints="1"/>
          </p:cNvSpPr>
          <p:nvPr/>
        </p:nvSpPr>
        <p:spPr bwMode="auto">
          <a:xfrm>
            <a:off x="17353583" y="2743788"/>
            <a:ext cx="1725017" cy="1726233"/>
          </a:xfrm>
          <a:custGeom>
            <a:avLst/>
            <a:gdLst>
              <a:gd name="T0" fmla="*/ 492 w 591"/>
              <a:gd name="T1" fmla="*/ 462 h 591"/>
              <a:gd name="T2" fmla="*/ 514 w 591"/>
              <a:gd name="T3" fmla="*/ 494 h 591"/>
              <a:gd name="T4" fmla="*/ 296 w 591"/>
              <a:gd name="T5" fmla="*/ 591 h 591"/>
              <a:gd name="T6" fmla="*/ 0 w 591"/>
              <a:gd name="T7" fmla="*/ 296 h 591"/>
              <a:gd name="T8" fmla="*/ 21 w 591"/>
              <a:gd name="T9" fmla="*/ 186 h 591"/>
              <a:gd name="T10" fmla="*/ 44 w 591"/>
              <a:gd name="T11" fmla="*/ 244 h 591"/>
              <a:gd name="T12" fmla="*/ 39 w 591"/>
              <a:gd name="T13" fmla="*/ 296 h 591"/>
              <a:gd name="T14" fmla="*/ 296 w 591"/>
              <a:gd name="T15" fmla="*/ 553 h 591"/>
              <a:gd name="T16" fmla="*/ 492 w 591"/>
              <a:gd name="T17" fmla="*/ 462 h 591"/>
              <a:gd name="T18" fmla="*/ 591 w 591"/>
              <a:gd name="T19" fmla="*/ 296 h 591"/>
              <a:gd name="T20" fmla="*/ 296 w 591"/>
              <a:gd name="T21" fmla="*/ 0 h 591"/>
              <a:gd name="T22" fmla="*/ 77 w 591"/>
              <a:gd name="T23" fmla="*/ 97 h 591"/>
              <a:gd name="T24" fmla="*/ 99 w 591"/>
              <a:gd name="T25" fmla="*/ 130 h 591"/>
              <a:gd name="T26" fmla="*/ 296 w 591"/>
              <a:gd name="T27" fmla="*/ 39 h 591"/>
              <a:gd name="T28" fmla="*/ 553 w 591"/>
              <a:gd name="T29" fmla="*/ 296 h 591"/>
              <a:gd name="T30" fmla="*/ 548 w 591"/>
              <a:gd name="T31" fmla="*/ 347 h 591"/>
              <a:gd name="T32" fmla="*/ 570 w 591"/>
              <a:gd name="T33" fmla="*/ 405 h 591"/>
              <a:gd name="T34" fmla="*/ 591 w 591"/>
              <a:gd name="T35" fmla="*/ 296 h 5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591" h="591">
                <a:moveTo>
                  <a:pt x="492" y="462"/>
                </a:moveTo>
                <a:cubicBezTo>
                  <a:pt x="499" y="473"/>
                  <a:pt x="506" y="484"/>
                  <a:pt x="514" y="494"/>
                </a:cubicBezTo>
                <a:cubicBezTo>
                  <a:pt x="460" y="554"/>
                  <a:pt x="382" y="591"/>
                  <a:pt x="296" y="591"/>
                </a:cubicBezTo>
                <a:cubicBezTo>
                  <a:pt x="133" y="591"/>
                  <a:pt x="0" y="459"/>
                  <a:pt x="0" y="296"/>
                </a:cubicBezTo>
                <a:cubicBezTo>
                  <a:pt x="0" y="257"/>
                  <a:pt x="8" y="220"/>
                  <a:pt x="21" y="186"/>
                </a:cubicBezTo>
                <a:cubicBezTo>
                  <a:pt x="31" y="204"/>
                  <a:pt x="39" y="224"/>
                  <a:pt x="44" y="244"/>
                </a:cubicBezTo>
                <a:cubicBezTo>
                  <a:pt x="40" y="261"/>
                  <a:pt x="39" y="278"/>
                  <a:pt x="39" y="296"/>
                </a:cubicBezTo>
                <a:cubicBezTo>
                  <a:pt x="39" y="438"/>
                  <a:pt x="154" y="553"/>
                  <a:pt x="296" y="553"/>
                </a:cubicBezTo>
                <a:cubicBezTo>
                  <a:pt x="374" y="553"/>
                  <a:pt x="445" y="517"/>
                  <a:pt x="492" y="462"/>
                </a:cubicBezTo>
                <a:close/>
                <a:moveTo>
                  <a:pt x="591" y="296"/>
                </a:moveTo>
                <a:cubicBezTo>
                  <a:pt x="591" y="133"/>
                  <a:pt x="459" y="0"/>
                  <a:pt x="296" y="0"/>
                </a:cubicBezTo>
                <a:cubicBezTo>
                  <a:pt x="209" y="0"/>
                  <a:pt x="131" y="38"/>
                  <a:pt x="77" y="97"/>
                </a:cubicBezTo>
                <a:cubicBezTo>
                  <a:pt x="85" y="108"/>
                  <a:pt x="92" y="119"/>
                  <a:pt x="99" y="130"/>
                </a:cubicBezTo>
                <a:cubicBezTo>
                  <a:pt x="146" y="74"/>
                  <a:pt x="217" y="39"/>
                  <a:pt x="296" y="39"/>
                </a:cubicBezTo>
                <a:cubicBezTo>
                  <a:pt x="437" y="39"/>
                  <a:pt x="553" y="154"/>
                  <a:pt x="553" y="296"/>
                </a:cubicBezTo>
                <a:cubicBezTo>
                  <a:pt x="553" y="313"/>
                  <a:pt x="551" y="330"/>
                  <a:pt x="548" y="347"/>
                </a:cubicBezTo>
                <a:cubicBezTo>
                  <a:pt x="552" y="368"/>
                  <a:pt x="560" y="387"/>
                  <a:pt x="570" y="405"/>
                </a:cubicBezTo>
                <a:cubicBezTo>
                  <a:pt x="583" y="371"/>
                  <a:pt x="591" y="334"/>
                  <a:pt x="591" y="29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>
              <a:latin typeface="Montserrat Light" panose="00000400000000000000" pitchFamily="50" charset="0"/>
            </a:endParaRPr>
          </a:p>
        </p:txBody>
      </p:sp>
      <p:sp>
        <p:nvSpPr>
          <p:cNvPr id="10" name="Freeform 11">
            <a:extLst>
              <a:ext uri="{FF2B5EF4-FFF2-40B4-BE49-F238E27FC236}">
                <a16:creationId xmlns:a16="http://schemas.microsoft.com/office/drawing/2014/main" id="{F87962EB-0F20-0434-EECD-1DF9CEECD0B2}"/>
              </a:ext>
            </a:extLst>
          </p:cNvPr>
          <p:cNvSpPr>
            <a:spLocks noEditPoints="1"/>
          </p:cNvSpPr>
          <p:nvPr/>
        </p:nvSpPr>
        <p:spPr bwMode="auto">
          <a:xfrm>
            <a:off x="16595013" y="3307853"/>
            <a:ext cx="472890" cy="554339"/>
          </a:xfrm>
          <a:custGeom>
            <a:avLst/>
            <a:gdLst>
              <a:gd name="T0" fmla="*/ 389 w 389"/>
              <a:gd name="T1" fmla="*/ 187 h 456"/>
              <a:gd name="T2" fmla="*/ 389 w 389"/>
              <a:gd name="T3" fmla="*/ 456 h 456"/>
              <a:gd name="T4" fmla="*/ 0 w 389"/>
              <a:gd name="T5" fmla="*/ 456 h 456"/>
              <a:gd name="T6" fmla="*/ 0 w 389"/>
              <a:gd name="T7" fmla="*/ 187 h 456"/>
              <a:gd name="T8" fmla="*/ 389 w 389"/>
              <a:gd name="T9" fmla="*/ 456 h 456"/>
              <a:gd name="T10" fmla="*/ 195 w 389"/>
              <a:gd name="T11" fmla="*/ 322 h 456"/>
              <a:gd name="T12" fmla="*/ 0 w 389"/>
              <a:gd name="T13" fmla="*/ 456 h 456"/>
              <a:gd name="T14" fmla="*/ 389 w 389"/>
              <a:gd name="T15" fmla="*/ 187 h 456"/>
              <a:gd name="T16" fmla="*/ 257 w 389"/>
              <a:gd name="T17" fmla="*/ 324 h 456"/>
              <a:gd name="T18" fmla="*/ 0 w 389"/>
              <a:gd name="T19" fmla="*/ 187 h 456"/>
              <a:gd name="T20" fmla="*/ 132 w 389"/>
              <a:gd name="T21" fmla="*/ 324 h 456"/>
              <a:gd name="T22" fmla="*/ 341 w 389"/>
              <a:gd name="T23" fmla="*/ 180 h 456"/>
              <a:gd name="T24" fmla="*/ 341 w 389"/>
              <a:gd name="T25" fmla="*/ 84 h 456"/>
              <a:gd name="T26" fmla="*/ 257 w 389"/>
              <a:gd name="T27" fmla="*/ 0 h 456"/>
              <a:gd name="T28" fmla="*/ 48 w 389"/>
              <a:gd name="T29" fmla="*/ 0 h 456"/>
              <a:gd name="T30" fmla="*/ 48 w 389"/>
              <a:gd name="T31" fmla="*/ 180 h 456"/>
              <a:gd name="T32" fmla="*/ 341 w 389"/>
              <a:gd name="T33" fmla="*/ 84 h 456"/>
              <a:gd name="T34" fmla="*/ 257 w 389"/>
              <a:gd name="T35" fmla="*/ 0 h 456"/>
              <a:gd name="T36" fmla="*/ 257 w 389"/>
              <a:gd name="T37" fmla="*/ 84 h 456"/>
              <a:gd name="T38" fmla="*/ 341 w 389"/>
              <a:gd name="T39" fmla="*/ 84 h 456"/>
              <a:gd name="T40" fmla="*/ 130 w 389"/>
              <a:gd name="T41" fmla="*/ 132 h 456"/>
              <a:gd name="T42" fmla="*/ 89 w 389"/>
              <a:gd name="T43" fmla="*/ 132 h 456"/>
              <a:gd name="T44" fmla="*/ 288 w 389"/>
              <a:gd name="T45" fmla="*/ 132 h 456"/>
              <a:gd name="T46" fmla="*/ 171 w 389"/>
              <a:gd name="T47" fmla="*/ 132 h 456"/>
              <a:gd name="T48" fmla="*/ 89 w 389"/>
              <a:gd name="T49" fmla="*/ 175 h 456"/>
              <a:gd name="T50" fmla="*/ 202 w 389"/>
              <a:gd name="T51" fmla="*/ 175 h 456"/>
              <a:gd name="T52" fmla="*/ 288 w 389"/>
              <a:gd name="T53" fmla="*/ 175 h 456"/>
              <a:gd name="T54" fmla="*/ 245 w 389"/>
              <a:gd name="T55" fmla="*/ 175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389" h="456">
                <a:moveTo>
                  <a:pt x="389" y="187"/>
                </a:moveTo>
                <a:lnTo>
                  <a:pt x="389" y="456"/>
                </a:lnTo>
                <a:lnTo>
                  <a:pt x="0" y="456"/>
                </a:lnTo>
                <a:lnTo>
                  <a:pt x="0" y="187"/>
                </a:lnTo>
                <a:moveTo>
                  <a:pt x="389" y="456"/>
                </a:moveTo>
                <a:lnTo>
                  <a:pt x="195" y="322"/>
                </a:lnTo>
                <a:lnTo>
                  <a:pt x="0" y="456"/>
                </a:lnTo>
                <a:moveTo>
                  <a:pt x="389" y="187"/>
                </a:moveTo>
                <a:lnTo>
                  <a:pt x="257" y="324"/>
                </a:lnTo>
                <a:moveTo>
                  <a:pt x="0" y="187"/>
                </a:moveTo>
                <a:lnTo>
                  <a:pt x="132" y="324"/>
                </a:lnTo>
                <a:moveTo>
                  <a:pt x="341" y="180"/>
                </a:moveTo>
                <a:lnTo>
                  <a:pt x="341" y="84"/>
                </a:lnTo>
                <a:moveTo>
                  <a:pt x="257" y="0"/>
                </a:moveTo>
                <a:lnTo>
                  <a:pt x="48" y="0"/>
                </a:lnTo>
                <a:lnTo>
                  <a:pt x="48" y="180"/>
                </a:lnTo>
                <a:moveTo>
                  <a:pt x="341" y="84"/>
                </a:moveTo>
                <a:lnTo>
                  <a:pt x="257" y="0"/>
                </a:lnTo>
                <a:lnTo>
                  <a:pt x="257" y="84"/>
                </a:lnTo>
                <a:lnTo>
                  <a:pt x="341" y="84"/>
                </a:lnTo>
                <a:moveTo>
                  <a:pt x="130" y="132"/>
                </a:moveTo>
                <a:lnTo>
                  <a:pt x="89" y="132"/>
                </a:lnTo>
                <a:moveTo>
                  <a:pt x="288" y="132"/>
                </a:moveTo>
                <a:lnTo>
                  <a:pt x="171" y="132"/>
                </a:lnTo>
                <a:moveTo>
                  <a:pt x="89" y="175"/>
                </a:moveTo>
                <a:lnTo>
                  <a:pt x="202" y="175"/>
                </a:lnTo>
                <a:moveTo>
                  <a:pt x="288" y="175"/>
                </a:moveTo>
                <a:lnTo>
                  <a:pt x="245" y="175"/>
                </a:lnTo>
              </a:path>
            </a:pathLst>
          </a:custGeom>
          <a:noFill/>
          <a:ln w="25400" cap="rnd">
            <a:solidFill>
              <a:schemeClr val="accent3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>
              <a:latin typeface="Montserrat Light" panose="00000400000000000000" pitchFamily="50" charset="0"/>
            </a:endParaRPr>
          </a:p>
        </p:txBody>
      </p:sp>
      <p:sp>
        <p:nvSpPr>
          <p:cNvPr id="11" name="Freeform 12">
            <a:extLst>
              <a:ext uri="{FF2B5EF4-FFF2-40B4-BE49-F238E27FC236}">
                <a16:creationId xmlns:a16="http://schemas.microsoft.com/office/drawing/2014/main" id="{F7B621E1-61D0-759B-0221-49A5E8661DDA}"/>
              </a:ext>
            </a:extLst>
          </p:cNvPr>
          <p:cNvSpPr>
            <a:spLocks noEditPoints="1"/>
          </p:cNvSpPr>
          <p:nvPr/>
        </p:nvSpPr>
        <p:spPr bwMode="auto">
          <a:xfrm>
            <a:off x="13796570" y="3275031"/>
            <a:ext cx="531242" cy="601750"/>
          </a:xfrm>
          <a:custGeom>
            <a:avLst/>
            <a:gdLst>
              <a:gd name="T0" fmla="*/ 221081 w 182"/>
              <a:gd name="T1" fmla="*/ 614154 h 206"/>
              <a:gd name="T2" fmla="*/ 163905 w 182"/>
              <a:gd name="T3" fmla="*/ 473013 h 206"/>
              <a:gd name="T4" fmla="*/ 129599 w 182"/>
              <a:gd name="T5" fmla="*/ 350945 h 206"/>
              <a:gd name="T6" fmla="*/ 346869 w 182"/>
              <a:gd name="T7" fmla="*/ 133512 h 206"/>
              <a:gd name="T8" fmla="*/ 560326 w 182"/>
              <a:gd name="T9" fmla="*/ 350945 h 206"/>
              <a:gd name="T10" fmla="*/ 526020 w 182"/>
              <a:gd name="T11" fmla="*/ 473013 h 206"/>
              <a:gd name="T12" fmla="*/ 472656 w 182"/>
              <a:gd name="T13" fmla="*/ 587452 h 206"/>
              <a:gd name="T14" fmla="*/ 346869 w 182"/>
              <a:gd name="T15" fmla="*/ 217433 h 206"/>
              <a:gd name="T16" fmla="*/ 217269 w 182"/>
              <a:gd name="T17" fmla="*/ 347131 h 206"/>
              <a:gd name="T18" fmla="*/ 346869 w 182"/>
              <a:gd name="T19" fmla="*/ 480642 h 206"/>
              <a:gd name="T20" fmla="*/ 476468 w 182"/>
              <a:gd name="T21" fmla="*/ 347131 h 206"/>
              <a:gd name="T22" fmla="*/ 346869 w 182"/>
              <a:gd name="T23" fmla="*/ 217433 h 206"/>
              <a:gd name="T24" fmla="*/ 297316 w 182"/>
              <a:gd name="T25" fmla="*/ 370018 h 206"/>
              <a:gd name="T26" fmla="*/ 331622 w 182"/>
              <a:gd name="T27" fmla="*/ 415794 h 206"/>
              <a:gd name="T28" fmla="*/ 396421 w 182"/>
              <a:gd name="T29" fmla="*/ 308984 h 206"/>
              <a:gd name="T30" fmla="*/ 346869 w 182"/>
              <a:gd name="T31" fmla="*/ 68663 h 206"/>
              <a:gd name="T32" fmla="*/ 346869 w 182"/>
              <a:gd name="T33" fmla="*/ 0 h 206"/>
              <a:gd name="T34" fmla="*/ 205834 w 182"/>
              <a:gd name="T35" fmla="*/ 106809 h 206"/>
              <a:gd name="T36" fmla="*/ 171528 w 182"/>
              <a:gd name="T37" fmla="*/ 45775 h 206"/>
              <a:gd name="T38" fmla="*/ 45741 w 182"/>
              <a:gd name="T39" fmla="*/ 175473 h 206"/>
              <a:gd name="T40" fmla="*/ 102917 w 182"/>
              <a:gd name="T41" fmla="*/ 209804 h 206"/>
              <a:gd name="T42" fmla="*/ 0 w 182"/>
              <a:gd name="T43" fmla="*/ 347131 h 206"/>
              <a:gd name="T44" fmla="*/ 64800 w 182"/>
              <a:gd name="T45" fmla="*/ 347131 h 206"/>
              <a:gd name="T46" fmla="*/ 518397 w 182"/>
              <a:gd name="T47" fmla="*/ 45775 h 206"/>
              <a:gd name="T48" fmla="*/ 484091 w 182"/>
              <a:gd name="T49" fmla="*/ 106809 h 206"/>
              <a:gd name="T50" fmla="*/ 644184 w 182"/>
              <a:gd name="T51" fmla="*/ 175473 h 206"/>
              <a:gd name="T52" fmla="*/ 587008 w 182"/>
              <a:gd name="T53" fmla="*/ 209804 h 206"/>
              <a:gd name="T54" fmla="*/ 625126 w 182"/>
              <a:gd name="T55" fmla="*/ 347131 h 206"/>
              <a:gd name="T56" fmla="*/ 693737 w 182"/>
              <a:gd name="T57" fmla="*/ 347131 h 206"/>
              <a:gd name="T58" fmla="*/ 423103 w 182"/>
              <a:gd name="T59" fmla="*/ 629413 h 206"/>
              <a:gd name="T60" fmla="*/ 251575 w 182"/>
              <a:gd name="T61" fmla="*/ 679003 h 206"/>
              <a:gd name="T62" fmla="*/ 232516 w 182"/>
              <a:gd name="T63" fmla="*/ 705705 h 206"/>
              <a:gd name="T64" fmla="*/ 263010 w 182"/>
              <a:gd name="T65" fmla="*/ 736222 h 206"/>
              <a:gd name="T66" fmla="*/ 274445 w 182"/>
              <a:gd name="T67" fmla="*/ 732407 h 206"/>
              <a:gd name="T68" fmla="*/ 423103 w 182"/>
              <a:gd name="T69" fmla="*/ 690446 h 206"/>
              <a:gd name="T70" fmla="*/ 423103 w 182"/>
              <a:gd name="T71" fmla="*/ 690446 h 206"/>
              <a:gd name="T72" fmla="*/ 430727 w 182"/>
              <a:gd name="T73" fmla="*/ 690446 h 206"/>
              <a:gd name="T74" fmla="*/ 457409 w 182"/>
              <a:gd name="T75" fmla="*/ 717149 h 206"/>
              <a:gd name="T76" fmla="*/ 438350 w 182"/>
              <a:gd name="T77" fmla="*/ 743851 h 206"/>
              <a:gd name="T78" fmla="*/ 293504 w 182"/>
              <a:gd name="T79" fmla="*/ 785812 h 20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182" h="206">
                <a:moveTo>
                  <a:pt x="58" y="161"/>
                </a:moveTo>
                <a:cubicBezTo>
                  <a:pt x="59" y="151"/>
                  <a:pt x="55" y="142"/>
                  <a:pt x="43" y="124"/>
                </a:cubicBezTo>
                <a:cubicBezTo>
                  <a:pt x="37" y="114"/>
                  <a:pt x="34" y="104"/>
                  <a:pt x="34" y="92"/>
                </a:cubicBezTo>
                <a:cubicBezTo>
                  <a:pt x="34" y="61"/>
                  <a:pt x="59" y="35"/>
                  <a:pt x="91" y="35"/>
                </a:cubicBezTo>
                <a:cubicBezTo>
                  <a:pt x="122" y="35"/>
                  <a:pt x="147" y="61"/>
                  <a:pt x="147" y="92"/>
                </a:cubicBezTo>
                <a:cubicBezTo>
                  <a:pt x="147" y="103"/>
                  <a:pt x="144" y="114"/>
                  <a:pt x="138" y="124"/>
                </a:cubicBezTo>
                <a:cubicBezTo>
                  <a:pt x="129" y="138"/>
                  <a:pt x="125" y="147"/>
                  <a:pt x="124" y="154"/>
                </a:cubicBezTo>
                <a:moveTo>
                  <a:pt x="91" y="57"/>
                </a:moveTo>
                <a:cubicBezTo>
                  <a:pt x="72" y="57"/>
                  <a:pt x="57" y="73"/>
                  <a:pt x="57" y="91"/>
                </a:cubicBezTo>
                <a:cubicBezTo>
                  <a:pt x="57" y="110"/>
                  <a:pt x="72" y="126"/>
                  <a:pt x="91" y="126"/>
                </a:cubicBezTo>
                <a:cubicBezTo>
                  <a:pt x="109" y="126"/>
                  <a:pt x="125" y="110"/>
                  <a:pt x="125" y="91"/>
                </a:cubicBezTo>
                <a:cubicBezTo>
                  <a:pt x="125" y="73"/>
                  <a:pt x="109" y="57"/>
                  <a:pt x="91" y="57"/>
                </a:cubicBezTo>
                <a:close/>
                <a:moveTo>
                  <a:pt x="78" y="97"/>
                </a:moveTo>
                <a:cubicBezTo>
                  <a:pt x="87" y="109"/>
                  <a:pt x="87" y="109"/>
                  <a:pt x="87" y="109"/>
                </a:cubicBezTo>
                <a:cubicBezTo>
                  <a:pt x="104" y="81"/>
                  <a:pt x="104" y="81"/>
                  <a:pt x="104" y="81"/>
                </a:cubicBezTo>
                <a:moveTo>
                  <a:pt x="91" y="18"/>
                </a:moveTo>
                <a:cubicBezTo>
                  <a:pt x="91" y="0"/>
                  <a:pt x="91" y="0"/>
                  <a:pt x="91" y="0"/>
                </a:cubicBezTo>
                <a:moveTo>
                  <a:pt x="54" y="28"/>
                </a:moveTo>
                <a:cubicBezTo>
                  <a:pt x="45" y="12"/>
                  <a:pt x="45" y="12"/>
                  <a:pt x="45" y="12"/>
                </a:cubicBezTo>
                <a:moveTo>
                  <a:pt x="12" y="46"/>
                </a:moveTo>
                <a:cubicBezTo>
                  <a:pt x="27" y="55"/>
                  <a:pt x="27" y="55"/>
                  <a:pt x="27" y="55"/>
                </a:cubicBezTo>
                <a:moveTo>
                  <a:pt x="0" y="91"/>
                </a:moveTo>
                <a:cubicBezTo>
                  <a:pt x="17" y="91"/>
                  <a:pt x="17" y="91"/>
                  <a:pt x="17" y="91"/>
                </a:cubicBezTo>
                <a:moveTo>
                  <a:pt x="136" y="12"/>
                </a:moveTo>
                <a:cubicBezTo>
                  <a:pt x="127" y="28"/>
                  <a:pt x="127" y="28"/>
                  <a:pt x="127" y="28"/>
                </a:cubicBezTo>
                <a:moveTo>
                  <a:pt x="169" y="46"/>
                </a:moveTo>
                <a:cubicBezTo>
                  <a:pt x="154" y="55"/>
                  <a:pt x="154" y="55"/>
                  <a:pt x="154" y="55"/>
                </a:cubicBezTo>
                <a:moveTo>
                  <a:pt x="164" y="91"/>
                </a:moveTo>
                <a:cubicBezTo>
                  <a:pt x="182" y="91"/>
                  <a:pt x="182" y="91"/>
                  <a:pt x="182" y="91"/>
                </a:cubicBezTo>
                <a:moveTo>
                  <a:pt x="111" y="165"/>
                </a:moveTo>
                <a:cubicBezTo>
                  <a:pt x="111" y="165"/>
                  <a:pt x="66" y="178"/>
                  <a:pt x="66" y="178"/>
                </a:cubicBezTo>
                <a:cubicBezTo>
                  <a:pt x="63" y="179"/>
                  <a:pt x="61" y="182"/>
                  <a:pt x="61" y="185"/>
                </a:cubicBezTo>
                <a:cubicBezTo>
                  <a:pt x="61" y="189"/>
                  <a:pt x="64" y="193"/>
                  <a:pt x="69" y="193"/>
                </a:cubicBezTo>
                <a:cubicBezTo>
                  <a:pt x="70" y="193"/>
                  <a:pt x="72" y="192"/>
                  <a:pt x="72" y="192"/>
                </a:cubicBezTo>
                <a:cubicBezTo>
                  <a:pt x="111" y="181"/>
                  <a:pt x="111" y="181"/>
                  <a:pt x="111" y="181"/>
                </a:cubicBezTo>
                <a:cubicBezTo>
                  <a:pt x="111" y="181"/>
                  <a:pt x="111" y="181"/>
                  <a:pt x="111" y="181"/>
                </a:cubicBezTo>
                <a:cubicBezTo>
                  <a:pt x="112" y="181"/>
                  <a:pt x="112" y="181"/>
                  <a:pt x="113" y="181"/>
                </a:cubicBezTo>
                <a:cubicBezTo>
                  <a:pt x="117" y="181"/>
                  <a:pt x="120" y="184"/>
                  <a:pt x="120" y="188"/>
                </a:cubicBezTo>
                <a:cubicBezTo>
                  <a:pt x="120" y="192"/>
                  <a:pt x="118" y="194"/>
                  <a:pt x="115" y="195"/>
                </a:cubicBezTo>
                <a:cubicBezTo>
                  <a:pt x="77" y="206"/>
                  <a:pt x="77" y="206"/>
                  <a:pt x="77" y="206"/>
                </a:cubicBezTo>
              </a:path>
            </a:pathLst>
          </a:custGeom>
          <a:noFill/>
          <a:ln w="25400" cap="rnd">
            <a:solidFill>
              <a:schemeClr val="bg1">
                <a:lumMod val="85000"/>
              </a:schemeClr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s-CO" dirty="0">
              <a:latin typeface="Montserrat Light" panose="00000400000000000000" pitchFamily="50" charset="0"/>
            </a:endParaRPr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C0719297-C4BD-4430-8C39-5296DEE61273}"/>
              </a:ext>
            </a:extLst>
          </p:cNvPr>
          <p:cNvSpPr>
            <a:spLocks noEditPoints="1"/>
          </p:cNvSpPr>
          <p:nvPr/>
        </p:nvSpPr>
        <p:spPr bwMode="auto">
          <a:xfrm>
            <a:off x="19361848" y="3295696"/>
            <a:ext cx="577437" cy="578653"/>
          </a:xfrm>
          <a:custGeom>
            <a:avLst/>
            <a:gdLst>
              <a:gd name="T0" fmla="*/ 170 w 198"/>
              <a:gd name="T1" fmla="*/ 54 h 198"/>
              <a:gd name="T2" fmla="*/ 185 w 198"/>
              <a:gd name="T3" fmla="*/ 105 h 198"/>
              <a:gd name="T4" fmla="*/ 92 w 198"/>
              <a:gd name="T5" fmla="*/ 198 h 198"/>
              <a:gd name="T6" fmla="*/ 0 w 198"/>
              <a:gd name="T7" fmla="*/ 105 h 198"/>
              <a:gd name="T8" fmla="*/ 92 w 198"/>
              <a:gd name="T9" fmla="*/ 12 h 198"/>
              <a:gd name="T10" fmla="*/ 143 w 198"/>
              <a:gd name="T11" fmla="*/ 28 h 198"/>
              <a:gd name="T12" fmla="*/ 128 w 198"/>
              <a:gd name="T13" fmla="*/ 45 h 198"/>
              <a:gd name="T14" fmla="*/ 92 w 198"/>
              <a:gd name="T15" fmla="*/ 35 h 198"/>
              <a:gd name="T16" fmla="*/ 22 w 198"/>
              <a:gd name="T17" fmla="*/ 105 h 198"/>
              <a:gd name="T18" fmla="*/ 92 w 198"/>
              <a:gd name="T19" fmla="*/ 176 h 198"/>
              <a:gd name="T20" fmla="*/ 162 w 198"/>
              <a:gd name="T21" fmla="*/ 105 h 198"/>
              <a:gd name="T22" fmla="*/ 153 w 198"/>
              <a:gd name="T23" fmla="*/ 70 h 198"/>
              <a:gd name="T24" fmla="*/ 109 w 198"/>
              <a:gd name="T25" fmla="*/ 63 h 198"/>
              <a:gd name="T26" fmla="*/ 92 w 198"/>
              <a:gd name="T27" fmla="*/ 59 h 198"/>
              <a:gd name="T28" fmla="*/ 47 w 198"/>
              <a:gd name="T29" fmla="*/ 105 h 198"/>
              <a:gd name="T30" fmla="*/ 92 w 198"/>
              <a:gd name="T31" fmla="*/ 151 h 198"/>
              <a:gd name="T32" fmla="*/ 138 w 198"/>
              <a:gd name="T33" fmla="*/ 105 h 198"/>
              <a:gd name="T34" fmla="*/ 133 w 198"/>
              <a:gd name="T35" fmla="*/ 85 h 198"/>
              <a:gd name="T36" fmla="*/ 92 w 198"/>
              <a:gd name="T37" fmla="*/ 105 h 198"/>
              <a:gd name="T38" fmla="*/ 193 w 198"/>
              <a:gd name="T39" fmla="*/ 5 h 198"/>
              <a:gd name="T40" fmla="*/ 169 w 198"/>
              <a:gd name="T41" fmla="*/ 0 h 198"/>
              <a:gd name="T42" fmla="*/ 169 w 198"/>
              <a:gd name="T43" fmla="*/ 29 h 198"/>
              <a:gd name="T44" fmla="*/ 198 w 198"/>
              <a:gd name="T45" fmla="*/ 29 h 198"/>
              <a:gd name="T46" fmla="*/ 15 w 198"/>
              <a:gd name="T47" fmla="*/ 198 h 198"/>
              <a:gd name="T48" fmla="*/ 34 w 198"/>
              <a:gd name="T49" fmla="*/ 178 h 198"/>
              <a:gd name="T50" fmla="*/ 151 w 198"/>
              <a:gd name="T51" fmla="*/ 178 h 198"/>
              <a:gd name="T52" fmla="*/ 170 w 198"/>
              <a:gd name="T53" fmla="*/ 198 h 1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98" h="198">
                <a:moveTo>
                  <a:pt x="170" y="54"/>
                </a:moveTo>
                <a:cubicBezTo>
                  <a:pt x="179" y="69"/>
                  <a:pt x="185" y="86"/>
                  <a:pt x="185" y="105"/>
                </a:cubicBezTo>
                <a:cubicBezTo>
                  <a:pt x="185" y="157"/>
                  <a:pt x="143" y="198"/>
                  <a:pt x="92" y="198"/>
                </a:cubicBezTo>
                <a:cubicBezTo>
                  <a:pt x="41" y="198"/>
                  <a:pt x="0" y="157"/>
                  <a:pt x="0" y="105"/>
                </a:cubicBezTo>
                <a:cubicBezTo>
                  <a:pt x="0" y="54"/>
                  <a:pt x="41" y="12"/>
                  <a:pt x="92" y="12"/>
                </a:cubicBezTo>
                <a:cubicBezTo>
                  <a:pt x="111" y="12"/>
                  <a:pt x="129" y="18"/>
                  <a:pt x="143" y="28"/>
                </a:cubicBezTo>
                <a:moveTo>
                  <a:pt x="128" y="45"/>
                </a:moveTo>
                <a:cubicBezTo>
                  <a:pt x="118" y="39"/>
                  <a:pt x="105" y="35"/>
                  <a:pt x="92" y="35"/>
                </a:cubicBezTo>
                <a:cubicBezTo>
                  <a:pt x="54" y="35"/>
                  <a:pt x="22" y="67"/>
                  <a:pt x="22" y="105"/>
                </a:cubicBezTo>
                <a:cubicBezTo>
                  <a:pt x="22" y="144"/>
                  <a:pt x="54" y="176"/>
                  <a:pt x="92" y="176"/>
                </a:cubicBezTo>
                <a:cubicBezTo>
                  <a:pt x="131" y="176"/>
                  <a:pt x="162" y="144"/>
                  <a:pt x="162" y="105"/>
                </a:cubicBezTo>
                <a:cubicBezTo>
                  <a:pt x="162" y="92"/>
                  <a:pt x="159" y="80"/>
                  <a:pt x="153" y="70"/>
                </a:cubicBezTo>
                <a:moveTo>
                  <a:pt x="109" y="63"/>
                </a:moveTo>
                <a:cubicBezTo>
                  <a:pt x="104" y="61"/>
                  <a:pt x="98" y="59"/>
                  <a:pt x="92" y="59"/>
                </a:cubicBezTo>
                <a:cubicBezTo>
                  <a:pt x="67" y="59"/>
                  <a:pt x="47" y="80"/>
                  <a:pt x="47" y="105"/>
                </a:cubicBezTo>
                <a:cubicBezTo>
                  <a:pt x="47" y="131"/>
                  <a:pt x="67" y="151"/>
                  <a:pt x="92" y="151"/>
                </a:cubicBezTo>
                <a:cubicBezTo>
                  <a:pt x="118" y="151"/>
                  <a:pt x="138" y="131"/>
                  <a:pt x="138" y="105"/>
                </a:cubicBezTo>
                <a:cubicBezTo>
                  <a:pt x="138" y="98"/>
                  <a:pt x="136" y="91"/>
                  <a:pt x="133" y="85"/>
                </a:cubicBezTo>
                <a:moveTo>
                  <a:pt x="92" y="105"/>
                </a:moveTo>
                <a:cubicBezTo>
                  <a:pt x="193" y="5"/>
                  <a:pt x="193" y="5"/>
                  <a:pt x="193" y="5"/>
                </a:cubicBezTo>
                <a:moveTo>
                  <a:pt x="169" y="0"/>
                </a:moveTo>
                <a:cubicBezTo>
                  <a:pt x="169" y="29"/>
                  <a:pt x="169" y="29"/>
                  <a:pt x="169" y="29"/>
                </a:cubicBezTo>
                <a:cubicBezTo>
                  <a:pt x="198" y="29"/>
                  <a:pt x="198" y="29"/>
                  <a:pt x="198" y="29"/>
                </a:cubicBezTo>
                <a:moveTo>
                  <a:pt x="15" y="198"/>
                </a:moveTo>
                <a:cubicBezTo>
                  <a:pt x="34" y="178"/>
                  <a:pt x="34" y="178"/>
                  <a:pt x="34" y="178"/>
                </a:cubicBezTo>
                <a:moveTo>
                  <a:pt x="151" y="178"/>
                </a:moveTo>
                <a:cubicBezTo>
                  <a:pt x="170" y="198"/>
                  <a:pt x="170" y="198"/>
                  <a:pt x="170" y="198"/>
                </a:cubicBezTo>
              </a:path>
            </a:pathLst>
          </a:custGeom>
          <a:noFill/>
          <a:ln w="25400" cap="rnd">
            <a:solidFill>
              <a:schemeClr val="accent5">
                <a:lumMod val="60000"/>
                <a:lumOff val="40000"/>
              </a:schemeClr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>
              <a:latin typeface="Montserrat Light" panose="00000400000000000000" pitchFamily="50" charset="0"/>
            </a:endParaRPr>
          </a:p>
        </p:txBody>
      </p:sp>
      <p:sp>
        <p:nvSpPr>
          <p:cNvPr id="13" name="Freeform 14">
            <a:extLst>
              <a:ext uri="{FF2B5EF4-FFF2-40B4-BE49-F238E27FC236}">
                <a16:creationId xmlns:a16="http://schemas.microsoft.com/office/drawing/2014/main" id="{96C7EF97-1EF7-AFA7-4724-E2A52039D436}"/>
              </a:ext>
            </a:extLst>
          </p:cNvPr>
          <p:cNvSpPr>
            <a:spLocks noEditPoints="1"/>
          </p:cNvSpPr>
          <p:nvPr/>
        </p:nvSpPr>
        <p:spPr bwMode="auto">
          <a:xfrm>
            <a:off x="17905491" y="3231267"/>
            <a:ext cx="624848" cy="651592"/>
          </a:xfrm>
          <a:custGeom>
            <a:avLst/>
            <a:gdLst>
              <a:gd name="T0" fmla="*/ 79 w 214"/>
              <a:gd name="T1" fmla="*/ 23 h 223"/>
              <a:gd name="T2" fmla="*/ 187 w 214"/>
              <a:gd name="T3" fmla="*/ 90 h 223"/>
              <a:gd name="T4" fmla="*/ 214 w 214"/>
              <a:gd name="T5" fmla="*/ 143 h 223"/>
              <a:gd name="T6" fmla="*/ 191 w 214"/>
              <a:gd name="T7" fmla="*/ 143 h 223"/>
              <a:gd name="T8" fmla="*/ 191 w 214"/>
              <a:gd name="T9" fmla="*/ 180 h 223"/>
              <a:gd name="T10" fmla="*/ 180 w 214"/>
              <a:gd name="T11" fmla="*/ 191 h 223"/>
              <a:gd name="T12" fmla="*/ 155 w 214"/>
              <a:gd name="T13" fmla="*/ 191 h 223"/>
              <a:gd name="T14" fmla="*/ 155 w 214"/>
              <a:gd name="T15" fmla="*/ 223 h 223"/>
              <a:gd name="T16" fmla="*/ 57 w 214"/>
              <a:gd name="T17" fmla="*/ 223 h 223"/>
              <a:gd name="T18" fmla="*/ 57 w 214"/>
              <a:gd name="T19" fmla="*/ 190 h 223"/>
              <a:gd name="T20" fmla="*/ 46 w 214"/>
              <a:gd name="T21" fmla="*/ 168 h 223"/>
              <a:gd name="T22" fmla="*/ 119 w 214"/>
              <a:gd name="T23" fmla="*/ 101 h 223"/>
              <a:gd name="T24" fmla="*/ 119 w 214"/>
              <a:gd name="T25" fmla="*/ 86 h 223"/>
              <a:gd name="T26" fmla="*/ 102 w 214"/>
              <a:gd name="T27" fmla="*/ 79 h 223"/>
              <a:gd name="T28" fmla="*/ 100 w 214"/>
              <a:gd name="T29" fmla="*/ 73 h 223"/>
              <a:gd name="T30" fmla="*/ 107 w 214"/>
              <a:gd name="T31" fmla="*/ 56 h 223"/>
              <a:gd name="T32" fmla="*/ 96 w 214"/>
              <a:gd name="T33" fmla="*/ 46 h 223"/>
              <a:gd name="T34" fmla="*/ 80 w 214"/>
              <a:gd name="T35" fmla="*/ 53 h 223"/>
              <a:gd name="T36" fmla="*/ 74 w 214"/>
              <a:gd name="T37" fmla="*/ 51 h 223"/>
              <a:gd name="T38" fmla="*/ 67 w 214"/>
              <a:gd name="T39" fmla="*/ 33 h 223"/>
              <a:gd name="T40" fmla="*/ 52 w 214"/>
              <a:gd name="T41" fmla="*/ 33 h 223"/>
              <a:gd name="T42" fmla="*/ 45 w 214"/>
              <a:gd name="T43" fmla="*/ 51 h 223"/>
              <a:gd name="T44" fmla="*/ 39 w 214"/>
              <a:gd name="T45" fmla="*/ 53 h 223"/>
              <a:gd name="T46" fmla="*/ 22 w 214"/>
              <a:gd name="T47" fmla="*/ 46 h 223"/>
              <a:gd name="T48" fmla="*/ 12 w 214"/>
              <a:gd name="T49" fmla="*/ 56 h 223"/>
              <a:gd name="T50" fmla="*/ 19 w 214"/>
              <a:gd name="T51" fmla="*/ 73 h 223"/>
              <a:gd name="T52" fmla="*/ 17 w 214"/>
              <a:gd name="T53" fmla="*/ 79 h 223"/>
              <a:gd name="T54" fmla="*/ 0 w 214"/>
              <a:gd name="T55" fmla="*/ 86 h 223"/>
              <a:gd name="T56" fmla="*/ 0 w 214"/>
              <a:gd name="T57" fmla="*/ 101 h 223"/>
              <a:gd name="T58" fmla="*/ 17 w 214"/>
              <a:gd name="T59" fmla="*/ 108 h 223"/>
              <a:gd name="T60" fmla="*/ 19 w 214"/>
              <a:gd name="T61" fmla="*/ 114 h 223"/>
              <a:gd name="T62" fmla="*/ 12 w 214"/>
              <a:gd name="T63" fmla="*/ 130 h 223"/>
              <a:gd name="T64" fmla="*/ 22 w 214"/>
              <a:gd name="T65" fmla="*/ 141 h 223"/>
              <a:gd name="T66" fmla="*/ 39 w 214"/>
              <a:gd name="T67" fmla="*/ 134 h 223"/>
              <a:gd name="T68" fmla="*/ 45 w 214"/>
              <a:gd name="T69" fmla="*/ 136 h 223"/>
              <a:gd name="T70" fmla="*/ 52 w 214"/>
              <a:gd name="T71" fmla="*/ 153 h 223"/>
              <a:gd name="T72" fmla="*/ 67 w 214"/>
              <a:gd name="T73" fmla="*/ 153 h 223"/>
              <a:gd name="T74" fmla="*/ 74 w 214"/>
              <a:gd name="T75" fmla="*/ 136 h 223"/>
              <a:gd name="T76" fmla="*/ 80 w 214"/>
              <a:gd name="T77" fmla="*/ 134 h 223"/>
              <a:gd name="T78" fmla="*/ 96 w 214"/>
              <a:gd name="T79" fmla="*/ 141 h 223"/>
              <a:gd name="T80" fmla="*/ 107 w 214"/>
              <a:gd name="T81" fmla="*/ 130 h 223"/>
              <a:gd name="T82" fmla="*/ 100 w 214"/>
              <a:gd name="T83" fmla="*/ 114 h 223"/>
              <a:gd name="T84" fmla="*/ 102 w 214"/>
              <a:gd name="T85" fmla="*/ 108 h 223"/>
              <a:gd name="T86" fmla="*/ 119 w 214"/>
              <a:gd name="T87" fmla="*/ 101 h 223"/>
              <a:gd name="T88" fmla="*/ 59 w 214"/>
              <a:gd name="T89" fmla="*/ 68 h 223"/>
              <a:gd name="T90" fmla="*/ 34 w 214"/>
              <a:gd name="T91" fmla="*/ 93 h 223"/>
              <a:gd name="T92" fmla="*/ 59 w 214"/>
              <a:gd name="T93" fmla="*/ 119 h 223"/>
              <a:gd name="T94" fmla="*/ 85 w 214"/>
              <a:gd name="T95" fmla="*/ 93 h 223"/>
              <a:gd name="T96" fmla="*/ 59 w 214"/>
              <a:gd name="T97" fmla="*/ 68 h 223"/>
              <a:gd name="T98" fmla="*/ 155 w 214"/>
              <a:gd name="T99" fmla="*/ 191 h 223"/>
              <a:gd name="T100" fmla="*/ 142 w 214"/>
              <a:gd name="T101" fmla="*/ 191 h 2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214" h="223">
                <a:moveTo>
                  <a:pt x="79" y="23"/>
                </a:moveTo>
                <a:cubicBezTo>
                  <a:pt x="198" y="0"/>
                  <a:pt x="187" y="90"/>
                  <a:pt x="187" y="90"/>
                </a:cubicBezTo>
                <a:cubicBezTo>
                  <a:pt x="214" y="143"/>
                  <a:pt x="214" y="143"/>
                  <a:pt x="214" y="143"/>
                </a:cubicBezTo>
                <a:cubicBezTo>
                  <a:pt x="191" y="143"/>
                  <a:pt x="191" y="143"/>
                  <a:pt x="191" y="143"/>
                </a:cubicBezTo>
                <a:cubicBezTo>
                  <a:pt x="191" y="180"/>
                  <a:pt x="191" y="180"/>
                  <a:pt x="191" y="180"/>
                </a:cubicBezTo>
                <a:cubicBezTo>
                  <a:pt x="191" y="186"/>
                  <a:pt x="186" y="191"/>
                  <a:pt x="180" y="191"/>
                </a:cubicBezTo>
                <a:cubicBezTo>
                  <a:pt x="155" y="191"/>
                  <a:pt x="155" y="191"/>
                  <a:pt x="155" y="191"/>
                </a:cubicBezTo>
                <a:cubicBezTo>
                  <a:pt x="155" y="223"/>
                  <a:pt x="155" y="223"/>
                  <a:pt x="155" y="223"/>
                </a:cubicBezTo>
                <a:moveTo>
                  <a:pt x="57" y="223"/>
                </a:moveTo>
                <a:cubicBezTo>
                  <a:pt x="57" y="190"/>
                  <a:pt x="57" y="190"/>
                  <a:pt x="57" y="190"/>
                </a:cubicBezTo>
                <a:cubicBezTo>
                  <a:pt x="46" y="168"/>
                  <a:pt x="46" y="168"/>
                  <a:pt x="46" y="168"/>
                </a:cubicBezTo>
                <a:moveTo>
                  <a:pt x="119" y="101"/>
                </a:moveTo>
                <a:cubicBezTo>
                  <a:pt x="119" y="86"/>
                  <a:pt x="119" y="86"/>
                  <a:pt x="119" y="86"/>
                </a:cubicBezTo>
                <a:cubicBezTo>
                  <a:pt x="102" y="79"/>
                  <a:pt x="102" y="79"/>
                  <a:pt x="102" y="79"/>
                </a:cubicBezTo>
                <a:cubicBezTo>
                  <a:pt x="101" y="77"/>
                  <a:pt x="101" y="75"/>
                  <a:pt x="100" y="73"/>
                </a:cubicBezTo>
                <a:cubicBezTo>
                  <a:pt x="107" y="56"/>
                  <a:pt x="107" y="56"/>
                  <a:pt x="107" y="56"/>
                </a:cubicBezTo>
                <a:cubicBezTo>
                  <a:pt x="96" y="46"/>
                  <a:pt x="96" y="46"/>
                  <a:pt x="96" y="46"/>
                </a:cubicBezTo>
                <a:cubicBezTo>
                  <a:pt x="80" y="53"/>
                  <a:pt x="80" y="53"/>
                  <a:pt x="80" y="53"/>
                </a:cubicBezTo>
                <a:cubicBezTo>
                  <a:pt x="78" y="52"/>
                  <a:pt x="76" y="51"/>
                  <a:pt x="74" y="51"/>
                </a:cubicBezTo>
                <a:cubicBezTo>
                  <a:pt x="67" y="33"/>
                  <a:pt x="67" y="33"/>
                  <a:pt x="67" y="33"/>
                </a:cubicBezTo>
                <a:cubicBezTo>
                  <a:pt x="52" y="33"/>
                  <a:pt x="52" y="33"/>
                  <a:pt x="52" y="33"/>
                </a:cubicBezTo>
                <a:cubicBezTo>
                  <a:pt x="45" y="51"/>
                  <a:pt x="45" y="51"/>
                  <a:pt x="45" y="51"/>
                </a:cubicBezTo>
                <a:cubicBezTo>
                  <a:pt x="43" y="51"/>
                  <a:pt x="41" y="52"/>
                  <a:pt x="39" y="53"/>
                </a:cubicBezTo>
                <a:cubicBezTo>
                  <a:pt x="22" y="46"/>
                  <a:pt x="22" y="46"/>
                  <a:pt x="22" y="46"/>
                </a:cubicBezTo>
                <a:cubicBezTo>
                  <a:pt x="12" y="56"/>
                  <a:pt x="12" y="56"/>
                  <a:pt x="12" y="56"/>
                </a:cubicBezTo>
                <a:cubicBezTo>
                  <a:pt x="19" y="73"/>
                  <a:pt x="19" y="73"/>
                  <a:pt x="19" y="73"/>
                </a:cubicBezTo>
                <a:cubicBezTo>
                  <a:pt x="18" y="75"/>
                  <a:pt x="17" y="77"/>
                  <a:pt x="17" y="79"/>
                </a:cubicBezTo>
                <a:cubicBezTo>
                  <a:pt x="0" y="86"/>
                  <a:pt x="0" y="86"/>
                  <a:pt x="0" y="86"/>
                </a:cubicBezTo>
                <a:cubicBezTo>
                  <a:pt x="0" y="101"/>
                  <a:pt x="0" y="101"/>
                  <a:pt x="0" y="101"/>
                </a:cubicBezTo>
                <a:cubicBezTo>
                  <a:pt x="17" y="108"/>
                  <a:pt x="17" y="108"/>
                  <a:pt x="17" y="108"/>
                </a:cubicBezTo>
                <a:cubicBezTo>
                  <a:pt x="17" y="110"/>
                  <a:pt x="18" y="112"/>
                  <a:pt x="19" y="114"/>
                </a:cubicBezTo>
                <a:cubicBezTo>
                  <a:pt x="12" y="130"/>
                  <a:pt x="12" y="130"/>
                  <a:pt x="12" y="130"/>
                </a:cubicBezTo>
                <a:cubicBezTo>
                  <a:pt x="22" y="141"/>
                  <a:pt x="22" y="141"/>
                  <a:pt x="22" y="141"/>
                </a:cubicBezTo>
                <a:cubicBezTo>
                  <a:pt x="39" y="134"/>
                  <a:pt x="39" y="134"/>
                  <a:pt x="39" y="134"/>
                </a:cubicBezTo>
                <a:cubicBezTo>
                  <a:pt x="41" y="135"/>
                  <a:pt x="43" y="135"/>
                  <a:pt x="45" y="136"/>
                </a:cubicBezTo>
                <a:cubicBezTo>
                  <a:pt x="52" y="153"/>
                  <a:pt x="52" y="153"/>
                  <a:pt x="52" y="153"/>
                </a:cubicBezTo>
                <a:cubicBezTo>
                  <a:pt x="67" y="153"/>
                  <a:pt x="67" y="153"/>
                  <a:pt x="67" y="153"/>
                </a:cubicBezTo>
                <a:cubicBezTo>
                  <a:pt x="74" y="136"/>
                  <a:pt x="74" y="136"/>
                  <a:pt x="74" y="136"/>
                </a:cubicBezTo>
                <a:cubicBezTo>
                  <a:pt x="76" y="135"/>
                  <a:pt x="78" y="135"/>
                  <a:pt x="80" y="134"/>
                </a:cubicBezTo>
                <a:cubicBezTo>
                  <a:pt x="96" y="141"/>
                  <a:pt x="96" y="141"/>
                  <a:pt x="96" y="141"/>
                </a:cubicBezTo>
                <a:cubicBezTo>
                  <a:pt x="107" y="130"/>
                  <a:pt x="107" y="130"/>
                  <a:pt x="107" y="130"/>
                </a:cubicBezTo>
                <a:cubicBezTo>
                  <a:pt x="100" y="114"/>
                  <a:pt x="100" y="114"/>
                  <a:pt x="100" y="114"/>
                </a:cubicBezTo>
                <a:cubicBezTo>
                  <a:pt x="101" y="112"/>
                  <a:pt x="101" y="110"/>
                  <a:pt x="102" y="108"/>
                </a:cubicBezTo>
                <a:lnTo>
                  <a:pt x="119" y="101"/>
                </a:lnTo>
                <a:close/>
                <a:moveTo>
                  <a:pt x="59" y="68"/>
                </a:moveTo>
                <a:cubicBezTo>
                  <a:pt x="46" y="68"/>
                  <a:pt x="34" y="79"/>
                  <a:pt x="34" y="93"/>
                </a:cubicBezTo>
                <a:cubicBezTo>
                  <a:pt x="34" y="107"/>
                  <a:pt x="46" y="119"/>
                  <a:pt x="59" y="119"/>
                </a:cubicBezTo>
                <a:cubicBezTo>
                  <a:pt x="73" y="119"/>
                  <a:pt x="85" y="107"/>
                  <a:pt x="85" y="93"/>
                </a:cubicBezTo>
                <a:cubicBezTo>
                  <a:pt x="85" y="79"/>
                  <a:pt x="73" y="68"/>
                  <a:pt x="59" y="68"/>
                </a:cubicBezTo>
                <a:close/>
                <a:moveTo>
                  <a:pt x="155" y="191"/>
                </a:moveTo>
                <a:cubicBezTo>
                  <a:pt x="142" y="191"/>
                  <a:pt x="142" y="191"/>
                  <a:pt x="142" y="191"/>
                </a:cubicBezTo>
              </a:path>
            </a:pathLst>
          </a:custGeom>
          <a:noFill/>
          <a:ln w="25400" cap="rnd">
            <a:solidFill>
              <a:schemeClr val="accent4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>
              <a:latin typeface="Montserrat Light" panose="00000400000000000000" pitchFamily="50" charset="0"/>
            </a:endParaRPr>
          </a:p>
        </p:txBody>
      </p:sp>
      <p:sp>
        <p:nvSpPr>
          <p:cNvPr id="14" name="Freeform 15">
            <a:extLst>
              <a:ext uri="{FF2B5EF4-FFF2-40B4-BE49-F238E27FC236}">
                <a16:creationId xmlns:a16="http://schemas.microsoft.com/office/drawing/2014/main" id="{7EFAB496-C694-FEE3-333D-AC73980C5D7A}"/>
              </a:ext>
            </a:extLst>
          </p:cNvPr>
          <p:cNvSpPr>
            <a:spLocks noEditPoints="1"/>
          </p:cNvSpPr>
          <p:nvPr/>
        </p:nvSpPr>
        <p:spPr bwMode="auto">
          <a:xfrm>
            <a:off x="15153243" y="3351617"/>
            <a:ext cx="583515" cy="510576"/>
          </a:xfrm>
          <a:custGeom>
            <a:avLst/>
            <a:gdLst>
              <a:gd name="T0" fmla="*/ 125730 w 200"/>
              <a:gd name="T1" fmla="*/ 361950 h 175"/>
              <a:gd name="T2" fmla="*/ 80010 w 200"/>
              <a:gd name="T3" fmla="*/ 293370 h 175"/>
              <a:gd name="T4" fmla="*/ 91440 w 200"/>
              <a:gd name="T5" fmla="*/ 251460 h 175"/>
              <a:gd name="T6" fmla="*/ 99060 w 200"/>
              <a:gd name="T7" fmla="*/ 243840 h 175"/>
              <a:gd name="T8" fmla="*/ 140970 w 200"/>
              <a:gd name="T9" fmla="*/ 255270 h 175"/>
              <a:gd name="T10" fmla="*/ 247650 w 200"/>
              <a:gd name="T11" fmla="*/ 426720 h 175"/>
              <a:gd name="T12" fmla="*/ 247650 w 200"/>
              <a:gd name="T13" fmla="*/ 560070 h 175"/>
              <a:gd name="T14" fmla="*/ 125730 w 200"/>
              <a:gd name="T15" fmla="*/ 560070 h 175"/>
              <a:gd name="T16" fmla="*/ 125730 w 200"/>
              <a:gd name="T17" fmla="*/ 514350 h 175"/>
              <a:gd name="T18" fmla="*/ 0 w 200"/>
              <a:gd name="T19" fmla="*/ 377190 h 175"/>
              <a:gd name="T20" fmla="*/ 0 w 200"/>
              <a:gd name="T21" fmla="*/ 114300 h 175"/>
              <a:gd name="T22" fmla="*/ 34290 w 200"/>
              <a:gd name="T23" fmla="*/ 83820 h 175"/>
              <a:gd name="T24" fmla="*/ 34290 w 200"/>
              <a:gd name="T25" fmla="*/ 83820 h 175"/>
              <a:gd name="T26" fmla="*/ 64770 w 200"/>
              <a:gd name="T27" fmla="*/ 114300 h 175"/>
              <a:gd name="T28" fmla="*/ 64770 w 200"/>
              <a:gd name="T29" fmla="*/ 217170 h 175"/>
              <a:gd name="T30" fmla="*/ 285750 w 200"/>
              <a:gd name="T31" fmla="*/ 666750 h 175"/>
              <a:gd name="T32" fmla="*/ 285750 w 200"/>
              <a:gd name="T33" fmla="*/ 560070 h 175"/>
              <a:gd name="T34" fmla="*/ 91440 w 200"/>
              <a:gd name="T35" fmla="*/ 560070 h 175"/>
              <a:gd name="T36" fmla="*/ 91440 w 200"/>
              <a:gd name="T37" fmla="*/ 666750 h 175"/>
              <a:gd name="T38" fmla="*/ 640080 w 200"/>
              <a:gd name="T39" fmla="*/ 361950 h 175"/>
              <a:gd name="T40" fmla="*/ 681990 w 200"/>
              <a:gd name="T41" fmla="*/ 293370 h 175"/>
              <a:gd name="T42" fmla="*/ 674370 w 200"/>
              <a:gd name="T43" fmla="*/ 251460 h 175"/>
              <a:gd name="T44" fmla="*/ 666750 w 200"/>
              <a:gd name="T45" fmla="*/ 243840 h 175"/>
              <a:gd name="T46" fmla="*/ 621030 w 200"/>
              <a:gd name="T47" fmla="*/ 255270 h 175"/>
              <a:gd name="T48" fmla="*/ 514350 w 200"/>
              <a:gd name="T49" fmla="*/ 426720 h 175"/>
              <a:gd name="T50" fmla="*/ 514350 w 200"/>
              <a:gd name="T51" fmla="*/ 560070 h 175"/>
              <a:gd name="T52" fmla="*/ 640080 w 200"/>
              <a:gd name="T53" fmla="*/ 560070 h 175"/>
              <a:gd name="T54" fmla="*/ 640080 w 200"/>
              <a:gd name="T55" fmla="*/ 514350 h 175"/>
              <a:gd name="T56" fmla="*/ 762000 w 200"/>
              <a:gd name="T57" fmla="*/ 377190 h 175"/>
              <a:gd name="T58" fmla="*/ 762000 w 200"/>
              <a:gd name="T59" fmla="*/ 114300 h 175"/>
              <a:gd name="T60" fmla="*/ 731520 w 200"/>
              <a:gd name="T61" fmla="*/ 83820 h 175"/>
              <a:gd name="T62" fmla="*/ 731520 w 200"/>
              <a:gd name="T63" fmla="*/ 83820 h 175"/>
              <a:gd name="T64" fmla="*/ 701040 w 200"/>
              <a:gd name="T65" fmla="*/ 114300 h 175"/>
              <a:gd name="T66" fmla="*/ 701040 w 200"/>
              <a:gd name="T67" fmla="*/ 217170 h 175"/>
              <a:gd name="T68" fmla="*/ 674370 w 200"/>
              <a:gd name="T69" fmla="*/ 666750 h 175"/>
              <a:gd name="T70" fmla="*/ 674370 w 200"/>
              <a:gd name="T71" fmla="*/ 560070 h 175"/>
              <a:gd name="T72" fmla="*/ 480060 w 200"/>
              <a:gd name="T73" fmla="*/ 560070 h 175"/>
              <a:gd name="T74" fmla="*/ 480060 w 200"/>
              <a:gd name="T75" fmla="*/ 666750 h 175"/>
              <a:gd name="T76" fmla="*/ 381000 w 200"/>
              <a:gd name="T77" fmla="*/ 0 h 175"/>
              <a:gd name="T78" fmla="*/ 209550 w 200"/>
              <a:gd name="T79" fmla="*/ 175260 h 175"/>
              <a:gd name="T80" fmla="*/ 381000 w 200"/>
              <a:gd name="T81" fmla="*/ 346710 h 175"/>
              <a:gd name="T82" fmla="*/ 556260 w 200"/>
              <a:gd name="T83" fmla="*/ 175260 h 175"/>
              <a:gd name="T84" fmla="*/ 381000 w 200"/>
              <a:gd name="T85" fmla="*/ 0 h 175"/>
              <a:gd name="T86" fmla="*/ 335280 w 200"/>
              <a:gd name="T87" fmla="*/ 228600 h 175"/>
              <a:gd name="T88" fmla="*/ 381000 w 200"/>
              <a:gd name="T89" fmla="*/ 259080 h 175"/>
              <a:gd name="T90" fmla="*/ 430530 w 200"/>
              <a:gd name="T91" fmla="*/ 217170 h 175"/>
              <a:gd name="T92" fmla="*/ 381000 w 200"/>
              <a:gd name="T93" fmla="*/ 175260 h 175"/>
              <a:gd name="T94" fmla="*/ 335280 w 200"/>
              <a:gd name="T95" fmla="*/ 133350 h 175"/>
              <a:gd name="T96" fmla="*/ 381000 w 200"/>
              <a:gd name="T97" fmla="*/ 87630 h 175"/>
              <a:gd name="T98" fmla="*/ 426720 w 200"/>
              <a:gd name="T99" fmla="*/ 118110 h 175"/>
              <a:gd name="T100" fmla="*/ 381000 w 200"/>
              <a:gd name="T101" fmla="*/ 87630 h 175"/>
              <a:gd name="T102" fmla="*/ 381000 w 200"/>
              <a:gd name="T103" fmla="*/ 64770 h 175"/>
              <a:gd name="T104" fmla="*/ 381000 w 200"/>
              <a:gd name="T105" fmla="*/ 285750 h 175"/>
              <a:gd name="T106" fmla="*/ 381000 w 200"/>
              <a:gd name="T107" fmla="*/ 259080 h 175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</a:gdLst>
            <a:ahLst/>
            <a:cxnLst>
              <a:cxn ang="T108">
                <a:pos x="T0" y="T1"/>
              </a:cxn>
              <a:cxn ang="T109">
                <a:pos x="T2" y="T3"/>
              </a:cxn>
              <a:cxn ang="T110">
                <a:pos x="T4" y="T5"/>
              </a:cxn>
              <a:cxn ang="T111">
                <a:pos x="T6" y="T7"/>
              </a:cxn>
              <a:cxn ang="T112">
                <a:pos x="T8" y="T9"/>
              </a:cxn>
              <a:cxn ang="T113">
                <a:pos x="T10" y="T11"/>
              </a:cxn>
              <a:cxn ang="T114">
                <a:pos x="T12" y="T13"/>
              </a:cxn>
              <a:cxn ang="T115">
                <a:pos x="T14" y="T15"/>
              </a:cxn>
              <a:cxn ang="T116">
                <a:pos x="T16" y="T17"/>
              </a:cxn>
              <a:cxn ang="T117">
                <a:pos x="T18" y="T19"/>
              </a:cxn>
              <a:cxn ang="T118">
                <a:pos x="T20" y="T21"/>
              </a:cxn>
              <a:cxn ang="T119">
                <a:pos x="T22" y="T23"/>
              </a:cxn>
              <a:cxn ang="T120">
                <a:pos x="T24" y="T25"/>
              </a:cxn>
              <a:cxn ang="T121">
                <a:pos x="T26" y="T27"/>
              </a:cxn>
              <a:cxn ang="T122">
                <a:pos x="T28" y="T29"/>
              </a:cxn>
              <a:cxn ang="T123">
                <a:pos x="T30" y="T31"/>
              </a:cxn>
              <a:cxn ang="T124">
                <a:pos x="T32" y="T33"/>
              </a:cxn>
              <a:cxn ang="T125">
                <a:pos x="T34" y="T35"/>
              </a:cxn>
              <a:cxn ang="T126">
                <a:pos x="T36" y="T37"/>
              </a:cxn>
              <a:cxn ang="T127">
                <a:pos x="T38" y="T39"/>
              </a:cxn>
              <a:cxn ang="T128">
                <a:pos x="T40" y="T41"/>
              </a:cxn>
              <a:cxn ang="T129">
                <a:pos x="T42" y="T43"/>
              </a:cxn>
              <a:cxn ang="T130">
                <a:pos x="T44" y="T45"/>
              </a:cxn>
              <a:cxn ang="T131">
                <a:pos x="T46" y="T47"/>
              </a:cxn>
              <a:cxn ang="T132">
                <a:pos x="T48" y="T49"/>
              </a:cxn>
              <a:cxn ang="T133">
                <a:pos x="T50" y="T51"/>
              </a:cxn>
              <a:cxn ang="T134">
                <a:pos x="T52" y="T53"/>
              </a:cxn>
              <a:cxn ang="T135">
                <a:pos x="T54" y="T55"/>
              </a:cxn>
              <a:cxn ang="T136">
                <a:pos x="T56" y="T57"/>
              </a:cxn>
              <a:cxn ang="T137">
                <a:pos x="T58" y="T59"/>
              </a:cxn>
              <a:cxn ang="T138">
                <a:pos x="T60" y="T61"/>
              </a:cxn>
              <a:cxn ang="T139">
                <a:pos x="T62" y="T63"/>
              </a:cxn>
              <a:cxn ang="T140">
                <a:pos x="T64" y="T65"/>
              </a:cxn>
              <a:cxn ang="T141">
                <a:pos x="T66" y="T67"/>
              </a:cxn>
              <a:cxn ang="T142">
                <a:pos x="T68" y="T69"/>
              </a:cxn>
              <a:cxn ang="T143">
                <a:pos x="T70" y="T71"/>
              </a:cxn>
              <a:cxn ang="T144">
                <a:pos x="T72" y="T73"/>
              </a:cxn>
              <a:cxn ang="T145">
                <a:pos x="T74" y="T75"/>
              </a:cxn>
              <a:cxn ang="T146">
                <a:pos x="T76" y="T77"/>
              </a:cxn>
              <a:cxn ang="T147">
                <a:pos x="T78" y="T79"/>
              </a:cxn>
              <a:cxn ang="T148">
                <a:pos x="T80" y="T81"/>
              </a:cxn>
              <a:cxn ang="T149">
                <a:pos x="T82" y="T83"/>
              </a:cxn>
              <a:cxn ang="T150">
                <a:pos x="T84" y="T85"/>
              </a:cxn>
              <a:cxn ang="T151">
                <a:pos x="T86" y="T87"/>
              </a:cxn>
              <a:cxn ang="T152">
                <a:pos x="T88" y="T89"/>
              </a:cxn>
              <a:cxn ang="T153">
                <a:pos x="T90" y="T91"/>
              </a:cxn>
              <a:cxn ang="T154">
                <a:pos x="T92" y="T93"/>
              </a:cxn>
              <a:cxn ang="T155">
                <a:pos x="T94" y="T95"/>
              </a:cxn>
              <a:cxn ang="T156">
                <a:pos x="T96" y="T97"/>
              </a:cxn>
              <a:cxn ang="T157">
                <a:pos x="T98" y="T99"/>
              </a:cxn>
              <a:cxn ang="T158">
                <a:pos x="T100" y="T101"/>
              </a:cxn>
              <a:cxn ang="T159">
                <a:pos x="T102" y="T103"/>
              </a:cxn>
              <a:cxn ang="T160">
                <a:pos x="T104" y="T105"/>
              </a:cxn>
              <a:cxn ang="T161">
                <a:pos x="T106" y="T107"/>
              </a:cxn>
            </a:cxnLst>
            <a:rect l="0" t="0" r="r" b="b"/>
            <a:pathLst>
              <a:path w="200" h="175">
                <a:moveTo>
                  <a:pt x="33" y="95"/>
                </a:moveTo>
                <a:cubicBezTo>
                  <a:pt x="21" y="77"/>
                  <a:pt x="21" y="77"/>
                  <a:pt x="21" y="77"/>
                </a:cubicBezTo>
                <a:cubicBezTo>
                  <a:pt x="19" y="73"/>
                  <a:pt x="20" y="68"/>
                  <a:pt x="24" y="66"/>
                </a:cubicBezTo>
                <a:cubicBezTo>
                  <a:pt x="26" y="64"/>
                  <a:pt x="26" y="64"/>
                  <a:pt x="26" y="64"/>
                </a:cubicBezTo>
                <a:cubicBezTo>
                  <a:pt x="30" y="62"/>
                  <a:pt x="35" y="63"/>
                  <a:pt x="37" y="67"/>
                </a:cubicBezTo>
                <a:cubicBezTo>
                  <a:pt x="65" y="112"/>
                  <a:pt x="65" y="112"/>
                  <a:pt x="65" y="112"/>
                </a:cubicBezTo>
                <a:cubicBezTo>
                  <a:pt x="65" y="147"/>
                  <a:pt x="65" y="147"/>
                  <a:pt x="65" y="147"/>
                </a:cubicBezTo>
                <a:cubicBezTo>
                  <a:pt x="33" y="147"/>
                  <a:pt x="33" y="147"/>
                  <a:pt x="33" y="147"/>
                </a:cubicBezTo>
                <a:cubicBezTo>
                  <a:pt x="33" y="135"/>
                  <a:pt x="33" y="135"/>
                  <a:pt x="33" y="135"/>
                </a:cubicBezTo>
                <a:cubicBezTo>
                  <a:pt x="0" y="99"/>
                  <a:pt x="0" y="99"/>
                  <a:pt x="0" y="99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25"/>
                  <a:pt x="4" y="22"/>
                  <a:pt x="9" y="22"/>
                </a:cubicBezTo>
                <a:cubicBezTo>
                  <a:pt x="9" y="22"/>
                  <a:pt x="9" y="22"/>
                  <a:pt x="9" y="22"/>
                </a:cubicBezTo>
                <a:cubicBezTo>
                  <a:pt x="13" y="22"/>
                  <a:pt x="17" y="25"/>
                  <a:pt x="17" y="30"/>
                </a:cubicBezTo>
                <a:cubicBezTo>
                  <a:pt x="17" y="57"/>
                  <a:pt x="17" y="57"/>
                  <a:pt x="17" y="57"/>
                </a:cubicBezTo>
                <a:moveTo>
                  <a:pt x="75" y="175"/>
                </a:moveTo>
                <a:cubicBezTo>
                  <a:pt x="75" y="147"/>
                  <a:pt x="75" y="147"/>
                  <a:pt x="75" y="147"/>
                </a:cubicBezTo>
                <a:cubicBezTo>
                  <a:pt x="24" y="147"/>
                  <a:pt x="24" y="147"/>
                  <a:pt x="24" y="147"/>
                </a:cubicBezTo>
                <a:cubicBezTo>
                  <a:pt x="24" y="175"/>
                  <a:pt x="24" y="175"/>
                  <a:pt x="24" y="175"/>
                </a:cubicBezTo>
                <a:moveTo>
                  <a:pt x="168" y="95"/>
                </a:moveTo>
                <a:cubicBezTo>
                  <a:pt x="179" y="77"/>
                  <a:pt x="179" y="77"/>
                  <a:pt x="179" y="77"/>
                </a:cubicBezTo>
                <a:cubicBezTo>
                  <a:pt x="181" y="73"/>
                  <a:pt x="180" y="68"/>
                  <a:pt x="177" y="66"/>
                </a:cubicBezTo>
                <a:cubicBezTo>
                  <a:pt x="175" y="64"/>
                  <a:pt x="175" y="64"/>
                  <a:pt x="175" y="64"/>
                </a:cubicBezTo>
                <a:cubicBezTo>
                  <a:pt x="171" y="62"/>
                  <a:pt x="166" y="63"/>
                  <a:pt x="163" y="67"/>
                </a:cubicBezTo>
                <a:cubicBezTo>
                  <a:pt x="135" y="112"/>
                  <a:pt x="135" y="112"/>
                  <a:pt x="135" y="112"/>
                </a:cubicBezTo>
                <a:cubicBezTo>
                  <a:pt x="135" y="147"/>
                  <a:pt x="135" y="147"/>
                  <a:pt x="135" y="147"/>
                </a:cubicBezTo>
                <a:cubicBezTo>
                  <a:pt x="168" y="147"/>
                  <a:pt x="168" y="147"/>
                  <a:pt x="168" y="147"/>
                </a:cubicBezTo>
                <a:cubicBezTo>
                  <a:pt x="168" y="135"/>
                  <a:pt x="168" y="135"/>
                  <a:pt x="168" y="135"/>
                </a:cubicBezTo>
                <a:cubicBezTo>
                  <a:pt x="200" y="99"/>
                  <a:pt x="200" y="99"/>
                  <a:pt x="200" y="99"/>
                </a:cubicBezTo>
                <a:cubicBezTo>
                  <a:pt x="200" y="30"/>
                  <a:pt x="200" y="30"/>
                  <a:pt x="200" y="30"/>
                </a:cubicBezTo>
                <a:cubicBezTo>
                  <a:pt x="200" y="25"/>
                  <a:pt x="197" y="22"/>
                  <a:pt x="192" y="22"/>
                </a:cubicBezTo>
                <a:cubicBezTo>
                  <a:pt x="192" y="22"/>
                  <a:pt x="192" y="22"/>
                  <a:pt x="192" y="22"/>
                </a:cubicBezTo>
                <a:cubicBezTo>
                  <a:pt x="188" y="22"/>
                  <a:pt x="184" y="25"/>
                  <a:pt x="184" y="30"/>
                </a:cubicBezTo>
                <a:cubicBezTo>
                  <a:pt x="184" y="57"/>
                  <a:pt x="184" y="57"/>
                  <a:pt x="184" y="57"/>
                </a:cubicBezTo>
                <a:moveTo>
                  <a:pt x="177" y="175"/>
                </a:moveTo>
                <a:cubicBezTo>
                  <a:pt x="177" y="147"/>
                  <a:pt x="177" y="147"/>
                  <a:pt x="177" y="147"/>
                </a:cubicBezTo>
                <a:cubicBezTo>
                  <a:pt x="126" y="147"/>
                  <a:pt x="126" y="147"/>
                  <a:pt x="126" y="147"/>
                </a:cubicBezTo>
                <a:cubicBezTo>
                  <a:pt x="126" y="175"/>
                  <a:pt x="126" y="175"/>
                  <a:pt x="126" y="175"/>
                </a:cubicBezTo>
                <a:moveTo>
                  <a:pt x="100" y="0"/>
                </a:moveTo>
                <a:cubicBezTo>
                  <a:pt x="75" y="0"/>
                  <a:pt x="55" y="21"/>
                  <a:pt x="55" y="46"/>
                </a:cubicBezTo>
                <a:cubicBezTo>
                  <a:pt x="55" y="71"/>
                  <a:pt x="75" y="91"/>
                  <a:pt x="100" y="91"/>
                </a:cubicBezTo>
                <a:cubicBezTo>
                  <a:pt x="125" y="91"/>
                  <a:pt x="146" y="71"/>
                  <a:pt x="146" y="46"/>
                </a:cubicBezTo>
                <a:cubicBezTo>
                  <a:pt x="146" y="21"/>
                  <a:pt x="125" y="0"/>
                  <a:pt x="100" y="0"/>
                </a:cubicBezTo>
                <a:close/>
                <a:moveTo>
                  <a:pt x="88" y="60"/>
                </a:moveTo>
                <a:cubicBezTo>
                  <a:pt x="90" y="65"/>
                  <a:pt x="95" y="68"/>
                  <a:pt x="100" y="68"/>
                </a:cubicBezTo>
                <a:cubicBezTo>
                  <a:pt x="107" y="68"/>
                  <a:pt x="113" y="63"/>
                  <a:pt x="113" y="57"/>
                </a:cubicBezTo>
                <a:cubicBezTo>
                  <a:pt x="113" y="51"/>
                  <a:pt x="107" y="46"/>
                  <a:pt x="100" y="46"/>
                </a:cubicBezTo>
                <a:cubicBezTo>
                  <a:pt x="93" y="45"/>
                  <a:pt x="88" y="41"/>
                  <a:pt x="88" y="35"/>
                </a:cubicBezTo>
                <a:cubicBezTo>
                  <a:pt x="88" y="28"/>
                  <a:pt x="93" y="23"/>
                  <a:pt x="100" y="23"/>
                </a:cubicBezTo>
                <a:cubicBezTo>
                  <a:pt x="106" y="23"/>
                  <a:pt x="111" y="27"/>
                  <a:pt x="112" y="31"/>
                </a:cubicBezTo>
                <a:moveTo>
                  <a:pt x="100" y="23"/>
                </a:moveTo>
                <a:cubicBezTo>
                  <a:pt x="100" y="17"/>
                  <a:pt x="100" y="17"/>
                  <a:pt x="100" y="17"/>
                </a:cubicBezTo>
                <a:moveTo>
                  <a:pt x="100" y="75"/>
                </a:moveTo>
                <a:cubicBezTo>
                  <a:pt x="100" y="68"/>
                  <a:pt x="100" y="68"/>
                  <a:pt x="100" y="68"/>
                </a:cubicBezTo>
              </a:path>
            </a:pathLst>
          </a:custGeom>
          <a:noFill/>
          <a:ln w="25400" cap="rnd">
            <a:solidFill>
              <a:schemeClr val="accent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s-CO" dirty="0">
              <a:latin typeface="Montserrat Light" panose="00000400000000000000" pitchFamily="50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253602E-D580-663F-281C-596FFB6E1015}"/>
              </a:ext>
            </a:extLst>
          </p:cNvPr>
          <p:cNvSpPr txBox="1">
            <a:spLocks/>
          </p:cNvSpPr>
          <p:nvPr/>
        </p:nvSpPr>
        <p:spPr>
          <a:xfrm>
            <a:off x="13189331" y="5116530"/>
            <a:ext cx="1400326" cy="782883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050" dirty="0">
                <a:solidFill>
                  <a:schemeClr val="bg1"/>
                </a:solidFill>
              </a:rPr>
              <a:t>Lorem ipsum dolor sit </a:t>
            </a:r>
            <a:r>
              <a:rPr lang="en-US" sz="1050" dirty="0" err="1">
                <a:solidFill>
                  <a:schemeClr val="bg1"/>
                </a:solidFill>
              </a:rPr>
              <a:t>amet</a:t>
            </a:r>
            <a:r>
              <a:rPr lang="en-US" sz="1050" dirty="0">
                <a:solidFill>
                  <a:schemeClr val="bg1"/>
                </a:solidFill>
              </a:rPr>
              <a:t>, </a:t>
            </a:r>
            <a:r>
              <a:rPr lang="en-US" sz="1050" dirty="0" err="1">
                <a:solidFill>
                  <a:schemeClr val="bg1"/>
                </a:solidFill>
              </a:rPr>
              <a:t>consectetur</a:t>
            </a:r>
            <a:r>
              <a:rPr lang="en-US" sz="1050" dirty="0">
                <a:solidFill>
                  <a:schemeClr val="bg1"/>
                </a:solidFill>
              </a:rPr>
              <a:t> </a:t>
            </a:r>
            <a:r>
              <a:rPr lang="en-US" sz="1050" dirty="0" err="1">
                <a:solidFill>
                  <a:schemeClr val="bg1"/>
                </a:solidFill>
              </a:rPr>
              <a:t>adipiscing</a:t>
            </a:r>
            <a:r>
              <a:rPr lang="en-US" sz="1050" dirty="0">
                <a:solidFill>
                  <a:schemeClr val="bg1"/>
                </a:solidFill>
              </a:rPr>
              <a:t> </a:t>
            </a:r>
            <a:r>
              <a:rPr lang="en-US" sz="1050" dirty="0" err="1">
                <a:solidFill>
                  <a:schemeClr val="bg1"/>
                </a:solidFill>
              </a:rPr>
              <a:t>elit</a:t>
            </a:r>
            <a:r>
              <a:rPr lang="en-US" sz="1050" dirty="0">
                <a:solidFill>
                  <a:schemeClr val="bg1"/>
                </a:solidFill>
              </a:rPr>
              <a:t>, </a:t>
            </a:r>
            <a:r>
              <a:rPr lang="en-US" sz="1050" dirty="0" err="1">
                <a:solidFill>
                  <a:schemeClr val="bg1"/>
                </a:solidFill>
              </a:rPr>
              <a:t>sed</a:t>
            </a:r>
            <a:r>
              <a:rPr lang="en-US" sz="1050" dirty="0">
                <a:solidFill>
                  <a:schemeClr val="bg1"/>
                </a:solidFill>
              </a:rPr>
              <a:t> do</a:t>
            </a:r>
            <a:endParaRPr lang="ru-RU" sz="1050" dirty="0">
              <a:solidFill>
                <a:schemeClr val="bg1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3FA2DB0-3422-475A-8345-586465399EC8}"/>
              </a:ext>
            </a:extLst>
          </p:cNvPr>
          <p:cNvSpPr txBox="1">
            <a:spLocks/>
          </p:cNvSpPr>
          <p:nvPr/>
        </p:nvSpPr>
        <p:spPr>
          <a:xfrm>
            <a:off x="13222996" y="4805321"/>
            <a:ext cx="1349379" cy="294189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bg1">
                    <a:lumMod val="85000"/>
                  </a:schemeClr>
                </a:solidFill>
                <a:latin typeface="Montserrat-Bold" panose="00000800000000000000" pitchFamily="50" charset="0"/>
              </a:rPr>
              <a:t>Creative</a:t>
            </a:r>
            <a:endParaRPr lang="ru-RU" sz="1800" dirty="0">
              <a:solidFill>
                <a:schemeClr val="bg1">
                  <a:lumMod val="85000"/>
                </a:schemeClr>
              </a:solidFill>
              <a:latin typeface="Montserrat-Bold" panose="00000800000000000000" pitchFamily="50" charset="0"/>
            </a:endParaRP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54FC0743-497E-4847-7301-AD5AA5E567D2}"/>
              </a:ext>
            </a:extLst>
          </p:cNvPr>
          <p:cNvSpPr txBox="1">
            <a:spLocks/>
          </p:cNvSpPr>
          <p:nvPr/>
        </p:nvSpPr>
        <p:spPr>
          <a:xfrm>
            <a:off x="14685152" y="5116530"/>
            <a:ext cx="1400326" cy="78288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050" dirty="0">
                <a:solidFill>
                  <a:schemeClr val="bg1"/>
                </a:solidFill>
              </a:rPr>
              <a:t>Lorem ipsum dolor sit </a:t>
            </a:r>
            <a:r>
              <a:rPr lang="en-US" sz="1050" dirty="0" err="1">
                <a:solidFill>
                  <a:schemeClr val="bg1"/>
                </a:solidFill>
              </a:rPr>
              <a:t>amet</a:t>
            </a:r>
            <a:r>
              <a:rPr lang="en-US" sz="1050" dirty="0">
                <a:solidFill>
                  <a:schemeClr val="bg1"/>
                </a:solidFill>
              </a:rPr>
              <a:t>, </a:t>
            </a:r>
            <a:r>
              <a:rPr lang="en-US" sz="1050" dirty="0" err="1">
                <a:solidFill>
                  <a:schemeClr val="bg1"/>
                </a:solidFill>
              </a:rPr>
              <a:t>consectetur</a:t>
            </a:r>
            <a:r>
              <a:rPr lang="en-US" sz="1050" dirty="0">
                <a:solidFill>
                  <a:schemeClr val="bg1"/>
                </a:solidFill>
              </a:rPr>
              <a:t> </a:t>
            </a:r>
            <a:r>
              <a:rPr lang="en-US" sz="1050" dirty="0" err="1">
                <a:solidFill>
                  <a:schemeClr val="bg1"/>
                </a:solidFill>
              </a:rPr>
              <a:t>adipiscing</a:t>
            </a:r>
            <a:r>
              <a:rPr lang="en-US" sz="1050" dirty="0">
                <a:solidFill>
                  <a:schemeClr val="bg1"/>
                </a:solidFill>
              </a:rPr>
              <a:t> </a:t>
            </a:r>
            <a:r>
              <a:rPr lang="en-US" sz="1050" dirty="0" err="1">
                <a:solidFill>
                  <a:schemeClr val="bg1"/>
                </a:solidFill>
              </a:rPr>
              <a:t>elit</a:t>
            </a:r>
            <a:r>
              <a:rPr lang="en-US" sz="1050" dirty="0">
                <a:solidFill>
                  <a:schemeClr val="bg1"/>
                </a:solidFill>
              </a:rPr>
              <a:t>, sed do</a:t>
            </a:r>
            <a:endParaRPr lang="ru-RU" sz="1050" dirty="0">
              <a:solidFill>
                <a:schemeClr val="bg1"/>
              </a:solidFill>
            </a:endParaRPr>
          </a:p>
          <a:p>
            <a:pPr algn="ctr"/>
            <a:endParaRPr lang="ru-RU" sz="1050" dirty="0">
              <a:solidFill>
                <a:schemeClr val="bg1"/>
              </a:solidFill>
            </a:endParaRP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C744216A-47FC-E589-16D3-F647238B1EF1}"/>
              </a:ext>
            </a:extLst>
          </p:cNvPr>
          <p:cNvSpPr txBox="1">
            <a:spLocks/>
          </p:cNvSpPr>
          <p:nvPr/>
        </p:nvSpPr>
        <p:spPr>
          <a:xfrm>
            <a:off x="14718817" y="4805321"/>
            <a:ext cx="1349379" cy="294189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2"/>
                </a:solidFill>
                <a:latin typeface="Montserrat-Bold" panose="00000800000000000000" pitchFamily="50" charset="0"/>
              </a:rPr>
              <a:t>Investment</a:t>
            </a:r>
            <a:endParaRPr lang="ru-RU" sz="1800" dirty="0">
              <a:solidFill>
                <a:schemeClr val="accent2"/>
              </a:solidFill>
              <a:latin typeface="Montserrat-Bold" panose="00000800000000000000" pitchFamily="50" charset="0"/>
            </a:endParaRP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2B8C7C1F-7DAC-C6AD-9E05-35E3CC470454}"/>
              </a:ext>
            </a:extLst>
          </p:cNvPr>
          <p:cNvSpPr txBox="1">
            <a:spLocks/>
          </p:cNvSpPr>
          <p:nvPr/>
        </p:nvSpPr>
        <p:spPr>
          <a:xfrm>
            <a:off x="16113613" y="5116530"/>
            <a:ext cx="1400326" cy="78288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050">
                <a:solidFill>
                  <a:schemeClr val="bg1"/>
                </a:solidFill>
              </a:rPr>
              <a:t>Lorem ipsum dolor sit amet, consectetur adipiscing elit, sed do</a:t>
            </a:r>
            <a:endParaRPr lang="ru-RU" sz="1050">
              <a:solidFill>
                <a:schemeClr val="bg1"/>
              </a:solidFill>
            </a:endParaRPr>
          </a:p>
          <a:p>
            <a:pPr algn="ctr"/>
            <a:endParaRPr lang="ru-RU" sz="1050" dirty="0">
              <a:solidFill>
                <a:schemeClr val="bg1"/>
              </a:solidFill>
            </a:endParaRP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8D15CD5-B06D-FC3F-E134-D78E224EC32B}"/>
              </a:ext>
            </a:extLst>
          </p:cNvPr>
          <p:cNvSpPr txBox="1">
            <a:spLocks/>
          </p:cNvSpPr>
          <p:nvPr/>
        </p:nvSpPr>
        <p:spPr>
          <a:xfrm>
            <a:off x="16113613" y="4805321"/>
            <a:ext cx="1442985" cy="294189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3"/>
                </a:solidFill>
                <a:latin typeface="Montserrat-Bold" panose="00000800000000000000" pitchFamily="50" charset="0"/>
              </a:rPr>
              <a:t>Management</a:t>
            </a:r>
            <a:endParaRPr lang="ru-RU" sz="1800" dirty="0">
              <a:solidFill>
                <a:schemeClr val="accent3"/>
              </a:solidFill>
              <a:latin typeface="Montserrat-Bold" panose="00000800000000000000" pitchFamily="50" charset="0"/>
            </a:endParaRP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4CD3A6B7-3F1B-F2DD-0C30-AFE1B7ED5A06}"/>
              </a:ext>
            </a:extLst>
          </p:cNvPr>
          <p:cNvSpPr txBox="1">
            <a:spLocks/>
          </p:cNvSpPr>
          <p:nvPr/>
        </p:nvSpPr>
        <p:spPr>
          <a:xfrm>
            <a:off x="17506526" y="5116530"/>
            <a:ext cx="1400326" cy="78288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050">
                <a:solidFill>
                  <a:schemeClr val="bg1"/>
                </a:solidFill>
              </a:rPr>
              <a:t>Lorem ipsum dolor sit amet, consectetur adipiscing elit, sed do</a:t>
            </a:r>
            <a:endParaRPr lang="ru-RU" sz="1050">
              <a:solidFill>
                <a:schemeClr val="bg1"/>
              </a:solidFill>
            </a:endParaRPr>
          </a:p>
          <a:p>
            <a:pPr algn="ctr"/>
            <a:endParaRPr lang="ru-RU" sz="1050" dirty="0">
              <a:solidFill>
                <a:schemeClr val="bg1"/>
              </a:solidFill>
            </a:endParaRP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345495F-DE60-8D6E-3C50-00C02247F17D}"/>
              </a:ext>
            </a:extLst>
          </p:cNvPr>
          <p:cNvSpPr txBox="1">
            <a:spLocks/>
          </p:cNvSpPr>
          <p:nvPr/>
        </p:nvSpPr>
        <p:spPr>
          <a:xfrm>
            <a:off x="17506526" y="4805321"/>
            <a:ext cx="1349379" cy="294189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4"/>
                </a:solidFill>
                <a:latin typeface="Montserrat-Bold" panose="00000800000000000000" pitchFamily="50" charset="0"/>
              </a:rPr>
              <a:t>Business</a:t>
            </a:r>
            <a:endParaRPr lang="ru-RU" sz="1800" dirty="0">
              <a:solidFill>
                <a:schemeClr val="accent4"/>
              </a:solidFill>
              <a:latin typeface="Montserrat-Bold" panose="00000800000000000000" pitchFamily="50" charset="0"/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F63D211-71DA-16D5-949B-EBD60B073A6A}"/>
              </a:ext>
            </a:extLst>
          </p:cNvPr>
          <p:cNvSpPr txBox="1">
            <a:spLocks/>
          </p:cNvSpPr>
          <p:nvPr/>
        </p:nvSpPr>
        <p:spPr>
          <a:xfrm>
            <a:off x="18979365" y="5116530"/>
            <a:ext cx="1400326" cy="78288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050">
                <a:solidFill>
                  <a:schemeClr val="bg1"/>
                </a:solidFill>
              </a:rPr>
              <a:t>Lorem ipsum dolor sit amet, consectetur adipiscing elit, sed do</a:t>
            </a:r>
            <a:endParaRPr lang="ru-RU" sz="1050">
              <a:solidFill>
                <a:schemeClr val="bg1"/>
              </a:solidFill>
            </a:endParaRPr>
          </a:p>
          <a:p>
            <a:pPr algn="ctr"/>
            <a:endParaRPr lang="ru-RU" sz="1050" dirty="0">
              <a:solidFill>
                <a:schemeClr val="bg1"/>
              </a:solidFill>
            </a:endParaRP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5F69316D-3D79-AA11-EEA9-0E03E1767550}"/>
              </a:ext>
            </a:extLst>
          </p:cNvPr>
          <p:cNvSpPr txBox="1">
            <a:spLocks/>
          </p:cNvSpPr>
          <p:nvPr/>
        </p:nvSpPr>
        <p:spPr>
          <a:xfrm>
            <a:off x="18979365" y="4805321"/>
            <a:ext cx="1349379" cy="294189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 Light" panose="000004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5"/>
                </a:solidFill>
                <a:latin typeface="Montserrat-Bold" panose="00000800000000000000" pitchFamily="50" charset="0"/>
              </a:rPr>
              <a:t>Goal</a:t>
            </a:r>
            <a:endParaRPr lang="ru-RU" sz="1800" dirty="0">
              <a:solidFill>
                <a:schemeClr val="accent5"/>
              </a:solidFill>
              <a:latin typeface="Montserrat-Bold" panose="00000800000000000000" pitchFamily="50" charset="0"/>
            </a:endParaRPr>
          </a:p>
        </p:txBody>
      </p:sp>
      <p:pic>
        <p:nvPicPr>
          <p:cNvPr id="31" name="Graphic 30" descr="Bullseye">
            <a:extLst>
              <a:ext uri="{FF2B5EF4-FFF2-40B4-BE49-F238E27FC236}">
                <a16:creationId xmlns:a16="http://schemas.microsoft.com/office/drawing/2014/main" id="{766A64A6-2FD6-7DC8-ACAE-69783972FA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501387" y="1915552"/>
            <a:ext cx="914400" cy="914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D2858B7-EA58-9712-2E1D-5424FCB52747}"/>
              </a:ext>
            </a:extLst>
          </p:cNvPr>
          <p:cNvSpPr txBox="1"/>
          <p:nvPr/>
        </p:nvSpPr>
        <p:spPr>
          <a:xfrm>
            <a:off x="2142148" y="2479053"/>
            <a:ext cx="80524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  <a:latin typeface="Montserrat" pitchFamily="2" charset="77"/>
              </a:rPr>
              <a:t>THANKS</a:t>
            </a:r>
            <a:endParaRPr lang="en-US" sz="5400" dirty="0">
              <a:solidFill>
                <a:schemeClr val="bg1"/>
              </a:solidFill>
              <a:latin typeface="Montserrat" pitchFamily="2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F83E85-A71D-30C6-C6E2-0A05655C8660}"/>
              </a:ext>
            </a:extLst>
          </p:cNvPr>
          <p:cNvSpPr txBox="1"/>
          <p:nvPr/>
        </p:nvSpPr>
        <p:spPr>
          <a:xfrm>
            <a:off x="2142148" y="1726747"/>
            <a:ext cx="80524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n>
                  <a:solidFill>
                    <a:schemeClr val="bg1"/>
                  </a:solidFill>
                </a:ln>
                <a:noFill/>
                <a:latin typeface="Montserrat" pitchFamily="2" charset="77"/>
              </a:rPr>
              <a:t>THANKS</a:t>
            </a:r>
            <a:endParaRPr lang="en-US" sz="5400" dirty="0">
              <a:ln>
                <a:solidFill>
                  <a:schemeClr val="bg1"/>
                </a:solidFill>
              </a:ln>
              <a:noFill/>
              <a:latin typeface="Montserrat" pitchFamily="2" charset="7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7B3C40-659A-977A-E1E2-34CBC3021C21}"/>
              </a:ext>
            </a:extLst>
          </p:cNvPr>
          <p:cNvSpPr txBox="1"/>
          <p:nvPr/>
        </p:nvSpPr>
        <p:spPr>
          <a:xfrm>
            <a:off x="2142148" y="3198179"/>
            <a:ext cx="80524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n>
                  <a:solidFill>
                    <a:schemeClr val="bg1"/>
                  </a:solidFill>
                </a:ln>
                <a:noFill/>
                <a:latin typeface="Montserrat" pitchFamily="2" charset="77"/>
              </a:rPr>
              <a:t>THANKS</a:t>
            </a:r>
            <a:endParaRPr lang="en-US" sz="5400" dirty="0">
              <a:ln>
                <a:solidFill>
                  <a:schemeClr val="bg1"/>
                </a:solidFill>
              </a:ln>
              <a:noFill/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6852785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leadership template">
      <a:dk1>
        <a:srgbClr val="000000"/>
      </a:dk1>
      <a:lt1>
        <a:srgbClr val="FFFFFF"/>
      </a:lt1>
      <a:dk2>
        <a:srgbClr val="212745"/>
      </a:dk2>
      <a:lt2>
        <a:srgbClr val="B4DCFA"/>
      </a:lt2>
      <a:accent1>
        <a:srgbClr val="000B49"/>
      </a:accent1>
      <a:accent2>
        <a:srgbClr val="30C4D2"/>
      </a:accent2>
      <a:accent3>
        <a:srgbClr val="F49401"/>
      </a:accent3>
      <a:accent4>
        <a:srgbClr val="F93043"/>
      </a:accent4>
      <a:accent5>
        <a:srgbClr val="3C2077"/>
      </a:accent5>
      <a:accent6>
        <a:srgbClr val="CDD0CF"/>
      </a:accent6>
      <a:hlink>
        <a:srgbClr val="56C7AA"/>
      </a:hlink>
      <a:folHlink>
        <a:srgbClr val="59A8D1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Animated ppt">
      <a:dk1>
        <a:srgbClr val="171717"/>
      </a:dk1>
      <a:lt1>
        <a:srgbClr val="FFFFFF"/>
      </a:lt1>
      <a:dk2>
        <a:srgbClr val="6D316A"/>
      </a:dk2>
      <a:lt2>
        <a:srgbClr val="FFFFFF"/>
      </a:lt2>
      <a:accent1>
        <a:srgbClr val="CD2354"/>
      </a:accent1>
      <a:accent2>
        <a:srgbClr val="ED942B"/>
      </a:accent2>
      <a:accent3>
        <a:srgbClr val="4F5EFD"/>
      </a:accent3>
      <a:accent4>
        <a:srgbClr val="CB3F97"/>
      </a:accent4>
      <a:accent5>
        <a:srgbClr val="5CC4A3"/>
      </a:accent5>
      <a:accent6>
        <a:srgbClr val="6FE5F2"/>
      </a:accent6>
      <a:hlink>
        <a:srgbClr val="FFFFFF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2536</TotalTime>
  <Words>2380</Words>
  <Application>Microsoft Office PowerPoint</Application>
  <PresentationFormat>Widescreen</PresentationFormat>
  <Paragraphs>455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40</vt:i4>
      </vt:variant>
    </vt:vector>
  </HeadingPairs>
  <TitlesOfParts>
    <vt:vector size="53" baseType="lpstr">
      <vt:lpstr>Arial</vt:lpstr>
      <vt:lpstr>Calibri</vt:lpstr>
      <vt:lpstr>Lato</vt:lpstr>
      <vt:lpstr>Lato Black</vt:lpstr>
      <vt:lpstr>Montserrat</vt:lpstr>
      <vt:lpstr>Montserrat Black</vt:lpstr>
      <vt:lpstr>Montserrat ExtraBold</vt:lpstr>
      <vt:lpstr>Montserrat Light</vt:lpstr>
      <vt:lpstr>Montserrat-Bold</vt:lpstr>
      <vt:lpstr>Raleway Regular</vt:lpstr>
      <vt:lpstr>Wingdings</vt:lpstr>
      <vt:lpstr>Office Theme</vt:lpstr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Jolie Nayibe Serrano</dc:creator>
  <cp:lastModifiedBy>ORCULLO Lowell Jay C.</cp:lastModifiedBy>
  <cp:revision>221</cp:revision>
  <dcterms:created xsi:type="dcterms:W3CDTF">2020-04-22T15:34:04Z</dcterms:created>
  <dcterms:modified xsi:type="dcterms:W3CDTF">2025-10-28T04:33:40Z</dcterms:modified>
</cp:coreProperties>
</file>