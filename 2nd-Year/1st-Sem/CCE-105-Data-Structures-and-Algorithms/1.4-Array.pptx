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78" d="100"/>
          <a:sy n="78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B29684-8C48-424C-A235-146B041FF332}" type="datetimeFigureOut">
              <a:rPr lang="en-PH" smtClean="0"/>
              <a:t>24/01/2024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EE890C-E42F-4A76-A5E1-ED500075760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99639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all" spc="150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F81C-1FCB-4DBA-8044-F1A0FCFD45A6}" type="datetime1">
              <a:rPr lang="en-US" smtClean="0"/>
              <a:t>1/24/2024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414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773D-8987-489A-A650-3D6F7D5C7C38}" type="datetime1">
              <a:rPr lang="en-US" smtClean="0"/>
              <a:t>1/24/2024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8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50C1-1D78-4D80-810D-E9E86F6E88AB}" type="datetime1">
              <a:rPr lang="en-US" smtClean="0"/>
              <a:t>1/24/2024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77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CBD8-1588-4B6B-B74D-87480DDE94C0}" type="datetime1">
              <a:rPr lang="en-US" smtClean="0"/>
              <a:t>1/24/2024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32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440-721C-4D75-BD4F-4CFB3D51CDCA}" type="datetime1">
              <a:rPr lang="en-US" smtClean="0"/>
              <a:t>1/24/2024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93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01A64-483B-4532-94FB-D8F90CB6DEE0}" type="datetime1">
              <a:rPr lang="en-US" smtClean="0"/>
              <a:t>1/24/2024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2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FB39-20FB-4E2E-B861-45B709B9C3C5}" type="datetime1">
              <a:rPr lang="en-US" smtClean="0"/>
              <a:t>1/24/2024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64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AC19-8BD6-476C-9770-8884373BCF00}" type="datetime1">
              <a:rPr lang="en-US" smtClean="0"/>
              <a:t>1/24/2024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644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8C53-8AD1-4F09-9486-FB3406B99CFA}" type="datetime1">
              <a:rPr lang="en-US" smtClean="0"/>
              <a:t>1/24/2024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2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92B3-2D87-4CDF-B84B-C46E5F5D31F7}" type="datetime1">
              <a:rPr lang="en-US" smtClean="0"/>
              <a:t>1/24/2024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9E57-47B1-47B0-B526-3153E4B1E729}" type="datetime1">
              <a:rPr lang="en-US" smtClean="0"/>
              <a:t>1/24/2024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1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BA543EDD-D0D2-447F-B24F-3717AF4B109D}" type="datetime1">
              <a:rPr lang="en-US" smtClean="0"/>
              <a:pPr/>
              <a:t>1/24/2024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80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7A7B7E-F543-B19C-8AA4-8E7D5CBB6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33D688-EA2F-3D87-4FD0-5ABFEC759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3638" y="3667897"/>
            <a:ext cx="9485870" cy="2387600"/>
          </a:xfrm>
        </p:spPr>
        <p:txBody>
          <a:bodyPr>
            <a:noAutofit/>
          </a:bodyPr>
          <a:lstStyle/>
          <a:p>
            <a:pPr algn="r"/>
            <a:r>
              <a:rPr lang="en-US" sz="16100" dirty="0">
                <a:solidFill>
                  <a:schemeClr val="bg1"/>
                </a:solidFill>
              </a:rPr>
              <a:t>array</a:t>
            </a:r>
            <a:endParaRPr lang="en-PH" sz="161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061F7-A714-6869-19D9-515B070ECDDD}"/>
              </a:ext>
            </a:extLst>
          </p:cNvPr>
          <p:cNvSpPr txBox="1"/>
          <p:nvPr/>
        </p:nvSpPr>
        <p:spPr>
          <a:xfrm>
            <a:off x="8674100" y="5487252"/>
            <a:ext cx="309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bg1"/>
                </a:solidFill>
              </a:rPr>
              <a:t>CCE 103/L</a:t>
            </a:r>
            <a:endParaRPr lang="en-PH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656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C2592-E91E-3C70-BEDA-52A18CEED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F37C2-84D3-4E5D-E281-F5F88DE37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the fundamental concepts of arrays in Java</a:t>
            </a:r>
          </a:p>
          <a:p>
            <a:r>
              <a:rPr lang="en-US" dirty="0"/>
              <a:t> Apply different techniques for working with arrays effectively</a:t>
            </a:r>
          </a:p>
          <a:p>
            <a:r>
              <a:rPr lang="en-US" dirty="0"/>
              <a:t>Analyze and solve common programming problems using arrays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107978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E0BC-F8B7-304D-BBA6-5A502709F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Java Arrays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6E909-0D1F-D049-7476-B4C41A0C9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	Java provides a data structure, the array, which stores a fixed-size sequential collection of elements of the same type. An array is used to store a collection of data, but it is often more useful to think of an array as a collection of variables of the same type.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	It is a group of like-typed variables that are referred to by a common name. Arrays of any type can be created and may have one or more dimensions. A specific element in an array is accessed by its index. Arrays offer a convenient means of grouping related information.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872083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8C9D5-70D2-23B0-E98D-9A5685B9A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Declaring Array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6FA56-5C43-5C30-C12D-B21AA713C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To use an array in a program, you must declare a variable to reference the array, and you must specify the type of array the variable can reference.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dataType</a:t>
            </a:r>
            <a:r>
              <a:rPr lang="en-US" b="1" dirty="0"/>
              <a:t>[] </a:t>
            </a:r>
            <a:r>
              <a:rPr lang="en-US" b="1" dirty="0" err="1"/>
              <a:t>arrayRefVar</a:t>
            </a:r>
            <a:r>
              <a:rPr lang="en-US" b="1" dirty="0"/>
              <a:t>;</a:t>
            </a:r>
            <a:r>
              <a:rPr lang="en-US" dirty="0"/>
              <a:t>		// preferred way.</a:t>
            </a:r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r>
              <a:rPr lang="en-US" b="1" dirty="0" err="1"/>
              <a:t>dataType</a:t>
            </a:r>
            <a:r>
              <a:rPr lang="en-US" b="1" dirty="0"/>
              <a:t> </a:t>
            </a:r>
            <a:r>
              <a:rPr lang="en-US" b="1" dirty="0" err="1"/>
              <a:t>arrayRefVar</a:t>
            </a:r>
            <a:r>
              <a:rPr lang="en-US" b="1" dirty="0"/>
              <a:t>[];</a:t>
            </a:r>
            <a:r>
              <a:rPr lang="en-US" dirty="0"/>
              <a:t>		// works but not preferred way.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931569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8C9D5-70D2-23B0-E98D-9A5685B9A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Declaring Array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6FA56-5C43-5C30-C12D-B21AA713C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double[] </a:t>
            </a:r>
            <a:r>
              <a:rPr lang="en-US" b="1" dirty="0" err="1"/>
              <a:t>myList</a:t>
            </a:r>
            <a:r>
              <a:rPr lang="en-US" b="1" dirty="0"/>
              <a:t>;</a:t>
            </a:r>
            <a:r>
              <a:rPr lang="en-US" dirty="0"/>
              <a:t>	// preferred way.</a:t>
            </a:r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double </a:t>
            </a:r>
            <a:r>
              <a:rPr lang="en-US" b="1" dirty="0" err="1"/>
              <a:t>myList</a:t>
            </a:r>
            <a:r>
              <a:rPr lang="en-US" b="1" dirty="0"/>
              <a:t>[];</a:t>
            </a:r>
            <a:r>
              <a:rPr lang="en-US" dirty="0"/>
              <a:t>	// works but not preferred way.</a:t>
            </a:r>
          </a:p>
        </p:txBody>
      </p:sp>
    </p:spTree>
    <p:extLst>
      <p:ext uri="{BB962C8B-B14F-4D97-AF65-F5344CB8AC3E}">
        <p14:creationId xmlns:p14="http://schemas.microsoft.com/office/powerpoint/2010/main" val="3414099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14625-4F9C-10B4-8031-C40B644EB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One-Dimensional Array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7DE76-A45E-7003-5461-1B623CDBA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	To create an array, you first must create an array variable of the desired type. The general form of a one dimensional array declaration is</a:t>
            </a:r>
          </a:p>
          <a:p>
            <a:pPr marL="0" indent="0" algn="just"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rgbClr val="FF0000"/>
                </a:solidFill>
              </a:rPr>
              <a:t>type var-name[ ];</a:t>
            </a:r>
          </a:p>
          <a:p>
            <a:pPr marL="0" indent="0" algn="just">
              <a:buNone/>
            </a:pPr>
            <a:r>
              <a:rPr lang="en-US" dirty="0"/>
              <a:t>	Here, type declares the base type of the array. The </a:t>
            </a:r>
            <a:r>
              <a:rPr lang="en-US" i="1" dirty="0">
                <a:solidFill>
                  <a:srgbClr val="FF0000"/>
                </a:solidFill>
              </a:rPr>
              <a:t>base type </a:t>
            </a:r>
            <a:r>
              <a:rPr lang="en-US" dirty="0"/>
              <a:t>determines the data type of each element that comprises the array. Thus, the base type for the array determines what type of data the array will hold.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rgbClr val="FF0000"/>
                </a:solidFill>
              </a:rPr>
              <a:t>int </a:t>
            </a:r>
            <a:r>
              <a:rPr lang="en-US" b="1" dirty="0" err="1">
                <a:solidFill>
                  <a:srgbClr val="FF0000"/>
                </a:solidFill>
              </a:rPr>
              <a:t>month_days</a:t>
            </a:r>
            <a:r>
              <a:rPr lang="en-US" b="1" dirty="0">
                <a:solidFill>
                  <a:srgbClr val="FF0000"/>
                </a:solidFill>
              </a:rPr>
              <a:t>[];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array-var = new type[size];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b="1" dirty="0" err="1">
                <a:solidFill>
                  <a:srgbClr val="FF0000"/>
                </a:solidFill>
              </a:rPr>
              <a:t>month_days</a:t>
            </a:r>
            <a:r>
              <a:rPr lang="en-US" b="1" dirty="0">
                <a:solidFill>
                  <a:srgbClr val="FF0000"/>
                </a:solidFill>
              </a:rPr>
              <a:t> = new int[12];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240081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F3439-E74A-BB22-3485-A1452D4B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One-Dimensional Array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57788-5B26-4668-1B6C-7605CF560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6396D82-9819-4892-F4CA-2A7529D5C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37837" y="1971886"/>
            <a:ext cx="7516325" cy="4058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23850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EDFD4-E504-3EFF-F414-103F0F1E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One-Dimensional Array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E2B82-B324-0612-8D09-B5C6AD355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9648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month_days</a:t>
            </a:r>
            <a:r>
              <a:rPr lang="en-US" dirty="0"/>
              <a:t>[];</a:t>
            </a:r>
          </a:p>
          <a:p>
            <a:pPr marL="0" indent="0">
              <a:buNone/>
            </a:pPr>
            <a:r>
              <a:rPr lang="en-US" dirty="0" err="1"/>
              <a:t>month_days</a:t>
            </a:r>
            <a:r>
              <a:rPr lang="en-US" dirty="0"/>
              <a:t> = new int[12];</a:t>
            </a:r>
          </a:p>
          <a:p>
            <a:pPr marL="0" indent="0">
              <a:buNone/>
            </a:pPr>
            <a:r>
              <a:rPr lang="en-US" dirty="0" err="1"/>
              <a:t>month_days</a:t>
            </a:r>
            <a:r>
              <a:rPr lang="en-US" dirty="0"/>
              <a:t>[0] = 31;</a:t>
            </a:r>
          </a:p>
          <a:p>
            <a:pPr marL="0" indent="0">
              <a:buNone/>
            </a:pPr>
            <a:r>
              <a:rPr lang="en-US" dirty="0" err="1"/>
              <a:t>month_days</a:t>
            </a:r>
            <a:r>
              <a:rPr lang="en-US" dirty="0"/>
              <a:t>[1] = 28;</a:t>
            </a:r>
          </a:p>
          <a:p>
            <a:pPr marL="0" indent="0">
              <a:buNone/>
            </a:pPr>
            <a:r>
              <a:rPr lang="en-US" dirty="0" err="1"/>
              <a:t>month_days</a:t>
            </a:r>
            <a:r>
              <a:rPr lang="en-US" dirty="0"/>
              <a:t>[2] = 31;</a:t>
            </a:r>
          </a:p>
          <a:p>
            <a:pPr marL="0" indent="0">
              <a:buNone/>
            </a:pPr>
            <a:r>
              <a:rPr lang="en-US" dirty="0" err="1"/>
              <a:t>month_days</a:t>
            </a:r>
            <a:r>
              <a:rPr lang="en-US" dirty="0"/>
              <a:t>[3] = 30;</a:t>
            </a:r>
          </a:p>
          <a:p>
            <a:pPr marL="0" indent="0">
              <a:buNone/>
            </a:pPr>
            <a:r>
              <a:rPr lang="en-US" dirty="0" err="1"/>
              <a:t>month_days</a:t>
            </a:r>
            <a:r>
              <a:rPr lang="en-US" dirty="0"/>
              <a:t>[4] = 31;</a:t>
            </a:r>
          </a:p>
          <a:p>
            <a:pPr marL="0" indent="0">
              <a:buNone/>
            </a:pPr>
            <a:r>
              <a:rPr lang="en-US" dirty="0" err="1"/>
              <a:t>month_days</a:t>
            </a:r>
            <a:r>
              <a:rPr lang="en-US" dirty="0"/>
              <a:t>[5] = 30;</a:t>
            </a:r>
            <a:endParaRPr lang="en-PH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56C098-6F60-310F-57F5-F2B383D8798E}"/>
              </a:ext>
            </a:extLst>
          </p:cNvPr>
          <p:cNvSpPr txBox="1">
            <a:spLocks/>
          </p:cNvSpPr>
          <p:nvPr/>
        </p:nvSpPr>
        <p:spPr>
          <a:xfrm>
            <a:off x="6096000" y="1826569"/>
            <a:ext cx="479648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month_days</a:t>
            </a:r>
            <a:r>
              <a:rPr lang="en-US" dirty="0"/>
              <a:t>[6] = 31;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month_days</a:t>
            </a:r>
            <a:r>
              <a:rPr lang="en-US" dirty="0"/>
              <a:t>[7] = 31;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month_days</a:t>
            </a:r>
            <a:r>
              <a:rPr lang="en-US" dirty="0"/>
              <a:t>[8] = 30;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month_days</a:t>
            </a:r>
            <a:r>
              <a:rPr lang="en-US" dirty="0"/>
              <a:t>[9] = 31;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month_days</a:t>
            </a:r>
            <a:r>
              <a:rPr lang="en-US" dirty="0"/>
              <a:t>[10] = 30;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month_days</a:t>
            </a:r>
            <a:r>
              <a:rPr lang="en-US" dirty="0"/>
              <a:t>[11] = 31;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System.out.println</a:t>
            </a:r>
            <a:r>
              <a:rPr lang="en-US" dirty="0"/>
              <a:t>("April has " + </a:t>
            </a:r>
            <a:r>
              <a:rPr lang="en-US" dirty="0" err="1"/>
              <a:t>month_days</a:t>
            </a:r>
            <a:r>
              <a:rPr lang="en-US" dirty="0"/>
              <a:t>[3] + " days.");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729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5EC01-672E-37FD-95CD-0212BA33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One-Dimensional Array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E5FC4-37F9-3B96-AEB8-F36049806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// An improved version of the previous program.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class </a:t>
            </a:r>
            <a:r>
              <a:rPr lang="en-US" b="1" dirty="0" err="1"/>
              <a:t>AutoArray</a:t>
            </a:r>
            <a:r>
              <a:rPr lang="en-US" b="1" dirty="0"/>
              <a:t> {</a:t>
            </a:r>
          </a:p>
          <a:p>
            <a:pPr marL="0" indent="0">
              <a:buNone/>
            </a:pPr>
            <a:r>
              <a:rPr lang="en-US" b="1" dirty="0"/>
              <a:t>	public static void main(String </a:t>
            </a:r>
            <a:r>
              <a:rPr lang="en-US" b="1" dirty="0" err="1"/>
              <a:t>args</a:t>
            </a:r>
            <a:r>
              <a:rPr lang="en-US" b="1" dirty="0"/>
              <a:t>[]) {</a:t>
            </a:r>
          </a:p>
          <a:p>
            <a:pPr marL="0" indent="0">
              <a:buNone/>
            </a:pPr>
            <a:r>
              <a:rPr lang="en-US" b="1" dirty="0"/>
              <a:t>		int </a:t>
            </a:r>
            <a:r>
              <a:rPr lang="en-US" b="1" dirty="0" err="1"/>
              <a:t>month_days</a:t>
            </a:r>
            <a:r>
              <a:rPr lang="en-US" b="1" dirty="0"/>
              <a:t>[] = { 31, 28, 31, 30, 31, 30, 31, 31, 30, 31, 30, 31 };</a:t>
            </a:r>
          </a:p>
          <a:p>
            <a:pPr marL="0" indent="0">
              <a:buNone/>
            </a:pPr>
            <a:r>
              <a:rPr lang="en-US" b="1" dirty="0"/>
              <a:t>		</a:t>
            </a:r>
            <a:r>
              <a:rPr lang="en-US" b="1" dirty="0" err="1"/>
              <a:t>System.out.println</a:t>
            </a:r>
            <a:r>
              <a:rPr lang="en-US" b="1" dirty="0"/>
              <a:t>("April has " + </a:t>
            </a:r>
            <a:r>
              <a:rPr lang="en-US" b="1" dirty="0" err="1"/>
              <a:t>month_days</a:t>
            </a:r>
            <a:r>
              <a:rPr lang="en-US" b="1" dirty="0"/>
              <a:t>[3] + " days.");</a:t>
            </a:r>
          </a:p>
          <a:p>
            <a:pPr marL="0" indent="0">
              <a:buNone/>
            </a:pPr>
            <a:r>
              <a:rPr lang="en-US" b="1" dirty="0"/>
              <a:t>	}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838157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0587C-1DE5-3B85-71CF-7DC9CA4CA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One-Dimensional Array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C2D94-4715-2BD3-88E2-859BCA7A1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PH" dirty="0"/>
              <a:t>Example:</a:t>
            </a:r>
          </a:p>
          <a:p>
            <a:pPr marL="0" indent="0">
              <a:buNone/>
            </a:pPr>
            <a:r>
              <a:rPr lang="en-PH" dirty="0"/>
              <a:t>// Average an array of values.</a:t>
            </a:r>
          </a:p>
          <a:p>
            <a:pPr marL="0" indent="0">
              <a:buNone/>
            </a:pPr>
            <a:r>
              <a:rPr lang="en-PH" dirty="0"/>
              <a:t>class Average {</a:t>
            </a:r>
          </a:p>
          <a:p>
            <a:pPr marL="0" indent="0">
              <a:buNone/>
            </a:pPr>
            <a:r>
              <a:rPr lang="en-PH" dirty="0"/>
              <a:t>	public static void main(String </a:t>
            </a:r>
            <a:r>
              <a:rPr lang="en-PH" dirty="0" err="1"/>
              <a:t>args</a:t>
            </a:r>
            <a:r>
              <a:rPr lang="en-PH" dirty="0"/>
              <a:t>[]) {</a:t>
            </a:r>
          </a:p>
          <a:p>
            <a:pPr marL="0" indent="0">
              <a:buNone/>
            </a:pPr>
            <a:r>
              <a:rPr lang="en-PH" dirty="0"/>
              <a:t>		double </a:t>
            </a:r>
            <a:r>
              <a:rPr lang="en-PH" dirty="0" err="1"/>
              <a:t>nums</a:t>
            </a:r>
            <a:r>
              <a:rPr lang="en-PH" dirty="0"/>
              <a:t>[] = {10.1, 11.2, 12.3, 13.4, 14.5};</a:t>
            </a:r>
          </a:p>
          <a:p>
            <a:pPr marL="0" indent="0">
              <a:buNone/>
            </a:pPr>
            <a:r>
              <a:rPr lang="en-PH" dirty="0"/>
              <a:t>		double result = 0;</a:t>
            </a:r>
          </a:p>
          <a:p>
            <a:pPr marL="0" indent="0">
              <a:buNone/>
            </a:pPr>
            <a:r>
              <a:rPr lang="en-PH" dirty="0"/>
              <a:t>		int </a:t>
            </a:r>
            <a:r>
              <a:rPr lang="en-PH" dirty="0" err="1"/>
              <a:t>i</a:t>
            </a:r>
            <a:r>
              <a:rPr lang="en-PH" dirty="0"/>
              <a:t>;</a:t>
            </a:r>
          </a:p>
          <a:p>
            <a:pPr marL="0" indent="0">
              <a:buNone/>
            </a:pPr>
            <a:r>
              <a:rPr lang="en-PH" dirty="0"/>
              <a:t>		for(</a:t>
            </a:r>
            <a:r>
              <a:rPr lang="en-PH" dirty="0" err="1"/>
              <a:t>i</a:t>
            </a:r>
            <a:r>
              <a:rPr lang="en-PH" dirty="0"/>
              <a:t>=0; </a:t>
            </a:r>
            <a:r>
              <a:rPr lang="en-PH" dirty="0" err="1"/>
              <a:t>i</a:t>
            </a:r>
            <a:r>
              <a:rPr lang="en-PH" dirty="0"/>
              <a:t>&lt;5; </a:t>
            </a:r>
            <a:r>
              <a:rPr lang="en-PH" dirty="0" err="1"/>
              <a:t>i</a:t>
            </a:r>
            <a:r>
              <a:rPr lang="en-PH" dirty="0"/>
              <a:t>++){</a:t>
            </a:r>
          </a:p>
          <a:p>
            <a:pPr marL="0" indent="0">
              <a:buNone/>
            </a:pPr>
            <a:r>
              <a:rPr lang="en-PH" dirty="0"/>
              <a:t>			result = result + </a:t>
            </a:r>
            <a:r>
              <a:rPr lang="en-PH" dirty="0" err="1"/>
              <a:t>nums</a:t>
            </a:r>
            <a:r>
              <a:rPr lang="en-PH" dirty="0"/>
              <a:t>[</a:t>
            </a:r>
            <a:r>
              <a:rPr lang="en-PH" dirty="0" err="1"/>
              <a:t>i</a:t>
            </a:r>
            <a:r>
              <a:rPr lang="en-PH" dirty="0"/>
              <a:t>];</a:t>
            </a:r>
          </a:p>
          <a:p>
            <a:pPr marL="0" indent="0">
              <a:buNone/>
            </a:pPr>
            <a:r>
              <a:rPr lang="en-PH" dirty="0"/>
              <a:t>			</a:t>
            </a:r>
            <a:r>
              <a:rPr lang="en-PH" dirty="0" err="1"/>
              <a:t>System.out.println</a:t>
            </a:r>
            <a:r>
              <a:rPr lang="en-PH" dirty="0"/>
              <a:t>("Average is " + result / 5);}</a:t>
            </a:r>
          </a:p>
          <a:p>
            <a:pPr marL="0" indent="0">
              <a:buNone/>
            </a:pPr>
            <a:r>
              <a:rPr lang="en-PH" dirty="0"/>
              <a:t>	}</a:t>
            </a:r>
          </a:p>
          <a:p>
            <a:pPr marL="0" indent="0">
              <a:buNone/>
            </a:pPr>
            <a:r>
              <a:rPr lang="en-PH" dirty="0"/>
              <a:t>}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550860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1A617-EBA8-A57A-9F15-7D507DD1B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One-Dimensional Array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F421E-EF2C-C9E7-10D7-30946FDCF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8273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PH" sz="2400" dirty="0"/>
              <a:t>Example:</a:t>
            </a:r>
          </a:p>
          <a:p>
            <a:pPr marL="0" indent="0">
              <a:buNone/>
            </a:pPr>
            <a:r>
              <a:rPr lang="en-PH" sz="2400" dirty="0"/>
              <a:t>double[] </a:t>
            </a:r>
            <a:r>
              <a:rPr lang="en-PH" sz="2400" dirty="0" err="1"/>
              <a:t>myList</a:t>
            </a:r>
            <a:r>
              <a:rPr lang="en-PH" sz="2400" dirty="0"/>
              <a:t> ={1.9,2.9,3.4,3.5};</a:t>
            </a:r>
          </a:p>
          <a:p>
            <a:pPr marL="0" indent="0">
              <a:buNone/>
            </a:pPr>
            <a:r>
              <a:rPr lang="en-PH" sz="2400" dirty="0">
                <a:solidFill>
                  <a:srgbClr val="FF0000"/>
                </a:solidFill>
              </a:rPr>
              <a:t>// Print all the array elements</a:t>
            </a:r>
          </a:p>
          <a:p>
            <a:pPr marL="0" indent="0">
              <a:buNone/>
            </a:pPr>
            <a:r>
              <a:rPr lang="en-PH" sz="2400" dirty="0"/>
              <a:t>for(int </a:t>
            </a:r>
            <a:r>
              <a:rPr lang="en-PH" sz="2400" dirty="0" err="1"/>
              <a:t>i</a:t>
            </a:r>
            <a:r>
              <a:rPr lang="en-PH" sz="2400" dirty="0"/>
              <a:t> =0; </a:t>
            </a:r>
            <a:r>
              <a:rPr lang="en-PH" sz="2400" dirty="0" err="1"/>
              <a:t>i</a:t>
            </a:r>
            <a:r>
              <a:rPr lang="en-PH" sz="2400" dirty="0"/>
              <a:t> &lt; </a:t>
            </a:r>
            <a:r>
              <a:rPr lang="en-PH" sz="2400" dirty="0" err="1"/>
              <a:t>myList.length</a:t>
            </a:r>
            <a:r>
              <a:rPr lang="en-PH" sz="2400" dirty="0"/>
              <a:t>; </a:t>
            </a:r>
            <a:r>
              <a:rPr lang="en-PH" sz="2400" dirty="0" err="1"/>
              <a:t>i</a:t>
            </a:r>
            <a:r>
              <a:rPr lang="en-PH" sz="2400" dirty="0"/>
              <a:t>++){</a:t>
            </a:r>
          </a:p>
          <a:p>
            <a:pPr marL="0" indent="0">
              <a:buNone/>
            </a:pPr>
            <a:r>
              <a:rPr lang="en-PH" sz="2400" dirty="0"/>
              <a:t>	</a:t>
            </a:r>
            <a:r>
              <a:rPr lang="en-PH" sz="2400" dirty="0" err="1"/>
              <a:t>System.out.println</a:t>
            </a:r>
            <a:r>
              <a:rPr lang="en-PH" sz="2400" dirty="0"/>
              <a:t>(</a:t>
            </a:r>
            <a:r>
              <a:rPr lang="en-PH" sz="2400" dirty="0" err="1"/>
              <a:t>myList</a:t>
            </a:r>
            <a:r>
              <a:rPr lang="en-PH" sz="2400" dirty="0"/>
              <a:t>[</a:t>
            </a:r>
            <a:r>
              <a:rPr lang="en-PH" sz="2400" dirty="0" err="1"/>
              <a:t>i</a:t>
            </a:r>
            <a:r>
              <a:rPr lang="en-PH" sz="2400" dirty="0"/>
              <a:t>]+" "); }</a:t>
            </a:r>
          </a:p>
          <a:p>
            <a:pPr marL="0" indent="0">
              <a:buNone/>
            </a:pPr>
            <a:r>
              <a:rPr lang="en-PH" sz="2400" dirty="0">
                <a:solidFill>
                  <a:srgbClr val="FF0000"/>
                </a:solidFill>
              </a:rPr>
              <a:t>// Summing all elements</a:t>
            </a:r>
          </a:p>
          <a:p>
            <a:pPr marL="0" indent="0">
              <a:buNone/>
            </a:pPr>
            <a:r>
              <a:rPr lang="en-PH" sz="2400" dirty="0"/>
              <a:t>double total =0;</a:t>
            </a:r>
          </a:p>
          <a:p>
            <a:pPr marL="0" indent="0">
              <a:buNone/>
            </a:pPr>
            <a:r>
              <a:rPr lang="en-PH" sz="2400" dirty="0"/>
              <a:t>for(int </a:t>
            </a:r>
            <a:r>
              <a:rPr lang="en-PH" sz="2400" dirty="0" err="1"/>
              <a:t>i</a:t>
            </a:r>
            <a:r>
              <a:rPr lang="en-PH" sz="2400" dirty="0"/>
              <a:t> =0; </a:t>
            </a:r>
            <a:r>
              <a:rPr lang="en-PH" sz="2400" dirty="0" err="1"/>
              <a:t>i</a:t>
            </a:r>
            <a:r>
              <a:rPr lang="en-PH" sz="2400" dirty="0"/>
              <a:t> &lt; </a:t>
            </a:r>
            <a:r>
              <a:rPr lang="en-PH" sz="2400" dirty="0" err="1"/>
              <a:t>myList.length</a:t>
            </a:r>
            <a:r>
              <a:rPr lang="en-PH" sz="2400" dirty="0"/>
              <a:t>; </a:t>
            </a:r>
            <a:r>
              <a:rPr lang="en-PH" sz="2400" dirty="0" err="1"/>
              <a:t>i</a:t>
            </a:r>
            <a:r>
              <a:rPr lang="en-PH" sz="2400" dirty="0"/>
              <a:t>++){</a:t>
            </a:r>
          </a:p>
          <a:p>
            <a:pPr marL="0" indent="0">
              <a:buNone/>
            </a:pPr>
            <a:r>
              <a:rPr lang="en-PH" sz="2400" dirty="0"/>
              <a:t>	total += </a:t>
            </a:r>
            <a:r>
              <a:rPr lang="en-PH" sz="2400" dirty="0" err="1"/>
              <a:t>myList</a:t>
            </a:r>
            <a:r>
              <a:rPr lang="en-PH" sz="2400" dirty="0"/>
              <a:t>[</a:t>
            </a:r>
            <a:r>
              <a:rPr lang="en-PH" sz="2400" dirty="0" err="1"/>
              <a:t>i</a:t>
            </a:r>
            <a:r>
              <a:rPr lang="en-PH" sz="2400" dirty="0"/>
              <a:t>]; }</a:t>
            </a:r>
          </a:p>
          <a:p>
            <a:pPr marL="0" indent="0">
              <a:buNone/>
            </a:pPr>
            <a:r>
              <a:rPr lang="en-PH" sz="2400" dirty="0" err="1"/>
              <a:t>System.out.println</a:t>
            </a:r>
            <a:r>
              <a:rPr lang="en-PH" sz="2400" dirty="0"/>
              <a:t>("Total is "+ total);</a:t>
            </a:r>
          </a:p>
          <a:p>
            <a:pPr marL="0" indent="0">
              <a:buNone/>
            </a:pPr>
            <a:endParaRPr lang="en-PH" sz="2400" dirty="0"/>
          </a:p>
          <a:p>
            <a:pPr marL="0" indent="0">
              <a:buNone/>
            </a:pPr>
            <a:endParaRPr lang="en-PH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A17E9C-C0D5-E34F-BCDB-B6EFCA9AA537}"/>
              </a:ext>
            </a:extLst>
          </p:cNvPr>
          <p:cNvSpPr txBox="1">
            <a:spLocks/>
          </p:cNvSpPr>
          <p:nvPr/>
        </p:nvSpPr>
        <p:spPr>
          <a:xfrm>
            <a:off x="6820930" y="2628814"/>
            <a:ext cx="5263978" cy="3864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400" dirty="0">
                <a:solidFill>
                  <a:srgbClr val="FF0000"/>
                </a:solidFill>
              </a:rPr>
              <a:t>// Finding the largest element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H" sz="2400" dirty="0"/>
              <a:t>double max = </a:t>
            </a:r>
            <a:r>
              <a:rPr lang="en-PH" sz="2400" dirty="0" err="1"/>
              <a:t>myList</a:t>
            </a:r>
            <a:r>
              <a:rPr lang="en-PH" sz="2400" dirty="0"/>
              <a:t>[0];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H" sz="2400" dirty="0"/>
              <a:t>for(int </a:t>
            </a:r>
            <a:r>
              <a:rPr lang="en-PH" sz="2400" dirty="0" err="1"/>
              <a:t>i</a:t>
            </a:r>
            <a:r>
              <a:rPr lang="en-PH" sz="2400" dirty="0"/>
              <a:t> =1; </a:t>
            </a:r>
            <a:r>
              <a:rPr lang="en-PH" sz="2400" dirty="0" err="1"/>
              <a:t>i</a:t>
            </a:r>
            <a:r>
              <a:rPr lang="en-PH" sz="2400" dirty="0"/>
              <a:t> &lt; </a:t>
            </a:r>
            <a:r>
              <a:rPr lang="en-PH" sz="2400" dirty="0" err="1"/>
              <a:t>myList.length</a:t>
            </a:r>
            <a:r>
              <a:rPr lang="en-PH" sz="2400" dirty="0"/>
              <a:t>; </a:t>
            </a:r>
            <a:r>
              <a:rPr lang="en-PH" sz="2400" dirty="0" err="1"/>
              <a:t>i</a:t>
            </a:r>
            <a:r>
              <a:rPr lang="en-PH" sz="2400" dirty="0"/>
              <a:t>++){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H" sz="2400" dirty="0"/>
              <a:t>	if(</a:t>
            </a:r>
            <a:r>
              <a:rPr lang="en-PH" sz="2400" dirty="0" err="1"/>
              <a:t>myList</a:t>
            </a:r>
            <a:r>
              <a:rPr lang="en-PH" sz="2400" dirty="0"/>
              <a:t>[</a:t>
            </a:r>
            <a:r>
              <a:rPr lang="en-PH" sz="2400" dirty="0" err="1"/>
              <a:t>i</a:t>
            </a:r>
            <a:r>
              <a:rPr lang="en-PH" sz="2400" dirty="0"/>
              <a:t>]&gt; max)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H" sz="2400" dirty="0"/>
              <a:t>		max = </a:t>
            </a:r>
            <a:r>
              <a:rPr lang="en-PH" sz="2400" dirty="0" err="1"/>
              <a:t>myList</a:t>
            </a:r>
            <a:r>
              <a:rPr lang="en-PH" sz="2400" dirty="0"/>
              <a:t>[</a:t>
            </a:r>
            <a:r>
              <a:rPr lang="en-PH" sz="2400" dirty="0" err="1"/>
              <a:t>i</a:t>
            </a:r>
            <a:r>
              <a:rPr lang="en-PH" sz="2400" dirty="0"/>
              <a:t>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H" sz="2400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H" sz="2400" dirty="0" err="1"/>
              <a:t>System.out.println</a:t>
            </a:r>
            <a:r>
              <a:rPr lang="en-PH" sz="2400" dirty="0"/>
              <a:t>("Max is "+ max);</a:t>
            </a:r>
          </a:p>
        </p:txBody>
      </p:sp>
    </p:spTree>
    <p:extLst>
      <p:ext uri="{BB962C8B-B14F-4D97-AF65-F5344CB8AC3E}">
        <p14:creationId xmlns:p14="http://schemas.microsoft.com/office/powerpoint/2010/main" val="3278228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6FDDA-B65B-9539-4BD3-40E6FD59A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One-Dimensional Array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C6391-EDB8-11EE-AA88-2F64FF00E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What is the output of this program?</a:t>
            </a:r>
          </a:p>
          <a:p>
            <a:pPr marL="0" indent="0">
              <a:buNone/>
            </a:pPr>
            <a:endParaRPr lang="en-PH" b="1" dirty="0"/>
          </a:p>
          <a:p>
            <a:pPr marL="0" indent="0">
              <a:buNone/>
            </a:pPr>
            <a:r>
              <a:rPr lang="en-PH" b="1" dirty="0"/>
              <a:t> int[] no={1,2,3,4,5};</a:t>
            </a:r>
          </a:p>
          <a:p>
            <a:pPr marL="0" indent="0">
              <a:buNone/>
            </a:pPr>
            <a:r>
              <a:rPr lang="en-PH" b="1" dirty="0"/>
              <a:t> for(int </a:t>
            </a:r>
            <a:r>
              <a:rPr lang="en-PH" b="1" dirty="0" err="1"/>
              <a:t>i</a:t>
            </a:r>
            <a:r>
              <a:rPr lang="en-PH" b="1" dirty="0"/>
              <a:t>=0;i&lt;5;i++)</a:t>
            </a:r>
          </a:p>
          <a:p>
            <a:pPr marL="0" indent="0">
              <a:buNone/>
            </a:pPr>
            <a:r>
              <a:rPr lang="en-PH" b="1" dirty="0"/>
              <a:t> 	no[</a:t>
            </a:r>
            <a:r>
              <a:rPr lang="en-PH" b="1" dirty="0" err="1"/>
              <a:t>i</a:t>
            </a:r>
            <a:r>
              <a:rPr lang="en-PH" b="1" dirty="0"/>
              <a:t>]+=10;</a:t>
            </a:r>
          </a:p>
          <a:p>
            <a:pPr marL="0" indent="0">
              <a:buNone/>
            </a:pPr>
            <a:r>
              <a:rPr lang="en-PH" b="1" dirty="0"/>
              <a:t> </a:t>
            </a:r>
          </a:p>
          <a:p>
            <a:pPr marL="0" indent="0">
              <a:buNone/>
            </a:pPr>
            <a:r>
              <a:rPr lang="en-PH" b="1" dirty="0"/>
              <a:t> for(int </a:t>
            </a:r>
            <a:r>
              <a:rPr lang="en-PH" b="1" dirty="0" err="1"/>
              <a:t>i</a:t>
            </a:r>
            <a:r>
              <a:rPr lang="en-PH" b="1" dirty="0"/>
              <a:t>=0;i&lt;5;i++)</a:t>
            </a:r>
          </a:p>
          <a:p>
            <a:pPr marL="0" indent="0">
              <a:buNone/>
            </a:pPr>
            <a:r>
              <a:rPr lang="en-PH" b="1" dirty="0"/>
              <a:t> </a:t>
            </a:r>
            <a:r>
              <a:rPr lang="en-PH" b="1" dirty="0" err="1"/>
              <a:t>System.out.print</a:t>
            </a:r>
            <a:r>
              <a:rPr lang="en-PH" b="1" dirty="0"/>
              <a:t>(no[</a:t>
            </a:r>
            <a:r>
              <a:rPr lang="en-PH" b="1" dirty="0" err="1"/>
              <a:t>i</a:t>
            </a:r>
            <a:r>
              <a:rPr lang="en-PH" b="1" dirty="0"/>
              <a:t>] + " ");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731727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1C4B6-176F-ED94-9A89-2319472A0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One-Dimensional Array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F722A-B354-78CD-C857-2E5BDBD51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the output of this program?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	 int numbers[] = {1, 2, 3, 4, 5, 6, 7, 8,9,10};</a:t>
            </a:r>
          </a:p>
          <a:p>
            <a:pPr marL="0" indent="0">
              <a:buNone/>
            </a:pPr>
            <a:r>
              <a:rPr lang="en-US" dirty="0"/>
              <a:t>	int sum=0;</a:t>
            </a:r>
          </a:p>
          <a:p>
            <a:pPr marL="0" indent="0">
              <a:buNone/>
            </a:pPr>
            <a:r>
              <a:rPr lang="en-US" dirty="0"/>
              <a:t>	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</a:t>
            </a:r>
            <a:r>
              <a:rPr lang="en-US" dirty="0" err="1"/>
              <a:t>numbers.length</a:t>
            </a:r>
            <a:r>
              <a:rPr lang="en-US" dirty="0"/>
              <a:t> ; </a:t>
            </a:r>
            <a:r>
              <a:rPr lang="en-US" dirty="0" err="1"/>
              <a:t>i</a:t>
            </a:r>
            <a:r>
              <a:rPr lang="en-US" dirty="0"/>
              <a:t>++) </a:t>
            </a:r>
          </a:p>
          <a:p>
            <a:pPr marL="0" indent="0">
              <a:buNone/>
            </a:pPr>
            <a:r>
              <a:rPr lang="en-US" dirty="0"/>
              <a:t>		sum += numbers[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System.out.println</a:t>
            </a:r>
            <a:r>
              <a:rPr lang="en-US" dirty="0"/>
              <a:t>("The sum of these numbers is " + sum);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179124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9185B-EB66-2560-3922-B75C8E69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One-Dimensional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22DD4-FEB2-7EAF-30AB-514A1AB0E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66935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0" indent="0">
              <a:buNone/>
            </a:pP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PH" b="1" dirty="0" err="1">
                <a:latin typeface="Arial" panose="020B0604020202020204" pitchFamily="34" charset="0"/>
                <a:cs typeface="Arial" panose="020B0604020202020204" pitchFamily="34" charset="0"/>
              </a:rPr>
              <a:t>java.util.Scanner</a:t>
            </a: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  <a:r>
              <a:rPr lang="en-PH" b="1" dirty="0" err="1">
                <a:latin typeface="Arial" panose="020B0604020202020204" pitchFamily="34" charset="0"/>
                <a:cs typeface="Arial" panose="020B0604020202020204" pitchFamily="34" charset="0"/>
              </a:rPr>
              <a:t>SumDemo</a:t>
            </a: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0" indent="0">
              <a:buNone/>
            </a:pP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   public static void main(String </a:t>
            </a:r>
            <a:r>
              <a:rPr lang="en-PH" b="1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[]){</a:t>
            </a:r>
          </a:p>
          <a:p>
            <a:pPr marL="0" indent="0">
              <a:buNone/>
            </a:pP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      Scanner </a:t>
            </a:r>
            <a:r>
              <a:rPr lang="en-PH" b="1" dirty="0" err="1">
                <a:latin typeface="Arial" panose="020B0604020202020204" pitchFamily="34" charset="0"/>
                <a:cs typeface="Arial" panose="020B0604020202020204" pitchFamily="34" charset="0"/>
              </a:rPr>
              <a:t>scanner</a:t>
            </a: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 = new Scanner(System.in);</a:t>
            </a:r>
          </a:p>
          <a:p>
            <a:pPr marL="0" indent="0">
              <a:buNone/>
            </a:pP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      int[] array = new int[10];</a:t>
            </a:r>
          </a:p>
          <a:p>
            <a:pPr marL="0" indent="0">
              <a:buNone/>
            </a:pP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      int sum = 0;</a:t>
            </a:r>
          </a:p>
          <a:p>
            <a:pPr marL="0" indent="0">
              <a:buNone/>
            </a:pP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PH" b="1" dirty="0" err="1"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("Enter the elements:");</a:t>
            </a:r>
          </a:p>
          <a:p>
            <a:pPr marL="0" indent="0">
              <a:buNone/>
            </a:pP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      for (int </a:t>
            </a:r>
            <a:r>
              <a:rPr lang="en-PH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=0; </a:t>
            </a:r>
            <a:r>
              <a:rPr lang="en-PH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&lt;10; </a:t>
            </a:r>
            <a:r>
              <a:rPr lang="en-PH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++)       {</a:t>
            </a:r>
          </a:p>
          <a:p>
            <a:pPr marL="0" indent="0">
              <a:buNone/>
            </a:pP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    	  array[</a:t>
            </a:r>
            <a:r>
              <a:rPr lang="en-PH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] = </a:t>
            </a:r>
            <a:r>
              <a:rPr lang="en-PH" b="1" dirty="0" err="1">
                <a:latin typeface="Arial" panose="020B0604020202020204" pitchFamily="34" charset="0"/>
                <a:cs typeface="Arial" panose="020B0604020202020204" pitchFamily="34" charset="0"/>
              </a:rPr>
              <a:t>scanner.nextInt</a:t>
            </a: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      }</a:t>
            </a:r>
          </a:p>
          <a:p>
            <a:pPr marL="0" indent="0">
              <a:buNone/>
            </a:pPr>
            <a:endParaRPr lang="en-PH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92EECA-1932-2990-29EA-F5A1A4C4DDC8}"/>
              </a:ext>
            </a:extLst>
          </p:cNvPr>
          <p:cNvSpPr txBox="1">
            <a:spLocks/>
          </p:cNvSpPr>
          <p:nvPr/>
        </p:nvSpPr>
        <p:spPr>
          <a:xfrm>
            <a:off x="7267833" y="2506662"/>
            <a:ext cx="447108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200" b="1" dirty="0">
                <a:latin typeface="Arial" panose="020B0604020202020204" pitchFamily="34" charset="0"/>
                <a:cs typeface="Arial" panose="020B0604020202020204" pitchFamily="34" charset="0"/>
              </a:rPr>
              <a:t> for( int num : array)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H" sz="2200" b="1" dirty="0">
                <a:latin typeface="Arial" panose="020B0604020202020204" pitchFamily="34" charset="0"/>
                <a:cs typeface="Arial" panose="020B0604020202020204" pitchFamily="34" charset="0"/>
              </a:rPr>
              <a:t>          sum = </a:t>
            </a:r>
            <a:r>
              <a:rPr lang="en-PH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sum+num</a:t>
            </a:r>
            <a:r>
              <a:rPr lang="en-PH" sz="2200" b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H" sz="2200" b="1" dirty="0">
                <a:latin typeface="Arial" panose="020B0604020202020204" pitchFamily="34" charset="0"/>
                <a:cs typeface="Arial" panose="020B0604020202020204" pitchFamily="34" charset="0"/>
              </a:rPr>
              <a:t>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H" sz="2200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PH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PH" sz="2200" b="1" dirty="0">
                <a:latin typeface="Arial" panose="020B0604020202020204" pitchFamily="34" charset="0"/>
                <a:cs typeface="Arial" panose="020B0604020202020204" pitchFamily="34" charset="0"/>
              </a:rPr>
              <a:t>("Sum of array elements is:"+sum);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H" sz="2200" b="1" dirty="0">
                <a:latin typeface="Arial" panose="020B0604020202020204" pitchFamily="34" charset="0"/>
                <a:cs typeface="Arial" panose="020B0604020202020204" pitchFamily="34" charset="0"/>
              </a:rPr>
              <a:t>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H" sz="2200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42596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DBC7C-DF57-0AB3-CDF3-F9724EF08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FA01C-E6AF-F69E-7EC2-BA13E1CD6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42719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Write a Java program using array that will determine whether the numbers from 1-10 is odd or even.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EA0950-0917-1F06-4772-982BD2875EAA}"/>
              </a:ext>
            </a:extLst>
          </p:cNvPr>
          <p:cNvSpPr txBox="1">
            <a:spLocks/>
          </p:cNvSpPr>
          <p:nvPr/>
        </p:nvSpPr>
        <p:spPr>
          <a:xfrm>
            <a:off x="6462584" y="1075038"/>
            <a:ext cx="3731739" cy="51019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Output: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1 is an odd number.</a:t>
            </a:r>
          </a:p>
          <a:p>
            <a:pPr marL="0" indent="0">
              <a:buNone/>
            </a:pPr>
            <a:r>
              <a:rPr lang="en-US" dirty="0"/>
              <a:t>2 is an even number.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3 is an odd number.</a:t>
            </a:r>
            <a:endParaRPr lang="en-PH" dirty="0"/>
          </a:p>
          <a:p>
            <a:pPr marL="0" indent="0">
              <a:buNone/>
            </a:pPr>
            <a:r>
              <a:rPr lang="en-US" dirty="0"/>
              <a:t>4 is an even number.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5 is an odd number.</a:t>
            </a:r>
            <a:endParaRPr lang="en-PH" dirty="0"/>
          </a:p>
          <a:p>
            <a:pPr marL="0" indent="0">
              <a:buNone/>
            </a:pPr>
            <a:r>
              <a:rPr lang="en-US" dirty="0"/>
              <a:t>6 is an even number.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7 is an odd number.</a:t>
            </a:r>
          </a:p>
          <a:p>
            <a:pPr marL="0" indent="0">
              <a:buNone/>
            </a:pPr>
            <a:r>
              <a:rPr lang="en-US" dirty="0"/>
              <a:t>8 is an even number.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9 is an odd number.</a:t>
            </a:r>
            <a:endParaRPr lang="en-PH" dirty="0"/>
          </a:p>
          <a:p>
            <a:pPr marL="0" indent="0">
              <a:buNone/>
            </a:pPr>
            <a:r>
              <a:rPr lang="en-US" dirty="0"/>
              <a:t>10 is an even number.</a:t>
            </a:r>
          </a:p>
        </p:txBody>
      </p:sp>
    </p:spTree>
    <p:extLst>
      <p:ext uri="{BB962C8B-B14F-4D97-AF65-F5344CB8AC3E}">
        <p14:creationId xmlns:p14="http://schemas.microsoft.com/office/powerpoint/2010/main" val="76396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3BE6-BA03-E87B-41CA-0446467F8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0195"/>
            <a:ext cx="10515600" cy="55467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public class </a:t>
            </a:r>
            <a:r>
              <a:rPr lang="en-PH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FindEvenOrOddNumber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pPr marL="0" indent="0">
              <a:buNone/>
            </a:pP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 public static void main(String[] </a:t>
            </a:r>
            <a:r>
              <a:rPr lang="en-PH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pPr marL="0" indent="0">
              <a:buNone/>
            </a:pP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   int[] numbers = new int[]{1,2,3,4,5,6,7,8,9,10};</a:t>
            </a:r>
          </a:p>
          <a:p>
            <a:pPr marL="0" indent="0">
              <a:buNone/>
            </a:pP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   for(int </a:t>
            </a:r>
            <a:r>
              <a:rPr lang="en-PH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=0; </a:t>
            </a:r>
            <a:r>
              <a:rPr lang="en-PH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 &lt; </a:t>
            </a:r>
            <a:r>
              <a:rPr lang="en-PH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numbers.length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PH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++){</a:t>
            </a:r>
          </a:p>
          <a:p>
            <a:pPr marL="0" indent="0">
              <a:buNone/>
            </a:pP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     if(numbers[</a:t>
            </a:r>
            <a:r>
              <a:rPr lang="en-PH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]%2 == 0){</a:t>
            </a:r>
          </a:p>
          <a:p>
            <a:pPr marL="0" indent="0">
              <a:buNone/>
            </a:pP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PH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(numbers[</a:t>
            </a:r>
            <a:r>
              <a:rPr lang="en-PH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] + " is even number.");}</a:t>
            </a:r>
          </a:p>
          <a:p>
            <a:pPr marL="0" indent="0">
              <a:buNone/>
            </a:pP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     else {</a:t>
            </a:r>
          </a:p>
          <a:p>
            <a:pPr marL="0" indent="0">
              <a:buNone/>
            </a:pP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PH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(numbers[</a:t>
            </a:r>
            <a:r>
              <a:rPr lang="en-PH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] + " is odd number.");}</a:t>
            </a:r>
          </a:p>
          <a:p>
            <a:pPr marL="0" indent="0">
              <a:buNone/>
            </a:pP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pPr marL="0" indent="0">
              <a:buNone/>
            </a:pPr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  } } </a:t>
            </a:r>
          </a:p>
          <a:p>
            <a:pPr marL="0" indent="0">
              <a:buNone/>
            </a:pPr>
            <a:endParaRPr lang="en-PH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649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3B89B-AFFD-C59D-CAC8-F054D2DB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1A834-F403-3064-AAA1-00FBD01D9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Trace the program you have performed earlier.  Use a clean short bond paper upon tracing.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253693951"/>
      </p:ext>
    </p:extLst>
  </p:cSld>
  <p:clrMapOvr>
    <a:masterClrMapping/>
  </p:clrMapOvr>
</p:sld>
</file>

<file path=ppt/theme/theme1.xml><?xml version="1.0" encoding="utf-8"?>
<a:theme xmlns:a="http://schemas.openxmlformats.org/drawingml/2006/main" name="FunkyShapesVTI">
  <a:themeElements>
    <a:clrScheme name="Custom 15">
      <a:dk1>
        <a:sysClr val="windowText" lastClr="000000"/>
      </a:dk1>
      <a:lt1>
        <a:sysClr val="window" lastClr="FFFFFF"/>
      </a:lt1>
      <a:dk2>
        <a:srgbClr val="2D2D2D"/>
      </a:dk2>
      <a:lt2>
        <a:srgbClr val="F3FFF8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VTI" id="{A7F40C41-3FB2-45B0-B0D6-DFB7FDD9B7AD}" vid="{C49381A0-09CD-46EE-B141-E2CDD87ABFE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Funky shapes</Template>
  <TotalTime>193</TotalTime>
  <Words>1277</Words>
  <Application>Microsoft Office PowerPoint</Application>
  <PresentationFormat>Widescreen</PresentationFormat>
  <Paragraphs>148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Source Sans Pro</vt:lpstr>
      <vt:lpstr>FunkyShapesVTI</vt:lpstr>
      <vt:lpstr>array</vt:lpstr>
      <vt:lpstr>Objectives</vt:lpstr>
      <vt:lpstr>Java Arrays</vt:lpstr>
      <vt:lpstr>Declaring Array Variables</vt:lpstr>
      <vt:lpstr>Declaring Array Variables</vt:lpstr>
      <vt:lpstr>One-Dimensional Array</vt:lpstr>
      <vt:lpstr>One-Dimensional Array</vt:lpstr>
      <vt:lpstr>One-Dimensional Array</vt:lpstr>
      <vt:lpstr>One-Dimensional Array</vt:lpstr>
      <vt:lpstr>One-Dimensional Array</vt:lpstr>
      <vt:lpstr>One-Dimensional Array</vt:lpstr>
      <vt:lpstr>One-Dimensional Array</vt:lpstr>
      <vt:lpstr>One-Dimensional Array</vt:lpstr>
      <vt:lpstr>One-Dimensional Array</vt:lpstr>
      <vt:lpstr>Exercise</vt:lpstr>
      <vt:lpstr>PowerPoint Presentation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</dc:title>
  <dc:creator>Jocelyn Daquil</dc:creator>
  <cp:lastModifiedBy>Jocelyn Daquil</cp:lastModifiedBy>
  <cp:revision>13</cp:revision>
  <dcterms:created xsi:type="dcterms:W3CDTF">2024-01-12T08:25:13Z</dcterms:created>
  <dcterms:modified xsi:type="dcterms:W3CDTF">2024-01-24T03:38:25Z</dcterms:modified>
</cp:coreProperties>
</file>